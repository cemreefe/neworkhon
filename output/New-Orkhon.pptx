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Kül Tigin east-face D1 passage, 31 tokens. Source: https://tr.wikisource.org/wiki/Orhun_Yaz%C4%B1tlar%C4%B1_(K%C3%BCl_Tigin). The showcase source documents the Yenisei-to-Orkhon EZ substitution. Dividers are normalized to spaces. Capitals and line breaks are editorial. New Orkhon is speculative type design, not a recovered historical stage.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passage from slide 1, now in the separate New Orkhon Sans family. Ordinary caps use 84/76 construction, lowercase 76/70 with dense-counter exceptions. Original outlines: no Helvetica glyph data is used.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specimens use the same Unicode, case ranges, baseline and em size.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rows use the same logical Unicode sequence. Noto Sans Old Turkic is a digital reference, not a facsimile of the inscription. New Orkhon adds an authored case distinction without changing the codepoints.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outlines are from Noto Sans Old Turkic. New forms are authored design choices. AEN uses a single N; EM follows the selected R-like writing route without a left post; AT has a b-like stem/bowl and a left-overhanging top arm. No historical inevitability is claimed.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is selected with ss01/ss02 or separate default fonts, not invented Unicode case points. In 0.13 capital EC uses Greek capital-Lambda construction. In 0.13 its curved lowercase body moved up exactly 190 units. The 0.14 revision refits the serifs to its legs. Both feet stop on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Contours are from the compiled fonts. Vertical hairlines mark ink bounds, not advance widths. Round forms may overshoot by 10 units. EC lowercase is an ascender-height exception: its head is at 700 and its feet at 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Measurements are from compiled contours: I at y=350 and A at x=250. 90/64 are ordinary Serif construction widths. Curved and diagonal sections have optical exceptions.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Measurements are from compiled contours: I at y=350 and A at x=250. 84/76 are ordinary Sans construction widths. Curved and diagonal sections have optical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AL + AY is physically AY to the left of AL because the script is RTL. 73 safe case-specific neighbors are enabled in 0.13. The newly raised lowercase EC now also qualifies. Compiled clearance across all enabled pairs is at least 38.5 units. No standalone shape is changed by kerning.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liga substitutes matching capital or lowercase pairs. Mixed cases remain separate. Source text stays U+10C22 U+10C03. The slide artwork is converted to vector paths, not live copyable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 page 1 of 2. Every encoded Orkhon sign in formal Unicode order, with capital on the left and lowercase on the right. Case forms are alternate glyphs under the same Unicode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 page 2 of 2. Every encoded Orkhon sign in formal Unicode order, with capital on the left and lowercase on the right. Case forms are alternate glyphs under the same Unicode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Orkhon 0.16.2. Four installable TTFs with ss01/ss02, kern and liga. Teŋri is from Kül Tigin D1 with editorial case. Typeface licensed under OFL 1.1. The supplied PowerPoint uses native editable vector glyphs and editable Latin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TEXT SPECIMEN / 0.16.2"/>
          <p:cNvSpPr txBox="1"/>
          <p:nvPr/>
        </p:nvSpPr>
        <p:spPr>
          <a:xfrm>
            <a:off x="10113264" y="348386"/>
            <a:ext cx="1450848"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TEXT SPECIMEN / 0.16.2</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1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01 / 14</a:t>
            </a:r>
          </a:p>
        </p:txBody>
      </p:sp>
      <p:sp>
        <p:nvSpPr>
          <p:cNvPr id="6" name="New Orkhon"/>
          <p:cNvSpPr txBox="1"/>
          <p:nvPr/>
        </p:nvSpPr>
        <p:spPr>
          <a:xfrm>
            <a:off x="624840" y="580949"/>
            <a:ext cx="5057089" cy="1234440"/>
          </a:xfrm>
          <a:prstGeom prst="rect">
            <a:avLst/>
          </a:prstGeom>
          <a:noFill/>
        </p:spPr>
        <p:txBody>
          <a:bodyPr wrap="none" tIns="0" bIns="0" lIns="0" rIns="0" anchor="t">
            <a:spAutoFit/>
          </a:bodyPr>
          <a:lstStyle/>
          <a:p>
            <a:pPr>
              <a:lnSpc>
                <a:spcPct val="100000"/>
              </a:lnSpc>
              <a:spcBef>
                <a:spcPts val="0"/>
              </a:spcBef>
              <a:spcAft>
                <a:spcPts val="0"/>
              </a:spcAft>
            </a:pPr>
            <a:r>
              <a:rPr sz="6480" kern="400000">
                <a:solidFill>
                  <a:srgbClr val="000000"/>
                </a:solidFill>
                <a:latin typeface="Instrument Sans"/>
              </a:rPr>
              <a:t>New Orkhon</a:t>
            </a:r>
          </a:p>
        </p:txBody>
      </p:sp>
      <p:sp>
        <p:nvSpPr>
          <p:cNvPr id="7" name="Orkhon script reimagined for a modern era."/>
          <p:cNvSpPr txBox="1"/>
          <p:nvPr/>
        </p:nvSpPr>
        <p:spPr>
          <a:xfrm>
            <a:off x="670560" y="1606601"/>
            <a:ext cx="4300057" cy="320040"/>
          </a:xfrm>
          <a:prstGeom prst="rect">
            <a:avLst/>
          </a:prstGeom>
          <a:noFill/>
        </p:spPr>
        <p:txBody>
          <a:bodyPr wrap="none" tIns="0" bIns="0" lIns="0" rIns="0" anchor="t">
            <a:spAutoFit/>
          </a:bodyPr>
          <a:lstStyle/>
          <a:p>
            <a:pPr>
              <a:lnSpc>
                <a:spcPct val="100000"/>
              </a:lnSpc>
              <a:spcBef>
                <a:spcPts val="0"/>
              </a:spcBef>
              <a:spcAft>
                <a:spcPts val="0"/>
              </a:spcAft>
            </a:pPr>
            <a:r>
              <a:rPr sz="1680" kern="400000">
                <a:solidFill>
                  <a:srgbClr val="000000"/>
                </a:solidFill>
                <a:latin typeface="Instrument Sans"/>
              </a:rPr>
              <a:t>Orkhon script reimagined for a modern era.</a:t>
            </a:r>
          </a:p>
        </p:txBody>
      </p:sp>
      <p:sp>
        <p:nvSpPr>
          <p:cNvPr id="8" name="Rule"/>
          <p:cNvSpPr/>
          <p:nvPr/>
        </p:nvSpPr>
        <p:spPr>
          <a:xfrm>
            <a:off x="670560" y="2087880"/>
            <a:ext cx="10850880" cy="8"/>
          </a:xfrm>
          <a:custGeom>
            <a:avLst/>
            <a:gdLst/>
            <a:ahLst/>
            <a:cxnLst/>
            <a:rect l="l" t="t" r="r" b="b"/>
            <a:pathLst>
              <a:path w="1424000" h="1" stroke="1" fill="none">
                <a:moveTo>
                  <a:pt x="0" y="0"/>
                </a:moveTo>
                <a:lnTo>
                  <a:pt x="1424000" y="0"/>
                </a:lnTo>
              </a:path>
            </a:pathLst>
          </a:custGeom>
          <a:noFill/>
          <a:ln w="7620">
            <a:solidFill>
              <a:srgbClr val="000000"/>
            </a:solidFill>
          </a:ln>
        </p:spPr>
        <p:txBody>
          <a:bodyPr rtlCol="0" anchor="ctr"/>
          <a:lstStyle/>
          <a:p>
            <a:pPr algn="ctr"/>
          </a:p>
        </p:txBody>
      </p:sp>
      <p:sp>
        <p:nvSpPr>
          <p:cNvPr id="9" name="Full Kül Tigin D1 / 1"/>
          <p:cNvSpPr/>
          <p:nvPr/>
        </p:nvSpPr>
        <p:spPr>
          <a:xfrm>
            <a:off x="2454592" y="2510790"/>
            <a:ext cx="9035415" cy="508635"/>
          </a:xfrm>
          <a:custGeom>
            <a:avLst/>
            <a:gdLst/>
            <a:ahLst/>
            <a:cxnLst/>
            <a:rect l="l" t="t" r="r" b="b"/>
            <a:pathLst>
              <a:path w="1185750" h="66750" stroke="0">
                <a:moveTo>
                  <a:pt x="1875" y="49350"/>
                </a:moveTo>
                <a:lnTo>
                  <a:pt x="2250" y="48150"/>
                </a:lnTo>
                <a:lnTo>
                  <a:pt x="2250" y="27750"/>
                </a:lnTo>
                <a:lnTo>
                  <a:pt x="2250" y="26850"/>
                </a:lnTo>
                <a:lnTo>
                  <a:pt x="2400" y="25875"/>
                </a:lnTo>
                <a:lnTo>
                  <a:pt x="2475" y="25050"/>
                </a:lnTo>
                <a:lnTo>
                  <a:pt x="2700" y="24075"/>
                </a:lnTo>
                <a:lnTo>
                  <a:pt x="3000" y="23175"/>
                </a:lnTo>
                <a:lnTo>
                  <a:pt x="3375" y="22275"/>
                </a:lnTo>
                <a:lnTo>
                  <a:pt x="3675" y="21525"/>
                </a:lnTo>
                <a:lnTo>
                  <a:pt x="4200" y="20700"/>
                </a:lnTo>
                <a:lnTo>
                  <a:pt x="4650" y="19950"/>
                </a:lnTo>
                <a:lnTo>
                  <a:pt x="5250" y="19275"/>
                </a:lnTo>
                <a:lnTo>
                  <a:pt x="6000" y="18450"/>
                </a:lnTo>
                <a:lnTo>
                  <a:pt x="6900" y="17700"/>
                </a:lnTo>
                <a:lnTo>
                  <a:pt x="7950" y="16950"/>
                </a:lnTo>
                <a:lnTo>
                  <a:pt x="8925" y="16275"/>
                </a:lnTo>
                <a:lnTo>
                  <a:pt x="10125" y="15750"/>
                </a:lnTo>
                <a:lnTo>
                  <a:pt x="11250" y="15300"/>
                </a:lnTo>
                <a:lnTo>
                  <a:pt x="12525" y="14925"/>
                </a:lnTo>
                <a:lnTo>
                  <a:pt x="13725" y="14625"/>
                </a:lnTo>
                <a:lnTo>
                  <a:pt x="14700" y="14475"/>
                </a:lnTo>
                <a:lnTo>
                  <a:pt x="15825" y="14400"/>
                </a:lnTo>
                <a:lnTo>
                  <a:pt x="16875" y="14400"/>
                </a:lnTo>
                <a:lnTo>
                  <a:pt x="18000" y="14400"/>
                </a:lnTo>
                <a:lnTo>
                  <a:pt x="19050" y="14475"/>
                </a:lnTo>
                <a:lnTo>
                  <a:pt x="20100" y="14700"/>
                </a:lnTo>
                <a:lnTo>
                  <a:pt x="21150" y="14925"/>
                </a:lnTo>
                <a:lnTo>
                  <a:pt x="22125" y="15225"/>
                </a:lnTo>
                <a:lnTo>
                  <a:pt x="22125" y="14250"/>
                </a:lnTo>
                <a:lnTo>
                  <a:pt x="32775" y="14250"/>
                </a:lnTo>
                <a:lnTo>
                  <a:pt x="32775" y="15750"/>
                </a:lnTo>
                <a:lnTo>
                  <a:pt x="31500" y="16050"/>
                </a:lnTo>
                <a:lnTo>
                  <a:pt x="30900" y="17400"/>
                </a:lnTo>
                <a:lnTo>
                  <a:pt x="30525" y="18600"/>
                </a:lnTo>
                <a:lnTo>
                  <a:pt x="30525" y="48150"/>
                </a:lnTo>
                <a:lnTo>
                  <a:pt x="30900" y="49350"/>
                </a:lnTo>
                <a:lnTo>
                  <a:pt x="31500" y="50700"/>
                </a:lnTo>
                <a:lnTo>
                  <a:pt x="32775" y="51000"/>
                </a:lnTo>
                <a:lnTo>
                  <a:pt x="32775" y="52500"/>
                </a:lnTo>
                <a:lnTo>
                  <a:pt x="22125" y="52500"/>
                </a:lnTo>
                <a:lnTo>
                  <a:pt x="22125" y="51000"/>
                </a:lnTo>
                <a:lnTo>
                  <a:pt x="23400" y="50700"/>
                </a:lnTo>
                <a:lnTo>
                  <a:pt x="24000" y="49350"/>
                </a:lnTo>
                <a:lnTo>
                  <a:pt x="24375" y="48150"/>
                </a:lnTo>
                <a:lnTo>
                  <a:pt x="24375" y="26250"/>
                </a:lnTo>
                <a:lnTo>
                  <a:pt x="24375" y="25650"/>
                </a:lnTo>
                <a:lnTo>
                  <a:pt x="24300" y="24975"/>
                </a:lnTo>
                <a:lnTo>
                  <a:pt x="24150" y="24300"/>
                </a:lnTo>
                <a:lnTo>
                  <a:pt x="24000" y="23700"/>
                </a:lnTo>
                <a:lnTo>
                  <a:pt x="23775" y="23100"/>
                </a:lnTo>
                <a:lnTo>
                  <a:pt x="23550" y="22575"/>
                </a:lnTo>
                <a:lnTo>
                  <a:pt x="23250" y="22050"/>
                </a:lnTo>
                <a:lnTo>
                  <a:pt x="22875" y="21525"/>
                </a:lnTo>
                <a:lnTo>
                  <a:pt x="22500" y="21150"/>
                </a:lnTo>
                <a:lnTo>
                  <a:pt x="22050" y="20700"/>
                </a:lnTo>
                <a:lnTo>
                  <a:pt x="21600" y="20325"/>
                </a:lnTo>
                <a:lnTo>
                  <a:pt x="21150" y="19950"/>
                </a:lnTo>
                <a:lnTo>
                  <a:pt x="20625" y="19650"/>
                </a:lnTo>
                <a:lnTo>
                  <a:pt x="19950" y="19350"/>
                </a:lnTo>
                <a:lnTo>
                  <a:pt x="19425" y="19200"/>
                </a:lnTo>
                <a:lnTo>
                  <a:pt x="18750" y="18975"/>
                </a:lnTo>
                <a:lnTo>
                  <a:pt x="18075" y="18900"/>
                </a:lnTo>
                <a:lnTo>
                  <a:pt x="17325" y="18825"/>
                </a:lnTo>
                <a:lnTo>
                  <a:pt x="16500" y="18825"/>
                </a:lnTo>
                <a:lnTo>
                  <a:pt x="15825" y="18825"/>
                </a:lnTo>
                <a:lnTo>
                  <a:pt x="15000" y="18975"/>
                </a:lnTo>
                <a:lnTo>
                  <a:pt x="14325" y="19125"/>
                </a:lnTo>
                <a:lnTo>
                  <a:pt x="13650" y="19425"/>
                </a:lnTo>
                <a:lnTo>
                  <a:pt x="12975" y="19725"/>
                </a:lnTo>
                <a:lnTo>
                  <a:pt x="12300" y="20100"/>
                </a:lnTo>
                <a:lnTo>
                  <a:pt x="11625" y="20475"/>
                </a:lnTo>
                <a:lnTo>
                  <a:pt x="11025" y="21000"/>
                </a:lnTo>
                <a:lnTo>
                  <a:pt x="10575" y="21525"/>
                </a:lnTo>
                <a:lnTo>
                  <a:pt x="10125" y="22050"/>
                </a:lnTo>
                <a:lnTo>
                  <a:pt x="9675" y="22650"/>
                </a:lnTo>
                <a:lnTo>
                  <a:pt x="9300" y="23325"/>
                </a:lnTo>
                <a:lnTo>
                  <a:pt x="9075" y="23925"/>
                </a:lnTo>
                <a:lnTo>
                  <a:pt x="8775" y="24750"/>
                </a:lnTo>
                <a:lnTo>
                  <a:pt x="8625" y="25500"/>
                </a:lnTo>
                <a:lnTo>
                  <a:pt x="8475" y="26550"/>
                </a:lnTo>
                <a:lnTo>
                  <a:pt x="8400" y="27600"/>
                </a:lnTo>
                <a:lnTo>
                  <a:pt x="8400" y="48150"/>
                </a:lnTo>
                <a:lnTo>
                  <a:pt x="8775" y="49350"/>
                </a:lnTo>
                <a:lnTo>
                  <a:pt x="9375" y="50700"/>
                </a:lnTo>
                <a:lnTo>
                  <a:pt x="10650" y="51000"/>
                </a:lnTo>
                <a:lnTo>
                  <a:pt x="10650" y="52500"/>
                </a:lnTo>
                <a:lnTo>
                  <a:pt x="0" y="52500"/>
                </a:lnTo>
                <a:lnTo>
                  <a:pt x="0" y="51000"/>
                </a:lnTo>
                <a:lnTo>
                  <a:pt x="1275" y="50700"/>
                </a:lnTo>
                <a:close/>
                <a:moveTo>
                  <a:pt x="41025" y="65250"/>
                </a:moveTo>
                <a:lnTo>
                  <a:pt x="42300" y="64950"/>
                </a:lnTo>
                <a:lnTo>
                  <a:pt x="42900" y="63675"/>
                </a:lnTo>
                <a:lnTo>
                  <a:pt x="43275" y="62475"/>
                </a:lnTo>
                <a:lnTo>
                  <a:pt x="43275" y="26850"/>
                </a:lnTo>
                <a:lnTo>
                  <a:pt x="43425" y="25050"/>
                </a:lnTo>
                <a:lnTo>
                  <a:pt x="43725" y="23325"/>
                </a:lnTo>
                <a:lnTo>
                  <a:pt x="44175" y="21900"/>
                </a:lnTo>
                <a:lnTo>
                  <a:pt x="44400" y="21150"/>
                </a:lnTo>
                <a:lnTo>
                  <a:pt x="44775" y="20475"/>
                </a:lnTo>
                <a:lnTo>
                  <a:pt x="45450" y="19275"/>
                </a:lnTo>
                <a:lnTo>
                  <a:pt x="46200" y="18300"/>
                </a:lnTo>
                <a:lnTo>
                  <a:pt x="47175" y="17325"/>
                </a:lnTo>
                <a:lnTo>
                  <a:pt x="48150" y="16575"/>
                </a:lnTo>
                <a:lnTo>
                  <a:pt x="49200" y="15900"/>
                </a:lnTo>
                <a:lnTo>
                  <a:pt x="50400" y="15300"/>
                </a:lnTo>
                <a:lnTo>
                  <a:pt x="51675" y="14850"/>
                </a:lnTo>
                <a:lnTo>
                  <a:pt x="53100" y="14550"/>
                </a:lnTo>
                <a:lnTo>
                  <a:pt x="54525" y="14325"/>
                </a:lnTo>
                <a:lnTo>
                  <a:pt x="56025" y="14250"/>
                </a:lnTo>
                <a:lnTo>
                  <a:pt x="57525" y="14325"/>
                </a:lnTo>
                <a:lnTo>
                  <a:pt x="59325" y="14475"/>
                </a:lnTo>
                <a:lnTo>
                  <a:pt x="60900" y="14775"/>
                </a:lnTo>
                <a:lnTo>
                  <a:pt x="62700" y="15225"/>
                </a:lnTo>
                <a:lnTo>
                  <a:pt x="64350" y="15675"/>
                </a:lnTo>
                <a:lnTo>
                  <a:pt x="66225" y="16350"/>
                </a:lnTo>
                <a:lnTo>
                  <a:pt x="63225" y="20175"/>
                </a:lnTo>
                <a:lnTo>
                  <a:pt x="62100" y="19800"/>
                </a:lnTo>
                <a:lnTo>
                  <a:pt x="60900" y="19350"/>
                </a:lnTo>
                <a:lnTo>
                  <a:pt x="59925" y="19125"/>
                </a:lnTo>
                <a:lnTo>
                  <a:pt x="58800" y="18900"/>
                </a:lnTo>
                <a:lnTo>
                  <a:pt x="57750" y="18675"/>
                </a:lnTo>
                <a:lnTo>
                  <a:pt x="56850" y="18600"/>
                </a:lnTo>
                <a:lnTo>
                  <a:pt x="55875" y="18600"/>
                </a:lnTo>
                <a:lnTo>
                  <a:pt x="55050" y="18675"/>
                </a:lnTo>
                <a:lnTo>
                  <a:pt x="54300" y="18825"/>
                </a:lnTo>
                <a:lnTo>
                  <a:pt x="53625" y="19050"/>
                </a:lnTo>
                <a:lnTo>
                  <a:pt x="52950" y="19350"/>
                </a:lnTo>
                <a:lnTo>
                  <a:pt x="52425" y="19725"/>
                </a:lnTo>
                <a:lnTo>
                  <a:pt x="51825" y="20175"/>
                </a:lnTo>
                <a:lnTo>
                  <a:pt x="51375" y="20700"/>
                </a:lnTo>
                <a:lnTo>
                  <a:pt x="50925" y="21300"/>
                </a:lnTo>
                <a:lnTo>
                  <a:pt x="50550" y="21975"/>
                </a:lnTo>
                <a:lnTo>
                  <a:pt x="50100" y="23025"/>
                </a:lnTo>
                <a:lnTo>
                  <a:pt x="49725" y="24225"/>
                </a:lnTo>
                <a:lnTo>
                  <a:pt x="49500" y="25575"/>
                </a:lnTo>
                <a:lnTo>
                  <a:pt x="49425" y="26925"/>
                </a:lnTo>
                <a:lnTo>
                  <a:pt x="49425" y="62475"/>
                </a:lnTo>
                <a:lnTo>
                  <a:pt x="49800" y="63675"/>
                </a:lnTo>
                <a:lnTo>
                  <a:pt x="50400" y="64950"/>
                </a:lnTo>
                <a:lnTo>
                  <a:pt x="51675" y="65250"/>
                </a:lnTo>
                <a:lnTo>
                  <a:pt x="51675" y="66750"/>
                </a:lnTo>
                <a:lnTo>
                  <a:pt x="41025" y="66750"/>
                </a:lnTo>
                <a:close/>
                <a:moveTo>
                  <a:pt x="96225" y="65250"/>
                </a:moveTo>
                <a:lnTo>
                  <a:pt x="97500" y="64950"/>
                </a:lnTo>
                <a:lnTo>
                  <a:pt x="98100" y="63675"/>
                </a:lnTo>
                <a:lnTo>
                  <a:pt x="98475" y="62475"/>
                </a:lnTo>
                <a:lnTo>
                  <a:pt x="98475" y="48300"/>
                </a:lnTo>
                <a:lnTo>
                  <a:pt x="97725" y="48900"/>
                </a:lnTo>
                <a:lnTo>
                  <a:pt x="97050" y="49350"/>
                </a:lnTo>
                <a:lnTo>
                  <a:pt x="96000" y="49950"/>
                </a:lnTo>
                <a:lnTo>
                  <a:pt x="94875" y="50550"/>
                </a:lnTo>
                <a:lnTo>
                  <a:pt x="93750" y="51075"/>
                </a:lnTo>
                <a:lnTo>
                  <a:pt x="92625" y="51450"/>
                </a:lnTo>
                <a:lnTo>
                  <a:pt x="91650" y="51825"/>
                </a:lnTo>
                <a:lnTo>
                  <a:pt x="90525" y="52125"/>
                </a:lnTo>
                <a:lnTo>
                  <a:pt x="89475" y="52350"/>
                </a:lnTo>
                <a:lnTo>
                  <a:pt x="88275" y="52500"/>
                </a:lnTo>
                <a:lnTo>
                  <a:pt x="87225" y="52650"/>
                </a:lnTo>
                <a:lnTo>
                  <a:pt x="86100" y="52725"/>
                </a:lnTo>
                <a:lnTo>
                  <a:pt x="85050" y="52650"/>
                </a:lnTo>
                <a:lnTo>
                  <a:pt x="84225" y="52575"/>
                </a:lnTo>
                <a:lnTo>
                  <a:pt x="83250" y="52425"/>
                </a:lnTo>
                <a:lnTo>
                  <a:pt x="82275" y="52275"/>
                </a:lnTo>
                <a:lnTo>
                  <a:pt x="81450" y="51975"/>
                </a:lnTo>
                <a:lnTo>
                  <a:pt x="80625" y="51675"/>
                </a:lnTo>
                <a:lnTo>
                  <a:pt x="79800" y="51300"/>
                </a:lnTo>
                <a:lnTo>
                  <a:pt x="78975" y="50850"/>
                </a:lnTo>
                <a:lnTo>
                  <a:pt x="78300" y="50325"/>
                </a:lnTo>
                <a:lnTo>
                  <a:pt x="77475" y="49725"/>
                </a:lnTo>
                <a:lnTo>
                  <a:pt x="76875" y="49200"/>
                </a:lnTo>
                <a:lnTo>
                  <a:pt x="76200" y="48450"/>
                </a:lnTo>
                <a:lnTo>
                  <a:pt x="75525" y="47775"/>
                </a:lnTo>
                <a:lnTo>
                  <a:pt x="75000" y="46950"/>
                </a:lnTo>
                <a:lnTo>
                  <a:pt x="74400" y="46125"/>
                </a:lnTo>
                <a:lnTo>
                  <a:pt x="73950" y="45225"/>
                </a:lnTo>
                <a:lnTo>
                  <a:pt x="73500" y="44400"/>
                </a:lnTo>
                <a:lnTo>
                  <a:pt x="72975" y="43275"/>
                </a:lnTo>
                <a:lnTo>
                  <a:pt x="72675" y="42300"/>
                </a:lnTo>
                <a:lnTo>
                  <a:pt x="72300" y="41175"/>
                </a:lnTo>
                <a:lnTo>
                  <a:pt x="72000" y="40200"/>
                </a:lnTo>
                <a:lnTo>
                  <a:pt x="71700" y="39000"/>
                </a:lnTo>
                <a:lnTo>
                  <a:pt x="71325" y="36750"/>
                </a:lnTo>
                <a:lnTo>
                  <a:pt x="71100" y="34500"/>
                </a:lnTo>
                <a:lnTo>
                  <a:pt x="71025" y="32175"/>
                </a:lnTo>
                <a:lnTo>
                  <a:pt x="71100" y="29925"/>
                </a:lnTo>
                <a:lnTo>
                  <a:pt x="71325" y="27750"/>
                </a:lnTo>
                <a:lnTo>
                  <a:pt x="71775" y="25650"/>
                </a:lnTo>
                <a:lnTo>
                  <a:pt x="72000" y="24525"/>
                </a:lnTo>
                <a:lnTo>
                  <a:pt x="72300" y="23700"/>
                </a:lnTo>
                <a:lnTo>
                  <a:pt x="72975" y="21975"/>
                </a:lnTo>
                <a:lnTo>
                  <a:pt x="73650" y="20550"/>
                </a:lnTo>
                <a:lnTo>
                  <a:pt x="74100" y="19800"/>
                </a:lnTo>
                <a:lnTo>
                  <a:pt x="74475" y="19275"/>
                </a:lnTo>
                <a:lnTo>
                  <a:pt x="75000" y="18600"/>
                </a:lnTo>
                <a:lnTo>
                  <a:pt x="75525" y="18075"/>
                </a:lnTo>
                <a:lnTo>
                  <a:pt x="76500" y="17250"/>
                </a:lnTo>
                <a:lnTo>
                  <a:pt x="77025" y="16875"/>
                </a:lnTo>
                <a:lnTo>
                  <a:pt x="77550" y="16575"/>
                </a:lnTo>
                <a:lnTo>
                  <a:pt x="77925" y="16350"/>
                </a:lnTo>
                <a:lnTo>
                  <a:pt x="78900" y="15975"/>
                </a:lnTo>
                <a:lnTo>
                  <a:pt x="80700" y="15450"/>
                </a:lnTo>
                <a:lnTo>
                  <a:pt x="82800" y="14925"/>
                </a:lnTo>
                <a:lnTo>
                  <a:pt x="84825" y="14550"/>
                </a:lnTo>
                <a:lnTo>
                  <a:pt x="86850" y="14325"/>
                </a:lnTo>
                <a:lnTo>
                  <a:pt x="88800" y="14250"/>
                </a:lnTo>
                <a:lnTo>
                  <a:pt x="90750" y="14325"/>
                </a:lnTo>
                <a:lnTo>
                  <a:pt x="92700" y="14625"/>
                </a:lnTo>
                <a:lnTo>
                  <a:pt x="94500" y="15000"/>
                </a:lnTo>
                <a:lnTo>
                  <a:pt x="95400" y="15300"/>
                </a:lnTo>
                <a:lnTo>
                  <a:pt x="96225" y="15600"/>
                </a:lnTo>
                <a:lnTo>
                  <a:pt x="97050" y="15975"/>
                </a:lnTo>
                <a:lnTo>
                  <a:pt x="97800" y="16350"/>
                </a:lnTo>
                <a:lnTo>
                  <a:pt x="98550" y="16725"/>
                </a:lnTo>
                <a:lnTo>
                  <a:pt x="99225" y="17175"/>
                </a:lnTo>
                <a:lnTo>
                  <a:pt x="100425" y="18150"/>
                </a:lnTo>
                <a:lnTo>
                  <a:pt x="101025" y="18675"/>
                </a:lnTo>
                <a:lnTo>
                  <a:pt x="101625" y="19200"/>
                </a:lnTo>
                <a:lnTo>
                  <a:pt x="102450" y="20325"/>
                </a:lnTo>
                <a:lnTo>
                  <a:pt x="103200" y="21525"/>
                </a:lnTo>
                <a:lnTo>
                  <a:pt x="103650" y="22425"/>
                </a:lnTo>
                <a:lnTo>
                  <a:pt x="103950" y="23175"/>
                </a:lnTo>
                <a:lnTo>
                  <a:pt x="104175" y="24000"/>
                </a:lnTo>
                <a:lnTo>
                  <a:pt x="104400" y="24975"/>
                </a:lnTo>
                <a:lnTo>
                  <a:pt x="104625" y="24975"/>
                </a:lnTo>
                <a:lnTo>
                  <a:pt x="104625" y="62475"/>
                </a:lnTo>
                <a:lnTo>
                  <a:pt x="105000" y="63675"/>
                </a:lnTo>
                <a:lnTo>
                  <a:pt x="105600" y="64950"/>
                </a:lnTo>
                <a:lnTo>
                  <a:pt x="106875" y="65250"/>
                </a:lnTo>
                <a:lnTo>
                  <a:pt x="106875" y="66750"/>
                </a:lnTo>
                <a:lnTo>
                  <a:pt x="96225" y="66750"/>
                </a:lnTo>
                <a:close/>
                <a:moveTo>
                  <a:pt x="98400" y="26025"/>
                </a:moveTo>
                <a:lnTo>
                  <a:pt x="98250" y="25425"/>
                </a:lnTo>
                <a:lnTo>
                  <a:pt x="98100" y="24675"/>
                </a:lnTo>
                <a:lnTo>
                  <a:pt x="97875" y="24075"/>
                </a:lnTo>
                <a:lnTo>
                  <a:pt x="97650" y="23475"/>
                </a:lnTo>
                <a:lnTo>
                  <a:pt x="97350" y="22875"/>
                </a:lnTo>
                <a:lnTo>
                  <a:pt x="96975" y="22275"/>
                </a:lnTo>
                <a:lnTo>
                  <a:pt x="96600" y="21750"/>
                </a:lnTo>
                <a:lnTo>
                  <a:pt x="96150" y="21300"/>
                </a:lnTo>
                <a:lnTo>
                  <a:pt x="95700" y="20850"/>
                </a:lnTo>
                <a:lnTo>
                  <a:pt x="95175" y="20475"/>
                </a:lnTo>
                <a:lnTo>
                  <a:pt x="94725" y="20175"/>
                </a:lnTo>
                <a:lnTo>
                  <a:pt x="94125" y="19800"/>
                </a:lnTo>
                <a:lnTo>
                  <a:pt x="93600" y="19575"/>
                </a:lnTo>
                <a:lnTo>
                  <a:pt x="92850" y="19275"/>
                </a:lnTo>
                <a:lnTo>
                  <a:pt x="92100" y="19050"/>
                </a:lnTo>
                <a:lnTo>
                  <a:pt x="91275" y="18825"/>
                </a:lnTo>
                <a:lnTo>
                  <a:pt x="90450" y="18750"/>
                </a:lnTo>
                <a:lnTo>
                  <a:pt x="89700" y="18675"/>
                </a:lnTo>
                <a:lnTo>
                  <a:pt x="88725" y="18600"/>
                </a:lnTo>
                <a:lnTo>
                  <a:pt x="87900" y="18600"/>
                </a:lnTo>
                <a:lnTo>
                  <a:pt x="86175" y="18750"/>
                </a:lnTo>
                <a:lnTo>
                  <a:pt x="84975" y="18975"/>
                </a:lnTo>
                <a:lnTo>
                  <a:pt x="83850" y="19275"/>
                </a:lnTo>
                <a:lnTo>
                  <a:pt x="82500" y="19650"/>
                </a:lnTo>
                <a:lnTo>
                  <a:pt x="81300" y="20025"/>
                </a:lnTo>
                <a:lnTo>
                  <a:pt x="81150" y="20100"/>
                </a:lnTo>
                <a:lnTo>
                  <a:pt x="80775" y="20400"/>
                </a:lnTo>
                <a:lnTo>
                  <a:pt x="80100" y="21075"/>
                </a:lnTo>
                <a:lnTo>
                  <a:pt x="79725" y="21600"/>
                </a:lnTo>
                <a:lnTo>
                  <a:pt x="79350" y="22200"/>
                </a:lnTo>
                <a:lnTo>
                  <a:pt x="78975" y="22875"/>
                </a:lnTo>
                <a:lnTo>
                  <a:pt x="78675" y="23550"/>
                </a:lnTo>
                <a:lnTo>
                  <a:pt x="78150" y="25125"/>
                </a:lnTo>
                <a:lnTo>
                  <a:pt x="77700" y="26850"/>
                </a:lnTo>
                <a:lnTo>
                  <a:pt x="77400" y="28725"/>
                </a:lnTo>
                <a:lnTo>
                  <a:pt x="77250" y="30750"/>
                </a:lnTo>
                <a:lnTo>
                  <a:pt x="77175" y="32775"/>
                </a:lnTo>
                <a:lnTo>
                  <a:pt x="77250" y="34800"/>
                </a:lnTo>
                <a:lnTo>
                  <a:pt x="77550" y="36900"/>
                </a:lnTo>
                <a:lnTo>
                  <a:pt x="77850" y="38700"/>
                </a:lnTo>
                <a:lnTo>
                  <a:pt x="78375" y="40575"/>
                </a:lnTo>
                <a:lnTo>
                  <a:pt x="78975" y="42225"/>
                </a:lnTo>
                <a:lnTo>
                  <a:pt x="79650" y="43725"/>
                </a:lnTo>
                <a:lnTo>
                  <a:pt x="80475" y="45000"/>
                </a:lnTo>
                <a:lnTo>
                  <a:pt x="80925" y="45600"/>
                </a:lnTo>
                <a:lnTo>
                  <a:pt x="81375" y="46125"/>
                </a:lnTo>
                <a:lnTo>
                  <a:pt x="81825" y="46575"/>
                </a:lnTo>
                <a:lnTo>
                  <a:pt x="82350" y="47100"/>
                </a:lnTo>
                <a:lnTo>
                  <a:pt x="83025" y="47550"/>
                </a:lnTo>
                <a:lnTo>
                  <a:pt x="83775" y="47925"/>
                </a:lnTo>
                <a:lnTo>
                  <a:pt x="84450" y="48150"/>
                </a:lnTo>
                <a:lnTo>
                  <a:pt x="85200" y="48300"/>
                </a:lnTo>
                <a:lnTo>
                  <a:pt x="86100" y="48300"/>
                </a:lnTo>
                <a:lnTo>
                  <a:pt x="87150" y="48225"/>
                </a:lnTo>
                <a:lnTo>
                  <a:pt x="88200" y="48075"/>
                </a:lnTo>
                <a:lnTo>
                  <a:pt x="89250" y="47775"/>
                </a:lnTo>
                <a:lnTo>
                  <a:pt x="90150" y="47475"/>
                </a:lnTo>
                <a:lnTo>
                  <a:pt x="91125" y="47100"/>
                </a:lnTo>
                <a:lnTo>
                  <a:pt x="92025" y="46575"/>
                </a:lnTo>
                <a:lnTo>
                  <a:pt x="92850" y="46125"/>
                </a:lnTo>
                <a:lnTo>
                  <a:pt x="94950" y="44850"/>
                </a:lnTo>
                <a:lnTo>
                  <a:pt x="96450" y="43875"/>
                </a:lnTo>
                <a:lnTo>
                  <a:pt x="97575" y="42975"/>
                </a:lnTo>
                <a:lnTo>
                  <a:pt x="98475" y="42225"/>
                </a:lnTo>
                <a:lnTo>
                  <a:pt x="98475" y="27375"/>
                </a:lnTo>
                <a:close/>
                <a:moveTo>
                  <a:pt x="160350" y="48600"/>
                </a:moveTo>
                <a:lnTo>
                  <a:pt x="160800" y="49200"/>
                </a:lnTo>
                <a:lnTo>
                  <a:pt x="161250" y="49650"/>
                </a:lnTo>
                <a:lnTo>
                  <a:pt x="161850" y="50250"/>
                </a:lnTo>
                <a:lnTo>
                  <a:pt x="163125" y="51300"/>
                </a:lnTo>
                <a:lnTo>
                  <a:pt x="163950" y="51900"/>
                </a:lnTo>
                <a:lnTo>
                  <a:pt x="164850" y="52500"/>
                </a:lnTo>
                <a:lnTo>
                  <a:pt x="160650" y="52500"/>
                </a:lnTo>
                <a:lnTo>
                  <a:pt x="135150" y="52500"/>
                </a:lnTo>
                <a:lnTo>
                  <a:pt x="135000" y="52350"/>
                </a:lnTo>
                <a:lnTo>
                  <a:pt x="134775" y="52125"/>
                </a:lnTo>
                <a:lnTo>
                  <a:pt x="134550" y="51825"/>
                </a:lnTo>
                <a:lnTo>
                  <a:pt x="134475" y="51600"/>
                </a:lnTo>
                <a:lnTo>
                  <a:pt x="134400" y="51300"/>
                </a:lnTo>
                <a:lnTo>
                  <a:pt x="134325" y="51000"/>
                </a:lnTo>
                <a:lnTo>
                  <a:pt x="134325" y="46500"/>
                </a:lnTo>
                <a:lnTo>
                  <a:pt x="140475" y="46500"/>
                </a:lnTo>
                <a:lnTo>
                  <a:pt x="140475" y="48750"/>
                </a:lnTo>
                <a:lnTo>
                  <a:pt x="153750" y="48750"/>
                </a:lnTo>
                <a:lnTo>
                  <a:pt x="153375" y="48150"/>
                </a:lnTo>
                <a:lnTo>
                  <a:pt x="135900" y="18300"/>
                </a:lnTo>
                <a:lnTo>
                  <a:pt x="135600" y="17850"/>
                </a:lnTo>
                <a:lnTo>
                  <a:pt x="135150" y="17250"/>
                </a:lnTo>
                <a:lnTo>
                  <a:pt x="134175" y="16350"/>
                </a:lnTo>
                <a:lnTo>
                  <a:pt x="132900" y="15300"/>
                </a:lnTo>
                <a:lnTo>
                  <a:pt x="131325" y="14250"/>
                </a:lnTo>
                <a:lnTo>
                  <a:pt x="135525" y="14250"/>
                </a:lnTo>
                <a:lnTo>
                  <a:pt x="161025" y="14250"/>
                </a:lnTo>
                <a:lnTo>
                  <a:pt x="161250" y="14400"/>
                </a:lnTo>
                <a:lnTo>
                  <a:pt x="161475" y="14625"/>
                </a:lnTo>
                <a:lnTo>
                  <a:pt x="161625" y="14925"/>
                </a:lnTo>
                <a:lnTo>
                  <a:pt x="161775" y="15150"/>
                </a:lnTo>
                <a:lnTo>
                  <a:pt x="161850" y="15450"/>
                </a:lnTo>
                <a:lnTo>
                  <a:pt x="161850" y="15750"/>
                </a:lnTo>
                <a:lnTo>
                  <a:pt x="161850" y="20250"/>
                </a:lnTo>
                <a:lnTo>
                  <a:pt x="155700" y="20250"/>
                </a:lnTo>
                <a:lnTo>
                  <a:pt x="155700" y="18000"/>
                </a:lnTo>
                <a:lnTo>
                  <a:pt x="142500" y="18000"/>
                </a:lnTo>
                <a:lnTo>
                  <a:pt x="142800" y="18600"/>
                </a:lnTo>
                <a:close/>
                <a:moveTo>
                  <a:pt x="172800" y="49350"/>
                </a:moveTo>
                <a:lnTo>
                  <a:pt x="173175" y="48150"/>
                </a:lnTo>
                <a:lnTo>
                  <a:pt x="173175" y="18600"/>
                </a:lnTo>
                <a:lnTo>
                  <a:pt x="172800" y="17400"/>
                </a:lnTo>
                <a:lnTo>
                  <a:pt x="172200" y="16050"/>
                </a:lnTo>
                <a:lnTo>
                  <a:pt x="170925" y="15750"/>
                </a:lnTo>
                <a:lnTo>
                  <a:pt x="170925" y="14250"/>
                </a:lnTo>
                <a:lnTo>
                  <a:pt x="193875" y="14325"/>
                </a:lnTo>
                <a:lnTo>
                  <a:pt x="195375" y="14325"/>
                </a:lnTo>
                <a:lnTo>
                  <a:pt x="196350" y="14475"/>
                </a:lnTo>
                <a:lnTo>
                  <a:pt x="197400" y="14625"/>
                </a:lnTo>
                <a:lnTo>
                  <a:pt x="198300" y="14925"/>
                </a:lnTo>
                <a:lnTo>
                  <a:pt x="199200" y="15225"/>
                </a:lnTo>
                <a:lnTo>
                  <a:pt x="200100" y="15600"/>
                </a:lnTo>
                <a:lnTo>
                  <a:pt x="200850" y="15975"/>
                </a:lnTo>
                <a:lnTo>
                  <a:pt x="201600" y="16500"/>
                </a:lnTo>
                <a:lnTo>
                  <a:pt x="202200" y="17025"/>
                </a:lnTo>
                <a:lnTo>
                  <a:pt x="202950" y="17775"/>
                </a:lnTo>
                <a:lnTo>
                  <a:pt x="203625" y="18675"/>
                </a:lnTo>
                <a:lnTo>
                  <a:pt x="204150" y="19575"/>
                </a:lnTo>
                <a:lnTo>
                  <a:pt x="204450" y="20625"/>
                </a:lnTo>
                <a:lnTo>
                  <a:pt x="204675" y="21525"/>
                </a:lnTo>
                <a:lnTo>
                  <a:pt x="204750" y="22650"/>
                </a:lnTo>
                <a:lnTo>
                  <a:pt x="204600" y="23775"/>
                </a:lnTo>
                <a:lnTo>
                  <a:pt x="204375" y="24825"/>
                </a:lnTo>
                <a:lnTo>
                  <a:pt x="203925" y="25950"/>
                </a:lnTo>
                <a:lnTo>
                  <a:pt x="203325" y="27075"/>
                </a:lnTo>
                <a:lnTo>
                  <a:pt x="202725" y="27975"/>
                </a:lnTo>
                <a:lnTo>
                  <a:pt x="201825" y="29025"/>
                </a:lnTo>
                <a:lnTo>
                  <a:pt x="200925" y="29925"/>
                </a:lnTo>
                <a:lnTo>
                  <a:pt x="199800" y="30900"/>
                </a:lnTo>
                <a:lnTo>
                  <a:pt x="198675" y="31650"/>
                </a:lnTo>
                <a:lnTo>
                  <a:pt x="197400" y="32400"/>
                </a:lnTo>
                <a:lnTo>
                  <a:pt x="198900" y="33150"/>
                </a:lnTo>
                <a:lnTo>
                  <a:pt x="200250" y="34050"/>
                </a:lnTo>
                <a:lnTo>
                  <a:pt x="201525" y="35025"/>
                </a:lnTo>
                <a:lnTo>
                  <a:pt x="202500" y="35925"/>
                </a:lnTo>
                <a:lnTo>
                  <a:pt x="203475" y="37050"/>
                </a:lnTo>
                <a:lnTo>
                  <a:pt x="204300" y="38250"/>
                </a:lnTo>
                <a:lnTo>
                  <a:pt x="204975" y="39450"/>
                </a:lnTo>
                <a:lnTo>
                  <a:pt x="205500" y="40650"/>
                </a:lnTo>
                <a:lnTo>
                  <a:pt x="205725" y="41325"/>
                </a:lnTo>
                <a:lnTo>
                  <a:pt x="205875" y="42075"/>
                </a:lnTo>
                <a:lnTo>
                  <a:pt x="206100" y="43275"/>
                </a:lnTo>
                <a:lnTo>
                  <a:pt x="206100" y="44025"/>
                </a:lnTo>
                <a:lnTo>
                  <a:pt x="206100" y="44700"/>
                </a:lnTo>
                <a:lnTo>
                  <a:pt x="205950" y="45900"/>
                </a:lnTo>
                <a:lnTo>
                  <a:pt x="205800" y="46650"/>
                </a:lnTo>
                <a:lnTo>
                  <a:pt x="205575" y="47250"/>
                </a:lnTo>
                <a:lnTo>
                  <a:pt x="205125" y="48375"/>
                </a:lnTo>
                <a:lnTo>
                  <a:pt x="204450" y="49500"/>
                </a:lnTo>
                <a:lnTo>
                  <a:pt x="203625" y="50550"/>
                </a:lnTo>
                <a:lnTo>
                  <a:pt x="202725" y="51375"/>
                </a:lnTo>
                <a:lnTo>
                  <a:pt x="201600" y="52275"/>
                </a:lnTo>
                <a:lnTo>
                  <a:pt x="201225" y="52500"/>
                </a:lnTo>
                <a:lnTo>
                  <a:pt x="184875" y="52500"/>
                </a:lnTo>
                <a:lnTo>
                  <a:pt x="183900" y="51675"/>
                </a:lnTo>
                <a:lnTo>
                  <a:pt x="183000" y="50625"/>
                </a:lnTo>
                <a:lnTo>
                  <a:pt x="188250" y="48375"/>
                </a:lnTo>
                <a:lnTo>
                  <a:pt x="188850" y="49050"/>
                </a:lnTo>
                <a:lnTo>
                  <a:pt x="189525" y="49575"/>
                </a:lnTo>
                <a:lnTo>
                  <a:pt x="190050" y="49875"/>
                </a:lnTo>
                <a:lnTo>
                  <a:pt x="190650" y="50100"/>
                </a:lnTo>
                <a:lnTo>
                  <a:pt x="191625" y="50250"/>
                </a:lnTo>
                <a:lnTo>
                  <a:pt x="192900" y="50250"/>
                </a:lnTo>
                <a:lnTo>
                  <a:pt x="193950" y="50250"/>
                </a:lnTo>
                <a:lnTo>
                  <a:pt x="195075" y="50025"/>
                </a:lnTo>
                <a:lnTo>
                  <a:pt x="195675" y="49875"/>
                </a:lnTo>
                <a:lnTo>
                  <a:pt x="196350" y="49650"/>
                </a:lnTo>
                <a:lnTo>
                  <a:pt x="196950" y="49350"/>
                </a:lnTo>
                <a:lnTo>
                  <a:pt x="197550" y="48975"/>
                </a:lnTo>
                <a:lnTo>
                  <a:pt x="198075" y="48525"/>
                </a:lnTo>
                <a:lnTo>
                  <a:pt x="198525" y="48075"/>
                </a:lnTo>
                <a:lnTo>
                  <a:pt x="198900" y="47550"/>
                </a:lnTo>
                <a:lnTo>
                  <a:pt x="199200" y="47025"/>
                </a:lnTo>
                <a:lnTo>
                  <a:pt x="199575" y="46200"/>
                </a:lnTo>
                <a:lnTo>
                  <a:pt x="199875" y="45225"/>
                </a:lnTo>
                <a:lnTo>
                  <a:pt x="199950" y="44175"/>
                </a:lnTo>
                <a:lnTo>
                  <a:pt x="199875" y="43125"/>
                </a:lnTo>
                <a:lnTo>
                  <a:pt x="199650" y="42075"/>
                </a:lnTo>
                <a:lnTo>
                  <a:pt x="199275" y="41100"/>
                </a:lnTo>
                <a:lnTo>
                  <a:pt x="198750" y="40050"/>
                </a:lnTo>
                <a:lnTo>
                  <a:pt x="198075" y="39150"/>
                </a:lnTo>
                <a:lnTo>
                  <a:pt x="197325" y="38325"/>
                </a:lnTo>
                <a:lnTo>
                  <a:pt x="196500" y="37575"/>
                </a:lnTo>
                <a:lnTo>
                  <a:pt x="195450" y="36900"/>
                </a:lnTo>
                <a:lnTo>
                  <a:pt x="194400" y="36300"/>
                </a:lnTo>
                <a:lnTo>
                  <a:pt x="193350" y="35850"/>
                </a:lnTo>
                <a:lnTo>
                  <a:pt x="192300" y="35400"/>
                </a:lnTo>
                <a:lnTo>
                  <a:pt x="191025" y="35025"/>
                </a:lnTo>
                <a:lnTo>
                  <a:pt x="189375" y="34650"/>
                </a:lnTo>
                <a:lnTo>
                  <a:pt x="188625" y="34350"/>
                </a:lnTo>
                <a:lnTo>
                  <a:pt x="188325" y="34200"/>
                </a:lnTo>
                <a:lnTo>
                  <a:pt x="188025" y="33975"/>
                </a:lnTo>
                <a:lnTo>
                  <a:pt x="187800" y="33750"/>
                </a:lnTo>
                <a:lnTo>
                  <a:pt x="187650" y="33450"/>
                </a:lnTo>
                <a:lnTo>
                  <a:pt x="187500" y="33150"/>
                </a:lnTo>
                <a:lnTo>
                  <a:pt x="187425" y="32850"/>
                </a:lnTo>
                <a:lnTo>
                  <a:pt x="187425" y="32625"/>
                </a:lnTo>
                <a:lnTo>
                  <a:pt x="187425" y="32325"/>
                </a:lnTo>
                <a:lnTo>
                  <a:pt x="187575" y="32025"/>
                </a:lnTo>
                <a:lnTo>
                  <a:pt x="187650" y="31725"/>
                </a:lnTo>
                <a:lnTo>
                  <a:pt x="187875" y="31500"/>
                </a:lnTo>
                <a:lnTo>
                  <a:pt x="188100" y="31200"/>
                </a:lnTo>
                <a:lnTo>
                  <a:pt x="188400" y="31050"/>
                </a:lnTo>
                <a:lnTo>
                  <a:pt x="189075" y="30675"/>
                </a:lnTo>
                <a:lnTo>
                  <a:pt x="191250" y="30000"/>
                </a:lnTo>
                <a:lnTo>
                  <a:pt x="192225" y="29625"/>
                </a:lnTo>
                <a:lnTo>
                  <a:pt x="193200" y="29175"/>
                </a:lnTo>
                <a:lnTo>
                  <a:pt x="194100" y="28650"/>
                </a:lnTo>
                <a:lnTo>
                  <a:pt x="194925" y="28125"/>
                </a:lnTo>
                <a:lnTo>
                  <a:pt x="195675" y="27600"/>
                </a:lnTo>
                <a:lnTo>
                  <a:pt x="196350" y="27000"/>
                </a:lnTo>
                <a:lnTo>
                  <a:pt x="196875" y="26400"/>
                </a:lnTo>
                <a:lnTo>
                  <a:pt x="197400" y="25800"/>
                </a:lnTo>
                <a:lnTo>
                  <a:pt x="197775" y="25200"/>
                </a:lnTo>
                <a:lnTo>
                  <a:pt x="198150" y="24450"/>
                </a:lnTo>
                <a:lnTo>
                  <a:pt x="198375" y="23850"/>
                </a:lnTo>
                <a:lnTo>
                  <a:pt x="198525" y="23175"/>
                </a:lnTo>
                <a:lnTo>
                  <a:pt x="198600" y="22575"/>
                </a:lnTo>
                <a:lnTo>
                  <a:pt x="198525" y="21900"/>
                </a:lnTo>
                <a:lnTo>
                  <a:pt x="198450" y="21375"/>
                </a:lnTo>
                <a:lnTo>
                  <a:pt x="198225" y="20775"/>
                </a:lnTo>
                <a:lnTo>
                  <a:pt x="197850" y="20250"/>
                </a:lnTo>
                <a:lnTo>
                  <a:pt x="197475" y="19800"/>
                </a:lnTo>
                <a:lnTo>
                  <a:pt x="197025" y="19500"/>
                </a:lnTo>
                <a:lnTo>
                  <a:pt x="196500" y="19200"/>
                </a:lnTo>
                <a:lnTo>
                  <a:pt x="195825" y="18975"/>
                </a:lnTo>
                <a:lnTo>
                  <a:pt x="195150" y="18825"/>
                </a:lnTo>
                <a:lnTo>
                  <a:pt x="194550" y="18750"/>
                </a:lnTo>
                <a:lnTo>
                  <a:pt x="193875" y="18750"/>
                </a:lnTo>
                <a:lnTo>
                  <a:pt x="179325" y="18750"/>
                </a:lnTo>
                <a:lnTo>
                  <a:pt x="179325" y="48150"/>
                </a:lnTo>
                <a:lnTo>
                  <a:pt x="179700" y="49350"/>
                </a:lnTo>
                <a:lnTo>
                  <a:pt x="180300" y="50700"/>
                </a:lnTo>
                <a:lnTo>
                  <a:pt x="181575" y="51000"/>
                </a:lnTo>
                <a:lnTo>
                  <a:pt x="181575" y="52500"/>
                </a:lnTo>
                <a:lnTo>
                  <a:pt x="170925" y="52500"/>
                </a:lnTo>
                <a:lnTo>
                  <a:pt x="170925" y="51000"/>
                </a:lnTo>
                <a:lnTo>
                  <a:pt x="172200" y="50700"/>
                </a:lnTo>
                <a:close/>
                <a:moveTo>
                  <a:pt x="214200" y="35550"/>
                </a:moveTo>
                <a:lnTo>
                  <a:pt x="213900" y="35550"/>
                </a:lnTo>
                <a:lnTo>
                  <a:pt x="213150" y="35475"/>
                </a:lnTo>
                <a:lnTo>
                  <a:pt x="212775" y="35400"/>
                </a:lnTo>
                <a:lnTo>
                  <a:pt x="212100" y="35100"/>
                </a:lnTo>
                <a:lnTo>
                  <a:pt x="211500" y="34725"/>
                </a:lnTo>
                <a:lnTo>
                  <a:pt x="211275" y="34425"/>
                </a:lnTo>
                <a:lnTo>
                  <a:pt x="211125" y="34200"/>
                </a:lnTo>
                <a:lnTo>
                  <a:pt x="210975" y="33900"/>
                </a:lnTo>
                <a:lnTo>
                  <a:pt x="210900" y="33675"/>
                </a:lnTo>
                <a:lnTo>
                  <a:pt x="210900" y="33375"/>
                </a:lnTo>
                <a:lnTo>
                  <a:pt x="210900" y="33075"/>
                </a:lnTo>
                <a:lnTo>
                  <a:pt x="210975" y="32850"/>
                </a:lnTo>
                <a:lnTo>
                  <a:pt x="211125" y="32550"/>
                </a:lnTo>
                <a:lnTo>
                  <a:pt x="211275" y="32325"/>
                </a:lnTo>
                <a:lnTo>
                  <a:pt x="211500" y="32025"/>
                </a:lnTo>
                <a:lnTo>
                  <a:pt x="211800" y="31875"/>
                </a:lnTo>
                <a:lnTo>
                  <a:pt x="212400" y="31500"/>
                </a:lnTo>
                <a:lnTo>
                  <a:pt x="212775" y="31350"/>
                </a:lnTo>
                <a:lnTo>
                  <a:pt x="213150" y="31275"/>
                </a:lnTo>
                <a:lnTo>
                  <a:pt x="213900" y="31200"/>
                </a:lnTo>
                <a:lnTo>
                  <a:pt x="214200" y="31200"/>
                </a:lnTo>
                <a:lnTo>
                  <a:pt x="216900" y="30900"/>
                </a:lnTo>
                <a:lnTo>
                  <a:pt x="218775" y="30675"/>
                </a:lnTo>
                <a:lnTo>
                  <a:pt x="220200" y="30375"/>
                </a:lnTo>
                <a:lnTo>
                  <a:pt x="221175" y="30075"/>
                </a:lnTo>
                <a:lnTo>
                  <a:pt x="222150" y="29700"/>
                </a:lnTo>
                <a:lnTo>
                  <a:pt x="223125" y="29175"/>
                </a:lnTo>
                <a:lnTo>
                  <a:pt x="224100" y="28500"/>
                </a:lnTo>
                <a:lnTo>
                  <a:pt x="224925" y="27750"/>
                </a:lnTo>
                <a:lnTo>
                  <a:pt x="225600" y="27150"/>
                </a:lnTo>
                <a:lnTo>
                  <a:pt x="226125" y="26550"/>
                </a:lnTo>
                <a:lnTo>
                  <a:pt x="227250" y="24975"/>
                </a:lnTo>
                <a:lnTo>
                  <a:pt x="228525" y="23025"/>
                </a:lnTo>
                <a:lnTo>
                  <a:pt x="228975" y="22200"/>
                </a:lnTo>
                <a:lnTo>
                  <a:pt x="229275" y="21525"/>
                </a:lnTo>
                <a:lnTo>
                  <a:pt x="229575" y="20625"/>
                </a:lnTo>
                <a:lnTo>
                  <a:pt x="229875" y="19800"/>
                </a:lnTo>
                <a:lnTo>
                  <a:pt x="230250" y="18075"/>
                </a:lnTo>
                <a:lnTo>
                  <a:pt x="230400" y="16275"/>
                </a:lnTo>
                <a:lnTo>
                  <a:pt x="230475" y="14250"/>
                </a:lnTo>
                <a:lnTo>
                  <a:pt x="236625" y="14250"/>
                </a:lnTo>
                <a:lnTo>
                  <a:pt x="236625" y="16050"/>
                </a:lnTo>
                <a:lnTo>
                  <a:pt x="236475" y="17775"/>
                </a:lnTo>
                <a:lnTo>
                  <a:pt x="236175" y="19500"/>
                </a:lnTo>
                <a:lnTo>
                  <a:pt x="235725" y="21075"/>
                </a:lnTo>
                <a:lnTo>
                  <a:pt x="235425" y="21975"/>
                </a:lnTo>
                <a:lnTo>
                  <a:pt x="235050" y="22950"/>
                </a:lnTo>
                <a:lnTo>
                  <a:pt x="234675" y="23850"/>
                </a:lnTo>
                <a:lnTo>
                  <a:pt x="234300" y="24525"/>
                </a:lnTo>
                <a:lnTo>
                  <a:pt x="233775" y="25425"/>
                </a:lnTo>
                <a:lnTo>
                  <a:pt x="233325" y="26025"/>
                </a:lnTo>
                <a:lnTo>
                  <a:pt x="232875" y="26550"/>
                </a:lnTo>
                <a:lnTo>
                  <a:pt x="232275" y="27150"/>
                </a:lnTo>
                <a:lnTo>
                  <a:pt x="231750" y="27675"/>
                </a:lnTo>
                <a:lnTo>
                  <a:pt x="230925" y="28350"/>
                </a:lnTo>
                <a:lnTo>
                  <a:pt x="229575" y="29250"/>
                </a:lnTo>
                <a:lnTo>
                  <a:pt x="228675" y="29700"/>
                </a:lnTo>
                <a:lnTo>
                  <a:pt x="227775" y="30150"/>
                </a:lnTo>
                <a:lnTo>
                  <a:pt x="225525" y="31200"/>
                </a:lnTo>
                <a:lnTo>
                  <a:pt x="250650" y="31200"/>
                </a:lnTo>
                <a:lnTo>
                  <a:pt x="250650" y="35550"/>
                </a:lnTo>
                <a:lnTo>
                  <a:pt x="225525" y="35550"/>
                </a:lnTo>
                <a:lnTo>
                  <a:pt x="227250" y="36300"/>
                </a:lnTo>
                <a:lnTo>
                  <a:pt x="228525" y="36975"/>
                </a:lnTo>
                <a:lnTo>
                  <a:pt x="229575" y="37500"/>
                </a:lnTo>
                <a:lnTo>
                  <a:pt x="230625" y="38175"/>
                </a:lnTo>
                <a:lnTo>
                  <a:pt x="231600" y="39000"/>
                </a:lnTo>
                <a:lnTo>
                  <a:pt x="232275" y="39600"/>
                </a:lnTo>
                <a:lnTo>
                  <a:pt x="233100" y="40500"/>
                </a:lnTo>
                <a:lnTo>
                  <a:pt x="233775" y="41325"/>
                </a:lnTo>
                <a:lnTo>
                  <a:pt x="234375" y="42375"/>
                </a:lnTo>
                <a:lnTo>
                  <a:pt x="234975" y="43650"/>
                </a:lnTo>
                <a:lnTo>
                  <a:pt x="235500" y="44925"/>
                </a:lnTo>
                <a:lnTo>
                  <a:pt x="235950" y="46275"/>
                </a:lnTo>
                <a:lnTo>
                  <a:pt x="236250" y="47700"/>
                </a:lnTo>
                <a:lnTo>
                  <a:pt x="236475" y="49200"/>
                </a:lnTo>
                <a:lnTo>
                  <a:pt x="236625" y="50700"/>
                </a:lnTo>
                <a:lnTo>
                  <a:pt x="236625" y="52500"/>
                </a:lnTo>
                <a:lnTo>
                  <a:pt x="230475" y="52500"/>
                </a:lnTo>
                <a:lnTo>
                  <a:pt x="230475" y="50700"/>
                </a:lnTo>
                <a:lnTo>
                  <a:pt x="230250" y="48975"/>
                </a:lnTo>
                <a:lnTo>
                  <a:pt x="229950" y="47475"/>
                </a:lnTo>
                <a:lnTo>
                  <a:pt x="229575" y="45975"/>
                </a:lnTo>
                <a:lnTo>
                  <a:pt x="229050" y="44850"/>
                </a:lnTo>
                <a:lnTo>
                  <a:pt x="228525" y="43725"/>
                </a:lnTo>
                <a:lnTo>
                  <a:pt x="227475" y="42075"/>
                </a:lnTo>
                <a:lnTo>
                  <a:pt x="226425" y="40575"/>
                </a:lnTo>
                <a:lnTo>
                  <a:pt x="225600" y="39600"/>
                </a:lnTo>
                <a:lnTo>
                  <a:pt x="224700" y="38775"/>
                </a:lnTo>
                <a:lnTo>
                  <a:pt x="223875" y="38100"/>
                </a:lnTo>
                <a:lnTo>
                  <a:pt x="222825" y="37425"/>
                </a:lnTo>
                <a:lnTo>
                  <a:pt x="221775" y="36900"/>
                </a:lnTo>
                <a:lnTo>
                  <a:pt x="220575" y="36525"/>
                </a:lnTo>
                <a:lnTo>
                  <a:pt x="219150" y="36150"/>
                </a:lnTo>
                <a:lnTo>
                  <a:pt x="217650" y="35925"/>
                </a:lnTo>
                <a:close/>
                <a:moveTo>
                  <a:pt x="277050" y="51825"/>
                </a:moveTo>
                <a:lnTo>
                  <a:pt x="275700" y="52125"/>
                </a:lnTo>
                <a:lnTo>
                  <a:pt x="274425" y="52350"/>
                </a:lnTo>
                <a:lnTo>
                  <a:pt x="273000" y="52425"/>
                </a:lnTo>
                <a:lnTo>
                  <a:pt x="271650" y="52425"/>
                </a:lnTo>
                <a:lnTo>
                  <a:pt x="270300" y="52275"/>
                </a:lnTo>
                <a:lnTo>
                  <a:pt x="268950" y="52050"/>
                </a:lnTo>
                <a:lnTo>
                  <a:pt x="267750" y="51750"/>
                </a:lnTo>
                <a:lnTo>
                  <a:pt x="266475" y="51300"/>
                </a:lnTo>
                <a:lnTo>
                  <a:pt x="265275" y="50775"/>
                </a:lnTo>
                <a:lnTo>
                  <a:pt x="264225" y="50250"/>
                </a:lnTo>
                <a:lnTo>
                  <a:pt x="263175" y="49500"/>
                </a:lnTo>
                <a:lnTo>
                  <a:pt x="262200" y="48750"/>
                </a:lnTo>
                <a:lnTo>
                  <a:pt x="261375" y="47925"/>
                </a:lnTo>
                <a:lnTo>
                  <a:pt x="260625" y="46950"/>
                </a:lnTo>
                <a:lnTo>
                  <a:pt x="260025" y="46050"/>
                </a:lnTo>
                <a:lnTo>
                  <a:pt x="259650" y="45375"/>
                </a:lnTo>
                <a:lnTo>
                  <a:pt x="259350" y="44700"/>
                </a:lnTo>
                <a:lnTo>
                  <a:pt x="258900" y="43500"/>
                </a:lnTo>
                <a:lnTo>
                  <a:pt x="258675" y="42750"/>
                </a:lnTo>
                <a:lnTo>
                  <a:pt x="258525" y="42000"/>
                </a:lnTo>
                <a:lnTo>
                  <a:pt x="258375" y="40575"/>
                </a:lnTo>
                <a:lnTo>
                  <a:pt x="258375" y="39750"/>
                </a:lnTo>
                <a:lnTo>
                  <a:pt x="258375" y="18600"/>
                </a:lnTo>
                <a:lnTo>
                  <a:pt x="258000" y="17400"/>
                </a:lnTo>
                <a:lnTo>
                  <a:pt x="257400" y="16050"/>
                </a:lnTo>
                <a:lnTo>
                  <a:pt x="256125" y="15750"/>
                </a:lnTo>
                <a:lnTo>
                  <a:pt x="256125" y="14250"/>
                </a:lnTo>
                <a:lnTo>
                  <a:pt x="266775" y="14250"/>
                </a:lnTo>
                <a:lnTo>
                  <a:pt x="266775" y="15750"/>
                </a:lnTo>
                <a:lnTo>
                  <a:pt x="265500" y="16050"/>
                </a:lnTo>
                <a:lnTo>
                  <a:pt x="264900" y="17400"/>
                </a:lnTo>
                <a:lnTo>
                  <a:pt x="264525" y="18600"/>
                </a:lnTo>
                <a:lnTo>
                  <a:pt x="264525" y="39750"/>
                </a:lnTo>
                <a:lnTo>
                  <a:pt x="264525" y="40575"/>
                </a:lnTo>
                <a:lnTo>
                  <a:pt x="264675" y="41475"/>
                </a:lnTo>
                <a:lnTo>
                  <a:pt x="264825" y="42150"/>
                </a:lnTo>
                <a:lnTo>
                  <a:pt x="264975" y="42825"/>
                </a:lnTo>
                <a:lnTo>
                  <a:pt x="265200" y="43425"/>
                </a:lnTo>
                <a:lnTo>
                  <a:pt x="265575" y="44100"/>
                </a:lnTo>
                <a:lnTo>
                  <a:pt x="265950" y="44700"/>
                </a:lnTo>
                <a:lnTo>
                  <a:pt x="266325" y="45225"/>
                </a:lnTo>
                <a:lnTo>
                  <a:pt x="266775" y="45750"/>
                </a:lnTo>
                <a:lnTo>
                  <a:pt x="267300" y="46200"/>
                </a:lnTo>
                <a:lnTo>
                  <a:pt x="267750" y="46575"/>
                </a:lnTo>
                <a:lnTo>
                  <a:pt x="268425" y="46950"/>
                </a:lnTo>
                <a:lnTo>
                  <a:pt x="269025" y="47250"/>
                </a:lnTo>
                <a:lnTo>
                  <a:pt x="269700" y="47550"/>
                </a:lnTo>
                <a:lnTo>
                  <a:pt x="270375" y="47700"/>
                </a:lnTo>
                <a:lnTo>
                  <a:pt x="271050" y="47850"/>
                </a:lnTo>
                <a:lnTo>
                  <a:pt x="271725" y="48000"/>
                </a:lnTo>
                <a:lnTo>
                  <a:pt x="272475" y="48000"/>
                </a:lnTo>
                <a:lnTo>
                  <a:pt x="273300" y="48000"/>
                </a:lnTo>
                <a:lnTo>
                  <a:pt x="273975" y="47850"/>
                </a:lnTo>
                <a:lnTo>
                  <a:pt x="274650" y="47700"/>
                </a:lnTo>
                <a:lnTo>
                  <a:pt x="275325" y="47550"/>
                </a:lnTo>
                <a:lnTo>
                  <a:pt x="276000" y="47250"/>
                </a:lnTo>
                <a:lnTo>
                  <a:pt x="276600" y="46950"/>
                </a:lnTo>
                <a:lnTo>
                  <a:pt x="277275" y="46575"/>
                </a:lnTo>
                <a:lnTo>
                  <a:pt x="277725" y="46200"/>
                </a:lnTo>
                <a:lnTo>
                  <a:pt x="278250" y="45750"/>
                </a:lnTo>
                <a:lnTo>
                  <a:pt x="278700" y="45225"/>
                </a:lnTo>
                <a:lnTo>
                  <a:pt x="279075" y="44700"/>
                </a:lnTo>
                <a:lnTo>
                  <a:pt x="279450" y="44100"/>
                </a:lnTo>
                <a:lnTo>
                  <a:pt x="279825" y="43425"/>
                </a:lnTo>
                <a:lnTo>
                  <a:pt x="280050" y="42825"/>
                </a:lnTo>
                <a:lnTo>
                  <a:pt x="280200" y="42150"/>
                </a:lnTo>
                <a:lnTo>
                  <a:pt x="280350" y="41475"/>
                </a:lnTo>
                <a:lnTo>
                  <a:pt x="280500" y="40575"/>
                </a:lnTo>
                <a:lnTo>
                  <a:pt x="280500" y="39750"/>
                </a:lnTo>
                <a:lnTo>
                  <a:pt x="280500" y="18600"/>
                </a:lnTo>
                <a:lnTo>
                  <a:pt x="280125" y="17400"/>
                </a:lnTo>
                <a:lnTo>
                  <a:pt x="279525" y="16050"/>
                </a:lnTo>
                <a:lnTo>
                  <a:pt x="278250" y="15750"/>
                </a:lnTo>
                <a:lnTo>
                  <a:pt x="278250" y="14250"/>
                </a:lnTo>
                <a:lnTo>
                  <a:pt x="288900" y="14250"/>
                </a:lnTo>
                <a:lnTo>
                  <a:pt x="288900" y="15750"/>
                </a:lnTo>
                <a:lnTo>
                  <a:pt x="287625" y="16050"/>
                </a:lnTo>
                <a:lnTo>
                  <a:pt x="287025" y="17400"/>
                </a:lnTo>
                <a:lnTo>
                  <a:pt x="286650" y="18600"/>
                </a:lnTo>
                <a:lnTo>
                  <a:pt x="286650" y="48150"/>
                </a:lnTo>
                <a:lnTo>
                  <a:pt x="287025" y="49350"/>
                </a:lnTo>
                <a:lnTo>
                  <a:pt x="287625" y="50700"/>
                </a:lnTo>
                <a:lnTo>
                  <a:pt x="288900" y="51000"/>
                </a:lnTo>
                <a:lnTo>
                  <a:pt x="288900" y="52500"/>
                </a:lnTo>
                <a:lnTo>
                  <a:pt x="278250" y="52500"/>
                </a:lnTo>
                <a:lnTo>
                  <a:pt x="278250" y="51450"/>
                </a:lnTo>
                <a:close/>
                <a:moveTo>
                  <a:pt x="304125" y="56925"/>
                </a:moveTo>
                <a:lnTo>
                  <a:pt x="303975" y="57900"/>
                </a:lnTo>
                <a:lnTo>
                  <a:pt x="303825" y="58725"/>
                </a:lnTo>
                <a:lnTo>
                  <a:pt x="303525" y="59550"/>
                </a:lnTo>
                <a:lnTo>
                  <a:pt x="303150" y="60450"/>
                </a:lnTo>
                <a:lnTo>
                  <a:pt x="302775" y="61125"/>
                </a:lnTo>
                <a:lnTo>
                  <a:pt x="302250" y="61950"/>
                </a:lnTo>
                <a:lnTo>
                  <a:pt x="301725" y="62625"/>
                </a:lnTo>
                <a:lnTo>
                  <a:pt x="301050" y="63300"/>
                </a:lnTo>
                <a:lnTo>
                  <a:pt x="300375" y="63900"/>
                </a:lnTo>
                <a:lnTo>
                  <a:pt x="299550" y="64500"/>
                </a:lnTo>
                <a:lnTo>
                  <a:pt x="298800" y="64950"/>
                </a:lnTo>
                <a:lnTo>
                  <a:pt x="297900" y="65400"/>
                </a:lnTo>
                <a:lnTo>
                  <a:pt x="297000" y="65775"/>
                </a:lnTo>
                <a:lnTo>
                  <a:pt x="296025" y="66150"/>
                </a:lnTo>
                <a:lnTo>
                  <a:pt x="295050" y="66375"/>
                </a:lnTo>
                <a:lnTo>
                  <a:pt x="293925" y="66600"/>
                </a:lnTo>
                <a:lnTo>
                  <a:pt x="292950" y="66675"/>
                </a:lnTo>
                <a:lnTo>
                  <a:pt x="291825" y="66750"/>
                </a:lnTo>
                <a:lnTo>
                  <a:pt x="290850" y="66750"/>
                </a:lnTo>
                <a:lnTo>
                  <a:pt x="289725" y="66675"/>
                </a:lnTo>
                <a:lnTo>
                  <a:pt x="288675" y="66525"/>
                </a:lnTo>
                <a:lnTo>
                  <a:pt x="287550" y="66300"/>
                </a:lnTo>
                <a:lnTo>
                  <a:pt x="286575" y="66000"/>
                </a:lnTo>
                <a:lnTo>
                  <a:pt x="285525" y="65625"/>
                </a:lnTo>
                <a:lnTo>
                  <a:pt x="284550" y="65250"/>
                </a:lnTo>
                <a:lnTo>
                  <a:pt x="283575" y="64800"/>
                </a:lnTo>
                <a:lnTo>
                  <a:pt x="282675" y="64275"/>
                </a:lnTo>
                <a:lnTo>
                  <a:pt x="281700" y="63600"/>
                </a:lnTo>
                <a:lnTo>
                  <a:pt x="280950" y="63000"/>
                </a:lnTo>
                <a:lnTo>
                  <a:pt x="280050" y="62250"/>
                </a:lnTo>
                <a:lnTo>
                  <a:pt x="279375" y="61575"/>
                </a:lnTo>
                <a:lnTo>
                  <a:pt x="284550" y="59175"/>
                </a:lnTo>
                <a:lnTo>
                  <a:pt x="285375" y="60075"/>
                </a:lnTo>
                <a:lnTo>
                  <a:pt x="286350" y="60825"/>
                </a:lnTo>
                <a:lnTo>
                  <a:pt x="287400" y="61425"/>
                </a:lnTo>
                <a:lnTo>
                  <a:pt x="288450" y="61875"/>
                </a:lnTo>
                <a:lnTo>
                  <a:pt x="289500" y="62250"/>
                </a:lnTo>
                <a:lnTo>
                  <a:pt x="290625" y="62400"/>
                </a:lnTo>
                <a:lnTo>
                  <a:pt x="291750" y="62475"/>
                </a:lnTo>
                <a:lnTo>
                  <a:pt x="292875" y="62325"/>
                </a:lnTo>
                <a:lnTo>
                  <a:pt x="293700" y="62175"/>
                </a:lnTo>
                <a:lnTo>
                  <a:pt x="294450" y="61875"/>
                </a:lnTo>
                <a:lnTo>
                  <a:pt x="295200" y="61425"/>
                </a:lnTo>
                <a:lnTo>
                  <a:pt x="295875" y="60975"/>
                </a:lnTo>
                <a:lnTo>
                  <a:pt x="296400" y="60450"/>
                </a:lnTo>
                <a:lnTo>
                  <a:pt x="296925" y="59775"/>
                </a:lnTo>
                <a:lnTo>
                  <a:pt x="297375" y="59025"/>
                </a:lnTo>
                <a:lnTo>
                  <a:pt x="297600" y="58350"/>
                </a:lnTo>
                <a:lnTo>
                  <a:pt x="297750" y="57825"/>
                </a:lnTo>
                <a:lnTo>
                  <a:pt x="297900" y="57225"/>
                </a:lnTo>
                <a:lnTo>
                  <a:pt x="297975" y="56625"/>
                </a:lnTo>
                <a:lnTo>
                  <a:pt x="297975" y="56025"/>
                </a:lnTo>
                <a:lnTo>
                  <a:pt x="297975" y="18450"/>
                </a:lnTo>
                <a:lnTo>
                  <a:pt x="297600" y="17325"/>
                </a:lnTo>
                <a:lnTo>
                  <a:pt x="297000" y="15975"/>
                </a:lnTo>
                <a:lnTo>
                  <a:pt x="295725" y="15675"/>
                </a:lnTo>
                <a:lnTo>
                  <a:pt x="295725" y="14250"/>
                </a:lnTo>
                <a:lnTo>
                  <a:pt x="306375" y="14250"/>
                </a:lnTo>
                <a:lnTo>
                  <a:pt x="306375" y="15675"/>
                </a:lnTo>
                <a:lnTo>
                  <a:pt x="305100" y="15975"/>
                </a:lnTo>
                <a:lnTo>
                  <a:pt x="304500" y="17325"/>
                </a:lnTo>
                <a:lnTo>
                  <a:pt x="304125" y="18450"/>
                </a:lnTo>
                <a:lnTo>
                  <a:pt x="304125" y="56025"/>
                </a:lnTo>
                <a:close/>
                <a:moveTo>
                  <a:pt x="314625" y="65250"/>
                </a:moveTo>
                <a:lnTo>
                  <a:pt x="315900" y="64950"/>
                </a:lnTo>
                <a:lnTo>
                  <a:pt x="316500" y="63675"/>
                </a:lnTo>
                <a:lnTo>
                  <a:pt x="316875" y="62475"/>
                </a:lnTo>
                <a:lnTo>
                  <a:pt x="316875" y="26850"/>
                </a:lnTo>
                <a:lnTo>
                  <a:pt x="317025" y="25050"/>
                </a:lnTo>
                <a:lnTo>
                  <a:pt x="317325" y="23325"/>
                </a:lnTo>
                <a:lnTo>
                  <a:pt x="317775" y="21900"/>
                </a:lnTo>
                <a:lnTo>
                  <a:pt x="318000" y="21150"/>
                </a:lnTo>
                <a:lnTo>
                  <a:pt x="318375" y="20475"/>
                </a:lnTo>
                <a:lnTo>
                  <a:pt x="319050" y="19275"/>
                </a:lnTo>
                <a:lnTo>
                  <a:pt x="319800" y="18300"/>
                </a:lnTo>
                <a:lnTo>
                  <a:pt x="320775" y="17325"/>
                </a:lnTo>
                <a:lnTo>
                  <a:pt x="321750" y="16575"/>
                </a:lnTo>
                <a:lnTo>
                  <a:pt x="322800" y="15900"/>
                </a:lnTo>
                <a:lnTo>
                  <a:pt x="324000" y="15300"/>
                </a:lnTo>
                <a:lnTo>
                  <a:pt x="325275" y="14850"/>
                </a:lnTo>
                <a:lnTo>
                  <a:pt x="326700" y="14550"/>
                </a:lnTo>
                <a:lnTo>
                  <a:pt x="328125" y="14325"/>
                </a:lnTo>
                <a:lnTo>
                  <a:pt x="329625" y="14250"/>
                </a:lnTo>
                <a:lnTo>
                  <a:pt x="331125" y="14325"/>
                </a:lnTo>
                <a:lnTo>
                  <a:pt x="332925" y="14475"/>
                </a:lnTo>
                <a:lnTo>
                  <a:pt x="334500" y="14775"/>
                </a:lnTo>
                <a:lnTo>
                  <a:pt x="336300" y="15225"/>
                </a:lnTo>
                <a:lnTo>
                  <a:pt x="337950" y="15675"/>
                </a:lnTo>
                <a:lnTo>
                  <a:pt x="339825" y="16350"/>
                </a:lnTo>
                <a:lnTo>
                  <a:pt x="336825" y="20175"/>
                </a:lnTo>
                <a:lnTo>
                  <a:pt x="335700" y="19800"/>
                </a:lnTo>
                <a:lnTo>
                  <a:pt x="334500" y="19350"/>
                </a:lnTo>
                <a:lnTo>
                  <a:pt x="333525" y="19125"/>
                </a:lnTo>
                <a:lnTo>
                  <a:pt x="332400" y="18900"/>
                </a:lnTo>
                <a:lnTo>
                  <a:pt x="331350" y="18675"/>
                </a:lnTo>
                <a:lnTo>
                  <a:pt x="330450" y="18600"/>
                </a:lnTo>
                <a:lnTo>
                  <a:pt x="329475" y="18600"/>
                </a:lnTo>
                <a:lnTo>
                  <a:pt x="328650" y="18675"/>
                </a:lnTo>
                <a:lnTo>
                  <a:pt x="327900" y="18825"/>
                </a:lnTo>
                <a:lnTo>
                  <a:pt x="327225" y="19050"/>
                </a:lnTo>
                <a:lnTo>
                  <a:pt x="326550" y="19350"/>
                </a:lnTo>
                <a:lnTo>
                  <a:pt x="326025" y="19725"/>
                </a:lnTo>
                <a:lnTo>
                  <a:pt x="325425" y="20175"/>
                </a:lnTo>
                <a:lnTo>
                  <a:pt x="324975" y="20700"/>
                </a:lnTo>
                <a:lnTo>
                  <a:pt x="324525" y="21300"/>
                </a:lnTo>
                <a:lnTo>
                  <a:pt x="324150" y="21975"/>
                </a:lnTo>
                <a:lnTo>
                  <a:pt x="323700" y="23025"/>
                </a:lnTo>
                <a:lnTo>
                  <a:pt x="323325" y="24225"/>
                </a:lnTo>
                <a:lnTo>
                  <a:pt x="323100" y="25575"/>
                </a:lnTo>
                <a:lnTo>
                  <a:pt x="323025" y="26925"/>
                </a:lnTo>
                <a:lnTo>
                  <a:pt x="323025" y="62475"/>
                </a:lnTo>
                <a:lnTo>
                  <a:pt x="323400" y="63675"/>
                </a:lnTo>
                <a:lnTo>
                  <a:pt x="324000" y="64950"/>
                </a:lnTo>
                <a:lnTo>
                  <a:pt x="325275" y="65250"/>
                </a:lnTo>
                <a:lnTo>
                  <a:pt x="325275" y="66750"/>
                </a:lnTo>
                <a:lnTo>
                  <a:pt x="314625" y="66750"/>
                </a:lnTo>
                <a:close/>
                <a:moveTo>
                  <a:pt x="364425" y="49350"/>
                </a:moveTo>
                <a:lnTo>
                  <a:pt x="364800" y="48150"/>
                </a:lnTo>
                <a:lnTo>
                  <a:pt x="364800" y="29550"/>
                </a:lnTo>
                <a:lnTo>
                  <a:pt x="363225" y="29100"/>
                </a:lnTo>
                <a:lnTo>
                  <a:pt x="361875" y="28575"/>
                </a:lnTo>
                <a:lnTo>
                  <a:pt x="360600" y="27975"/>
                </a:lnTo>
                <a:lnTo>
                  <a:pt x="359175" y="27300"/>
                </a:lnTo>
                <a:lnTo>
                  <a:pt x="357600" y="26400"/>
                </a:lnTo>
                <a:lnTo>
                  <a:pt x="356175" y="25500"/>
                </a:lnTo>
                <a:lnTo>
                  <a:pt x="354675" y="24450"/>
                </a:lnTo>
                <a:lnTo>
                  <a:pt x="352650" y="23025"/>
                </a:lnTo>
                <a:lnTo>
                  <a:pt x="353025" y="24525"/>
                </a:lnTo>
                <a:lnTo>
                  <a:pt x="353400" y="26175"/>
                </a:lnTo>
                <a:lnTo>
                  <a:pt x="353625" y="27600"/>
                </a:lnTo>
                <a:lnTo>
                  <a:pt x="353925" y="29250"/>
                </a:lnTo>
                <a:lnTo>
                  <a:pt x="354075" y="30675"/>
                </a:lnTo>
                <a:lnTo>
                  <a:pt x="354150" y="32325"/>
                </a:lnTo>
                <a:lnTo>
                  <a:pt x="354225" y="33900"/>
                </a:lnTo>
                <a:lnTo>
                  <a:pt x="354225" y="35475"/>
                </a:lnTo>
                <a:lnTo>
                  <a:pt x="354150" y="37050"/>
                </a:lnTo>
                <a:lnTo>
                  <a:pt x="354075" y="38625"/>
                </a:lnTo>
                <a:lnTo>
                  <a:pt x="353850" y="40125"/>
                </a:lnTo>
                <a:lnTo>
                  <a:pt x="353625" y="41625"/>
                </a:lnTo>
                <a:lnTo>
                  <a:pt x="353400" y="43125"/>
                </a:lnTo>
                <a:lnTo>
                  <a:pt x="353025" y="44550"/>
                </a:lnTo>
                <a:lnTo>
                  <a:pt x="352725" y="45975"/>
                </a:lnTo>
                <a:lnTo>
                  <a:pt x="352200" y="47625"/>
                </a:lnTo>
                <a:lnTo>
                  <a:pt x="351750" y="48975"/>
                </a:lnTo>
                <a:lnTo>
                  <a:pt x="351150" y="50475"/>
                </a:lnTo>
                <a:lnTo>
                  <a:pt x="350625" y="51825"/>
                </a:lnTo>
                <a:lnTo>
                  <a:pt x="350325" y="52500"/>
                </a:lnTo>
                <a:lnTo>
                  <a:pt x="346800" y="52500"/>
                </a:lnTo>
                <a:lnTo>
                  <a:pt x="343575" y="51750"/>
                </a:lnTo>
                <a:lnTo>
                  <a:pt x="344475" y="49725"/>
                </a:lnTo>
                <a:lnTo>
                  <a:pt x="345225" y="47775"/>
                </a:lnTo>
                <a:lnTo>
                  <a:pt x="345825" y="45825"/>
                </a:lnTo>
                <a:lnTo>
                  <a:pt x="346425" y="43800"/>
                </a:lnTo>
                <a:lnTo>
                  <a:pt x="346875" y="41625"/>
                </a:lnTo>
                <a:lnTo>
                  <a:pt x="347175" y="39675"/>
                </a:lnTo>
                <a:lnTo>
                  <a:pt x="347400" y="37500"/>
                </a:lnTo>
                <a:lnTo>
                  <a:pt x="347475" y="35475"/>
                </a:lnTo>
                <a:lnTo>
                  <a:pt x="347475" y="33375"/>
                </a:lnTo>
                <a:lnTo>
                  <a:pt x="347325" y="31425"/>
                </a:lnTo>
                <a:lnTo>
                  <a:pt x="347100" y="29250"/>
                </a:lnTo>
                <a:lnTo>
                  <a:pt x="346800" y="27300"/>
                </a:lnTo>
                <a:lnTo>
                  <a:pt x="346425" y="25500"/>
                </a:lnTo>
                <a:lnTo>
                  <a:pt x="345975" y="23700"/>
                </a:lnTo>
                <a:lnTo>
                  <a:pt x="345225" y="21225"/>
                </a:lnTo>
                <a:lnTo>
                  <a:pt x="344250" y="18675"/>
                </a:lnTo>
                <a:lnTo>
                  <a:pt x="344175" y="18375"/>
                </a:lnTo>
                <a:lnTo>
                  <a:pt x="344175" y="18075"/>
                </a:lnTo>
                <a:lnTo>
                  <a:pt x="344175" y="17700"/>
                </a:lnTo>
                <a:lnTo>
                  <a:pt x="344250" y="17400"/>
                </a:lnTo>
                <a:lnTo>
                  <a:pt x="344400" y="17175"/>
                </a:lnTo>
                <a:lnTo>
                  <a:pt x="344550" y="16875"/>
                </a:lnTo>
                <a:lnTo>
                  <a:pt x="344775" y="16575"/>
                </a:lnTo>
                <a:lnTo>
                  <a:pt x="345075" y="16350"/>
                </a:lnTo>
                <a:lnTo>
                  <a:pt x="345750" y="15975"/>
                </a:lnTo>
                <a:lnTo>
                  <a:pt x="346500" y="15675"/>
                </a:lnTo>
                <a:lnTo>
                  <a:pt x="347625" y="15600"/>
                </a:lnTo>
                <a:lnTo>
                  <a:pt x="348900" y="15600"/>
                </a:lnTo>
                <a:lnTo>
                  <a:pt x="350025" y="15750"/>
                </a:lnTo>
                <a:lnTo>
                  <a:pt x="351225" y="16050"/>
                </a:lnTo>
                <a:lnTo>
                  <a:pt x="351900" y="16275"/>
                </a:lnTo>
                <a:lnTo>
                  <a:pt x="352725" y="16650"/>
                </a:lnTo>
                <a:lnTo>
                  <a:pt x="353400" y="17025"/>
                </a:lnTo>
                <a:lnTo>
                  <a:pt x="354300" y="17475"/>
                </a:lnTo>
                <a:lnTo>
                  <a:pt x="355950" y="18600"/>
                </a:lnTo>
                <a:lnTo>
                  <a:pt x="359550" y="21150"/>
                </a:lnTo>
                <a:lnTo>
                  <a:pt x="361275" y="22350"/>
                </a:lnTo>
                <a:lnTo>
                  <a:pt x="363000" y="23400"/>
                </a:lnTo>
                <a:lnTo>
                  <a:pt x="364800" y="24225"/>
                </a:lnTo>
                <a:lnTo>
                  <a:pt x="364800" y="4350"/>
                </a:lnTo>
                <a:lnTo>
                  <a:pt x="364425" y="3150"/>
                </a:lnTo>
                <a:lnTo>
                  <a:pt x="363825" y="1800"/>
                </a:lnTo>
                <a:lnTo>
                  <a:pt x="362550" y="1500"/>
                </a:lnTo>
                <a:lnTo>
                  <a:pt x="362550" y="0"/>
                </a:lnTo>
                <a:lnTo>
                  <a:pt x="373800" y="0"/>
                </a:lnTo>
                <a:lnTo>
                  <a:pt x="373800" y="1500"/>
                </a:lnTo>
                <a:lnTo>
                  <a:pt x="372525" y="1800"/>
                </a:lnTo>
                <a:lnTo>
                  <a:pt x="371925" y="3150"/>
                </a:lnTo>
                <a:lnTo>
                  <a:pt x="371550" y="4350"/>
                </a:lnTo>
                <a:lnTo>
                  <a:pt x="371550" y="48150"/>
                </a:lnTo>
                <a:lnTo>
                  <a:pt x="371925" y="49350"/>
                </a:lnTo>
                <a:lnTo>
                  <a:pt x="372525" y="50700"/>
                </a:lnTo>
                <a:lnTo>
                  <a:pt x="373800" y="51000"/>
                </a:lnTo>
                <a:lnTo>
                  <a:pt x="373800" y="52500"/>
                </a:lnTo>
                <a:lnTo>
                  <a:pt x="362550" y="52500"/>
                </a:lnTo>
                <a:lnTo>
                  <a:pt x="362550" y="51000"/>
                </a:lnTo>
                <a:lnTo>
                  <a:pt x="363825" y="50700"/>
                </a:lnTo>
                <a:close/>
                <a:moveTo>
                  <a:pt x="420675" y="63600"/>
                </a:moveTo>
                <a:lnTo>
                  <a:pt x="421050" y="62400"/>
                </a:lnTo>
                <a:lnTo>
                  <a:pt x="421050" y="27750"/>
                </a:lnTo>
                <a:lnTo>
                  <a:pt x="421125" y="26250"/>
                </a:lnTo>
                <a:lnTo>
                  <a:pt x="421050" y="26250"/>
                </a:lnTo>
                <a:lnTo>
                  <a:pt x="420975" y="25275"/>
                </a:lnTo>
                <a:lnTo>
                  <a:pt x="420900" y="24375"/>
                </a:lnTo>
                <a:lnTo>
                  <a:pt x="420750" y="23625"/>
                </a:lnTo>
                <a:lnTo>
                  <a:pt x="420525" y="22875"/>
                </a:lnTo>
                <a:lnTo>
                  <a:pt x="420150" y="22050"/>
                </a:lnTo>
                <a:lnTo>
                  <a:pt x="419775" y="21375"/>
                </a:lnTo>
                <a:lnTo>
                  <a:pt x="419250" y="20700"/>
                </a:lnTo>
                <a:lnTo>
                  <a:pt x="418725" y="20100"/>
                </a:lnTo>
                <a:lnTo>
                  <a:pt x="418050" y="19650"/>
                </a:lnTo>
                <a:lnTo>
                  <a:pt x="417375" y="19275"/>
                </a:lnTo>
                <a:lnTo>
                  <a:pt x="416625" y="18975"/>
                </a:lnTo>
                <a:lnTo>
                  <a:pt x="415950" y="18825"/>
                </a:lnTo>
                <a:lnTo>
                  <a:pt x="415125" y="18825"/>
                </a:lnTo>
                <a:lnTo>
                  <a:pt x="414450" y="18900"/>
                </a:lnTo>
                <a:lnTo>
                  <a:pt x="413700" y="19050"/>
                </a:lnTo>
                <a:lnTo>
                  <a:pt x="412950" y="19350"/>
                </a:lnTo>
                <a:lnTo>
                  <a:pt x="412275" y="19800"/>
                </a:lnTo>
                <a:lnTo>
                  <a:pt x="411600" y="20325"/>
                </a:lnTo>
                <a:lnTo>
                  <a:pt x="411000" y="20925"/>
                </a:lnTo>
                <a:lnTo>
                  <a:pt x="410475" y="21600"/>
                </a:lnTo>
                <a:lnTo>
                  <a:pt x="410175" y="22125"/>
                </a:lnTo>
                <a:lnTo>
                  <a:pt x="409875" y="22650"/>
                </a:lnTo>
                <a:lnTo>
                  <a:pt x="409425" y="23850"/>
                </a:lnTo>
                <a:lnTo>
                  <a:pt x="409200" y="24600"/>
                </a:lnTo>
                <a:lnTo>
                  <a:pt x="409050" y="25275"/>
                </a:lnTo>
                <a:lnTo>
                  <a:pt x="408900" y="26100"/>
                </a:lnTo>
                <a:lnTo>
                  <a:pt x="408825" y="26775"/>
                </a:lnTo>
                <a:lnTo>
                  <a:pt x="408825" y="27750"/>
                </a:lnTo>
                <a:lnTo>
                  <a:pt x="408825" y="48150"/>
                </a:lnTo>
                <a:lnTo>
                  <a:pt x="409200" y="49350"/>
                </a:lnTo>
                <a:lnTo>
                  <a:pt x="409800" y="50700"/>
                </a:lnTo>
                <a:lnTo>
                  <a:pt x="411075" y="51000"/>
                </a:lnTo>
                <a:lnTo>
                  <a:pt x="411075" y="52500"/>
                </a:lnTo>
                <a:lnTo>
                  <a:pt x="400425" y="52500"/>
                </a:lnTo>
                <a:lnTo>
                  <a:pt x="400425" y="51000"/>
                </a:lnTo>
                <a:lnTo>
                  <a:pt x="401700" y="50700"/>
                </a:lnTo>
                <a:lnTo>
                  <a:pt x="402300" y="49350"/>
                </a:lnTo>
                <a:lnTo>
                  <a:pt x="402675" y="48150"/>
                </a:lnTo>
                <a:lnTo>
                  <a:pt x="402675" y="27750"/>
                </a:lnTo>
                <a:lnTo>
                  <a:pt x="402675" y="26625"/>
                </a:lnTo>
                <a:lnTo>
                  <a:pt x="402900" y="25050"/>
                </a:lnTo>
                <a:lnTo>
                  <a:pt x="403050" y="24300"/>
                </a:lnTo>
                <a:lnTo>
                  <a:pt x="403200" y="23475"/>
                </a:lnTo>
                <a:lnTo>
                  <a:pt x="403650" y="22125"/>
                </a:lnTo>
                <a:lnTo>
                  <a:pt x="403950" y="21375"/>
                </a:lnTo>
                <a:lnTo>
                  <a:pt x="404325" y="20700"/>
                </a:lnTo>
                <a:lnTo>
                  <a:pt x="404700" y="20100"/>
                </a:lnTo>
                <a:lnTo>
                  <a:pt x="405075" y="19500"/>
                </a:lnTo>
                <a:lnTo>
                  <a:pt x="405900" y="18450"/>
                </a:lnTo>
                <a:lnTo>
                  <a:pt x="406950" y="17400"/>
                </a:lnTo>
                <a:lnTo>
                  <a:pt x="408000" y="16575"/>
                </a:lnTo>
                <a:lnTo>
                  <a:pt x="409275" y="15825"/>
                </a:lnTo>
                <a:lnTo>
                  <a:pt x="410475" y="15300"/>
                </a:lnTo>
                <a:lnTo>
                  <a:pt x="411900" y="14775"/>
                </a:lnTo>
                <a:lnTo>
                  <a:pt x="413325" y="14550"/>
                </a:lnTo>
                <a:lnTo>
                  <a:pt x="414075" y="14400"/>
                </a:lnTo>
                <a:lnTo>
                  <a:pt x="414900" y="14400"/>
                </a:lnTo>
                <a:lnTo>
                  <a:pt x="415650" y="14400"/>
                </a:lnTo>
                <a:lnTo>
                  <a:pt x="416475" y="14400"/>
                </a:lnTo>
                <a:lnTo>
                  <a:pt x="417225" y="14550"/>
                </a:lnTo>
                <a:lnTo>
                  <a:pt x="418050" y="14625"/>
                </a:lnTo>
                <a:lnTo>
                  <a:pt x="418800" y="14850"/>
                </a:lnTo>
                <a:lnTo>
                  <a:pt x="419475" y="15075"/>
                </a:lnTo>
                <a:lnTo>
                  <a:pt x="420225" y="15300"/>
                </a:lnTo>
                <a:lnTo>
                  <a:pt x="420900" y="15600"/>
                </a:lnTo>
                <a:lnTo>
                  <a:pt x="421575" y="15975"/>
                </a:lnTo>
                <a:lnTo>
                  <a:pt x="422175" y="16350"/>
                </a:lnTo>
                <a:lnTo>
                  <a:pt x="422775" y="16800"/>
                </a:lnTo>
                <a:lnTo>
                  <a:pt x="423375" y="17250"/>
                </a:lnTo>
                <a:lnTo>
                  <a:pt x="423900" y="17700"/>
                </a:lnTo>
                <a:lnTo>
                  <a:pt x="424425" y="18300"/>
                </a:lnTo>
                <a:lnTo>
                  <a:pt x="425100" y="17625"/>
                </a:lnTo>
                <a:lnTo>
                  <a:pt x="425925" y="16950"/>
                </a:lnTo>
                <a:lnTo>
                  <a:pt x="426675" y="16350"/>
                </a:lnTo>
                <a:lnTo>
                  <a:pt x="427650" y="15825"/>
                </a:lnTo>
                <a:lnTo>
                  <a:pt x="428550" y="15450"/>
                </a:lnTo>
                <a:lnTo>
                  <a:pt x="429450" y="15075"/>
                </a:lnTo>
                <a:lnTo>
                  <a:pt x="430500" y="14775"/>
                </a:lnTo>
                <a:lnTo>
                  <a:pt x="431475" y="14550"/>
                </a:lnTo>
                <a:lnTo>
                  <a:pt x="432900" y="14400"/>
                </a:lnTo>
                <a:lnTo>
                  <a:pt x="434400" y="14400"/>
                </a:lnTo>
                <a:lnTo>
                  <a:pt x="435825" y="14550"/>
                </a:lnTo>
                <a:lnTo>
                  <a:pt x="437175" y="14850"/>
                </a:lnTo>
                <a:lnTo>
                  <a:pt x="437175" y="14250"/>
                </a:lnTo>
                <a:lnTo>
                  <a:pt x="447825" y="14250"/>
                </a:lnTo>
                <a:lnTo>
                  <a:pt x="447825" y="15750"/>
                </a:lnTo>
                <a:lnTo>
                  <a:pt x="446550" y="16050"/>
                </a:lnTo>
                <a:lnTo>
                  <a:pt x="445950" y="17400"/>
                </a:lnTo>
                <a:lnTo>
                  <a:pt x="445575" y="18600"/>
                </a:lnTo>
                <a:lnTo>
                  <a:pt x="445575" y="48150"/>
                </a:lnTo>
                <a:lnTo>
                  <a:pt x="445950" y="49350"/>
                </a:lnTo>
                <a:lnTo>
                  <a:pt x="446550" y="50700"/>
                </a:lnTo>
                <a:lnTo>
                  <a:pt x="447825" y="51000"/>
                </a:lnTo>
                <a:lnTo>
                  <a:pt x="447825" y="52500"/>
                </a:lnTo>
                <a:lnTo>
                  <a:pt x="437175" y="52500"/>
                </a:lnTo>
                <a:lnTo>
                  <a:pt x="437175" y="51000"/>
                </a:lnTo>
                <a:lnTo>
                  <a:pt x="438450" y="50700"/>
                </a:lnTo>
                <a:lnTo>
                  <a:pt x="439050" y="49350"/>
                </a:lnTo>
                <a:lnTo>
                  <a:pt x="439425" y="48150"/>
                </a:lnTo>
                <a:lnTo>
                  <a:pt x="439425" y="26250"/>
                </a:lnTo>
                <a:lnTo>
                  <a:pt x="439350" y="25275"/>
                </a:lnTo>
                <a:lnTo>
                  <a:pt x="439275" y="24375"/>
                </a:lnTo>
                <a:lnTo>
                  <a:pt x="439125" y="23625"/>
                </a:lnTo>
                <a:lnTo>
                  <a:pt x="438900" y="22875"/>
                </a:lnTo>
                <a:lnTo>
                  <a:pt x="438600" y="22200"/>
                </a:lnTo>
                <a:lnTo>
                  <a:pt x="438225" y="21600"/>
                </a:lnTo>
                <a:lnTo>
                  <a:pt x="437850" y="21000"/>
                </a:lnTo>
                <a:lnTo>
                  <a:pt x="437400" y="20475"/>
                </a:lnTo>
                <a:lnTo>
                  <a:pt x="436950" y="20025"/>
                </a:lnTo>
                <a:lnTo>
                  <a:pt x="436425" y="19650"/>
                </a:lnTo>
                <a:lnTo>
                  <a:pt x="435825" y="19275"/>
                </a:lnTo>
                <a:lnTo>
                  <a:pt x="435225" y="19050"/>
                </a:lnTo>
                <a:lnTo>
                  <a:pt x="434700" y="18900"/>
                </a:lnTo>
                <a:lnTo>
                  <a:pt x="434025" y="18825"/>
                </a:lnTo>
                <a:lnTo>
                  <a:pt x="433350" y="18825"/>
                </a:lnTo>
                <a:lnTo>
                  <a:pt x="432825" y="18900"/>
                </a:lnTo>
                <a:lnTo>
                  <a:pt x="432225" y="19050"/>
                </a:lnTo>
                <a:lnTo>
                  <a:pt x="431550" y="19275"/>
                </a:lnTo>
                <a:lnTo>
                  <a:pt x="430725" y="19725"/>
                </a:lnTo>
                <a:lnTo>
                  <a:pt x="430200" y="20100"/>
                </a:lnTo>
                <a:lnTo>
                  <a:pt x="429825" y="20475"/>
                </a:lnTo>
                <a:lnTo>
                  <a:pt x="429075" y="21300"/>
                </a:lnTo>
                <a:lnTo>
                  <a:pt x="428475" y="22200"/>
                </a:lnTo>
                <a:lnTo>
                  <a:pt x="427950" y="23325"/>
                </a:lnTo>
                <a:lnTo>
                  <a:pt x="427575" y="24450"/>
                </a:lnTo>
                <a:lnTo>
                  <a:pt x="427350" y="25725"/>
                </a:lnTo>
                <a:lnTo>
                  <a:pt x="427200" y="27000"/>
                </a:lnTo>
                <a:lnTo>
                  <a:pt x="427200" y="62400"/>
                </a:lnTo>
                <a:lnTo>
                  <a:pt x="427575" y="63600"/>
                </a:lnTo>
                <a:lnTo>
                  <a:pt x="428175" y="64950"/>
                </a:lnTo>
                <a:lnTo>
                  <a:pt x="429450" y="65250"/>
                </a:lnTo>
                <a:lnTo>
                  <a:pt x="429450" y="66750"/>
                </a:lnTo>
                <a:lnTo>
                  <a:pt x="418800" y="66750"/>
                </a:lnTo>
                <a:lnTo>
                  <a:pt x="418800" y="65250"/>
                </a:lnTo>
                <a:lnTo>
                  <a:pt x="420075" y="64950"/>
                </a:lnTo>
                <a:close/>
                <a:moveTo>
                  <a:pt x="464325" y="65250"/>
                </a:moveTo>
                <a:lnTo>
                  <a:pt x="465600" y="64950"/>
                </a:lnTo>
                <a:lnTo>
                  <a:pt x="466200" y="63600"/>
                </a:lnTo>
                <a:lnTo>
                  <a:pt x="466575" y="62400"/>
                </a:lnTo>
                <a:lnTo>
                  <a:pt x="466575" y="45750"/>
                </a:lnTo>
                <a:lnTo>
                  <a:pt x="466650" y="44625"/>
                </a:lnTo>
                <a:lnTo>
                  <a:pt x="466725" y="43575"/>
                </a:lnTo>
                <a:lnTo>
                  <a:pt x="466950" y="42600"/>
                </a:lnTo>
                <a:lnTo>
                  <a:pt x="467175" y="41475"/>
                </a:lnTo>
                <a:lnTo>
                  <a:pt x="467625" y="40200"/>
                </a:lnTo>
                <a:lnTo>
                  <a:pt x="468150" y="39000"/>
                </a:lnTo>
                <a:lnTo>
                  <a:pt x="468750" y="37875"/>
                </a:lnTo>
                <a:lnTo>
                  <a:pt x="469425" y="36750"/>
                </a:lnTo>
                <a:lnTo>
                  <a:pt x="470175" y="35775"/>
                </a:lnTo>
                <a:lnTo>
                  <a:pt x="470925" y="34875"/>
                </a:lnTo>
                <a:lnTo>
                  <a:pt x="473700" y="32025"/>
                </a:lnTo>
                <a:lnTo>
                  <a:pt x="474375" y="31200"/>
                </a:lnTo>
                <a:lnTo>
                  <a:pt x="475050" y="30375"/>
                </a:lnTo>
                <a:lnTo>
                  <a:pt x="475575" y="29550"/>
                </a:lnTo>
                <a:lnTo>
                  <a:pt x="475875" y="28950"/>
                </a:lnTo>
                <a:lnTo>
                  <a:pt x="476025" y="28350"/>
                </a:lnTo>
                <a:lnTo>
                  <a:pt x="476175" y="27750"/>
                </a:lnTo>
                <a:lnTo>
                  <a:pt x="476250" y="27075"/>
                </a:lnTo>
                <a:lnTo>
                  <a:pt x="476325" y="26700"/>
                </a:lnTo>
                <a:lnTo>
                  <a:pt x="476250" y="25875"/>
                </a:lnTo>
                <a:lnTo>
                  <a:pt x="476025" y="24675"/>
                </a:lnTo>
                <a:lnTo>
                  <a:pt x="475800" y="23925"/>
                </a:lnTo>
                <a:lnTo>
                  <a:pt x="475575" y="23250"/>
                </a:lnTo>
                <a:lnTo>
                  <a:pt x="475275" y="22650"/>
                </a:lnTo>
                <a:lnTo>
                  <a:pt x="474975" y="21975"/>
                </a:lnTo>
                <a:lnTo>
                  <a:pt x="474525" y="21300"/>
                </a:lnTo>
                <a:lnTo>
                  <a:pt x="474075" y="20775"/>
                </a:lnTo>
                <a:lnTo>
                  <a:pt x="473625" y="20250"/>
                </a:lnTo>
                <a:lnTo>
                  <a:pt x="473175" y="19800"/>
                </a:lnTo>
                <a:lnTo>
                  <a:pt x="472650" y="19425"/>
                </a:lnTo>
                <a:lnTo>
                  <a:pt x="472050" y="19050"/>
                </a:lnTo>
                <a:lnTo>
                  <a:pt x="471375" y="18675"/>
                </a:lnTo>
                <a:lnTo>
                  <a:pt x="470775" y="18450"/>
                </a:lnTo>
                <a:lnTo>
                  <a:pt x="470100" y="18225"/>
                </a:lnTo>
                <a:lnTo>
                  <a:pt x="469425" y="18075"/>
                </a:lnTo>
                <a:lnTo>
                  <a:pt x="468825" y="17925"/>
                </a:lnTo>
                <a:lnTo>
                  <a:pt x="468075" y="17925"/>
                </a:lnTo>
                <a:lnTo>
                  <a:pt x="467100" y="17925"/>
                </a:lnTo>
                <a:lnTo>
                  <a:pt x="466275" y="18075"/>
                </a:lnTo>
                <a:lnTo>
                  <a:pt x="465375" y="18300"/>
                </a:lnTo>
                <a:lnTo>
                  <a:pt x="464625" y="18600"/>
                </a:lnTo>
                <a:lnTo>
                  <a:pt x="463875" y="18975"/>
                </a:lnTo>
                <a:lnTo>
                  <a:pt x="463200" y="19425"/>
                </a:lnTo>
                <a:lnTo>
                  <a:pt x="462525" y="20025"/>
                </a:lnTo>
                <a:lnTo>
                  <a:pt x="462000" y="20625"/>
                </a:lnTo>
                <a:lnTo>
                  <a:pt x="461550" y="21300"/>
                </a:lnTo>
                <a:lnTo>
                  <a:pt x="461175" y="21975"/>
                </a:lnTo>
                <a:lnTo>
                  <a:pt x="460875" y="22725"/>
                </a:lnTo>
                <a:lnTo>
                  <a:pt x="460650" y="23550"/>
                </a:lnTo>
                <a:lnTo>
                  <a:pt x="460500" y="24450"/>
                </a:lnTo>
                <a:lnTo>
                  <a:pt x="460500" y="25275"/>
                </a:lnTo>
                <a:lnTo>
                  <a:pt x="460575" y="26325"/>
                </a:lnTo>
                <a:lnTo>
                  <a:pt x="460650" y="27300"/>
                </a:lnTo>
                <a:lnTo>
                  <a:pt x="454575" y="27825"/>
                </a:lnTo>
                <a:lnTo>
                  <a:pt x="454425" y="26850"/>
                </a:lnTo>
                <a:lnTo>
                  <a:pt x="454350" y="26025"/>
                </a:lnTo>
                <a:lnTo>
                  <a:pt x="454350" y="25050"/>
                </a:lnTo>
                <a:lnTo>
                  <a:pt x="454425" y="24150"/>
                </a:lnTo>
                <a:lnTo>
                  <a:pt x="454575" y="22950"/>
                </a:lnTo>
                <a:lnTo>
                  <a:pt x="454875" y="21750"/>
                </a:lnTo>
                <a:lnTo>
                  <a:pt x="455325" y="20625"/>
                </a:lnTo>
                <a:lnTo>
                  <a:pt x="455850" y="19575"/>
                </a:lnTo>
                <a:lnTo>
                  <a:pt x="456525" y="18600"/>
                </a:lnTo>
                <a:lnTo>
                  <a:pt x="457275" y="17700"/>
                </a:lnTo>
                <a:lnTo>
                  <a:pt x="458100" y="16875"/>
                </a:lnTo>
                <a:lnTo>
                  <a:pt x="459075" y="16125"/>
                </a:lnTo>
                <a:lnTo>
                  <a:pt x="460125" y="15450"/>
                </a:lnTo>
                <a:lnTo>
                  <a:pt x="461400" y="14850"/>
                </a:lnTo>
                <a:lnTo>
                  <a:pt x="462600" y="14325"/>
                </a:lnTo>
                <a:lnTo>
                  <a:pt x="463950" y="13950"/>
                </a:lnTo>
                <a:lnTo>
                  <a:pt x="465300" y="13725"/>
                </a:lnTo>
                <a:lnTo>
                  <a:pt x="466725" y="13500"/>
                </a:lnTo>
                <a:lnTo>
                  <a:pt x="468075" y="13500"/>
                </a:lnTo>
                <a:lnTo>
                  <a:pt x="469575" y="13575"/>
                </a:lnTo>
                <a:lnTo>
                  <a:pt x="470925" y="13800"/>
                </a:lnTo>
                <a:lnTo>
                  <a:pt x="472275" y="14100"/>
                </a:lnTo>
                <a:lnTo>
                  <a:pt x="473625" y="14550"/>
                </a:lnTo>
                <a:lnTo>
                  <a:pt x="474750" y="15000"/>
                </a:lnTo>
                <a:lnTo>
                  <a:pt x="476025" y="15675"/>
                </a:lnTo>
                <a:lnTo>
                  <a:pt x="477075" y="16425"/>
                </a:lnTo>
                <a:lnTo>
                  <a:pt x="478125" y="17175"/>
                </a:lnTo>
                <a:lnTo>
                  <a:pt x="479025" y="18075"/>
                </a:lnTo>
                <a:lnTo>
                  <a:pt x="479850" y="19050"/>
                </a:lnTo>
                <a:lnTo>
                  <a:pt x="480525" y="20100"/>
                </a:lnTo>
                <a:lnTo>
                  <a:pt x="481125" y="21225"/>
                </a:lnTo>
                <a:lnTo>
                  <a:pt x="481650" y="22425"/>
                </a:lnTo>
                <a:lnTo>
                  <a:pt x="482025" y="23700"/>
                </a:lnTo>
                <a:lnTo>
                  <a:pt x="482250" y="25050"/>
                </a:lnTo>
                <a:lnTo>
                  <a:pt x="482475" y="26700"/>
                </a:lnTo>
                <a:lnTo>
                  <a:pt x="482400" y="27525"/>
                </a:lnTo>
                <a:lnTo>
                  <a:pt x="482250" y="28500"/>
                </a:lnTo>
                <a:lnTo>
                  <a:pt x="481950" y="29625"/>
                </a:lnTo>
                <a:lnTo>
                  <a:pt x="481575" y="30600"/>
                </a:lnTo>
                <a:lnTo>
                  <a:pt x="481050" y="31575"/>
                </a:lnTo>
                <a:lnTo>
                  <a:pt x="480375" y="32550"/>
                </a:lnTo>
                <a:lnTo>
                  <a:pt x="479625" y="33525"/>
                </a:lnTo>
                <a:lnTo>
                  <a:pt x="478800" y="34500"/>
                </a:lnTo>
                <a:lnTo>
                  <a:pt x="476250" y="37125"/>
                </a:lnTo>
                <a:lnTo>
                  <a:pt x="475500" y="38025"/>
                </a:lnTo>
                <a:lnTo>
                  <a:pt x="474825" y="38850"/>
                </a:lnTo>
                <a:lnTo>
                  <a:pt x="474225" y="39825"/>
                </a:lnTo>
                <a:lnTo>
                  <a:pt x="473700" y="41025"/>
                </a:lnTo>
                <a:lnTo>
                  <a:pt x="473250" y="42150"/>
                </a:lnTo>
                <a:lnTo>
                  <a:pt x="472950" y="43425"/>
                </a:lnTo>
                <a:lnTo>
                  <a:pt x="472800" y="44925"/>
                </a:lnTo>
                <a:lnTo>
                  <a:pt x="472725" y="46350"/>
                </a:lnTo>
                <a:lnTo>
                  <a:pt x="472725" y="62400"/>
                </a:lnTo>
                <a:lnTo>
                  <a:pt x="473100" y="63600"/>
                </a:lnTo>
                <a:lnTo>
                  <a:pt x="473700" y="64950"/>
                </a:lnTo>
                <a:lnTo>
                  <a:pt x="474975" y="65250"/>
                </a:lnTo>
                <a:lnTo>
                  <a:pt x="474975" y="66750"/>
                </a:lnTo>
                <a:lnTo>
                  <a:pt x="464325" y="66750"/>
                </a:lnTo>
                <a:close/>
                <a:moveTo>
                  <a:pt x="504600" y="51075"/>
                </a:moveTo>
                <a:lnTo>
                  <a:pt x="505875" y="50775"/>
                </a:lnTo>
                <a:lnTo>
                  <a:pt x="506475" y="49575"/>
                </a:lnTo>
                <a:lnTo>
                  <a:pt x="506850" y="48450"/>
                </a:lnTo>
                <a:lnTo>
                  <a:pt x="506850" y="35250"/>
                </a:lnTo>
                <a:lnTo>
                  <a:pt x="506850" y="34950"/>
                </a:lnTo>
                <a:lnTo>
                  <a:pt x="506925" y="34725"/>
                </a:lnTo>
                <a:lnTo>
                  <a:pt x="507075" y="34425"/>
                </a:lnTo>
                <a:lnTo>
                  <a:pt x="507225" y="34200"/>
                </a:lnTo>
                <a:lnTo>
                  <a:pt x="507450" y="33975"/>
                </a:lnTo>
                <a:lnTo>
                  <a:pt x="508050" y="33600"/>
                </a:lnTo>
                <a:lnTo>
                  <a:pt x="508350" y="33450"/>
                </a:lnTo>
                <a:lnTo>
                  <a:pt x="509100" y="33225"/>
                </a:lnTo>
                <a:lnTo>
                  <a:pt x="509550" y="33225"/>
                </a:lnTo>
                <a:lnTo>
                  <a:pt x="510075" y="33150"/>
                </a:lnTo>
                <a:lnTo>
                  <a:pt x="509250" y="32175"/>
                </a:lnTo>
                <a:lnTo>
                  <a:pt x="508575" y="31200"/>
                </a:lnTo>
                <a:lnTo>
                  <a:pt x="507975" y="30225"/>
                </a:lnTo>
                <a:lnTo>
                  <a:pt x="507450" y="29325"/>
                </a:lnTo>
                <a:lnTo>
                  <a:pt x="506925" y="28350"/>
                </a:lnTo>
                <a:lnTo>
                  <a:pt x="506550" y="27375"/>
                </a:lnTo>
                <a:lnTo>
                  <a:pt x="506175" y="26475"/>
                </a:lnTo>
                <a:lnTo>
                  <a:pt x="506025" y="25650"/>
                </a:lnTo>
                <a:lnTo>
                  <a:pt x="505800" y="24750"/>
                </a:lnTo>
                <a:lnTo>
                  <a:pt x="505725" y="24000"/>
                </a:lnTo>
                <a:lnTo>
                  <a:pt x="505725" y="23175"/>
                </a:lnTo>
                <a:lnTo>
                  <a:pt x="505800" y="22425"/>
                </a:lnTo>
                <a:lnTo>
                  <a:pt x="505950" y="21750"/>
                </a:lnTo>
                <a:lnTo>
                  <a:pt x="506250" y="21000"/>
                </a:lnTo>
                <a:lnTo>
                  <a:pt x="506550" y="20250"/>
                </a:lnTo>
                <a:lnTo>
                  <a:pt x="506925" y="19575"/>
                </a:lnTo>
                <a:lnTo>
                  <a:pt x="507600" y="18675"/>
                </a:lnTo>
                <a:lnTo>
                  <a:pt x="508125" y="18225"/>
                </a:lnTo>
                <a:lnTo>
                  <a:pt x="508575" y="17775"/>
                </a:lnTo>
                <a:lnTo>
                  <a:pt x="509625" y="17025"/>
                </a:lnTo>
                <a:lnTo>
                  <a:pt x="510900" y="16200"/>
                </a:lnTo>
                <a:lnTo>
                  <a:pt x="512250" y="15525"/>
                </a:lnTo>
                <a:lnTo>
                  <a:pt x="513525" y="15075"/>
                </a:lnTo>
                <a:lnTo>
                  <a:pt x="514950" y="14700"/>
                </a:lnTo>
                <a:lnTo>
                  <a:pt x="516450" y="14400"/>
                </a:lnTo>
                <a:lnTo>
                  <a:pt x="517800" y="14250"/>
                </a:lnTo>
                <a:lnTo>
                  <a:pt x="519375" y="14250"/>
                </a:lnTo>
                <a:lnTo>
                  <a:pt x="520875" y="14325"/>
                </a:lnTo>
                <a:lnTo>
                  <a:pt x="522375" y="14625"/>
                </a:lnTo>
                <a:lnTo>
                  <a:pt x="523800" y="14925"/>
                </a:lnTo>
                <a:lnTo>
                  <a:pt x="525150" y="15375"/>
                </a:lnTo>
                <a:lnTo>
                  <a:pt x="526500" y="15975"/>
                </a:lnTo>
                <a:lnTo>
                  <a:pt x="527925" y="16650"/>
                </a:lnTo>
                <a:lnTo>
                  <a:pt x="528900" y="17250"/>
                </a:lnTo>
                <a:lnTo>
                  <a:pt x="529800" y="17925"/>
                </a:lnTo>
                <a:lnTo>
                  <a:pt x="530700" y="18675"/>
                </a:lnTo>
                <a:lnTo>
                  <a:pt x="531525" y="19425"/>
                </a:lnTo>
                <a:lnTo>
                  <a:pt x="532275" y="20250"/>
                </a:lnTo>
                <a:lnTo>
                  <a:pt x="532950" y="21075"/>
                </a:lnTo>
                <a:lnTo>
                  <a:pt x="533625" y="21975"/>
                </a:lnTo>
                <a:lnTo>
                  <a:pt x="534075" y="22725"/>
                </a:lnTo>
                <a:lnTo>
                  <a:pt x="534450" y="23475"/>
                </a:lnTo>
                <a:lnTo>
                  <a:pt x="534750" y="24225"/>
                </a:lnTo>
                <a:lnTo>
                  <a:pt x="534975" y="24975"/>
                </a:lnTo>
                <a:lnTo>
                  <a:pt x="535125" y="25725"/>
                </a:lnTo>
                <a:lnTo>
                  <a:pt x="535200" y="26475"/>
                </a:lnTo>
                <a:lnTo>
                  <a:pt x="535125" y="27300"/>
                </a:lnTo>
                <a:lnTo>
                  <a:pt x="535050" y="28050"/>
                </a:lnTo>
                <a:lnTo>
                  <a:pt x="534825" y="28800"/>
                </a:lnTo>
                <a:lnTo>
                  <a:pt x="534525" y="29475"/>
                </a:lnTo>
                <a:lnTo>
                  <a:pt x="534150" y="30225"/>
                </a:lnTo>
                <a:lnTo>
                  <a:pt x="533700" y="30900"/>
                </a:lnTo>
                <a:lnTo>
                  <a:pt x="533025" y="31650"/>
                </a:lnTo>
                <a:lnTo>
                  <a:pt x="532425" y="32325"/>
                </a:lnTo>
                <a:lnTo>
                  <a:pt x="531600" y="33000"/>
                </a:lnTo>
                <a:lnTo>
                  <a:pt x="530775" y="33600"/>
                </a:lnTo>
                <a:lnTo>
                  <a:pt x="529875" y="34200"/>
                </a:lnTo>
                <a:lnTo>
                  <a:pt x="528900" y="34725"/>
                </a:lnTo>
                <a:lnTo>
                  <a:pt x="527850" y="35250"/>
                </a:lnTo>
                <a:lnTo>
                  <a:pt x="526800" y="35700"/>
                </a:lnTo>
                <a:lnTo>
                  <a:pt x="525600" y="36075"/>
                </a:lnTo>
                <a:lnTo>
                  <a:pt x="524475" y="36450"/>
                </a:lnTo>
                <a:lnTo>
                  <a:pt x="523200" y="36750"/>
                </a:lnTo>
                <a:lnTo>
                  <a:pt x="522000" y="36975"/>
                </a:lnTo>
                <a:lnTo>
                  <a:pt x="520725" y="37200"/>
                </a:lnTo>
                <a:lnTo>
                  <a:pt x="525225" y="43350"/>
                </a:lnTo>
                <a:lnTo>
                  <a:pt x="526650" y="45150"/>
                </a:lnTo>
                <a:lnTo>
                  <a:pt x="527925" y="46500"/>
                </a:lnTo>
                <a:lnTo>
                  <a:pt x="529350" y="47925"/>
                </a:lnTo>
                <a:lnTo>
                  <a:pt x="530700" y="49050"/>
                </a:lnTo>
                <a:lnTo>
                  <a:pt x="532050" y="50025"/>
                </a:lnTo>
                <a:lnTo>
                  <a:pt x="532800" y="50475"/>
                </a:lnTo>
                <a:lnTo>
                  <a:pt x="533475" y="50775"/>
                </a:lnTo>
                <a:lnTo>
                  <a:pt x="531675" y="52500"/>
                </a:lnTo>
                <a:lnTo>
                  <a:pt x="527025" y="52500"/>
                </a:lnTo>
                <a:lnTo>
                  <a:pt x="526275" y="51975"/>
                </a:lnTo>
                <a:lnTo>
                  <a:pt x="525075" y="51075"/>
                </a:lnTo>
                <a:lnTo>
                  <a:pt x="523875" y="49950"/>
                </a:lnTo>
                <a:lnTo>
                  <a:pt x="522675" y="48750"/>
                </a:lnTo>
                <a:lnTo>
                  <a:pt x="521325" y="47175"/>
                </a:lnTo>
                <a:lnTo>
                  <a:pt x="520050" y="45600"/>
                </a:lnTo>
                <a:lnTo>
                  <a:pt x="518700" y="43800"/>
                </a:lnTo>
                <a:lnTo>
                  <a:pt x="515550" y="39450"/>
                </a:lnTo>
                <a:lnTo>
                  <a:pt x="513975" y="37425"/>
                </a:lnTo>
                <a:lnTo>
                  <a:pt x="513825" y="37350"/>
                </a:lnTo>
                <a:lnTo>
                  <a:pt x="513000" y="37350"/>
                </a:lnTo>
                <a:lnTo>
                  <a:pt x="513000" y="48450"/>
                </a:lnTo>
                <a:lnTo>
                  <a:pt x="513375" y="49575"/>
                </a:lnTo>
                <a:lnTo>
                  <a:pt x="513975" y="50775"/>
                </a:lnTo>
                <a:lnTo>
                  <a:pt x="515250" y="51075"/>
                </a:lnTo>
                <a:lnTo>
                  <a:pt x="515250" y="52500"/>
                </a:lnTo>
                <a:lnTo>
                  <a:pt x="504600" y="52500"/>
                </a:lnTo>
                <a:close/>
                <a:moveTo>
                  <a:pt x="518400" y="33225"/>
                </a:moveTo>
                <a:lnTo>
                  <a:pt x="519450" y="33075"/>
                </a:lnTo>
                <a:lnTo>
                  <a:pt x="520500" y="32925"/>
                </a:lnTo>
                <a:lnTo>
                  <a:pt x="521475" y="32775"/>
                </a:lnTo>
                <a:lnTo>
                  <a:pt x="522450" y="32475"/>
                </a:lnTo>
                <a:lnTo>
                  <a:pt x="523425" y="32175"/>
                </a:lnTo>
                <a:lnTo>
                  <a:pt x="524325" y="31875"/>
                </a:lnTo>
                <a:lnTo>
                  <a:pt x="525150" y="31425"/>
                </a:lnTo>
                <a:lnTo>
                  <a:pt x="525900" y="31050"/>
                </a:lnTo>
                <a:lnTo>
                  <a:pt x="526575" y="30525"/>
                </a:lnTo>
                <a:lnTo>
                  <a:pt x="527175" y="30075"/>
                </a:lnTo>
                <a:lnTo>
                  <a:pt x="527700" y="29550"/>
                </a:lnTo>
                <a:lnTo>
                  <a:pt x="528150" y="29025"/>
                </a:lnTo>
                <a:lnTo>
                  <a:pt x="528525" y="28500"/>
                </a:lnTo>
                <a:lnTo>
                  <a:pt x="528825" y="27900"/>
                </a:lnTo>
                <a:lnTo>
                  <a:pt x="528975" y="27300"/>
                </a:lnTo>
                <a:lnTo>
                  <a:pt x="529050" y="26700"/>
                </a:lnTo>
                <a:lnTo>
                  <a:pt x="529050" y="26100"/>
                </a:lnTo>
                <a:lnTo>
                  <a:pt x="528900" y="25425"/>
                </a:lnTo>
                <a:lnTo>
                  <a:pt x="528675" y="24825"/>
                </a:lnTo>
                <a:lnTo>
                  <a:pt x="528225" y="24075"/>
                </a:lnTo>
                <a:lnTo>
                  <a:pt x="527700" y="23250"/>
                </a:lnTo>
                <a:lnTo>
                  <a:pt x="527175" y="22575"/>
                </a:lnTo>
                <a:lnTo>
                  <a:pt x="526575" y="21900"/>
                </a:lnTo>
                <a:lnTo>
                  <a:pt x="525975" y="21300"/>
                </a:lnTo>
                <a:lnTo>
                  <a:pt x="525225" y="20700"/>
                </a:lnTo>
                <a:lnTo>
                  <a:pt x="524475" y="20175"/>
                </a:lnTo>
                <a:lnTo>
                  <a:pt x="523650" y="19725"/>
                </a:lnTo>
                <a:lnTo>
                  <a:pt x="522825" y="19275"/>
                </a:lnTo>
                <a:lnTo>
                  <a:pt x="522075" y="18975"/>
                </a:lnTo>
                <a:lnTo>
                  <a:pt x="521250" y="18750"/>
                </a:lnTo>
                <a:lnTo>
                  <a:pt x="520350" y="18525"/>
                </a:lnTo>
                <a:lnTo>
                  <a:pt x="519675" y="18450"/>
                </a:lnTo>
                <a:lnTo>
                  <a:pt x="518925" y="18375"/>
                </a:lnTo>
                <a:lnTo>
                  <a:pt x="518175" y="18450"/>
                </a:lnTo>
                <a:lnTo>
                  <a:pt x="517575" y="18450"/>
                </a:lnTo>
                <a:lnTo>
                  <a:pt x="516975" y="18600"/>
                </a:lnTo>
                <a:lnTo>
                  <a:pt x="516300" y="18750"/>
                </a:lnTo>
                <a:lnTo>
                  <a:pt x="515700" y="18975"/>
                </a:lnTo>
                <a:lnTo>
                  <a:pt x="515025" y="19275"/>
                </a:lnTo>
                <a:lnTo>
                  <a:pt x="514350" y="19650"/>
                </a:lnTo>
                <a:lnTo>
                  <a:pt x="513825" y="20025"/>
                </a:lnTo>
                <a:lnTo>
                  <a:pt x="513375" y="20325"/>
                </a:lnTo>
                <a:lnTo>
                  <a:pt x="513000" y="20775"/>
                </a:lnTo>
                <a:lnTo>
                  <a:pt x="512625" y="21150"/>
                </a:lnTo>
                <a:lnTo>
                  <a:pt x="512325" y="21675"/>
                </a:lnTo>
                <a:lnTo>
                  <a:pt x="512100" y="22125"/>
                </a:lnTo>
                <a:lnTo>
                  <a:pt x="512025" y="22650"/>
                </a:lnTo>
                <a:lnTo>
                  <a:pt x="511875" y="23250"/>
                </a:lnTo>
                <a:lnTo>
                  <a:pt x="511875" y="23700"/>
                </a:lnTo>
                <a:lnTo>
                  <a:pt x="511950" y="24375"/>
                </a:lnTo>
                <a:lnTo>
                  <a:pt x="512025" y="24900"/>
                </a:lnTo>
                <a:lnTo>
                  <a:pt x="512250" y="25575"/>
                </a:lnTo>
                <a:lnTo>
                  <a:pt x="512400" y="26175"/>
                </a:lnTo>
                <a:lnTo>
                  <a:pt x="513075" y="27525"/>
                </a:lnTo>
                <a:lnTo>
                  <a:pt x="513450" y="28350"/>
                </a:lnTo>
                <a:lnTo>
                  <a:pt x="513975" y="29175"/>
                </a:lnTo>
                <a:lnTo>
                  <a:pt x="515175" y="30750"/>
                </a:lnTo>
                <a:lnTo>
                  <a:pt x="516075" y="31950"/>
                </a:lnTo>
                <a:lnTo>
                  <a:pt x="517275" y="33225"/>
                </a:lnTo>
                <a:close/>
                <a:moveTo>
                  <a:pt x="541200" y="48150"/>
                </a:moveTo>
                <a:lnTo>
                  <a:pt x="546975" y="48150"/>
                </a:lnTo>
                <a:lnTo>
                  <a:pt x="547725" y="46575"/>
                </a:lnTo>
                <a:lnTo>
                  <a:pt x="549150" y="42900"/>
                </a:lnTo>
                <a:lnTo>
                  <a:pt x="549900" y="41325"/>
                </a:lnTo>
                <a:lnTo>
                  <a:pt x="550650" y="39900"/>
                </a:lnTo>
                <a:lnTo>
                  <a:pt x="551550" y="38625"/>
                </a:lnTo>
                <a:lnTo>
                  <a:pt x="552150" y="37950"/>
                </a:lnTo>
                <a:lnTo>
                  <a:pt x="552975" y="37050"/>
                </a:lnTo>
                <a:lnTo>
                  <a:pt x="553650" y="36375"/>
                </a:lnTo>
                <a:lnTo>
                  <a:pt x="554475" y="35775"/>
                </a:lnTo>
                <a:lnTo>
                  <a:pt x="555300" y="35175"/>
                </a:lnTo>
                <a:lnTo>
                  <a:pt x="556200" y="34575"/>
                </a:lnTo>
                <a:lnTo>
                  <a:pt x="557250" y="33975"/>
                </a:lnTo>
                <a:lnTo>
                  <a:pt x="558450" y="33375"/>
                </a:lnTo>
                <a:lnTo>
                  <a:pt x="557250" y="32775"/>
                </a:lnTo>
                <a:lnTo>
                  <a:pt x="556350" y="32250"/>
                </a:lnTo>
                <a:lnTo>
                  <a:pt x="555300" y="31575"/>
                </a:lnTo>
                <a:lnTo>
                  <a:pt x="554475" y="30975"/>
                </a:lnTo>
                <a:lnTo>
                  <a:pt x="553650" y="30375"/>
                </a:lnTo>
                <a:lnTo>
                  <a:pt x="552975" y="29700"/>
                </a:lnTo>
                <a:lnTo>
                  <a:pt x="552150" y="28800"/>
                </a:lnTo>
                <a:lnTo>
                  <a:pt x="551550" y="28125"/>
                </a:lnTo>
                <a:lnTo>
                  <a:pt x="550650" y="26850"/>
                </a:lnTo>
                <a:lnTo>
                  <a:pt x="549900" y="25425"/>
                </a:lnTo>
                <a:lnTo>
                  <a:pt x="549150" y="23850"/>
                </a:lnTo>
                <a:lnTo>
                  <a:pt x="547725" y="20175"/>
                </a:lnTo>
                <a:lnTo>
                  <a:pt x="546975" y="18600"/>
                </a:lnTo>
                <a:lnTo>
                  <a:pt x="541200" y="18600"/>
                </a:lnTo>
                <a:lnTo>
                  <a:pt x="540825" y="17400"/>
                </a:lnTo>
                <a:lnTo>
                  <a:pt x="540225" y="16050"/>
                </a:lnTo>
                <a:lnTo>
                  <a:pt x="538950" y="15750"/>
                </a:lnTo>
                <a:lnTo>
                  <a:pt x="538950" y="14250"/>
                </a:lnTo>
                <a:lnTo>
                  <a:pt x="544275" y="14250"/>
                </a:lnTo>
                <a:lnTo>
                  <a:pt x="550575" y="14250"/>
                </a:lnTo>
                <a:lnTo>
                  <a:pt x="550875" y="14550"/>
                </a:lnTo>
                <a:lnTo>
                  <a:pt x="551550" y="15300"/>
                </a:lnTo>
                <a:lnTo>
                  <a:pt x="552225" y="16200"/>
                </a:lnTo>
                <a:lnTo>
                  <a:pt x="552750" y="17175"/>
                </a:lnTo>
                <a:lnTo>
                  <a:pt x="553575" y="18900"/>
                </a:lnTo>
                <a:lnTo>
                  <a:pt x="555225" y="22875"/>
                </a:lnTo>
                <a:lnTo>
                  <a:pt x="556725" y="26400"/>
                </a:lnTo>
                <a:lnTo>
                  <a:pt x="557550" y="28050"/>
                </a:lnTo>
                <a:lnTo>
                  <a:pt x="558000" y="28800"/>
                </a:lnTo>
                <a:lnTo>
                  <a:pt x="558450" y="29400"/>
                </a:lnTo>
                <a:lnTo>
                  <a:pt x="558450" y="18600"/>
                </a:lnTo>
                <a:lnTo>
                  <a:pt x="558075" y="17400"/>
                </a:lnTo>
                <a:lnTo>
                  <a:pt x="557475" y="16050"/>
                </a:lnTo>
                <a:lnTo>
                  <a:pt x="556200" y="15750"/>
                </a:lnTo>
                <a:lnTo>
                  <a:pt x="556200" y="14250"/>
                </a:lnTo>
                <a:lnTo>
                  <a:pt x="566850" y="14250"/>
                </a:lnTo>
                <a:lnTo>
                  <a:pt x="566850" y="15750"/>
                </a:lnTo>
                <a:lnTo>
                  <a:pt x="565575" y="16050"/>
                </a:lnTo>
                <a:lnTo>
                  <a:pt x="564975" y="17400"/>
                </a:lnTo>
                <a:lnTo>
                  <a:pt x="564600" y="18600"/>
                </a:lnTo>
                <a:lnTo>
                  <a:pt x="564600" y="29400"/>
                </a:lnTo>
                <a:lnTo>
                  <a:pt x="565050" y="28800"/>
                </a:lnTo>
                <a:lnTo>
                  <a:pt x="565500" y="28050"/>
                </a:lnTo>
                <a:lnTo>
                  <a:pt x="566325" y="26400"/>
                </a:lnTo>
                <a:lnTo>
                  <a:pt x="567825" y="22875"/>
                </a:lnTo>
                <a:lnTo>
                  <a:pt x="569475" y="18900"/>
                </a:lnTo>
                <a:lnTo>
                  <a:pt x="570300" y="17175"/>
                </a:lnTo>
                <a:lnTo>
                  <a:pt x="570825" y="16200"/>
                </a:lnTo>
                <a:lnTo>
                  <a:pt x="571500" y="15300"/>
                </a:lnTo>
                <a:lnTo>
                  <a:pt x="572175" y="14550"/>
                </a:lnTo>
                <a:lnTo>
                  <a:pt x="572475" y="14250"/>
                </a:lnTo>
                <a:lnTo>
                  <a:pt x="578775" y="14250"/>
                </a:lnTo>
                <a:lnTo>
                  <a:pt x="584100" y="14250"/>
                </a:lnTo>
                <a:lnTo>
                  <a:pt x="584100" y="15750"/>
                </a:lnTo>
                <a:lnTo>
                  <a:pt x="582825" y="16050"/>
                </a:lnTo>
                <a:lnTo>
                  <a:pt x="582225" y="17400"/>
                </a:lnTo>
                <a:lnTo>
                  <a:pt x="581850" y="18600"/>
                </a:lnTo>
                <a:lnTo>
                  <a:pt x="576075" y="18600"/>
                </a:lnTo>
                <a:lnTo>
                  <a:pt x="575325" y="20175"/>
                </a:lnTo>
                <a:lnTo>
                  <a:pt x="573900" y="23850"/>
                </a:lnTo>
                <a:lnTo>
                  <a:pt x="573150" y="25425"/>
                </a:lnTo>
                <a:lnTo>
                  <a:pt x="572400" y="26850"/>
                </a:lnTo>
                <a:lnTo>
                  <a:pt x="571500" y="28125"/>
                </a:lnTo>
                <a:lnTo>
                  <a:pt x="570900" y="28800"/>
                </a:lnTo>
                <a:lnTo>
                  <a:pt x="570075" y="29700"/>
                </a:lnTo>
                <a:lnTo>
                  <a:pt x="569400" y="30375"/>
                </a:lnTo>
                <a:lnTo>
                  <a:pt x="568575" y="30975"/>
                </a:lnTo>
                <a:lnTo>
                  <a:pt x="567750" y="31575"/>
                </a:lnTo>
                <a:lnTo>
                  <a:pt x="566700" y="32250"/>
                </a:lnTo>
                <a:lnTo>
                  <a:pt x="565800" y="32775"/>
                </a:lnTo>
                <a:lnTo>
                  <a:pt x="564600" y="33375"/>
                </a:lnTo>
                <a:lnTo>
                  <a:pt x="565800" y="33975"/>
                </a:lnTo>
                <a:lnTo>
                  <a:pt x="566850" y="34575"/>
                </a:lnTo>
                <a:lnTo>
                  <a:pt x="567750" y="35175"/>
                </a:lnTo>
                <a:lnTo>
                  <a:pt x="568575" y="35775"/>
                </a:lnTo>
                <a:lnTo>
                  <a:pt x="569400" y="36375"/>
                </a:lnTo>
                <a:lnTo>
                  <a:pt x="570075" y="37050"/>
                </a:lnTo>
                <a:lnTo>
                  <a:pt x="570900" y="37950"/>
                </a:lnTo>
                <a:lnTo>
                  <a:pt x="571500" y="38625"/>
                </a:lnTo>
                <a:lnTo>
                  <a:pt x="572400" y="39900"/>
                </a:lnTo>
                <a:lnTo>
                  <a:pt x="573150" y="41325"/>
                </a:lnTo>
                <a:lnTo>
                  <a:pt x="573900" y="42900"/>
                </a:lnTo>
                <a:lnTo>
                  <a:pt x="575325" y="46575"/>
                </a:lnTo>
                <a:lnTo>
                  <a:pt x="576075" y="48150"/>
                </a:lnTo>
                <a:lnTo>
                  <a:pt x="581850" y="48150"/>
                </a:lnTo>
                <a:lnTo>
                  <a:pt x="582225" y="49350"/>
                </a:lnTo>
                <a:lnTo>
                  <a:pt x="582825" y="50700"/>
                </a:lnTo>
                <a:lnTo>
                  <a:pt x="584100" y="51000"/>
                </a:lnTo>
                <a:lnTo>
                  <a:pt x="584100" y="52500"/>
                </a:lnTo>
                <a:lnTo>
                  <a:pt x="578775" y="52500"/>
                </a:lnTo>
                <a:lnTo>
                  <a:pt x="572475" y="52500"/>
                </a:lnTo>
                <a:lnTo>
                  <a:pt x="572175" y="52200"/>
                </a:lnTo>
                <a:lnTo>
                  <a:pt x="571500" y="51450"/>
                </a:lnTo>
                <a:lnTo>
                  <a:pt x="570825" y="50550"/>
                </a:lnTo>
                <a:lnTo>
                  <a:pt x="570300" y="49575"/>
                </a:lnTo>
                <a:lnTo>
                  <a:pt x="569475" y="47850"/>
                </a:lnTo>
                <a:lnTo>
                  <a:pt x="567825" y="43875"/>
                </a:lnTo>
                <a:lnTo>
                  <a:pt x="566325" y="40350"/>
                </a:lnTo>
                <a:lnTo>
                  <a:pt x="565500" y="38700"/>
                </a:lnTo>
                <a:lnTo>
                  <a:pt x="565050" y="37950"/>
                </a:lnTo>
                <a:lnTo>
                  <a:pt x="564600" y="37350"/>
                </a:lnTo>
                <a:lnTo>
                  <a:pt x="564600" y="48150"/>
                </a:lnTo>
                <a:lnTo>
                  <a:pt x="564975" y="49350"/>
                </a:lnTo>
                <a:lnTo>
                  <a:pt x="565575" y="50700"/>
                </a:lnTo>
                <a:lnTo>
                  <a:pt x="566850" y="51000"/>
                </a:lnTo>
                <a:lnTo>
                  <a:pt x="566850" y="52500"/>
                </a:lnTo>
                <a:lnTo>
                  <a:pt x="556200" y="52500"/>
                </a:lnTo>
                <a:lnTo>
                  <a:pt x="556200" y="51000"/>
                </a:lnTo>
                <a:lnTo>
                  <a:pt x="557475" y="50700"/>
                </a:lnTo>
                <a:lnTo>
                  <a:pt x="558075" y="49350"/>
                </a:lnTo>
                <a:lnTo>
                  <a:pt x="558450" y="48150"/>
                </a:lnTo>
                <a:lnTo>
                  <a:pt x="558450" y="37350"/>
                </a:lnTo>
                <a:lnTo>
                  <a:pt x="558000" y="37950"/>
                </a:lnTo>
                <a:lnTo>
                  <a:pt x="557550" y="38700"/>
                </a:lnTo>
                <a:lnTo>
                  <a:pt x="556725" y="40350"/>
                </a:lnTo>
                <a:lnTo>
                  <a:pt x="555225" y="43875"/>
                </a:lnTo>
                <a:lnTo>
                  <a:pt x="553500" y="48000"/>
                </a:lnTo>
                <a:lnTo>
                  <a:pt x="552675" y="49725"/>
                </a:lnTo>
                <a:lnTo>
                  <a:pt x="552075" y="50775"/>
                </a:lnTo>
                <a:lnTo>
                  <a:pt x="551325" y="51750"/>
                </a:lnTo>
                <a:lnTo>
                  <a:pt x="550650" y="52500"/>
                </a:lnTo>
                <a:lnTo>
                  <a:pt x="550575" y="52500"/>
                </a:lnTo>
                <a:lnTo>
                  <a:pt x="544275" y="52500"/>
                </a:lnTo>
                <a:lnTo>
                  <a:pt x="538950" y="52500"/>
                </a:lnTo>
                <a:lnTo>
                  <a:pt x="538950" y="51000"/>
                </a:lnTo>
                <a:lnTo>
                  <a:pt x="540225" y="50700"/>
                </a:lnTo>
                <a:lnTo>
                  <a:pt x="540825" y="49350"/>
                </a:lnTo>
                <a:close/>
                <a:moveTo>
                  <a:pt x="589575" y="51000"/>
                </a:moveTo>
                <a:lnTo>
                  <a:pt x="590850" y="50700"/>
                </a:lnTo>
                <a:lnTo>
                  <a:pt x="591450" y="49350"/>
                </a:lnTo>
                <a:lnTo>
                  <a:pt x="591825" y="48150"/>
                </a:lnTo>
                <a:lnTo>
                  <a:pt x="591825" y="4350"/>
                </a:lnTo>
                <a:lnTo>
                  <a:pt x="591450" y="3150"/>
                </a:lnTo>
                <a:lnTo>
                  <a:pt x="590850" y="1800"/>
                </a:lnTo>
                <a:lnTo>
                  <a:pt x="589575" y="1500"/>
                </a:lnTo>
                <a:lnTo>
                  <a:pt x="589575" y="0"/>
                </a:lnTo>
                <a:lnTo>
                  <a:pt x="591825" y="0"/>
                </a:lnTo>
                <a:lnTo>
                  <a:pt x="597975" y="0"/>
                </a:lnTo>
                <a:lnTo>
                  <a:pt x="600225" y="0"/>
                </a:lnTo>
                <a:lnTo>
                  <a:pt x="600225" y="1500"/>
                </a:lnTo>
                <a:lnTo>
                  <a:pt x="598950" y="1800"/>
                </a:lnTo>
                <a:lnTo>
                  <a:pt x="598350" y="3150"/>
                </a:lnTo>
                <a:lnTo>
                  <a:pt x="597975" y="4350"/>
                </a:lnTo>
                <a:lnTo>
                  <a:pt x="597975" y="13275"/>
                </a:lnTo>
                <a:lnTo>
                  <a:pt x="599100" y="13425"/>
                </a:lnTo>
                <a:lnTo>
                  <a:pt x="600300" y="13650"/>
                </a:lnTo>
                <a:lnTo>
                  <a:pt x="601350" y="13875"/>
                </a:lnTo>
                <a:lnTo>
                  <a:pt x="602475" y="14175"/>
                </a:lnTo>
                <a:lnTo>
                  <a:pt x="603450" y="14475"/>
                </a:lnTo>
                <a:lnTo>
                  <a:pt x="604575" y="14775"/>
                </a:lnTo>
                <a:lnTo>
                  <a:pt x="605475" y="15150"/>
                </a:lnTo>
                <a:lnTo>
                  <a:pt x="606450" y="15600"/>
                </a:lnTo>
                <a:lnTo>
                  <a:pt x="607275" y="16050"/>
                </a:lnTo>
                <a:lnTo>
                  <a:pt x="608250" y="16575"/>
                </a:lnTo>
                <a:lnTo>
                  <a:pt x="609150" y="17175"/>
                </a:lnTo>
                <a:lnTo>
                  <a:pt x="609975" y="17775"/>
                </a:lnTo>
                <a:lnTo>
                  <a:pt x="610800" y="18375"/>
                </a:lnTo>
                <a:lnTo>
                  <a:pt x="611550" y="19050"/>
                </a:lnTo>
                <a:lnTo>
                  <a:pt x="612375" y="19875"/>
                </a:lnTo>
                <a:lnTo>
                  <a:pt x="613050" y="20625"/>
                </a:lnTo>
                <a:lnTo>
                  <a:pt x="613650" y="21300"/>
                </a:lnTo>
                <a:lnTo>
                  <a:pt x="614250" y="22200"/>
                </a:lnTo>
                <a:lnTo>
                  <a:pt x="614850" y="23025"/>
                </a:lnTo>
                <a:lnTo>
                  <a:pt x="615375" y="23925"/>
                </a:lnTo>
                <a:lnTo>
                  <a:pt x="615900" y="24900"/>
                </a:lnTo>
                <a:lnTo>
                  <a:pt x="616275" y="25875"/>
                </a:lnTo>
                <a:lnTo>
                  <a:pt x="616725" y="26850"/>
                </a:lnTo>
                <a:lnTo>
                  <a:pt x="617025" y="27825"/>
                </a:lnTo>
                <a:lnTo>
                  <a:pt x="617325" y="28875"/>
                </a:lnTo>
                <a:lnTo>
                  <a:pt x="617550" y="29925"/>
                </a:lnTo>
                <a:lnTo>
                  <a:pt x="617700" y="30975"/>
                </a:lnTo>
                <a:lnTo>
                  <a:pt x="617850" y="31950"/>
                </a:lnTo>
                <a:lnTo>
                  <a:pt x="617925" y="33000"/>
                </a:lnTo>
                <a:lnTo>
                  <a:pt x="617925" y="34050"/>
                </a:lnTo>
                <a:lnTo>
                  <a:pt x="617925" y="35100"/>
                </a:lnTo>
                <a:lnTo>
                  <a:pt x="617850" y="36150"/>
                </a:lnTo>
                <a:lnTo>
                  <a:pt x="617625" y="37350"/>
                </a:lnTo>
                <a:lnTo>
                  <a:pt x="617400" y="38550"/>
                </a:lnTo>
                <a:lnTo>
                  <a:pt x="617100" y="39750"/>
                </a:lnTo>
                <a:lnTo>
                  <a:pt x="616800" y="40725"/>
                </a:lnTo>
                <a:lnTo>
                  <a:pt x="616350" y="41850"/>
                </a:lnTo>
                <a:lnTo>
                  <a:pt x="615900" y="42975"/>
                </a:lnTo>
                <a:lnTo>
                  <a:pt x="615300" y="44100"/>
                </a:lnTo>
                <a:lnTo>
                  <a:pt x="614700" y="45000"/>
                </a:lnTo>
                <a:lnTo>
                  <a:pt x="614025" y="46050"/>
                </a:lnTo>
                <a:lnTo>
                  <a:pt x="613350" y="46950"/>
                </a:lnTo>
                <a:lnTo>
                  <a:pt x="612600" y="47775"/>
                </a:lnTo>
                <a:lnTo>
                  <a:pt x="611775" y="48600"/>
                </a:lnTo>
                <a:lnTo>
                  <a:pt x="610875" y="49350"/>
                </a:lnTo>
                <a:lnTo>
                  <a:pt x="609975" y="50100"/>
                </a:lnTo>
                <a:lnTo>
                  <a:pt x="609000" y="50850"/>
                </a:lnTo>
                <a:lnTo>
                  <a:pt x="607950" y="51450"/>
                </a:lnTo>
                <a:lnTo>
                  <a:pt x="606675" y="52125"/>
                </a:lnTo>
                <a:lnTo>
                  <a:pt x="605925" y="52500"/>
                </a:lnTo>
                <a:lnTo>
                  <a:pt x="591825" y="52500"/>
                </a:lnTo>
                <a:lnTo>
                  <a:pt x="589575" y="52500"/>
                </a:lnTo>
                <a:close/>
                <a:moveTo>
                  <a:pt x="598650" y="49950"/>
                </a:moveTo>
                <a:lnTo>
                  <a:pt x="599775" y="49725"/>
                </a:lnTo>
                <a:lnTo>
                  <a:pt x="600825" y="49425"/>
                </a:lnTo>
                <a:lnTo>
                  <a:pt x="601875" y="49125"/>
                </a:lnTo>
                <a:lnTo>
                  <a:pt x="602925" y="48600"/>
                </a:lnTo>
                <a:lnTo>
                  <a:pt x="604275" y="47925"/>
                </a:lnTo>
                <a:lnTo>
                  <a:pt x="605625" y="46950"/>
                </a:lnTo>
                <a:lnTo>
                  <a:pt x="606750" y="46050"/>
                </a:lnTo>
                <a:lnTo>
                  <a:pt x="607875" y="44850"/>
                </a:lnTo>
                <a:lnTo>
                  <a:pt x="608775" y="43650"/>
                </a:lnTo>
                <a:lnTo>
                  <a:pt x="609600" y="42375"/>
                </a:lnTo>
                <a:lnTo>
                  <a:pt x="610275" y="41100"/>
                </a:lnTo>
                <a:lnTo>
                  <a:pt x="610875" y="39675"/>
                </a:lnTo>
                <a:lnTo>
                  <a:pt x="611250" y="38175"/>
                </a:lnTo>
                <a:lnTo>
                  <a:pt x="611550" y="36750"/>
                </a:lnTo>
                <a:lnTo>
                  <a:pt x="611775" y="35175"/>
                </a:lnTo>
                <a:lnTo>
                  <a:pt x="611775" y="33675"/>
                </a:lnTo>
                <a:lnTo>
                  <a:pt x="611700" y="32175"/>
                </a:lnTo>
                <a:lnTo>
                  <a:pt x="611475" y="30675"/>
                </a:lnTo>
                <a:lnTo>
                  <a:pt x="611175" y="29175"/>
                </a:lnTo>
                <a:lnTo>
                  <a:pt x="610725" y="27825"/>
                </a:lnTo>
                <a:lnTo>
                  <a:pt x="610125" y="26475"/>
                </a:lnTo>
                <a:lnTo>
                  <a:pt x="609450" y="25275"/>
                </a:lnTo>
                <a:lnTo>
                  <a:pt x="608625" y="24000"/>
                </a:lnTo>
                <a:lnTo>
                  <a:pt x="607800" y="22950"/>
                </a:lnTo>
                <a:lnTo>
                  <a:pt x="606825" y="21975"/>
                </a:lnTo>
                <a:lnTo>
                  <a:pt x="605850" y="21075"/>
                </a:lnTo>
                <a:lnTo>
                  <a:pt x="604725" y="20250"/>
                </a:lnTo>
                <a:lnTo>
                  <a:pt x="603525" y="19575"/>
                </a:lnTo>
                <a:lnTo>
                  <a:pt x="602250" y="18900"/>
                </a:lnTo>
                <a:lnTo>
                  <a:pt x="600825" y="18450"/>
                </a:lnTo>
                <a:lnTo>
                  <a:pt x="599475" y="18075"/>
                </a:lnTo>
                <a:lnTo>
                  <a:pt x="597975" y="17775"/>
                </a:lnTo>
                <a:lnTo>
                  <a:pt x="597975" y="48150"/>
                </a:lnTo>
                <a:lnTo>
                  <a:pt x="598350" y="49350"/>
                </a:lnTo>
                <a:close/>
                <a:moveTo>
                  <a:pt x="669675" y="48600"/>
                </a:moveTo>
                <a:lnTo>
                  <a:pt x="670125" y="49200"/>
                </a:lnTo>
                <a:lnTo>
                  <a:pt x="670575" y="49650"/>
                </a:lnTo>
                <a:lnTo>
                  <a:pt x="671175" y="50250"/>
                </a:lnTo>
                <a:lnTo>
                  <a:pt x="672450" y="51300"/>
                </a:lnTo>
                <a:lnTo>
                  <a:pt x="673275" y="51900"/>
                </a:lnTo>
                <a:lnTo>
                  <a:pt x="674175" y="52500"/>
                </a:lnTo>
                <a:lnTo>
                  <a:pt x="669975" y="52500"/>
                </a:lnTo>
                <a:lnTo>
                  <a:pt x="644475" y="52500"/>
                </a:lnTo>
                <a:lnTo>
                  <a:pt x="644325" y="52350"/>
                </a:lnTo>
                <a:lnTo>
                  <a:pt x="644100" y="52125"/>
                </a:lnTo>
                <a:lnTo>
                  <a:pt x="643875" y="51825"/>
                </a:lnTo>
                <a:lnTo>
                  <a:pt x="643800" y="51600"/>
                </a:lnTo>
                <a:lnTo>
                  <a:pt x="643725" y="51300"/>
                </a:lnTo>
                <a:lnTo>
                  <a:pt x="643650" y="51000"/>
                </a:lnTo>
                <a:lnTo>
                  <a:pt x="643650" y="46500"/>
                </a:lnTo>
                <a:lnTo>
                  <a:pt x="649800" y="46500"/>
                </a:lnTo>
                <a:lnTo>
                  <a:pt x="649800" y="48750"/>
                </a:lnTo>
                <a:lnTo>
                  <a:pt x="663075" y="48750"/>
                </a:lnTo>
                <a:lnTo>
                  <a:pt x="662700" y="48150"/>
                </a:lnTo>
                <a:lnTo>
                  <a:pt x="645225" y="18300"/>
                </a:lnTo>
                <a:lnTo>
                  <a:pt x="644925" y="17850"/>
                </a:lnTo>
                <a:lnTo>
                  <a:pt x="644475" y="17250"/>
                </a:lnTo>
                <a:lnTo>
                  <a:pt x="643500" y="16350"/>
                </a:lnTo>
                <a:lnTo>
                  <a:pt x="642225" y="15300"/>
                </a:lnTo>
                <a:lnTo>
                  <a:pt x="640650" y="14250"/>
                </a:lnTo>
                <a:lnTo>
                  <a:pt x="644850" y="14250"/>
                </a:lnTo>
                <a:lnTo>
                  <a:pt x="670350" y="14250"/>
                </a:lnTo>
                <a:lnTo>
                  <a:pt x="670575" y="14400"/>
                </a:lnTo>
                <a:lnTo>
                  <a:pt x="670800" y="14625"/>
                </a:lnTo>
                <a:lnTo>
                  <a:pt x="670950" y="14925"/>
                </a:lnTo>
                <a:lnTo>
                  <a:pt x="671100" y="15150"/>
                </a:lnTo>
                <a:lnTo>
                  <a:pt x="671175" y="15450"/>
                </a:lnTo>
                <a:lnTo>
                  <a:pt x="671175" y="15750"/>
                </a:lnTo>
                <a:lnTo>
                  <a:pt x="671175" y="20250"/>
                </a:lnTo>
                <a:lnTo>
                  <a:pt x="665025" y="20250"/>
                </a:lnTo>
                <a:lnTo>
                  <a:pt x="665025" y="18000"/>
                </a:lnTo>
                <a:lnTo>
                  <a:pt x="651825" y="18000"/>
                </a:lnTo>
                <a:lnTo>
                  <a:pt x="652125" y="18600"/>
                </a:lnTo>
                <a:close/>
                <a:moveTo>
                  <a:pt x="694875" y="64950"/>
                </a:moveTo>
                <a:lnTo>
                  <a:pt x="695475" y="63600"/>
                </a:lnTo>
                <a:lnTo>
                  <a:pt x="695850" y="62400"/>
                </a:lnTo>
                <a:lnTo>
                  <a:pt x="695850" y="35625"/>
                </a:lnTo>
                <a:lnTo>
                  <a:pt x="694725" y="36300"/>
                </a:lnTo>
                <a:lnTo>
                  <a:pt x="694125" y="36750"/>
                </a:lnTo>
                <a:lnTo>
                  <a:pt x="693450" y="37350"/>
                </a:lnTo>
                <a:lnTo>
                  <a:pt x="692175" y="38550"/>
                </a:lnTo>
                <a:lnTo>
                  <a:pt x="690825" y="40125"/>
                </a:lnTo>
                <a:lnTo>
                  <a:pt x="689700" y="41625"/>
                </a:lnTo>
                <a:lnTo>
                  <a:pt x="688500" y="43350"/>
                </a:lnTo>
                <a:lnTo>
                  <a:pt x="687300" y="45075"/>
                </a:lnTo>
                <a:lnTo>
                  <a:pt x="685200" y="48600"/>
                </a:lnTo>
                <a:lnTo>
                  <a:pt x="684375" y="49875"/>
                </a:lnTo>
                <a:lnTo>
                  <a:pt x="683550" y="51000"/>
                </a:lnTo>
                <a:lnTo>
                  <a:pt x="682875" y="51675"/>
                </a:lnTo>
                <a:lnTo>
                  <a:pt x="682650" y="51900"/>
                </a:lnTo>
                <a:lnTo>
                  <a:pt x="681975" y="52275"/>
                </a:lnTo>
                <a:lnTo>
                  <a:pt x="681225" y="52425"/>
                </a:lnTo>
                <a:lnTo>
                  <a:pt x="680400" y="52500"/>
                </a:lnTo>
                <a:lnTo>
                  <a:pt x="679575" y="52425"/>
                </a:lnTo>
                <a:lnTo>
                  <a:pt x="678900" y="52125"/>
                </a:lnTo>
                <a:lnTo>
                  <a:pt x="678525" y="51975"/>
                </a:lnTo>
                <a:lnTo>
                  <a:pt x="678000" y="51525"/>
                </a:lnTo>
                <a:lnTo>
                  <a:pt x="677775" y="51300"/>
                </a:lnTo>
                <a:lnTo>
                  <a:pt x="677625" y="51000"/>
                </a:lnTo>
                <a:lnTo>
                  <a:pt x="677550" y="50775"/>
                </a:lnTo>
                <a:lnTo>
                  <a:pt x="677475" y="50475"/>
                </a:lnTo>
                <a:lnTo>
                  <a:pt x="677475" y="50175"/>
                </a:lnTo>
                <a:lnTo>
                  <a:pt x="678300" y="46800"/>
                </a:lnTo>
                <a:lnTo>
                  <a:pt x="678750" y="44475"/>
                </a:lnTo>
                <a:lnTo>
                  <a:pt x="679275" y="41925"/>
                </a:lnTo>
                <a:lnTo>
                  <a:pt x="679650" y="39075"/>
                </a:lnTo>
                <a:lnTo>
                  <a:pt x="679950" y="36525"/>
                </a:lnTo>
                <a:lnTo>
                  <a:pt x="680250" y="33825"/>
                </a:lnTo>
                <a:lnTo>
                  <a:pt x="680400" y="31200"/>
                </a:lnTo>
                <a:lnTo>
                  <a:pt x="680400" y="28725"/>
                </a:lnTo>
                <a:lnTo>
                  <a:pt x="680400" y="26550"/>
                </a:lnTo>
                <a:lnTo>
                  <a:pt x="680250" y="24525"/>
                </a:lnTo>
                <a:lnTo>
                  <a:pt x="680025" y="22725"/>
                </a:lnTo>
                <a:lnTo>
                  <a:pt x="679725" y="21150"/>
                </a:lnTo>
                <a:lnTo>
                  <a:pt x="679425" y="19650"/>
                </a:lnTo>
                <a:lnTo>
                  <a:pt x="678975" y="18375"/>
                </a:lnTo>
                <a:lnTo>
                  <a:pt x="678450" y="17325"/>
                </a:lnTo>
                <a:lnTo>
                  <a:pt x="678225" y="16950"/>
                </a:lnTo>
                <a:lnTo>
                  <a:pt x="677925" y="16500"/>
                </a:lnTo>
                <a:lnTo>
                  <a:pt x="683175" y="14250"/>
                </a:lnTo>
                <a:lnTo>
                  <a:pt x="683700" y="14850"/>
                </a:lnTo>
                <a:lnTo>
                  <a:pt x="684150" y="15675"/>
                </a:lnTo>
                <a:lnTo>
                  <a:pt x="684525" y="16350"/>
                </a:lnTo>
                <a:lnTo>
                  <a:pt x="684900" y="17250"/>
                </a:lnTo>
                <a:lnTo>
                  <a:pt x="685425" y="18900"/>
                </a:lnTo>
                <a:lnTo>
                  <a:pt x="685950" y="20925"/>
                </a:lnTo>
                <a:lnTo>
                  <a:pt x="686250" y="23025"/>
                </a:lnTo>
                <a:lnTo>
                  <a:pt x="686475" y="25575"/>
                </a:lnTo>
                <a:lnTo>
                  <a:pt x="686550" y="28275"/>
                </a:lnTo>
                <a:lnTo>
                  <a:pt x="686550" y="31125"/>
                </a:lnTo>
                <a:lnTo>
                  <a:pt x="686400" y="34050"/>
                </a:lnTo>
                <a:lnTo>
                  <a:pt x="686100" y="37200"/>
                </a:lnTo>
                <a:lnTo>
                  <a:pt x="687225" y="35850"/>
                </a:lnTo>
                <a:lnTo>
                  <a:pt x="688350" y="34800"/>
                </a:lnTo>
                <a:lnTo>
                  <a:pt x="689475" y="33900"/>
                </a:lnTo>
                <a:lnTo>
                  <a:pt x="690675" y="33000"/>
                </a:lnTo>
                <a:lnTo>
                  <a:pt x="691950" y="32175"/>
                </a:lnTo>
                <a:lnTo>
                  <a:pt x="693225" y="31575"/>
                </a:lnTo>
                <a:lnTo>
                  <a:pt x="694575" y="31125"/>
                </a:lnTo>
                <a:lnTo>
                  <a:pt x="695850" y="30750"/>
                </a:lnTo>
                <a:lnTo>
                  <a:pt x="695850" y="18600"/>
                </a:lnTo>
                <a:lnTo>
                  <a:pt x="695475" y="17400"/>
                </a:lnTo>
                <a:lnTo>
                  <a:pt x="694875" y="16050"/>
                </a:lnTo>
                <a:lnTo>
                  <a:pt x="693600" y="15750"/>
                </a:lnTo>
                <a:lnTo>
                  <a:pt x="693600" y="14250"/>
                </a:lnTo>
                <a:lnTo>
                  <a:pt x="704250" y="14250"/>
                </a:lnTo>
                <a:lnTo>
                  <a:pt x="704250" y="15750"/>
                </a:lnTo>
                <a:lnTo>
                  <a:pt x="702975" y="16050"/>
                </a:lnTo>
                <a:lnTo>
                  <a:pt x="702375" y="17400"/>
                </a:lnTo>
                <a:lnTo>
                  <a:pt x="702000" y="18600"/>
                </a:lnTo>
                <a:lnTo>
                  <a:pt x="702000" y="62400"/>
                </a:lnTo>
                <a:lnTo>
                  <a:pt x="702375" y="63600"/>
                </a:lnTo>
                <a:lnTo>
                  <a:pt x="702975" y="64950"/>
                </a:lnTo>
                <a:lnTo>
                  <a:pt x="704250" y="65250"/>
                </a:lnTo>
                <a:lnTo>
                  <a:pt x="704250" y="66750"/>
                </a:lnTo>
                <a:lnTo>
                  <a:pt x="693600" y="66750"/>
                </a:lnTo>
                <a:lnTo>
                  <a:pt x="693600" y="65250"/>
                </a:lnTo>
                <a:close/>
                <a:moveTo>
                  <a:pt x="732750" y="64950"/>
                </a:moveTo>
                <a:lnTo>
                  <a:pt x="733350" y="63600"/>
                </a:lnTo>
                <a:lnTo>
                  <a:pt x="733725" y="62400"/>
                </a:lnTo>
                <a:lnTo>
                  <a:pt x="733725" y="50400"/>
                </a:lnTo>
                <a:lnTo>
                  <a:pt x="732450" y="51075"/>
                </a:lnTo>
                <a:lnTo>
                  <a:pt x="731025" y="51600"/>
                </a:lnTo>
                <a:lnTo>
                  <a:pt x="729600" y="52050"/>
                </a:lnTo>
                <a:lnTo>
                  <a:pt x="728025" y="52350"/>
                </a:lnTo>
                <a:lnTo>
                  <a:pt x="726450" y="52425"/>
                </a:lnTo>
                <a:lnTo>
                  <a:pt x="724800" y="52425"/>
                </a:lnTo>
                <a:lnTo>
                  <a:pt x="723225" y="52200"/>
                </a:lnTo>
                <a:lnTo>
                  <a:pt x="721725" y="51900"/>
                </a:lnTo>
                <a:lnTo>
                  <a:pt x="720300" y="51450"/>
                </a:lnTo>
                <a:lnTo>
                  <a:pt x="718950" y="50850"/>
                </a:lnTo>
                <a:lnTo>
                  <a:pt x="717675" y="50100"/>
                </a:lnTo>
                <a:lnTo>
                  <a:pt x="716475" y="49200"/>
                </a:lnTo>
                <a:lnTo>
                  <a:pt x="715425" y="48225"/>
                </a:lnTo>
                <a:lnTo>
                  <a:pt x="714525" y="47100"/>
                </a:lnTo>
                <a:lnTo>
                  <a:pt x="713700" y="45900"/>
                </a:lnTo>
                <a:lnTo>
                  <a:pt x="713025" y="44625"/>
                </a:lnTo>
                <a:lnTo>
                  <a:pt x="712575" y="43350"/>
                </a:lnTo>
                <a:lnTo>
                  <a:pt x="712275" y="42225"/>
                </a:lnTo>
                <a:lnTo>
                  <a:pt x="712050" y="40875"/>
                </a:lnTo>
                <a:lnTo>
                  <a:pt x="711975" y="39675"/>
                </a:lnTo>
                <a:lnTo>
                  <a:pt x="711975" y="18600"/>
                </a:lnTo>
                <a:lnTo>
                  <a:pt x="711600" y="17400"/>
                </a:lnTo>
                <a:lnTo>
                  <a:pt x="711000" y="16050"/>
                </a:lnTo>
                <a:lnTo>
                  <a:pt x="709725" y="15750"/>
                </a:lnTo>
                <a:lnTo>
                  <a:pt x="709725" y="14250"/>
                </a:lnTo>
                <a:lnTo>
                  <a:pt x="720375" y="14250"/>
                </a:lnTo>
                <a:lnTo>
                  <a:pt x="720375" y="15750"/>
                </a:lnTo>
                <a:lnTo>
                  <a:pt x="719100" y="16050"/>
                </a:lnTo>
                <a:lnTo>
                  <a:pt x="718500" y="17400"/>
                </a:lnTo>
                <a:lnTo>
                  <a:pt x="718125" y="18600"/>
                </a:lnTo>
                <a:lnTo>
                  <a:pt x="718125" y="39150"/>
                </a:lnTo>
                <a:lnTo>
                  <a:pt x="718200" y="40050"/>
                </a:lnTo>
                <a:lnTo>
                  <a:pt x="718275" y="40950"/>
                </a:lnTo>
                <a:lnTo>
                  <a:pt x="718425" y="41700"/>
                </a:lnTo>
                <a:lnTo>
                  <a:pt x="718575" y="42375"/>
                </a:lnTo>
                <a:lnTo>
                  <a:pt x="718875" y="43050"/>
                </a:lnTo>
                <a:lnTo>
                  <a:pt x="719175" y="43800"/>
                </a:lnTo>
                <a:lnTo>
                  <a:pt x="719550" y="44475"/>
                </a:lnTo>
                <a:lnTo>
                  <a:pt x="719925" y="45000"/>
                </a:lnTo>
                <a:lnTo>
                  <a:pt x="720375" y="45600"/>
                </a:lnTo>
                <a:lnTo>
                  <a:pt x="720825" y="46050"/>
                </a:lnTo>
                <a:lnTo>
                  <a:pt x="721425" y="46500"/>
                </a:lnTo>
                <a:lnTo>
                  <a:pt x="722025" y="46950"/>
                </a:lnTo>
                <a:lnTo>
                  <a:pt x="722625" y="47250"/>
                </a:lnTo>
                <a:lnTo>
                  <a:pt x="723225" y="47550"/>
                </a:lnTo>
                <a:lnTo>
                  <a:pt x="723825" y="47775"/>
                </a:lnTo>
                <a:lnTo>
                  <a:pt x="724575" y="47925"/>
                </a:lnTo>
                <a:lnTo>
                  <a:pt x="725175" y="48000"/>
                </a:lnTo>
                <a:lnTo>
                  <a:pt x="725925" y="48000"/>
                </a:lnTo>
                <a:lnTo>
                  <a:pt x="726675" y="48000"/>
                </a:lnTo>
                <a:lnTo>
                  <a:pt x="727275" y="47925"/>
                </a:lnTo>
                <a:lnTo>
                  <a:pt x="728025" y="47775"/>
                </a:lnTo>
                <a:lnTo>
                  <a:pt x="728625" y="47550"/>
                </a:lnTo>
                <a:lnTo>
                  <a:pt x="729225" y="47250"/>
                </a:lnTo>
                <a:lnTo>
                  <a:pt x="729825" y="46950"/>
                </a:lnTo>
                <a:lnTo>
                  <a:pt x="730425" y="46500"/>
                </a:lnTo>
                <a:lnTo>
                  <a:pt x="731025" y="46050"/>
                </a:lnTo>
                <a:lnTo>
                  <a:pt x="731475" y="45600"/>
                </a:lnTo>
                <a:lnTo>
                  <a:pt x="731925" y="45000"/>
                </a:lnTo>
                <a:lnTo>
                  <a:pt x="732300" y="44475"/>
                </a:lnTo>
                <a:lnTo>
                  <a:pt x="732675" y="43800"/>
                </a:lnTo>
                <a:lnTo>
                  <a:pt x="732975" y="43050"/>
                </a:lnTo>
                <a:lnTo>
                  <a:pt x="733275" y="42375"/>
                </a:lnTo>
                <a:lnTo>
                  <a:pt x="733425" y="41700"/>
                </a:lnTo>
                <a:lnTo>
                  <a:pt x="733575" y="40950"/>
                </a:lnTo>
                <a:lnTo>
                  <a:pt x="733650" y="40050"/>
                </a:lnTo>
                <a:lnTo>
                  <a:pt x="733725" y="39150"/>
                </a:lnTo>
                <a:lnTo>
                  <a:pt x="733725" y="18600"/>
                </a:lnTo>
                <a:lnTo>
                  <a:pt x="733350" y="17400"/>
                </a:lnTo>
                <a:lnTo>
                  <a:pt x="732750" y="16050"/>
                </a:lnTo>
                <a:lnTo>
                  <a:pt x="731475" y="15750"/>
                </a:lnTo>
                <a:lnTo>
                  <a:pt x="731475" y="14250"/>
                </a:lnTo>
                <a:lnTo>
                  <a:pt x="742125" y="14250"/>
                </a:lnTo>
                <a:lnTo>
                  <a:pt x="742125" y="15750"/>
                </a:lnTo>
                <a:lnTo>
                  <a:pt x="740850" y="16050"/>
                </a:lnTo>
                <a:lnTo>
                  <a:pt x="740250" y="17400"/>
                </a:lnTo>
                <a:lnTo>
                  <a:pt x="739875" y="18600"/>
                </a:lnTo>
                <a:lnTo>
                  <a:pt x="739875" y="62400"/>
                </a:lnTo>
                <a:lnTo>
                  <a:pt x="740250" y="63600"/>
                </a:lnTo>
                <a:lnTo>
                  <a:pt x="740850" y="64950"/>
                </a:lnTo>
                <a:lnTo>
                  <a:pt x="742125" y="65250"/>
                </a:lnTo>
                <a:lnTo>
                  <a:pt x="742125" y="66750"/>
                </a:lnTo>
                <a:lnTo>
                  <a:pt x="731475" y="66750"/>
                </a:lnTo>
                <a:lnTo>
                  <a:pt x="731475" y="65250"/>
                </a:lnTo>
                <a:close/>
                <a:moveTo>
                  <a:pt x="768750" y="65250"/>
                </a:moveTo>
                <a:lnTo>
                  <a:pt x="770025" y="64950"/>
                </a:lnTo>
                <a:lnTo>
                  <a:pt x="770625" y="63675"/>
                </a:lnTo>
                <a:lnTo>
                  <a:pt x="771000" y="62475"/>
                </a:lnTo>
                <a:lnTo>
                  <a:pt x="771000" y="26850"/>
                </a:lnTo>
                <a:lnTo>
                  <a:pt x="771150" y="25050"/>
                </a:lnTo>
                <a:lnTo>
                  <a:pt x="771450" y="23325"/>
                </a:lnTo>
                <a:lnTo>
                  <a:pt x="771900" y="21900"/>
                </a:lnTo>
                <a:lnTo>
                  <a:pt x="772125" y="21150"/>
                </a:lnTo>
                <a:lnTo>
                  <a:pt x="772500" y="20475"/>
                </a:lnTo>
                <a:lnTo>
                  <a:pt x="773175" y="19275"/>
                </a:lnTo>
                <a:lnTo>
                  <a:pt x="773925" y="18300"/>
                </a:lnTo>
                <a:lnTo>
                  <a:pt x="774900" y="17325"/>
                </a:lnTo>
                <a:lnTo>
                  <a:pt x="775875" y="16575"/>
                </a:lnTo>
                <a:lnTo>
                  <a:pt x="776925" y="15900"/>
                </a:lnTo>
                <a:lnTo>
                  <a:pt x="778125" y="15300"/>
                </a:lnTo>
                <a:lnTo>
                  <a:pt x="779400" y="14850"/>
                </a:lnTo>
                <a:lnTo>
                  <a:pt x="780825" y="14550"/>
                </a:lnTo>
                <a:lnTo>
                  <a:pt x="782250" y="14325"/>
                </a:lnTo>
                <a:lnTo>
                  <a:pt x="783750" y="14250"/>
                </a:lnTo>
                <a:lnTo>
                  <a:pt x="785250" y="14325"/>
                </a:lnTo>
                <a:lnTo>
                  <a:pt x="787050" y="14475"/>
                </a:lnTo>
                <a:lnTo>
                  <a:pt x="788625" y="14775"/>
                </a:lnTo>
                <a:lnTo>
                  <a:pt x="790425" y="15225"/>
                </a:lnTo>
                <a:lnTo>
                  <a:pt x="792075" y="15675"/>
                </a:lnTo>
                <a:lnTo>
                  <a:pt x="793950" y="16350"/>
                </a:lnTo>
                <a:lnTo>
                  <a:pt x="790950" y="20175"/>
                </a:lnTo>
                <a:lnTo>
                  <a:pt x="789825" y="19800"/>
                </a:lnTo>
                <a:lnTo>
                  <a:pt x="788625" y="19350"/>
                </a:lnTo>
                <a:lnTo>
                  <a:pt x="787650" y="19125"/>
                </a:lnTo>
                <a:lnTo>
                  <a:pt x="786525" y="18900"/>
                </a:lnTo>
                <a:lnTo>
                  <a:pt x="785475" y="18675"/>
                </a:lnTo>
                <a:lnTo>
                  <a:pt x="784575" y="18600"/>
                </a:lnTo>
                <a:lnTo>
                  <a:pt x="783600" y="18600"/>
                </a:lnTo>
                <a:lnTo>
                  <a:pt x="782775" y="18675"/>
                </a:lnTo>
                <a:lnTo>
                  <a:pt x="782025" y="18825"/>
                </a:lnTo>
                <a:lnTo>
                  <a:pt x="781350" y="19050"/>
                </a:lnTo>
                <a:lnTo>
                  <a:pt x="780675" y="19350"/>
                </a:lnTo>
                <a:lnTo>
                  <a:pt x="780150" y="19725"/>
                </a:lnTo>
                <a:lnTo>
                  <a:pt x="779550" y="20175"/>
                </a:lnTo>
                <a:lnTo>
                  <a:pt x="779100" y="20700"/>
                </a:lnTo>
                <a:lnTo>
                  <a:pt x="778650" y="21300"/>
                </a:lnTo>
                <a:lnTo>
                  <a:pt x="778275" y="21975"/>
                </a:lnTo>
                <a:lnTo>
                  <a:pt x="777825" y="23025"/>
                </a:lnTo>
                <a:lnTo>
                  <a:pt x="777450" y="24225"/>
                </a:lnTo>
                <a:lnTo>
                  <a:pt x="777225" y="25575"/>
                </a:lnTo>
                <a:lnTo>
                  <a:pt x="777150" y="26925"/>
                </a:lnTo>
                <a:lnTo>
                  <a:pt x="777150" y="62475"/>
                </a:lnTo>
                <a:lnTo>
                  <a:pt x="777525" y="63675"/>
                </a:lnTo>
                <a:lnTo>
                  <a:pt x="778125" y="64950"/>
                </a:lnTo>
                <a:lnTo>
                  <a:pt x="779400" y="65250"/>
                </a:lnTo>
                <a:lnTo>
                  <a:pt x="779400" y="66750"/>
                </a:lnTo>
                <a:lnTo>
                  <a:pt x="768750" y="66750"/>
                </a:lnTo>
                <a:close/>
                <a:moveTo>
                  <a:pt x="820725" y="63600"/>
                </a:moveTo>
                <a:lnTo>
                  <a:pt x="821100" y="62400"/>
                </a:lnTo>
                <a:lnTo>
                  <a:pt x="821100" y="27750"/>
                </a:lnTo>
                <a:lnTo>
                  <a:pt x="821175" y="26250"/>
                </a:lnTo>
                <a:lnTo>
                  <a:pt x="821100" y="26250"/>
                </a:lnTo>
                <a:lnTo>
                  <a:pt x="821025" y="25275"/>
                </a:lnTo>
                <a:lnTo>
                  <a:pt x="820950" y="24375"/>
                </a:lnTo>
                <a:lnTo>
                  <a:pt x="820800" y="23625"/>
                </a:lnTo>
                <a:lnTo>
                  <a:pt x="820575" y="22875"/>
                </a:lnTo>
                <a:lnTo>
                  <a:pt x="820200" y="22050"/>
                </a:lnTo>
                <a:lnTo>
                  <a:pt x="819825" y="21375"/>
                </a:lnTo>
                <a:lnTo>
                  <a:pt x="819300" y="20700"/>
                </a:lnTo>
                <a:lnTo>
                  <a:pt x="818775" y="20100"/>
                </a:lnTo>
                <a:lnTo>
                  <a:pt x="818100" y="19650"/>
                </a:lnTo>
                <a:lnTo>
                  <a:pt x="817425" y="19275"/>
                </a:lnTo>
                <a:lnTo>
                  <a:pt x="816675" y="18975"/>
                </a:lnTo>
                <a:lnTo>
                  <a:pt x="816000" y="18825"/>
                </a:lnTo>
                <a:lnTo>
                  <a:pt x="815175" y="18825"/>
                </a:lnTo>
                <a:lnTo>
                  <a:pt x="814500" y="18900"/>
                </a:lnTo>
                <a:lnTo>
                  <a:pt x="813750" y="19050"/>
                </a:lnTo>
                <a:lnTo>
                  <a:pt x="813000" y="19350"/>
                </a:lnTo>
                <a:lnTo>
                  <a:pt x="812325" y="19800"/>
                </a:lnTo>
                <a:lnTo>
                  <a:pt x="811650" y="20325"/>
                </a:lnTo>
                <a:lnTo>
                  <a:pt x="811050" y="20925"/>
                </a:lnTo>
                <a:lnTo>
                  <a:pt x="810525" y="21600"/>
                </a:lnTo>
                <a:lnTo>
                  <a:pt x="810225" y="22125"/>
                </a:lnTo>
                <a:lnTo>
                  <a:pt x="809925" y="22650"/>
                </a:lnTo>
                <a:lnTo>
                  <a:pt x="809475" y="23850"/>
                </a:lnTo>
                <a:lnTo>
                  <a:pt x="809250" y="24600"/>
                </a:lnTo>
                <a:lnTo>
                  <a:pt x="809100" y="25275"/>
                </a:lnTo>
                <a:lnTo>
                  <a:pt x="808950" y="26100"/>
                </a:lnTo>
                <a:lnTo>
                  <a:pt x="808875" y="26775"/>
                </a:lnTo>
                <a:lnTo>
                  <a:pt x="808875" y="27750"/>
                </a:lnTo>
                <a:lnTo>
                  <a:pt x="808875" y="48150"/>
                </a:lnTo>
                <a:lnTo>
                  <a:pt x="809250" y="49350"/>
                </a:lnTo>
                <a:lnTo>
                  <a:pt x="809850" y="50700"/>
                </a:lnTo>
                <a:lnTo>
                  <a:pt x="811125" y="51000"/>
                </a:lnTo>
                <a:lnTo>
                  <a:pt x="811125" y="52500"/>
                </a:lnTo>
                <a:lnTo>
                  <a:pt x="800475" y="52500"/>
                </a:lnTo>
                <a:lnTo>
                  <a:pt x="800475" y="51000"/>
                </a:lnTo>
                <a:lnTo>
                  <a:pt x="801750" y="50700"/>
                </a:lnTo>
                <a:lnTo>
                  <a:pt x="802350" y="49350"/>
                </a:lnTo>
                <a:lnTo>
                  <a:pt x="802725" y="48150"/>
                </a:lnTo>
                <a:lnTo>
                  <a:pt x="802725" y="27750"/>
                </a:lnTo>
                <a:lnTo>
                  <a:pt x="802725" y="26625"/>
                </a:lnTo>
                <a:lnTo>
                  <a:pt x="802950" y="25050"/>
                </a:lnTo>
                <a:lnTo>
                  <a:pt x="803100" y="24300"/>
                </a:lnTo>
                <a:lnTo>
                  <a:pt x="803250" y="23475"/>
                </a:lnTo>
                <a:lnTo>
                  <a:pt x="803700" y="22125"/>
                </a:lnTo>
                <a:lnTo>
                  <a:pt x="804000" y="21375"/>
                </a:lnTo>
                <a:lnTo>
                  <a:pt x="804375" y="20700"/>
                </a:lnTo>
                <a:lnTo>
                  <a:pt x="804750" y="20100"/>
                </a:lnTo>
                <a:lnTo>
                  <a:pt x="805125" y="19500"/>
                </a:lnTo>
                <a:lnTo>
                  <a:pt x="805950" y="18450"/>
                </a:lnTo>
                <a:lnTo>
                  <a:pt x="807000" y="17400"/>
                </a:lnTo>
                <a:lnTo>
                  <a:pt x="808050" y="16575"/>
                </a:lnTo>
                <a:lnTo>
                  <a:pt x="809325" y="15825"/>
                </a:lnTo>
                <a:lnTo>
                  <a:pt x="810525" y="15300"/>
                </a:lnTo>
                <a:lnTo>
                  <a:pt x="811950" y="14775"/>
                </a:lnTo>
                <a:lnTo>
                  <a:pt x="813375" y="14550"/>
                </a:lnTo>
                <a:lnTo>
                  <a:pt x="814125" y="14400"/>
                </a:lnTo>
                <a:lnTo>
                  <a:pt x="814950" y="14400"/>
                </a:lnTo>
                <a:lnTo>
                  <a:pt x="815700" y="14400"/>
                </a:lnTo>
                <a:lnTo>
                  <a:pt x="816525" y="14400"/>
                </a:lnTo>
                <a:lnTo>
                  <a:pt x="817275" y="14550"/>
                </a:lnTo>
                <a:lnTo>
                  <a:pt x="818100" y="14625"/>
                </a:lnTo>
                <a:lnTo>
                  <a:pt x="818850" y="14850"/>
                </a:lnTo>
                <a:lnTo>
                  <a:pt x="819525" y="15075"/>
                </a:lnTo>
                <a:lnTo>
                  <a:pt x="820275" y="15300"/>
                </a:lnTo>
                <a:lnTo>
                  <a:pt x="820950" y="15600"/>
                </a:lnTo>
                <a:lnTo>
                  <a:pt x="821625" y="15975"/>
                </a:lnTo>
                <a:lnTo>
                  <a:pt x="822225" y="16350"/>
                </a:lnTo>
                <a:lnTo>
                  <a:pt x="822825" y="16800"/>
                </a:lnTo>
                <a:lnTo>
                  <a:pt x="823425" y="17250"/>
                </a:lnTo>
                <a:lnTo>
                  <a:pt x="823950" y="17700"/>
                </a:lnTo>
                <a:lnTo>
                  <a:pt x="824475" y="18300"/>
                </a:lnTo>
                <a:lnTo>
                  <a:pt x="825150" y="17625"/>
                </a:lnTo>
                <a:lnTo>
                  <a:pt x="825975" y="16950"/>
                </a:lnTo>
                <a:lnTo>
                  <a:pt x="826725" y="16350"/>
                </a:lnTo>
                <a:lnTo>
                  <a:pt x="827700" y="15825"/>
                </a:lnTo>
                <a:lnTo>
                  <a:pt x="828600" y="15450"/>
                </a:lnTo>
                <a:lnTo>
                  <a:pt x="829500" y="15075"/>
                </a:lnTo>
                <a:lnTo>
                  <a:pt x="830550" y="14775"/>
                </a:lnTo>
                <a:lnTo>
                  <a:pt x="831525" y="14550"/>
                </a:lnTo>
                <a:lnTo>
                  <a:pt x="832950" y="14400"/>
                </a:lnTo>
                <a:lnTo>
                  <a:pt x="834450" y="14400"/>
                </a:lnTo>
                <a:lnTo>
                  <a:pt x="835875" y="14550"/>
                </a:lnTo>
                <a:lnTo>
                  <a:pt x="837225" y="14850"/>
                </a:lnTo>
                <a:lnTo>
                  <a:pt x="837225" y="14250"/>
                </a:lnTo>
                <a:lnTo>
                  <a:pt x="847875" y="14250"/>
                </a:lnTo>
                <a:lnTo>
                  <a:pt x="847875" y="15750"/>
                </a:lnTo>
                <a:lnTo>
                  <a:pt x="846600" y="16050"/>
                </a:lnTo>
                <a:lnTo>
                  <a:pt x="846000" y="17400"/>
                </a:lnTo>
                <a:lnTo>
                  <a:pt x="845625" y="18600"/>
                </a:lnTo>
                <a:lnTo>
                  <a:pt x="845625" y="48150"/>
                </a:lnTo>
                <a:lnTo>
                  <a:pt x="846000" y="49350"/>
                </a:lnTo>
                <a:lnTo>
                  <a:pt x="846600" y="50700"/>
                </a:lnTo>
                <a:lnTo>
                  <a:pt x="847875" y="51000"/>
                </a:lnTo>
                <a:lnTo>
                  <a:pt x="847875" y="52500"/>
                </a:lnTo>
                <a:lnTo>
                  <a:pt x="837225" y="52500"/>
                </a:lnTo>
                <a:lnTo>
                  <a:pt x="837225" y="51000"/>
                </a:lnTo>
                <a:lnTo>
                  <a:pt x="838500" y="50700"/>
                </a:lnTo>
                <a:lnTo>
                  <a:pt x="839100" y="49350"/>
                </a:lnTo>
                <a:lnTo>
                  <a:pt x="839475" y="48150"/>
                </a:lnTo>
                <a:lnTo>
                  <a:pt x="839475" y="26250"/>
                </a:lnTo>
                <a:lnTo>
                  <a:pt x="839400" y="25275"/>
                </a:lnTo>
                <a:lnTo>
                  <a:pt x="839325" y="24375"/>
                </a:lnTo>
                <a:lnTo>
                  <a:pt x="839175" y="23625"/>
                </a:lnTo>
                <a:lnTo>
                  <a:pt x="838950" y="22875"/>
                </a:lnTo>
                <a:lnTo>
                  <a:pt x="838650" y="22200"/>
                </a:lnTo>
                <a:lnTo>
                  <a:pt x="838275" y="21600"/>
                </a:lnTo>
                <a:lnTo>
                  <a:pt x="837900" y="21000"/>
                </a:lnTo>
                <a:lnTo>
                  <a:pt x="837450" y="20475"/>
                </a:lnTo>
                <a:lnTo>
                  <a:pt x="837000" y="20025"/>
                </a:lnTo>
                <a:lnTo>
                  <a:pt x="836475" y="19650"/>
                </a:lnTo>
                <a:lnTo>
                  <a:pt x="835875" y="19275"/>
                </a:lnTo>
                <a:lnTo>
                  <a:pt x="835275" y="19050"/>
                </a:lnTo>
                <a:lnTo>
                  <a:pt x="834750" y="18900"/>
                </a:lnTo>
                <a:lnTo>
                  <a:pt x="834075" y="18825"/>
                </a:lnTo>
                <a:lnTo>
                  <a:pt x="833400" y="18825"/>
                </a:lnTo>
                <a:lnTo>
                  <a:pt x="832875" y="18900"/>
                </a:lnTo>
                <a:lnTo>
                  <a:pt x="832275" y="19050"/>
                </a:lnTo>
                <a:lnTo>
                  <a:pt x="831600" y="19275"/>
                </a:lnTo>
                <a:lnTo>
                  <a:pt x="830775" y="19725"/>
                </a:lnTo>
                <a:lnTo>
                  <a:pt x="830250" y="20100"/>
                </a:lnTo>
                <a:lnTo>
                  <a:pt x="829875" y="20475"/>
                </a:lnTo>
                <a:lnTo>
                  <a:pt x="829125" y="21300"/>
                </a:lnTo>
                <a:lnTo>
                  <a:pt x="828525" y="22200"/>
                </a:lnTo>
                <a:lnTo>
                  <a:pt x="828000" y="23325"/>
                </a:lnTo>
                <a:lnTo>
                  <a:pt x="827625" y="24450"/>
                </a:lnTo>
                <a:lnTo>
                  <a:pt x="827400" y="25725"/>
                </a:lnTo>
                <a:lnTo>
                  <a:pt x="827250" y="27000"/>
                </a:lnTo>
                <a:lnTo>
                  <a:pt x="827250" y="62400"/>
                </a:lnTo>
                <a:lnTo>
                  <a:pt x="827625" y="63600"/>
                </a:lnTo>
                <a:lnTo>
                  <a:pt x="828225" y="64950"/>
                </a:lnTo>
                <a:lnTo>
                  <a:pt x="829500" y="65250"/>
                </a:lnTo>
                <a:lnTo>
                  <a:pt x="829500" y="66750"/>
                </a:lnTo>
                <a:lnTo>
                  <a:pt x="818850" y="66750"/>
                </a:lnTo>
                <a:lnTo>
                  <a:pt x="818850" y="65250"/>
                </a:lnTo>
                <a:lnTo>
                  <a:pt x="820125" y="64950"/>
                </a:lnTo>
                <a:close/>
                <a:moveTo>
                  <a:pt x="865500" y="49350"/>
                </a:moveTo>
                <a:lnTo>
                  <a:pt x="865875" y="48150"/>
                </a:lnTo>
                <a:lnTo>
                  <a:pt x="865875" y="34125"/>
                </a:lnTo>
                <a:lnTo>
                  <a:pt x="864075" y="33450"/>
                </a:lnTo>
                <a:lnTo>
                  <a:pt x="863100" y="33000"/>
                </a:lnTo>
                <a:lnTo>
                  <a:pt x="862200" y="32475"/>
                </a:lnTo>
                <a:lnTo>
                  <a:pt x="861150" y="31875"/>
                </a:lnTo>
                <a:lnTo>
                  <a:pt x="860175" y="31275"/>
                </a:lnTo>
                <a:lnTo>
                  <a:pt x="856950" y="29025"/>
                </a:lnTo>
                <a:lnTo>
                  <a:pt x="855825" y="28275"/>
                </a:lnTo>
                <a:lnTo>
                  <a:pt x="855150" y="27900"/>
                </a:lnTo>
                <a:lnTo>
                  <a:pt x="854475" y="27600"/>
                </a:lnTo>
                <a:lnTo>
                  <a:pt x="853950" y="27375"/>
                </a:lnTo>
                <a:lnTo>
                  <a:pt x="853350" y="27225"/>
                </a:lnTo>
                <a:lnTo>
                  <a:pt x="855300" y="23025"/>
                </a:lnTo>
                <a:lnTo>
                  <a:pt x="856275" y="23325"/>
                </a:lnTo>
                <a:lnTo>
                  <a:pt x="857250" y="23625"/>
                </a:lnTo>
                <a:lnTo>
                  <a:pt x="858150" y="24000"/>
                </a:lnTo>
                <a:lnTo>
                  <a:pt x="859200" y="24525"/>
                </a:lnTo>
                <a:lnTo>
                  <a:pt x="860625" y="25425"/>
                </a:lnTo>
                <a:lnTo>
                  <a:pt x="864150" y="27900"/>
                </a:lnTo>
                <a:lnTo>
                  <a:pt x="865875" y="28950"/>
                </a:lnTo>
                <a:lnTo>
                  <a:pt x="865875" y="4350"/>
                </a:lnTo>
                <a:lnTo>
                  <a:pt x="865500" y="3150"/>
                </a:lnTo>
                <a:lnTo>
                  <a:pt x="864900" y="1800"/>
                </a:lnTo>
                <a:lnTo>
                  <a:pt x="863625" y="1500"/>
                </a:lnTo>
                <a:lnTo>
                  <a:pt x="863625" y="0"/>
                </a:lnTo>
                <a:lnTo>
                  <a:pt x="874275" y="0"/>
                </a:lnTo>
                <a:lnTo>
                  <a:pt x="874275" y="1500"/>
                </a:lnTo>
                <a:lnTo>
                  <a:pt x="873000" y="1800"/>
                </a:lnTo>
                <a:lnTo>
                  <a:pt x="872400" y="3150"/>
                </a:lnTo>
                <a:lnTo>
                  <a:pt x="872025" y="4350"/>
                </a:lnTo>
                <a:lnTo>
                  <a:pt x="872025" y="48150"/>
                </a:lnTo>
                <a:lnTo>
                  <a:pt x="872400" y="49350"/>
                </a:lnTo>
                <a:lnTo>
                  <a:pt x="873000" y="50700"/>
                </a:lnTo>
                <a:lnTo>
                  <a:pt x="874275" y="51000"/>
                </a:lnTo>
                <a:lnTo>
                  <a:pt x="874275" y="52500"/>
                </a:lnTo>
                <a:lnTo>
                  <a:pt x="863625" y="52500"/>
                </a:lnTo>
                <a:lnTo>
                  <a:pt x="863625" y="51000"/>
                </a:lnTo>
                <a:lnTo>
                  <a:pt x="864900" y="50700"/>
                </a:lnTo>
                <a:close/>
                <a:moveTo>
                  <a:pt x="884400" y="49350"/>
                </a:moveTo>
                <a:lnTo>
                  <a:pt x="884775" y="48150"/>
                </a:lnTo>
                <a:lnTo>
                  <a:pt x="884775" y="4350"/>
                </a:lnTo>
                <a:lnTo>
                  <a:pt x="884400" y="3150"/>
                </a:lnTo>
                <a:lnTo>
                  <a:pt x="883800" y="1800"/>
                </a:lnTo>
                <a:lnTo>
                  <a:pt x="882525" y="1500"/>
                </a:lnTo>
                <a:lnTo>
                  <a:pt x="882525" y="0"/>
                </a:lnTo>
                <a:lnTo>
                  <a:pt x="893775" y="0"/>
                </a:lnTo>
                <a:lnTo>
                  <a:pt x="893775" y="1500"/>
                </a:lnTo>
                <a:lnTo>
                  <a:pt x="892500" y="1800"/>
                </a:lnTo>
                <a:lnTo>
                  <a:pt x="891900" y="3150"/>
                </a:lnTo>
                <a:lnTo>
                  <a:pt x="891525" y="4350"/>
                </a:lnTo>
                <a:lnTo>
                  <a:pt x="891525" y="23475"/>
                </a:lnTo>
                <a:lnTo>
                  <a:pt x="892350" y="22950"/>
                </a:lnTo>
                <a:lnTo>
                  <a:pt x="893025" y="22425"/>
                </a:lnTo>
                <a:lnTo>
                  <a:pt x="894675" y="21150"/>
                </a:lnTo>
                <a:lnTo>
                  <a:pt x="896325" y="19575"/>
                </a:lnTo>
                <a:lnTo>
                  <a:pt x="899925" y="16050"/>
                </a:lnTo>
                <a:lnTo>
                  <a:pt x="901725" y="14475"/>
                </a:lnTo>
                <a:lnTo>
                  <a:pt x="902475" y="13800"/>
                </a:lnTo>
                <a:lnTo>
                  <a:pt x="903300" y="13200"/>
                </a:lnTo>
                <a:lnTo>
                  <a:pt x="904125" y="12750"/>
                </a:lnTo>
                <a:lnTo>
                  <a:pt x="904875" y="12300"/>
                </a:lnTo>
                <a:lnTo>
                  <a:pt x="906150" y="11700"/>
                </a:lnTo>
                <a:lnTo>
                  <a:pt x="907350" y="11325"/>
                </a:lnTo>
                <a:lnTo>
                  <a:pt x="908625" y="11175"/>
                </a:lnTo>
                <a:lnTo>
                  <a:pt x="909300" y="11100"/>
                </a:lnTo>
                <a:lnTo>
                  <a:pt x="909900" y="11100"/>
                </a:lnTo>
                <a:lnTo>
                  <a:pt x="910275" y="11175"/>
                </a:lnTo>
                <a:lnTo>
                  <a:pt x="911100" y="11400"/>
                </a:lnTo>
                <a:lnTo>
                  <a:pt x="911775" y="11700"/>
                </a:lnTo>
                <a:lnTo>
                  <a:pt x="912075" y="11925"/>
                </a:lnTo>
                <a:lnTo>
                  <a:pt x="912375" y="12150"/>
                </a:lnTo>
                <a:lnTo>
                  <a:pt x="912525" y="12450"/>
                </a:lnTo>
                <a:lnTo>
                  <a:pt x="912750" y="12750"/>
                </a:lnTo>
                <a:lnTo>
                  <a:pt x="912825" y="13050"/>
                </a:lnTo>
                <a:lnTo>
                  <a:pt x="912900" y="13350"/>
                </a:lnTo>
                <a:lnTo>
                  <a:pt x="912900" y="13650"/>
                </a:lnTo>
                <a:lnTo>
                  <a:pt x="912825" y="13950"/>
                </a:lnTo>
                <a:lnTo>
                  <a:pt x="911925" y="16200"/>
                </a:lnTo>
                <a:lnTo>
                  <a:pt x="911550" y="17325"/>
                </a:lnTo>
                <a:lnTo>
                  <a:pt x="911250" y="18450"/>
                </a:lnTo>
                <a:lnTo>
                  <a:pt x="910650" y="20925"/>
                </a:lnTo>
                <a:lnTo>
                  <a:pt x="910275" y="23400"/>
                </a:lnTo>
                <a:lnTo>
                  <a:pt x="909975" y="25800"/>
                </a:lnTo>
                <a:lnTo>
                  <a:pt x="909900" y="28200"/>
                </a:lnTo>
                <a:lnTo>
                  <a:pt x="909900" y="30600"/>
                </a:lnTo>
                <a:lnTo>
                  <a:pt x="909975" y="33075"/>
                </a:lnTo>
                <a:lnTo>
                  <a:pt x="910275" y="35700"/>
                </a:lnTo>
                <a:lnTo>
                  <a:pt x="910650" y="38250"/>
                </a:lnTo>
                <a:lnTo>
                  <a:pt x="911175" y="40950"/>
                </a:lnTo>
                <a:lnTo>
                  <a:pt x="911850" y="43350"/>
                </a:lnTo>
                <a:lnTo>
                  <a:pt x="912600" y="45675"/>
                </a:lnTo>
                <a:lnTo>
                  <a:pt x="913500" y="47775"/>
                </a:lnTo>
                <a:lnTo>
                  <a:pt x="914475" y="49725"/>
                </a:lnTo>
                <a:lnTo>
                  <a:pt x="915000" y="50625"/>
                </a:lnTo>
                <a:lnTo>
                  <a:pt x="915600" y="51450"/>
                </a:lnTo>
                <a:lnTo>
                  <a:pt x="912525" y="52500"/>
                </a:lnTo>
                <a:lnTo>
                  <a:pt x="908850" y="52500"/>
                </a:lnTo>
                <a:lnTo>
                  <a:pt x="908550" y="52050"/>
                </a:lnTo>
                <a:lnTo>
                  <a:pt x="907650" y="50400"/>
                </a:lnTo>
                <a:lnTo>
                  <a:pt x="906825" y="48675"/>
                </a:lnTo>
                <a:lnTo>
                  <a:pt x="906075" y="46725"/>
                </a:lnTo>
                <a:lnTo>
                  <a:pt x="905550" y="45225"/>
                </a:lnTo>
                <a:lnTo>
                  <a:pt x="905100" y="43725"/>
                </a:lnTo>
                <a:lnTo>
                  <a:pt x="904575" y="42000"/>
                </a:lnTo>
                <a:lnTo>
                  <a:pt x="904275" y="40425"/>
                </a:lnTo>
                <a:lnTo>
                  <a:pt x="903900" y="38625"/>
                </a:lnTo>
                <a:lnTo>
                  <a:pt x="903675" y="37050"/>
                </a:lnTo>
                <a:lnTo>
                  <a:pt x="903375" y="35175"/>
                </a:lnTo>
                <a:lnTo>
                  <a:pt x="903225" y="33525"/>
                </a:lnTo>
                <a:lnTo>
                  <a:pt x="903150" y="31650"/>
                </a:lnTo>
                <a:lnTo>
                  <a:pt x="903075" y="30000"/>
                </a:lnTo>
                <a:lnTo>
                  <a:pt x="903150" y="28350"/>
                </a:lnTo>
                <a:lnTo>
                  <a:pt x="903150" y="26700"/>
                </a:lnTo>
                <a:lnTo>
                  <a:pt x="903300" y="25050"/>
                </a:lnTo>
                <a:lnTo>
                  <a:pt x="903450" y="23400"/>
                </a:lnTo>
                <a:lnTo>
                  <a:pt x="903675" y="21825"/>
                </a:lnTo>
                <a:lnTo>
                  <a:pt x="903975" y="20250"/>
                </a:lnTo>
                <a:lnTo>
                  <a:pt x="901800" y="22425"/>
                </a:lnTo>
                <a:lnTo>
                  <a:pt x="900150" y="24000"/>
                </a:lnTo>
                <a:lnTo>
                  <a:pt x="898650" y="25200"/>
                </a:lnTo>
                <a:lnTo>
                  <a:pt x="897225" y="26325"/>
                </a:lnTo>
                <a:lnTo>
                  <a:pt x="895800" y="27225"/>
                </a:lnTo>
                <a:lnTo>
                  <a:pt x="894375" y="27975"/>
                </a:lnTo>
                <a:lnTo>
                  <a:pt x="892950" y="28575"/>
                </a:lnTo>
                <a:lnTo>
                  <a:pt x="891525" y="28950"/>
                </a:lnTo>
                <a:lnTo>
                  <a:pt x="891525" y="48150"/>
                </a:lnTo>
                <a:lnTo>
                  <a:pt x="891900" y="49350"/>
                </a:lnTo>
                <a:lnTo>
                  <a:pt x="892500" y="50700"/>
                </a:lnTo>
                <a:lnTo>
                  <a:pt x="893775" y="51000"/>
                </a:lnTo>
                <a:lnTo>
                  <a:pt x="893775" y="52500"/>
                </a:lnTo>
                <a:lnTo>
                  <a:pt x="882525" y="52500"/>
                </a:lnTo>
                <a:lnTo>
                  <a:pt x="882525" y="51000"/>
                </a:lnTo>
                <a:lnTo>
                  <a:pt x="883800" y="50700"/>
                </a:lnTo>
                <a:close/>
                <a:moveTo>
                  <a:pt x="962925" y="65250"/>
                </a:moveTo>
                <a:lnTo>
                  <a:pt x="964200" y="64950"/>
                </a:lnTo>
                <a:lnTo>
                  <a:pt x="964800" y="63675"/>
                </a:lnTo>
                <a:lnTo>
                  <a:pt x="965175" y="62475"/>
                </a:lnTo>
                <a:lnTo>
                  <a:pt x="965175" y="48300"/>
                </a:lnTo>
                <a:lnTo>
                  <a:pt x="964425" y="48900"/>
                </a:lnTo>
                <a:lnTo>
                  <a:pt x="963750" y="49350"/>
                </a:lnTo>
                <a:lnTo>
                  <a:pt x="962700" y="49950"/>
                </a:lnTo>
                <a:lnTo>
                  <a:pt x="961575" y="50550"/>
                </a:lnTo>
                <a:lnTo>
                  <a:pt x="960450" y="51075"/>
                </a:lnTo>
                <a:lnTo>
                  <a:pt x="959325" y="51450"/>
                </a:lnTo>
                <a:lnTo>
                  <a:pt x="958350" y="51825"/>
                </a:lnTo>
                <a:lnTo>
                  <a:pt x="957225" y="52125"/>
                </a:lnTo>
                <a:lnTo>
                  <a:pt x="956175" y="52350"/>
                </a:lnTo>
                <a:lnTo>
                  <a:pt x="954975" y="52500"/>
                </a:lnTo>
                <a:lnTo>
                  <a:pt x="953925" y="52650"/>
                </a:lnTo>
                <a:lnTo>
                  <a:pt x="952800" y="52725"/>
                </a:lnTo>
                <a:lnTo>
                  <a:pt x="951750" y="52650"/>
                </a:lnTo>
                <a:lnTo>
                  <a:pt x="950925" y="52575"/>
                </a:lnTo>
                <a:lnTo>
                  <a:pt x="949950" y="52425"/>
                </a:lnTo>
                <a:lnTo>
                  <a:pt x="948975" y="52275"/>
                </a:lnTo>
                <a:lnTo>
                  <a:pt x="948150" y="51975"/>
                </a:lnTo>
                <a:lnTo>
                  <a:pt x="947325" y="51675"/>
                </a:lnTo>
                <a:lnTo>
                  <a:pt x="946500" y="51300"/>
                </a:lnTo>
                <a:lnTo>
                  <a:pt x="945675" y="50850"/>
                </a:lnTo>
                <a:lnTo>
                  <a:pt x="945000" y="50325"/>
                </a:lnTo>
                <a:lnTo>
                  <a:pt x="944175" y="49725"/>
                </a:lnTo>
                <a:lnTo>
                  <a:pt x="943575" y="49200"/>
                </a:lnTo>
                <a:lnTo>
                  <a:pt x="942900" y="48450"/>
                </a:lnTo>
                <a:lnTo>
                  <a:pt x="942225" y="47775"/>
                </a:lnTo>
                <a:lnTo>
                  <a:pt x="941700" y="46950"/>
                </a:lnTo>
                <a:lnTo>
                  <a:pt x="941100" y="46125"/>
                </a:lnTo>
                <a:lnTo>
                  <a:pt x="940650" y="45225"/>
                </a:lnTo>
                <a:lnTo>
                  <a:pt x="940200" y="44400"/>
                </a:lnTo>
                <a:lnTo>
                  <a:pt x="939675" y="43275"/>
                </a:lnTo>
                <a:lnTo>
                  <a:pt x="939375" y="42300"/>
                </a:lnTo>
                <a:lnTo>
                  <a:pt x="939000" y="41175"/>
                </a:lnTo>
                <a:lnTo>
                  <a:pt x="938700" y="40200"/>
                </a:lnTo>
                <a:lnTo>
                  <a:pt x="938400" y="39000"/>
                </a:lnTo>
                <a:lnTo>
                  <a:pt x="938025" y="36750"/>
                </a:lnTo>
                <a:lnTo>
                  <a:pt x="937800" y="34500"/>
                </a:lnTo>
                <a:lnTo>
                  <a:pt x="937725" y="32175"/>
                </a:lnTo>
                <a:lnTo>
                  <a:pt x="937800" y="29925"/>
                </a:lnTo>
                <a:lnTo>
                  <a:pt x="938025" y="27750"/>
                </a:lnTo>
                <a:lnTo>
                  <a:pt x="938475" y="25650"/>
                </a:lnTo>
                <a:lnTo>
                  <a:pt x="938700" y="24525"/>
                </a:lnTo>
                <a:lnTo>
                  <a:pt x="939000" y="23700"/>
                </a:lnTo>
                <a:lnTo>
                  <a:pt x="939675" y="21975"/>
                </a:lnTo>
                <a:lnTo>
                  <a:pt x="940350" y="20550"/>
                </a:lnTo>
                <a:lnTo>
                  <a:pt x="940800" y="19800"/>
                </a:lnTo>
                <a:lnTo>
                  <a:pt x="941175" y="19275"/>
                </a:lnTo>
                <a:lnTo>
                  <a:pt x="941700" y="18600"/>
                </a:lnTo>
                <a:lnTo>
                  <a:pt x="942225" y="18075"/>
                </a:lnTo>
                <a:lnTo>
                  <a:pt x="943200" y="17250"/>
                </a:lnTo>
                <a:lnTo>
                  <a:pt x="943725" y="16875"/>
                </a:lnTo>
                <a:lnTo>
                  <a:pt x="944250" y="16575"/>
                </a:lnTo>
                <a:lnTo>
                  <a:pt x="944625" y="16350"/>
                </a:lnTo>
                <a:lnTo>
                  <a:pt x="945600" y="15975"/>
                </a:lnTo>
                <a:lnTo>
                  <a:pt x="947400" y="15450"/>
                </a:lnTo>
                <a:lnTo>
                  <a:pt x="949500" y="14925"/>
                </a:lnTo>
                <a:lnTo>
                  <a:pt x="951525" y="14550"/>
                </a:lnTo>
                <a:lnTo>
                  <a:pt x="953550" y="14325"/>
                </a:lnTo>
                <a:lnTo>
                  <a:pt x="955500" y="14250"/>
                </a:lnTo>
                <a:lnTo>
                  <a:pt x="957450" y="14325"/>
                </a:lnTo>
                <a:lnTo>
                  <a:pt x="959400" y="14625"/>
                </a:lnTo>
                <a:lnTo>
                  <a:pt x="961200" y="15000"/>
                </a:lnTo>
                <a:lnTo>
                  <a:pt x="962100" y="15300"/>
                </a:lnTo>
                <a:lnTo>
                  <a:pt x="962925" y="15600"/>
                </a:lnTo>
                <a:lnTo>
                  <a:pt x="963750" y="15975"/>
                </a:lnTo>
                <a:lnTo>
                  <a:pt x="964500" y="16350"/>
                </a:lnTo>
                <a:lnTo>
                  <a:pt x="965250" y="16725"/>
                </a:lnTo>
                <a:lnTo>
                  <a:pt x="965925" y="17175"/>
                </a:lnTo>
                <a:lnTo>
                  <a:pt x="967125" y="18150"/>
                </a:lnTo>
                <a:lnTo>
                  <a:pt x="967725" y="18675"/>
                </a:lnTo>
                <a:lnTo>
                  <a:pt x="968325" y="19200"/>
                </a:lnTo>
                <a:lnTo>
                  <a:pt x="969150" y="20325"/>
                </a:lnTo>
                <a:lnTo>
                  <a:pt x="969900" y="21525"/>
                </a:lnTo>
                <a:lnTo>
                  <a:pt x="970350" y="22425"/>
                </a:lnTo>
                <a:lnTo>
                  <a:pt x="970650" y="23175"/>
                </a:lnTo>
                <a:lnTo>
                  <a:pt x="970875" y="24000"/>
                </a:lnTo>
                <a:lnTo>
                  <a:pt x="971100" y="24975"/>
                </a:lnTo>
                <a:lnTo>
                  <a:pt x="971325" y="24975"/>
                </a:lnTo>
                <a:lnTo>
                  <a:pt x="971325" y="62475"/>
                </a:lnTo>
                <a:lnTo>
                  <a:pt x="971700" y="63675"/>
                </a:lnTo>
                <a:lnTo>
                  <a:pt x="972300" y="64950"/>
                </a:lnTo>
                <a:lnTo>
                  <a:pt x="973575" y="65250"/>
                </a:lnTo>
                <a:lnTo>
                  <a:pt x="973575" y="66750"/>
                </a:lnTo>
                <a:lnTo>
                  <a:pt x="962925" y="66750"/>
                </a:lnTo>
                <a:close/>
                <a:moveTo>
                  <a:pt x="965100" y="26025"/>
                </a:moveTo>
                <a:lnTo>
                  <a:pt x="964950" y="25425"/>
                </a:lnTo>
                <a:lnTo>
                  <a:pt x="964800" y="24675"/>
                </a:lnTo>
                <a:lnTo>
                  <a:pt x="964575" y="24075"/>
                </a:lnTo>
                <a:lnTo>
                  <a:pt x="964350" y="23475"/>
                </a:lnTo>
                <a:lnTo>
                  <a:pt x="964050" y="22875"/>
                </a:lnTo>
                <a:lnTo>
                  <a:pt x="963675" y="22275"/>
                </a:lnTo>
                <a:lnTo>
                  <a:pt x="963300" y="21750"/>
                </a:lnTo>
                <a:lnTo>
                  <a:pt x="962850" y="21300"/>
                </a:lnTo>
                <a:lnTo>
                  <a:pt x="962400" y="20850"/>
                </a:lnTo>
                <a:lnTo>
                  <a:pt x="961875" y="20475"/>
                </a:lnTo>
                <a:lnTo>
                  <a:pt x="961425" y="20175"/>
                </a:lnTo>
                <a:lnTo>
                  <a:pt x="960825" y="19800"/>
                </a:lnTo>
                <a:lnTo>
                  <a:pt x="960300" y="19575"/>
                </a:lnTo>
                <a:lnTo>
                  <a:pt x="959550" y="19275"/>
                </a:lnTo>
                <a:lnTo>
                  <a:pt x="958800" y="19050"/>
                </a:lnTo>
                <a:lnTo>
                  <a:pt x="957975" y="18825"/>
                </a:lnTo>
                <a:lnTo>
                  <a:pt x="957150" y="18750"/>
                </a:lnTo>
                <a:lnTo>
                  <a:pt x="956400" y="18675"/>
                </a:lnTo>
                <a:lnTo>
                  <a:pt x="955425" y="18600"/>
                </a:lnTo>
                <a:lnTo>
                  <a:pt x="954600" y="18600"/>
                </a:lnTo>
                <a:lnTo>
                  <a:pt x="952875" y="18750"/>
                </a:lnTo>
                <a:lnTo>
                  <a:pt x="951675" y="18975"/>
                </a:lnTo>
                <a:lnTo>
                  <a:pt x="950550" y="19275"/>
                </a:lnTo>
                <a:lnTo>
                  <a:pt x="949200" y="19650"/>
                </a:lnTo>
                <a:lnTo>
                  <a:pt x="948000" y="20025"/>
                </a:lnTo>
                <a:lnTo>
                  <a:pt x="947850" y="20100"/>
                </a:lnTo>
                <a:lnTo>
                  <a:pt x="947475" y="20400"/>
                </a:lnTo>
                <a:lnTo>
                  <a:pt x="946800" y="21075"/>
                </a:lnTo>
                <a:lnTo>
                  <a:pt x="946425" y="21600"/>
                </a:lnTo>
                <a:lnTo>
                  <a:pt x="946050" y="22200"/>
                </a:lnTo>
                <a:lnTo>
                  <a:pt x="945675" y="22875"/>
                </a:lnTo>
                <a:lnTo>
                  <a:pt x="945375" y="23550"/>
                </a:lnTo>
                <a:lnTo>
                  <a:pt x="944850" y="25125"/>
                </a:lnTo>
                <a:lnTo>
                  <a:pt x="944400" y="26850"/>
                </a:lnTo>
                <a:lnTo>
                  <a:pt x="944100" y="28725"/>
                </a:lnTo>
                <a:lnTo>
                  <a:pt x="943950" y="30750"/>
                </a:lnTo>
                <a:lnTo>
                  <a:pt x="943875" y="32775"/>
                </a:lnTo>
                <a:lnTo>
                  <a:pt x="943950" y="34800"/>
                </a:lnTo>
                <a:lnTo>
                  <a:pt x="944250" y="36900"/>
                </a:lnTo>
                <a:lnTo>
                  <a:pt x="944550" y="38700"/>
                </a:lnTo>
                <a:lnTo>
                  <a:pt x="945075" y="40575"/>
                </a:lnTo>
                <a:lnTo>
                  <a:pt x="945675" y="42225"/>
                </a:lnTo>
                <a:lnTo>
                  <a:pt x="946350" y="43725"/>
                </a:lnTo>
                <a:lnTo>
                  <a:pt x="947175" y="45000"/>
                </a:lnTo>
                <a:lnTo>
                  <a:pt x="947625" y="45600"/>
                </a:lnTo>
                <a:lnTo>
                  <a:pt x="948075" y="46125"/>
                </a:lnTo>
                <a:lnTo>
                  <a:pt x="948525" y="46575"/>
                </a:lnTo>
                <a:lnTo>
                  <a:pt x="949050" y="47100"/>
                </a:lnTo>
                <a:lnTo>
                  <a:pt x="949725" y="47550"/>
                </a:lnTo>
                <a:lnTo>
                  <a:pt x="950475" y="47925"/>
                </a:lnTo>
                <a:lnTo>
                  <a:pt x="951150" y="48150"/>
                </a:lnTo>
                <a:lnTo>
                  <a:pt x="951900" y="48300"/>
                </a:lnTo>
                <a:lnTo>
                  <a:pt x="952800" y="48300"/>
                </a:lnTo>
                <a:lnTo>
                  <a:pt x="953850" y="48225"/>
                </a:lnTo>
                <a:lnTo>
                  <a:pt x="954900" y="48075"/>
                </a:lnTo>
                <a:lnTo>
                  <a:pt x="955950" y="47775"/>
                </a:lnTo>
                <a:lnTo>
                  <a:pt x="956850" y="47475"/>
                </a:lnTo>
                <a:lnTo>
                  <a:pt x="957825" y="47100"/>
                </a:lnTo>
                <a:lnTo>
                  <a:pt x="958725" y="46575"/>
                </a:lnTo>
                <a:lnTo>
                  <a:pt x="959550" y="46125"/>
                </a:lnTo>
                <a:lnTo>
                  <a:pt x="961650" y="44850"/>
                </a:lnTo>
                <a:lnTo>
                  <a:pt x="963150" y="43875"/>
                </a:lnTo>
                <a:lnTo>
                  <a:pt x="964275" y="42975"/>
                </a:lnTo>
                <a:lnTo>
                  <a:pt x="965175" y="42225"/>
                </a:lnTo>
                <a:lnTo>
                  <a:pt x="965175" y="27375"/>
                </a:lnTo>
                <a:close/>
                <a:moveTo>
                  <a:pt x="981825" y="65250"/>
                </a:moveTo>
                <a:lnTo>
                  <a:pt x="983100" y="64950"/>
                </a:lnTo>
                <a:lnTo>
                  <a:pt x="983700" y="63600"/>
                </a:lnTo>
                <a:lnTo>
                  <a:pt x="984075" y="62400"/>
                </a:lnTo>
                <a:lnTo>
                  <a:pt x="984075" y="14250"/>
                </a:lnTo>
                <a:lnTo>
                  <a:pt x="992325" y="14250"/>
                </a:lnTo>
                <a:lnTo>
                  <a:pt x="992775" y="14700"/>
                </a:lnTo>
                <a:lnTo>
                  <a:pt x="993300" y="15375"/>
                </a:lnTo>
                <a:lnTo>
                  <a:pt x="993825" y="16125"/>
                </a:lnTo>
                <a:lnTo>
                  <a:pt x="994575" y="17325"/>
                </a:lnTo>
                <a:lnTo>
                  <a:pt x="995250" y="18675"/>
                </a:lnTo>
                <a:lnTo>
                  <a:pt x="996075" y="20325"/>
                </a:lnTo>
                <a:lnTo>
                  <a:pt x="996750" y="22050"/>
                </a:lnTo>
                <a:lnTo>
                  <a:pt x="997500" y="23925"/>
                </a:lnTo>
                <a:lnTo>
                  <a:pt x="998250" y="26100"/>
                </a:lnTo>
                <a:lnTo>
                  <a:pt x="1001025" y="34350"/>
                </a:lnTo>
                <a:lnTo>
                  <a:pt x="1002225" y="37650"/>
                </a:lnTo>
                <a:lnTo>
                  <a:pt x="1003500" y="40875"/>
                </a:lnTo>
                <a:lnTo>
                  <a:pt x="1004100" y="42375"/>
                </a:lnTo>
                <a:lnTo>
                  <a:pt x="1004700" y="43500"/>
                </a:lnTo>
                <a:lnTo>
                  <a:pt x="1004700" y="18600"/>
                </a:lnTo>
                <a:lnTo>
                  <a:pt x="1004325" y="17400"/>
                </a:lnTo>
                <a:lnTo>
                  <a:pt x="1003725" y="16050"/>
                </a:lnTo>
                <a:lnTo>
                  <a:pt x="1002450" y="15750"/>
                </a:lnTo>
                <a:lnTo>
                  <a:pt x="1002450" y="14250"/>
                </a:lnTo>
                <a:lnTo>
                  <a:pt x="1013100" y="14250"/>
                </a:lnTo>
                <a:lnTo>
                  <a:pt x="1013100" y="15750"/>
                </a:lnTo>
                <a:lnTo>
                  <a:pt x="1011825" y="16050"/>
                </a:lnTo>
                <a:lnTo>
                  <a:pt x="1011225" y="17400"/>
                </a:lnTo>
                <a:lnTo>
                  <a:pt x="1010850" y="18600"/>
                </a:lnTo>
                <a:lnTo>
                  <a:pt x="1010850" y="50250"/>
                </a:lnTo>
                <a:lnTo>
                  <a:pt x="1010850" y="50550"/>
                </a:lnTo>
                <a:lnTo>
                  <a:pt x="1010775" y="50850"/>
                </a:lnTo>
                <a:lnTo>
                  <a:pt x="1010625" y="51150"/>
                </a:lnTo>
                <a:lnTo>
                  <a:pt x="1010400" y="51450"/>
                </a:lnTo>
                <a:lnTo>
                  <a:pt x="1010175" y="51675"/>
                </a:lnTo>
                <a:lnTo>
                  <a:pt x="1009875" y="51900"/>
                </a:lnTo>
                <a:lnTo>
                  <a:pt x="1009575" y="52050"/>
                </a:lnTo>
                <a:lnTo>
                  <a:pt x="1008825" y="52350"/>
                </a:lnTo>
                <a:lnTo>
                  <a:pt x="1008450" y="52425"/>
                </a:lnTo>
                <a:lnTo>
                  <a:pt x="1008000" y="52500"/>
                </a:lnTo>
                <a:lnTo>
                  <a:pt x="1007175" y="52425"/>
                </a:lnTo>
                <a:lnTo>
                  <a:pt x="1006500" y="52350"/>
                </a:lnTo>
                <a:lnTo>
                  <a:pt x="1005825" y="52125"/>
                </a:lnTo>
                <a:lnTo>
                  <a:pt x="1005075" y="51900"/>
                </a:lnTo>
                <a:lnTo>
                  <a:pt x="1004325" y="51525"/>
                </a:lnTo>
                <a:lnTo>
                  <a:pt x="1003650" y="51075"/>
                </a:lnTo>
                <a:lnTo>
                  <a:pt x="1002975" y="50625"/>
                </a:lnTo>
                <a:lnTo>
                  <a:pt x="1002375" y="50100"/>
                </a:lnTo>
                <a:lnTo>
                  <a:pt x="1001775" y="49425"/>
                </a:lnTo>
                <a:lnTo>
                  <a:pt x="1001175" y="48750"/>
                </a:lnTo>
                <a:lnTo>
                  <a:pt x="1000650" y="47925"/>
                </a:lnTo>
                <a:lnTo>
                  <a:pt x="999675" y="46500"/>
                </a:lnTo>
                <a:lnTo>
                  <a:pt x="998850" y="44925"/>
                </a:lnTo>
                <a:lnTo>
                  <a:pt x="997950" y="42975"/>
                </a:lnTo>
                <a:lnTo>
                  <a:pt x="997050" y="40950"/>
                </a:lnTo>
                <a:lnTo>
                  <a:pt x="996375" y="39000"/>
                </a:lnTo>
                <a:lnTo>
                  <a:pt x="995475" y="36525"/>
                </a:lnTo>
                <a:lnTo>
                  <a:pt x="991950" y="26100"/>
                </a:lnTo>
                <a:lnTo>
                  <a:pt x="991050" y="23700"/>
                </a:lnTo>
                <a:lnTo>
                  <a:pt x="990225" y="21750"/>
                </a:lnTo>
                <a:lnTo>
                  <a:pt x="990225" y="62400"/>
                </a:lnTo>
                <a:lnTo>
                  <a:pt x="990600" y="63600"/>
                </a:lnTo>
                <a:lnTo>
                  <a:pt x="991200" y="64950"/>
                </a:lnTo>
                <a:lnTo>
                  <a:pt x="992475" y="65250"/>
                </a:lnTo>
                <a:lnTo>
                  <a:pt x="992475" y="66750"/>
                </a:lnTo>
                <a:lnTo>
                  <a:pt x="981825" y="66750"/>
                </a:lnTo>
                <a:close/>
                <a:moveTo>
                  <a:pt x="1044825" y="65250"/>
                </a:moveTo>
                <a:lnTo>
                  <a:pt x="1046100" y="64950"/>
                </a:lnTo>
                <a:lnTo>
                  <a:pt x="1046700" y="63675"/>
                </a:lnTo>
                <a:lnTo>
                  <a:pt x="1047075" y="62475"/>
                </a:lnTo>
                <a:lnTo>
                  <a:pt x="1047075" y="48300"/>
                </a:lnTo>
                <a:lnTo>
                  <a:pt x="1046325" y="48900"/>
                </a:lnTo>
                <a:lnTo>
                  <a:pt x="1045650" y="49350"/>
                </a:lnTo>
                <a:lnTo>
                  <a:pt x="1044600" y="49950"/>
                </a:lnTo>
                <a:lnTo>
                  <a:pt x="1043475" y="50550"/>
                </a:lnTo>
                <a:lnTo>
                  <a:pt x="1042350" y="51075"/>
                </a:lnTo>
                <a:lnTo>
                  <a:pt x="1041225" y="51450"/>
                </a:lnTo>
                <a:lnTo>
                  <a:pt x="1040250" y="51825"/>
                </a:lnTo>
                <a:lnTo>
                  <a:pt x="1039125" y="52125"/>
                </a:lnTo>
                <a:lnTo>
                  <a:pt x="1038075" y="52350"/>
                </a:lnTo>
                <a:lnTo>
                  <a:pt x="1036875" y="52500"/>
                </a:lnTo>
                <a:lnTo>
                  <a:pt x="1035825" y="52650"/>
                </a:lnTo>
                <a:lnTo>
                  <a:pt x="1034700" y="52725"/>
                </a:lnTo>
                <a:lnTo>
                  <a:pt x="1033650" y="52650"/>
                </a:lnTo>
                <a:lnTo>
                  <a:pt x="1032825" y="52575"/>
                </a:lnTo>
                <a:lnTo>
                  <a:pt x="1031850" y="52425"/>
                </a:lnTo>
                <a:lnTo>
                  <a:pt x="1030875" y="52275"/>
                </a:lnTo>
                <a:lnTo>
                  <a:pt x="1030050" y="51975"/>
                </a:lnTo>
                <a:lnTo>
                  <a:pt x="1029225" y="51675"/>
                </a:lnTo>
                <a:lnTo>
                  <a:pt x="1028400" y="51300"/>
                </a:lnTo>
                <a:lnTo>
                  <a:pt x="1027575" y="50850"/>
                </a:lnTo>
                <a:lnTo>
                  <a:pt x="1026900" y="50325"/>
                </a:lnTo>
                <a:lnTo>
                  <a:pt x="1026075" y="49725"/>
                </a:lnTo>
                <a:lnTo>
                  <a:pt x="1025475" y="49200"/>
                </a:lnTo>
                <a:lnTo>
                  <a:pt x="1024800" y="48450"/>
                </a:lnTo>
                <a:lnTo>
                  <a:pt x="1024125" y="47775"/>
                </a:lnTo>
                <a:lnTo>
                  <a:pt x="1023600" y="46950"/>
                </a:lnTo>
                <a:lnTo>
                  <a:pt x="1023000" y="46125"/>
                </a:lnTo>
                <a:lnTo>
                  <a:pt x="1022550" y="45225"/>
                </a:lnTo>
                <a:lnTo>
                  <a:pt x="1022100" y="44400"/>
                </a:lnTo>
                <a:lnTo>
                  <a:pt x="1021575" y="43275"/>
                </a:lnTo>
                <a:lnTo>
                  <a:pt x="1021275" y="42300"/>
                </a:lnTo>
                <a:lnTo>
                  <a:pt x="1020900" y="41175"/>
                </a:lnTo>
                <a:lnTo>
                  <a:pt x="1020600" y="40200"/>
                </a:lnTo>
                <a:lnTo>
                  <a:pt x="1020300" y="39000"/>
                </a:lnTo>
                <a:lnTo>
                  <a:pt x="1019925" y="36750"/>
                </a:lnTo>
                <a:lnTo>
                  <a:pt x="1019700" y="34500"/>
                </a:lnTo>
                <a:lnTo>
                  <a:pt x="1019625" y="32175"/>
                </a:lnTo>
                <a:lnTo>
                  <a:pt x="1019700" y="29925"/>
                </a:lnTo>
                <a:lnTo>
                  <a:pt x="1019925" y="27750"/>
                </a:lnTo>
                <a:lnTo>
                  <a:pt x="1020375" y="25650"/>
                </a:lnTo>
                <a:lnTo>
                  <a:pt x="1020600" y="24525"/>
                </a:lnTo>
                <a:lnTo>
                  <a:pt x="1020900" y="23700"/>
                </a:lnTo>
                <a:lnTo>
                  <a:pt x="1021575" y="21975"/>
                </a:lnTo>
                <a:lnTo>
                  <a:pt x="1022250" y="20550"/>
                </a:lnTo>
                <a:lnTo>
                  <a:pt x="1022700" y="19800"/>
                </a:lnTo>
                <a:lnTo>
                  <a:pt x="1023075" y="19275"/>
                </a:lnTo>
                <a:lnTo>
                  <a:pt x="1023600" y="18600"/>
                </a:lnTo>
                <a:lnTo>
                  <a:pt x="1024125" y="18075"/>
                </a:lnTo>
                <a:lnTo>
                  <a:pt x="1025100" y="17250"/>
                </a:lnTo>
                <a:lnTo>
                  <a:pt x="1025625" y="16875"/>
                </a:lnTo>
                <a:lnTo>
                  <a:pt x="1026150" y="16575"/>
                </a:lnTo>
                <a:lnTo>
                  <a:pt x="1026525" y="16350"/>
                </a:lnTo>
                <a:lnTo>
                  <a:pt x="1027500" y="15975"/>
                </a:lnTo>
                <a:lnTo>
                  <a:pt x="1029300" y="15450"/>
                </a:lnTo>
                <a:lnTo>
                  <a:pt x="1031400" y="14925"/>
                </a:lnTo>
                <a:lnTo>
                  <a:pt x="1033425" y="14550"/>
                </a:lnTo>
                <a:lnTo>
                  <a:pt x="1035450" y="14325"/>
                </a:lnTo>
                <a:lnTo>
                  <a:pt x="1037400" y="14250"/>
                </a:lnTo>
                <a:lnTo>
                  <a:pt x="1039350" y="14325"/>
                </a:lnTo>
                <a:lnTo>
                  <a:pt x="1041300" y="14625"/>
                </a:lnTo>
                <a:lnTo>
                  <a:pt x="1043100" y="15000"/>
                </a:lnTo>
                <a:lnTo>
                  <a:pt x="1044000" y="15300"/>
                </a:lnTo>
                <a:lnTo>
                  <a:pt x="1044825" y="15600"/>
                </a:lnTo>
                <a:lnTo>
                  <a:pt x="1045650" y="15975"/>
                </a:lnTo>
                <a:lnTo>
                  <a:pt x="1046400" y="16350"/>
                </a:lnTo>
                <a:lnTo>
                  <a:pt x="1047150" y="16725"/>
                </a:lnTo>
                <a:lnTo>
                  <a:pt x="1047825" y="17175"/>
                </a:lnTo>
                <a:lnTo>
                  <a:pt x="1049025" y="18150"/>
                </a:lnTo>
                <a:lnTo>
                  <a:pt x="1049625" y="18675"/>
                </a:lnTo>
                <a:lnTo>
                  <a:pt x="1050225" y="19200"/>
                </a:lnTo>
                <a:lnTo>
                  <a:pt x="1051050" y="20325"/>
                </a:lnTo>
                <a:lnTo>
                  <a:pt x="1051800" y="21525"/>
                </a:lnTo>
                <a:lnTo>
                  <a:pt x="1052250" y="22425"/>
                </a:lnTo>
                <a:lnTo>
                  <a:pt x="1052550" y="23175"/>
                </a:lnTo>
                <a:lnTo>
                  <a:pt x="1052775" y="24000"/>
                </a:lnTo>
                <a:lnTo>
                  <a:pt x="1053000" y="24975"/>
                </a:lnTo>
                <a:lnTo>
                  <a:pt x="1053225" y="24975"/>
                </a:lnTo>
                <a:lnTo>
                  <a:pt x="1053225" y="62475"/>
                </a:lnTo>
                <a:lnTo>
                  <a:pt x="1053600" y="63675"/>
                </a:lnTo>
                <a:lnTo>
                  <a:pt x="1054200" y="64950"/>
                </a:lnTo>
                <a:lnTo>
                  <a:pt x="1055475" y="65250"/>
                </a:lnTo>
                <a:lnTo>
                  <a:pt x="1055475" y="66750"/>
                </a:lnTo>
                <a:lnTo>
                  <a:pt x="1044825" y="66750"/>
                </a:lnTo>
                <a:close/>
                <a:moveTo>
                  <a:pt x="1047000" y="26025"/>
                </a:moveTo>
                <a:lnTo>
                  <a:pt x="1046850" y="25425"/>
                </a:lnTo>
                <a:lnTo>
                  <a:pt x="1046700" y="24675"/>
                </a:lnTo>
                <a:lnTo>
                  <a:pt x="1046475" y="24075"/>
                </a:lnTo>
                <a:lnTo>
                  <a:pt x="1046250" y="23475"/>
                </a:lnTo>
                <a:lnTo>
                  <a:pt x="1045950" y="22875"/>
                </a:lnTo>
                <a:lnTo>
                  <a:pt x="1045575" y="22275"/>
                </a:lnTo>
                <a:lnTo>
                  <a:pt x="1045200" y="21750"/>
                </a:lnTo>
                <a:lnTo>
                  <a:pt x="1044750" y="21300"/>
                </a:lnTo>
                <a:lnTo>
                  <a:pt x="1044300" y="20850"/>
                </a:lnTo>
                <a:lnTo>
                  <a:pt x="1043775" y="20475"/>
                </a:lnTo>
                <a:lnTo>
                  <a:pt x="1043325" y="20175"/>
                </a:lnTo>
                <a:lnTo>
                  <a:pt x="1042725" y="19800"/>
                </a:lnTo>
                <a:lnTo>
                  <a:pt x="1042200" y="19575"/>
                </a:lnTo>
                <a:lnTo>
                  <a:pt x="1041450" y="19275"/>
                </a:lnTo>
                <a:lnTo>
                  <a:pt x="1040700" y="19050"/>
                </a:lnTo>
                <a:lnTo>
                  <a:pt x="1039875" y="18825"/>
                </a:lnTo>
                <a:lnTo>
                  <a:pt x="1039050" y="18750"/>
                </a:lnTo>
                <a:lnTo>
                  <a:pt x="1038300" y="18675"/>
                </a:lnTo>
                <a:lnTo>
                  <a:pt x="1037325" y="18600"/>
                </a:lnTo>
                <a:lnTo>
                  <a:pt x="1036500" y="18600"/>
                </a:lnTo>
                <a:lnTo>
                  <a:pt x="1034775" y="18750"/>
                </a:lnTo>
                <a:lnTo>
                  <a:pt x="1033575" y="18975"/>
                </a:lnTo>
                <a:lnTo>
                  <a:pt x="1032450" y="19275"/>
                </a:lnTo>
                <a:lnTo>
                  <a:pt x="1031100" y="19650"/>
                </a:lnTo>
                <a:lnTo>
                  <a:pt x="1029900" y="20025"/>
                </a:lnTo>
                <a:lnTo>
                  <a:pt x="1029750" y="20100"/>
                </a:lnTo>
                <a:lnTo>
                  <a:pt x="1029375" y="20400"/>
                </a:lnTo>
                <a:lnTo>
                  <a:pt x="1028700" y="21075"/>
                </a:lnTo>
                <a:lnTo>
                  <a:pt x="1028325" y="21600"/>
                </a:lnTo>
                <a:lnTo>
                  <a:pt x="1027950" y="22200"/>
                </a:lnTo>
                <a:lnTo>
                  <a:pt x="1027575" y="22875"/>
                </a:lnTo>
                <a:lnTo>
                  <a:pt x="1027275" y="23550"/>
                </a:lnTo>
                <a:lnTo>
                  <a:pt x="1026750" y="25125"/>
                </a:lnTo>
                <a:lnTo>
                  <a:pt x="1026300" y="26850"/>
                </a:lnTo>
                <a:lnTo>
                  <a:pt x="1026000" y="28725"/>
                </a:lnTo>
                <a:lnTo>
                  <a:pt x="1025850" y="30750"/>
                </a:lnTo>
                <a:lnTo>
                  <a:pt x="1025775" y="32775"/>
                </a:lnTo>
                <a:lnTo>
                  <a:pt x="1025850" y="34800"/>
                </a:lnTo>
                <a:lnTo>
                  <a:pt x="1026150" y="36900"/>
                </a:lnTo>
                <a:lnTo>
                  <a:pt x="1026450" y="38700"/>
                </a:lnTo>
                <a:lnTo>
                  <a:pt x="1026975" y="40575"/>
                </a:lnTo>
                <a:lnTo>
                  <a:pt x="1027575" y="42225"/>
                </a:lnTo>
                <a:lnTo>
                  <a:pt x="1028250" y="43725"/>
                </a:lnTo>
                <a:lnTo>
                  <a:pt x="1029075" y="45000"/>
                </a:lnTo>
                <a:lnTo>
                  <a:pt x="1029525" y="45600"/>
                </a:lnTo>
                <a:lnTo>
                  <a:pt x="1029975" y="46125"/>
                </a:lnTo>
                <a:lnTo>
                  <a:pt x="1030425" y="46575"/>
                </a:lnTo>
                <a:lnTo>
                  <a:pt x="1030950" y="47100"/>
                </a:lnTo>
                <a:lnTo>
                  <a:pt x="1031625" y="47550"/>
                </a:lnTo>
                <a:lnTo>
                  <a:pt x="1032375" y="47925"/>
                </a:lnTo>
                <a:lnTo>
                  <a:pt x="1033050" y="48150"/>
                </a:lnTo>
                <a:lnTo>
                  <a:pt x="1033800" y="48300"/>
                </a:lnTo>
                <a:lnTo>
                  <a:pt x="1034700" y="48300"/>
                </a:lnTo>
                <a:lnTo>
                  <a:pt x="1035750" y="48225"/>
                </a:lnTo>
                <a:lnTo>
                  <a:pt x="1036800" y="48075"/>
                </a:lnTo>
                <a:lnTo>
                  <a:pt x="1037850" y="47775"/>
                </a:lnTo>
                <a:lnTo>
                  <a:pt x="1038750" y="47475"/>
                </a:lnTo>
                <a:lnTo>
                  <a:pt x="1039725" y="47100"/>
                </a:lnTo>
                <a:lnTo>
                  <a:pt x="1040625" y="46575"/>
                </a:lnTo>
                <a:lnTo>
                  <a:pt x="1041450" y="46125"/>
                </a:lnTo>
                <a:lnTo>
                  <a:pt x="1043550" y="44850"/>
                </a:lnTo>
                <a:lnTo>
                  <a:pt x="1045050" y="43875"/>
                </a:lnTo>
                <a:lnTo>
                  <a:pt x="1046175" y="42975"/>
                </a:lnTo>
                <a:lnTo>
                  <a:pt x="1047075" y="42225"/>
                </a:lnTo>
                <a:lnTo>
                  <a:pt x="1047075" y="27375"/>
                </a:lnTo>
                <a:close/>
                <a:moveTo>
                  <a:pt x="1108950" y="48600"/>
                </a:moveTo>
                <a:lnTo>
                  <a:pt x="1109400" y="49200"/>
                </a:lnTo>
                <a:lnTo>
                  <a:pt x="1109850" y="49650"/>
                </a:lnTo>
                <a:lnTo>
                  <a:pt x="1110450" y="50250"/>
                </a:lnTo>
                <a:lnTo>
                  <a:pt x="1111725" y="51300"/>
                </a:lnTo>
                <a:lnTo>
                  <a:pt x="1112550" y="51900"/>
                </a:lnTo>
                <a:lnTo>
                  <a:pt x="1113450" y="52500"/>
                </a:lnTo>
                <a:lnTo>
                  <a:pt x="1109250" y="52500"/>
                </a:lnTo>
                <a:lnTo>
                  <a:pt x="1083750" y="52500"/>
                </a:lnTo>
                <a:lnTo>
                  <a:pt x="1083600" y="52350"/>
                </a:lnTo>
                <a:lnTo>
                  <a:pt x="1083375" y="52125"/>
                </a:lnTo>
                <a:lnTo>
                  <a:pt x="1083150" y="51825"/>
                </a:lnTo>
                <a:lnTo>
                  <a:pt x="1083075" y="51600"/>
                </a:lnTo>
                <a:lnTo>
                  <a:pt x="1083000" y="51300"/>
                </a:lnTo>
                <a:lnTo>
                  <a:pt x="1082925" y="51000"/>
                </a:lnTo>
                <a:lnTo>
                  <a:pt x="1082925" y="46500"/>
                </a:lnTo>
                <a:lnTo>
                  <a:pt x="1089075" y="46500"/>
                </a:lnTo>
                <a:lnTo>
                  <a:pt x="1089075" y="48750"/>
                </a:lnTo>
                <a:lnTo>
                  <a:pt x="1102350" y="48750"/>
                </a:lnTo>
                <a:lnTo>
                  <a:pt x="1101975" y="48150"/>
                </a:lnTo>
                <a:lnTo>
                  <a:pt x="1084500" y="18300"/>
                </a:lnTo>
                <a:lnTo>
                  <a:pt x="1084200" y="17850"/>
                </a:lnTo>
                <a:lnTo>
                  <a:pt x="1083750" y="17250"/>
                </a:lnTo>
                <a:lnTo>
                  <a:pt x="1082775" y="16350"/>
                </a:lnTo>
                <a:lnTo>
                  <a:pt x="1081500" y="15300"/>
                </a:lnTo>
                <a:lnTo>
                  <a:pt x="1079925" y="14250"/>
                </a:lnTo>
                <a:lnTo>
                  <a:pt x="1084125" y="14250"/>
                </a:lnTo>
                <a:lnTo>
                  <a:pt x="1109625" y="14250"/>
                </a:lnTo>
                <a:lnTo>
                  <a:pt x="1109850" y="14400"/>
                </a:lnTo>
                <a:lnTo>
                  <a:pt x="1110075" y="14625"/>
                </a:lnTo>
                <a:lnTo>
                  <a:pt x="1110225" y="14925"/>
                </a:lnTo>
                <a:lnTo>
                  <a:pt x="1110375" y="15150"/>
                </a:lnTo>
                <a:lnTo>
                  <a:pt x="1110450" y="15450"/>
                </a:lnTo>
                <a:lnTo>
                  <a:pt x="1110450" y="15750"/>
                </a:lnTo>
                <a:lnTo>
                  <a:pt x="1110450" y="20250"/>
                </a:lnTo>
                <a:lnTo>
                  <a:pt x="1104300" y="20250"/>
                </a:lnTo>
                <a:lnTo>
                  <a:pt x="1104300" y="18000"/>
                </a:lnTo>
                <a:lnTo>
                  <a:pt x="1091100" y="18000"/>
                </a:lnTo>
                <a:lnTo>
                  <a:pt x="1091400" y="18600"/>
                </a:lnTo>
                <a:close/>
                <a:moveTo>
                  <a:pt x="1116750" y="51075"/>
                </a:moveTo>
                <a:lnTo>
                  <a:pt x="1118025" y="50775"/>
                </a:lnTo>
                <a:lnTo>
                  <a:pt x="1118625" y="49575"/>
                </a:lnTo>
                <a:lnTo>
                  <a:pt x="1119000" y="48450"/>
                </a:lnTo>
                <a:lnTo>
                  <a:pt x="1119000" y="35250"/>
                </a:lnTo>
                <a:lnTo>
                  <a:pt x="1119000" y="34950"/>
                </a:lnTo>
                <a:lnTo>
                  <a:pt x="1119075" y="34725"/>
                </a:lnTo>
                <a:lnTo>
                  <a:pt x="1119225" y="34425"/>
                </a:lnTo>
                <a:lnTo>
                  <a:pt x="1119375" y="34200"/>
                </a:lnTo>
                <a:lnTo>
                  <a:pt x="1119600" y="33975"/>
                </a:lnTo>
                <a:lnTo>
                  <a:pt x="1120200" y="33600"/>
                </a:lnTo>
                <a:lnTo>
                  <a:pt x="1120500" y="33450"/>
                </a:lnTo>
                <a:lnTo>
                  <a:pt x="1121250" y="33225"/>
                </a:lnTo>
                <a:lnTo>
                  <a:pt x="1121700" y="33225"/>
                </a:lnTo>
                <a:lnTo>
                  <a:pt x="1122225" y="33150"/>
                </a:lnTo>
                <a:lnTo>
                  <a:pt x="1121400" y="32175"/>
                </a:lnTo>
                <a:lnTo>
                  <a:pt x="1120725" y="31200"/>
                </a:lnTo>
                <a:lnTo>
                  <a:pt x="1120125" y="30225"/>
                </a:lnTo>
                <a:lnTo>
                  <a:pt x="1119600" y="29325"/>
                </a:lnTo>
                <a:lnTo>
                  <a:pt x="1119075" y="28350"/>
                </a:lnTo>
                <a:lnTo>
                  <a:pt x="1118700" y="27375"/>
                </a:lnTo>
                <a:lnTo>
                  <a:pt x="1118325" y="26475"/>
                </a:lnTo>
                <a:lnTo>
                  <a:pt x="1118175" y="25650"/>
                </a:lnTo>
                <a:lnTo>
                  <a:pt x="1117950" y="24750"/>
                </a:lnTo>
                <a:lnTo>
                  <a:pt x="1117875" y="24000"/>
                </a:lnTo>
                <a:lnTo>
                  <a:pt x="1117875" y="23175"/>
                </a:lnTo>
                <a:lnTo>
                  <a:pt x="1117950" y="22425"/>
                </a:lnTo>
                <a:lnTo>
                  <a:pt x="1118100" y="21750"/>
                </a:lnTo>
                <a:lnTo>
                  <a:pt x="1118400" y="21000"/>
                </a:lnTo>
                <a:lnTo>
                  <a:pt x="1118700" y="20250"/>
                </a:lnTo>
                <a:lnTo>
                  <a:pt x="1119075" y="19575"/>
                </a:lnTo>
                <a:lnTo>
                  <a:pt x="1119750" y="18675"/>
                </a:lnTo>
                <a:lnTo>
                  <a:pt x="1120275" y="18225"/>
                </a:lnTo>
                <a:lnTo>
                  <a:pt x="1120725" y="17775"/>
                </a:lnTo>
                <a:lnTo>
                  <a:pt x="1121775" y="17025"/>
                </a:lnTo>
                <a:lnTo>
                  <a:pt x="1123050" y="16200"/>
                </a:lnTo>
                <a:lnTo>
                  <a:pt x="1124400" y="15525"/>
                </a:lnTo>
                <a:lnTo>
                  <a:pt x="1125675" y="15075"/>
                </a:lnTo>
                <a:lnTo>
                  <a:pt x="1127100" y="14700"/>
                </a:lnTo>
                <a:lnTo>
                  <a:pt x="1128600" y="14400"/>
                </a:lnTo>
                <a:lnTo>
                  <a:pt x="1129950" y="14250"/>
                </a:lnTo>
                <a:lnTo>
                  <a:pt x="1131525" y="14250"/>
                </a:lnTo>
                <a:lnTo>
                  <a:pt x="1133025" y="14325"/>
                </a:lnTo>
                <a:lnTo>
                  <a:pt x="1134525" y="14625"/>
                </a:lnTo>
                <a:lnTo>
                  <a:pt x="1135950" y="14925"/>
                </a:lnTo>
                <a:lnTo>
                  <a:pt x="1137300" y="15375"/>
                </a:lnTo>
                <a:lnTo>
                  <a:pt x="1138650" y="15975"/>
                </a:lnTo>
                <a:lnTo>
                  <a:pt x="1140075" y="16650"/>
                </a:lnTo>
                <a:lnTo>
                  <a:pt x="1141050" y="17250"/>
                </a:lnTo>
                <a:lnTo>
                  <a:pt x="1141950" y="17925"/>
                </a:lnTo>
                <a:lnTo>
                  <a:pt x="1142850" y="18675"/>
                </a:lnTo>
                <a:lnTo>
                  <a:pt x="1143675" y="19425"/>
                </a:lnTo>
                <a:lnTo>
                  <a:pt x="1144425" y="20250"/>
                </a:lnTo>
                <a:lnTo>
                  <a:pt x="1145100" y="21075"/>
                </a:lnTo>
                <a:lnTo>
                  <a:pt x="1145775" y="21975"/>
                </a:lnTo>
                <a:lnTo>
                  <a:pt x="1146225" y="22725"/>
                </a:lnTo>
                <a:lnTo>
                  <a:pt x="1146600" y="23475"/>
                </a:lnTo>
                <a:lnTo>
                  <a:pt x="1146900" y="24225"/>
                </a:lnTo>
                <a:lnTo>
                  <a:pt x="1147125" y="24975"/>
                </a:lnTo>
                <a:lnTo>
                  <a:pt x="1147275" y="25725"/>
                </a:lnTo>
                <a:lnTo>
                  <a:pt x="1147350" y="26475"/>
                </a:lnTo>
                <a:lnTo>
                  <a:pt x="1147275" y="27300"/>
                </a:lnTo>
                <a:lnTo>
                  <a:pt x="1147200" y="28050"/>
                </a:lnTo>
                <a:lnTo>
                  <a:pt x="1146975" y="28800"/>
                </a:lnTo>
                <a:lnTo>
                  <a:pt x="1146675" y="29475"/>
                </a:lnTo>
                <a:lnTo>
                  <a:pt x="1146300" y="30225"/>
                </a:lnTo>
                <a:lnTo>
                  <a:pt x="1145850" y="30900"/>
                </a:lnTo>
                <a:lnTo>
                  <a:pt x="1145175" y="31650"/>
                </a:lnTo>
                <a:lnTo>
                  <a:pt x="1144575" y="32325"/>
                </a:lnTo>
                <a:lnTo>
                  <a:pt x="1143750" y="33000"/>
                </a:lnTo>
                <a:lnTo>
                  <a:pt x="1142925" y="33600"/>
                </a:lnTo>
                <a:lnTo>
                  <a:pt x="1142025" y="34200"/>
                </a:lnTo>
                <a:lnTo>
                  <a:pt x="1141050" y="34725"/>
                </a:lnTo>
                <a:lnTo>
                  <a:pt x="1140000" y="35250"/>
                </a:lnTo>
                <a:lnTo>
                  <a:pt x="1138950" y="35700"/>
                </a:lnTo>
                <a:lnTo>
                  <a:pt x="1137750" y="36075"/>
                </a:lnTo>
                <a:lnTo>
                  <a:pt x="1136625" y="36450"/>
                </a:lnTo>
                <a:lnTo>
                  <a:pt x="1135350" y="36750"/>
                </a:lnTo>
                <a:lnTo>
                  <a:pt x="1134150" y="36975"/>
                </a:lnTo>
                <a:lnTo>
                  <a:pt x="1132875" y="37200"/>
                </a:lnTo>
                <a:lnTo>
                  <a:pt x="1137375" y="43350"/>
                </a:lnTo>
                <a:lnTo>
                  <a:pt x="1138800" y="45150"/>
                </a:lnTo>
                <a:lnTo>
                  <a:pt x="1140075" y="46500"/>
                </a:lnTo>
                <a:lnTo>
                  <a:pt x="1141500" y="47925"/>
                </a:lnTo>
                <a:lnTo>
                  <a:pt x="1142850" y="49050"/>
                </a:lnTo>
                <a:lnTo>
                  <a:pt x="1144200" y="50025"/>
                </a:lnTo>
                <a:lnTo>
                  <a:pt x="1144950" y="50475"/>
                </a:lnTo>
                <a:lnTo>
                  <a:pt x="1145625" y="50775"/>
                </a:lnTo>
                <a:lnTo>
                  <a:pt x="1143825" y="52500"/>
                </a:lnTo>
                <a:lnTo>
                  <a:pt x="1139175" y="52500"/>
                </a:lnTo>
                <a:lnTo>
                  <a:pt x="1138425" y="51975"/>
                </a:lnTo>
                <a:lnTo>
                  <a:pt x="1137225" y="51075"/>
                </a:lnTo>
                <a:lnTo>
                  <a:pt x="1136025" y="49950"/>
                </a:lnTo>
                <a:lnTo>
                  <a:pt x="1134825" y="48750"/>
                </a:lnTo>
                <a:lnTo>
                  <a:pt x="1133475" y="47175"/>
                </a:lnTo>
                <a:lnTo>
                  <a:pt x="1132200" y="45600"/>
                </a:lnTo>
                <a:lnTo>
                  <a:pt x="1130850" y="43800"/>
                </a:lnTo>
                <a:lnTo>
                  <a:pt x="1127700" y="39450"/>
                </a:lnTo>
                <a:lnTo>
                  <a:pt x="1126125" y="37425"/>
                </a:lnTo>
                <a:lnTo>
                  <a:pt x="1125975" y="37350"/>
                </a:lnTo>
                <a:lnTo>
                  <a:pt x="1125150" y="37350"/>
                </a:lnTo>
                <a:lnTo>
                  <a:pt x="1125150" y="48450"/>
                </a:lnTo>
                <a:lnTo>
                  <a:pt x="1125525" y="49575"/>
                </a:lnTo>
                <a:lnTo>
                  <a:pt x="1126125" y="50775"/>
                </a:lnTo>
                <a:lnTo>
                  <a:pt x="1127400" y="51075"/>
                </a:lnTo>
                <a:lnTo>
                  <a:pt x="1127400" y="52500"/>
                </a:lnTo>
                <a:lnTo>
                  <a:pt x="1116750" y="52500"/>
                </a:lnTo>
                <a:close/>
                <a:moveTo>
                  <a:pt x="1130550" y="33225"/>
                </a:moveTo>
                <a:lnTo>
                  <a:pt x="1131600" y="33075"/>
                </a:lnTo>
                <a:lnTo>
                  <a:pt x="1132650" y="32925"/>
                </a:lnTo>
                <a:lnTo>
                  <a:pt x="1133625" y="32775"/>
                </a:lnTo>
                <a:lnTo>
                  <a:pt x="1134600" y="32475"/>
                </a:lnTo>
                <a:lnTo>
                  <a:pt x="1135575" y="32175"/>
                </a:lnTo>
                <a:lnTo>
                  <a:pt x="1136475" y="31875"/>
                </a:lnTo>
                <a:lnTo>
                  <a:pt x="1137300" y="31425"/>
                </a:lnTo>
                <a:lnTo>
                  <a:pt x="1138050" y="31050"/>
                </a:lnTo>
                <a:lnTo>
                  <a:pt x="1138725" y="30525"/>
                </a:lnTo>
                <a:lnTo>
                  <a:pt x="1139325" y="30075"/>
                </a:lnTo>
                <a:lnTo>
                  <a:pt x="1139850" y="29550"/>
                </a:lnTo>
                <a:lnTo>
                  <a:pt x="1140300" y="29025"/>
                </a:lnTo>
                <a:lnTo>
                  <a:pt x="1140675" y="28500"/>
                </a:lnTo>
                <a:lnTo>
                  <a:pt x="1140975" y="27900"/>
                </a:lnTo>
                <a:lnTo>
                  <a:pt x="1141125" y="27300"/>
                </a:lnTo>
                <a:lnTo>
                  <a:pt x="1141200" y="26700"/>
                </a:lnTo>
                <a:lnTo>
                  <a:pt x="1141200" y="26100"/>
                </a:lnTo>
                <a:lnTo>
                  <a:pt x="1141050" y="25425"/>
                </a:lnTo>
                <a:lnTo>
                  <a:pt x="1140825" y="24825"/>
                </a:lnTo>
                <a:lnTo>
                  <a:pt x="1140375" y="24075"/>
                </a:lnTo>
                <a:lnTo>
                  <a:pt x="1139850" y="23250"/>
                </a:lnTo>
                <a:lnTo>
                  <a:pt x="1139325" y="22575"/>
                </a:lnTo>
                <a:lnTo>
                  <a:pt x="1138725" y="21900"/>
                </a:lnTo>
                <a:lnTo>
                  <a:pt x="1138125" y="21300"/>
                </a:lnTo>
                <a:lnTo>
                  <a:pt x="1137375" y="20700"/>
                </a:lnTo>
                <a:lnTo>
                  <a:pt x="1136625" y="20175"/>
                </a:lnTo>
                <a:lnTo>
                  <a:pt x="1135800" y="19725"/>
                </a:lnTo>
                <a:lnTo>
                  <a:pt x="1134975" y="19275"/>
                </a:lnTo>
                <a:lnTo>
                  <a:pt x="1134225" y="18975"/>
                </a:lnTo>
                <a:lnTo>
                  <a:pt x="1133400" y="18750"/>
                </a:lnTo>
                <a:lnTo>
                  <a:pt x="1132500" y="18525"/>
                </a:lnTo>
                <a:lnTo>
                  <a:pt x="1131825" y="18450"/>
                </a:lnTo>
                <a:lnTo>
                  <a:pt x="1131075" y="18375"/>
                </a:lnTo>
                <a:lnTo>
                  <a:pt x="1130325" y="18450"/>
                </a:lnTo>
                <a:lnTo>
                  <a:pt x="1129725" y="18450"/>
                </a:lnTo>
                <a:lnTo>
                  <a:pt x="1129125" y="18600"/>
                </a:lnTo>
                <a:lnTo>
                  <a:pt x="1128450" y="18750"/>
                </a:lnTo>
                <a:lnTo>
                  <a:pt x="1127850" y="18975"/>
                </a:lnTo>
                <a:lnTo>
                  <a:pt x="1127175" y="19275"/>
                </a:lnTo>
                <a:lnTo>
                  <a:pt x="1126500" y="19650"/>
                </a:lnTo>
                <a:lnTo>
                  <a:pt x="1125975" y="20025"/>
                </a:lnTo>
                <a:lnTo>
                  <a:pt x="1125525" y="20325"/>
                </a:lnTo>
                <a:lnTo>
                  <a:pt x="1125150" y="20775"/>
                </a:lnTo>
                <a:lnTo>
                  <a:pt x="1124775" y="21150"/>
                </a:lnTo>
                <a:lnTo>
                  <a:pt x="1124475" y="21675"/>
                </a:lnTo>
                <a:lnTo>
                  <a:pt x="1124250" y="22125"/>
                </a:lnTo>
                <a:lnTo>
                  <a:pt x="1124175" y="22650"/>
                </a:lnTo>
                <a:lnTo>
                  <a:pt x="1124025" y="23250"/>
                </a:lnTo>
                <a:lnTo>
                  <a:pt x="1124025" y="23700"/>
                </a:lnTo>
                <a:lnTo>
                  <a:pt x="1124100" y="24375"/>
                </a:lnTo>
                <a:lnTo>
                  <a:pt x="1124175" y="24900"/>
                </a:lnTo>
                <a:lnTo>
                  <a:pt x="1124400" y="25575"/>
                </a:lnTo>
                <a:lnTo>
                  <a:pt x="1124550" y="26175"/>
                </a:lnTo>
                <a:lnTo>
                  <a:pt x="1125225" y="27525"/>
                </a:lnTo>
                <a:lnTo>
                  <a:pt x="1125600" y="28350"/>
                </a:lnTo>
                <a:lnTo>
                  <a:pt x="1126125" y="29175"/>
                </a:lnTo>
                <a:lnTo>
                  <a:pt x="1127325" y="30750"/>
                </a:lnTo>
                <a:lnTo>
                  <a:pt x="1128225" y="31950"/>
                </a:lnTo>
                <a:lnTo>
                  <a:pt x="1129425" y="33225"/>
                </a:lnTo>
                <a:close/>
                <a:moveTo>
                  <a:pt x="1153875" y="51000"/>
                </a:moveTo>
                <a:lnTo>
                  <a:pt x="1155150" y="50700"/>
                </a:lnTo>
                <a:lnTo>
                  <a:pt x="1155750" y="49350"/>
                </a:lnTo>
                <a:lnTo>
                  <a:pt x="1156125" y="48150"/>
                </a:lnTo>
                <a:lnTo>
                  <a:pt x="1156125" y="0"/>
                </a:lnTo>
                <a:lnTo>
                  <a:pt x="1165500" y="0"/>
                </a:lnTo>
                <a:lnTo>
                  <a:pt x="1166025" y="525"/>
                </a:lnTo>
                <a:lnTo>
                  <a:pt x="1166925" y="1500"/>
                </a:lnTo>
                <a:lnTo>
                  <a:pt x="1167675" y="2550"/>
                </a:lnTo>
                <a:lnTo>
                  <a:pt x="1168575" y="3900"/>
                </a:lnTo>
                <a:lnTo>
                  <a:pt x="1169400" y="5325"/>
                </a:lnTo>
                <a:lnTo>
                  <a:pt x="1170900" y="8400"/>
                </a:lnTo>
                <a:lnTo>
                  <a:pt x="1173525" y="13950"/>
                </a:lnTo>
                <a:lnTo>
                  <a:pt x="1174650" y="16275"/>
                </a:lnTo>
                <a:lnTo>
                  <a:pt x="1175700" y="18225"/>
                </a:lnTo>
                <a:lnTo>
                  <a:pt x="1176750" y="20025"/>
                </a:lnTo>
                <a:lnTo>
                  <a:pt x="1176750" y="4350"/>
                </a:lnTo>
                <a:lnTo>
                  <a:pt x="1176375" y="3150"/>
                </a:lnTo>
                <a:lnTo>
                  <a:pt x="1175775" y="1800"/>
                </a:lnTo>
                <a:lnTo>
                  <a:pt x="1174500" y="1500"/>
                </a:lnTo>
                <a:lnTo>
                  <a:pt x="1174500" y="0"/>
                </a:lnTo>
                <a:lnTo>
                  <a:pt x="1185750" y="0"/>
                </a:lnTo>
                <a:lnTo>
                  <a:pt x="1185750" y="1500"/>
                </a:lnTo>
                <a:lnTo>
                  <a:pt x="1184475" y="1800"/>
                </a:lnTo>
                <a:lnTo>
                  <a:pt x="1183875" y="3150"/>
                </a:lnTo>
                <a:lnTo>
                  <a:pt x="1183500" y="4350"/>
                </a:lnTo>
                <a:lnTo>
                  <a:pt x="1183500" y="26250"/>
                </a:lnTo>
                <a:lnTo>
                  <a:pt x="1183500" y="26550"/>
                </a:lnTo>
                <a:lnTo>
                  <a:pt x="1183350" y="26925"/>
                </a:lnTo>
                <a:lnTo>
                  <a:pt x="1183200" y="27225"/>
                </a:lnTo>
                <a:lnTo>
                  <a:pt x="1183050" y="27450"/>
                </a:lnTo>
                <a:lnTo>
                  <a:pt x="1182750" y="27750"/>
                </a:lnTo>
                <a:lnTo>
                  <a:pt x="1182450" y="27975"/>
                </a:lnTo>
                <a:lnTo>
                  <a:pt x="1182075" y="28200"/>
                </a:lnTo>
                <a:lnTo>
                  <a:pt x="1181700" y="28350"/>
                </a:lnTo>
                <a:lnTo>
                  <a:pt x="1181325" y="28500"/>
                </a:lnTo>
                <a:lnTo>
                  <a:pt x="1180425" y="28650"/>
                </a:lnTo>
                <a:lnTo>
                  <a:pt x="1179975" y="28650"/>
                </a:lnTo>
                <a:lnTo>
                  <a:pt x="1179225" y="28575"/>
                </a:lnTo>
                <a:lnTo>
                  <a:pt x="1178550" y="28425"/>
                </a:lnTo>
                <a:lnTo>
                  <a:pt x="1177800" y="28275"/>
                </a:lnTo>
                <a:lnTo>
                  <a:pt x="1176600" y="27750"/>
                </a:lnTo>
                <a:lnTo>
                  <a:pt x="1175475" y="27150"/>
                </a:lnTo>
                <a:lnTo>
                  <a:pt x="1174350" y="26400"/>
                </a:lnTo>
                <a:lnTo>
                  <a:pt x="1173300" y="25425"/>
                </a:lnTo>
                <a:lnTo>
                  <a:pt x="1172325" y="24375"/>
                </a:lnTo>
                <a:lnTo>
                  <a:pt x="1171575" y="23400"/>
                </a:lnTo>
                <a:lnTo>
                  <a:pt x="1170750" y="22200"/>
                </a:lnTo>
                <a:lnTo>
                  <a:pt x="1169850" y="20775"/>
                </a:lnTo>
                <a:lnTo>
                  <a:pt x="1169025" y="19275"/>
                </a:lnTo>
                <a:lnTo>
                  <a:pt x="1167525" y="16275"/>
                </a:lnTo>
                <a:lnTo>
                  <a:pt x="1164300" y="9375"/>
                </a:lnTo>
                <a:lnTo>
                  <a:pt x="1162875" y="6675"/>
                </a:lnTo>
                <a:lnTo>
                  <a:pt x="1162875" y="48150"/>
                </a:lnTo>
                <a:lnTo>
                  <a:pt x="1163250" y="49350"/>
                </a:lnTo>
                <a:lnTo>
                  <a:pt x="1163850" y="50700"/>
                </a:lnTo>
                <a:lnTo>
                  <a:pt x="1165125" y="51000"/>
                </a:lnTo>
                <a:lnTo>
                  <a:pt x="1165125" y="52500"/>
                </a:lnTo>
                <a:lnTo>
                  <a:pt x="1153875" y="52500"/>
                </a:lnTo>
                <a:close/>
              </a:path>
            </a:pathLst>
          </a:custGeom>
          <a:solidFill>
            <a:srgbClr val="000000"/>
          </a:solidFill>
          <a:ln>
            <a:noFill/>
          </a:ln>
        </p:spPr>
        <p:txBody>
          <a:bodyPr rtlCol="0" anchor="ctr"/>
          <a:lstStyle/>
          <a:p>
            <a:pPr algn="ctr"/>
          </a:p>
        </p:txBody>
      </p:sp>
      <p:sp>
        <p:nvSpPr>
          <p:cNvPr id="10" name="Full Kül Tigin D1 / 2"/>
          <p:cNvSpPr/>
          <p:nvPr/>
        </p:nvSpPr>
        <p:spPr>
          <a:xfrm>
            <a:off x="2886075" y="3310890"/>
            <a:ext cx="8603932" cy="508635"/>
          </a:xfrm>
          <a:custGeom>
            <a:avLst/>
            <a:gdLst/>
            <a:ahLst/>
            <a:cxnLst/>
            <a:rect l="l" t="t" r="r" b="b"/>
            <a:pathLst>
              <a:path w="1129125" h="66750" stroke="0">
                <a:moveTo>
                  <a:pt x="20400" y="63600"/>
                </a:moveTo>
                <a:lnTo>
                  <a:pt x="21900" y="64650"/>
                </a:lnTo>
                <a:lnTo>
                  <a:pt x="23625" y="65700"/>
                </a:lnTo>
                <a:lnTo>
                  <a:pt x="25725" y="66750"/>
                </a:lnTo>
                <a:lnTo>
                  <a:pt x="19575" y="66750"/>
                </a:lnTo>
                <a:lnTo>
                  <a:pt x="15750" y="66750"/>
                </a:lnTo>
                <a:lnTo>
                  <a:pt x="13425" y="66750"/>
                </a:lnTo>
                <a:lnTo>
                  <a:pt x="13500" y="66300"/>
                </a:lnTo>
                <a:lnTo>
                  <a:pt x="13425" y="65850"/>
                </a:lnTo>
                <a:lnTo>
                  <a:pt x="13350" y="65400"/>
                </a:lnTo>
                <a:lnTo>
                  <a:pt x="13200" y="64950"/>
                </a:lnTo>
                <a:lnTo>
                  <a:pt x="12750" y="64050"/>
                </a:lnTo>
                <a:lnTo>
                  <a:pt x="12375" y="63450"/>
                </a:lnTo>
                <a:lnTo>
                  <a:pt x="12000" y="63000"/>
                </a:lnTo>
                <a:lnTo>
                  <a:pt x="11400" y="62400"/>
                </a:lnTo>
                <a:lnTo>
                  <a:pt x="600" y="51600"/>
                </a:lnTo>
                <a:lnTo>
                  <a:pt x="375" y="51375"/>
                </a:lnTo>
                <a:lnTo>
                  <a:pt x="225" y="51150"/>
                </a:lnTo>
                <a:lnTo>
                  <a:pt x="75" y="50850"/>
                </a:lnTo>
                <a:lnTo>
                  <a:pt x="0" y="50625"/>
                </a:lnTo>
                <a:lnTo>
                  <a:pt x="0" y="50325"/>
                </a:lnTo>
                <a:lnTo>
                  <a:pt x="0" y="50025"/>
                </a:lnTo>
                <a:lnTo>
                  <a:pt x="75" y="49725"/>
                </a:lnTo>
                <a:lnTo>
                  <a:pt x="225" y="49500"/>
                </a:lnTo>
                <a:lnTo>
                  <a:pt x="600" y="48975"/>
                </a:lnTo>
                <a:lnTo>
                  <a:pt x="1200" y="48600"/>
                </a:lnTo>
                <a:lnTo>
                  <a:pt x="1500" y="48450"/>
                </a:lnTo>
                <a:lnTo>
                  <a:pt x="2250" y="48225"/>
                </a:lnTo>
                <a:lnTo>
                  <a:pt x="4500" y="47925"/>
                </a:lnTo>
                <a:lnTo>
                  <a:pt x="6450" y="47475"/>
                </a:lnTo>
                <a:lnTo>
                  <a:pt x="7950" y="47025"/>
                </a:lnTo>
                <a:lnTo>
                  <a:pt x="9375" y="46500"/>
                </a:lnTo>
                <a:lnTo>
                  <a:pt x="10950" y="45750"/>
                </a:lnTo>
                <a:lnTo>
                  <a:pt x="12525" y="44850"/>
                </a:lnTo>
                <a:lnTo>
                  <a:pt x="13800" y="43950"/>
                </a:lnTo>
                <a:lnTo>
                  <a:pt x="15075" y="42825"/>
                </a:lnTo>
                <a:lnTo>
                  <a:pt x="16200" y="41700"/>
                </a:lnTo>
                <a:lnTo>
                  <a:pt x="17175" y="40425"/>
                </a:lnTo>
                <a:lnTo>
                  <a:pt x="18000" y="39225"/>
                </a:lnTo>
                <a:lnTo>
                  <a:pt x="18675" y="37800"/>
                </a:lnTo>
                <a:lnTo>
                  <a:pt x="19275" y="36375"/>
                </a:lnTo>
                <a:lnTo>
                  <a:pt x="19650" y="34875"/>
                </a:lnTo>
                <a:lnTo>
                  <a:pt x="19950" y="33375"/>
                </a:lnTo>
                <a:lnTo>
                  <a:pt x="20025" y="31875"/>
                </a:lnTo>
                <a:lnTo>
                  <a:pt x="20025" y="30525"/>
                </a:lnTo>
                <a:lnTo>
                  <a:pt x="19800" y="29100"/>
                </a:lnTo>
                <a:lnTo>
                  <a:pt x="19425" y="27675"/>
                </a:lnTo>
                <a:lnTo>
                  <a:pt x="18975" y="26400"/>
                </a:lnTo>
                <a:lnTo>
                  <a:pt x="18375" y="25200"/>
                </a:lnTo>
                <a:lnTo>
                  <a:pt x="17700" y="24075"/>
                </a:lnTo>
                <a:lnTo>
                  <a:pt x="16800" y="22950"/>
                </a:lnTo>
                <a:lnTo>
                  <a:pt x="15825" y="22050"/>
                </a:lnTo>
                <a:lnTo>
                  <a:pt x="15150" y="21525"/>
                </a:lnTo>
                <a:lnTo>
                  <a:pt x="14550" y="21075"/>
                </a:lnTo>
                <a:lnTo>
                  <a:pt x="13800" y="20550"/>
                </a:lnTo>
                <a:lnTo>
                  <a:pt x="13125" y="20175"/>
                </a:lnTo>
                <a:lnTo>
                  <a:pt x="12225" y="19800"/>
                </a:lnTo>
                <a:lnTo>
                  <a:pt x="11475" y="19500"/>
                </a:lnTo>
                <a:lnTo>
                  <a:pt x="10650" y="19275"/>
                </a:lnTo>
                <a:lnTo>
                  <a:pt x="9750" y="19050"/>
                </a:lnTo>
                <a:lnTo>
                  <a:pt x="8850" y="18900"/>
                </a:lnTo>
                <a:lnTo>
                  <a:pt x="7950" y="18750"/>
                </a:lnTo>
                <a:lnTo>
                  <a:pt x="6000" y="18675"/>
                </a:lnTo>
                <a:lnTo>
                  <a:pt x="4950" y="18675"/>
                </a:lnTo>
                <a:lnTo>
                  <a:pt x="3900" y="18675"/>
                </a:lnTo>
                <a:lnTo>
                  <a:pt x="1800" y="18900"/>
                </a:lnTo>
                <a:lnTo>
                  <a:pt x="600" y="14625"/>
                </a:lnTo>
                <a:lnTo>
                  <a:pt x="2625" y="14400"/>
                </a:lnTo>
                <a:lnTo>
                  <a:pt x="4875" y="14250"/>
                </a:lnTo>
                <a:lnTo>
                  <a:pt x="6825" y="14250"/>
                </a:lnTo>
                <a:lnTo>
                  <a:pt x="8850" y="14400"/>
                </a:lnTo>
                <a:lnTo>
                  <a:pt x="10650" y="14700"/>
                </a:lnTo>
                <a:lnTo>
                  <a:pt x="12525" y="15075"/>
                </a:lnTo>
                <a:lnTo>
                  <a:pt x="14325" y="15600"/>
                </a:lnTo>
                <a:lnTo>
                  <a:pt x="15975" y="16275"/>
                </a:lnTo>
                <a:lnTo>
                  <a:pt x="17475" y="17100"/>
                </a:lnTo>
                <a:lnTo>
                  <a:pt x="18975" y="18000"/>
                </a:lnTo>
                <a:lnTo>
                  <a:pt x="20325" y="18975"/>
                </a:lnTo>
                <a:lnTo>
                  <a:pt x="21525" y="20175"/>
                </a:lnTo>
                <a:lnTo>
                  <a:pt x="22650" y="21375"/>
                </a:lnTo>
                <a:lnTo>
                  <a:pt x="23100" y="22050"/>
                </a:lnTo>
                <a:lnTo>
                  <a:pt x="23625" y="22800"/>
                </a:lnTo>
                <a:lnTo>
                  <a:pt x="24375" y="24150"/>
                </a:lnTo>
                <a:lnTo>
                  <a:pt x="25050" y="25650"/>
                </a:lnTo>
                <a:lnTo>
                  <a:pt x="25425" y="26625"/>
                </a:lnTo>
                <a:lnTo>
                  <a:pt x="25650" y="27525"/>
                </a:lnTo>
                <a:lnTo>
                  <a:pt x="25875" y="28650"/>
                </a:lnTo>
                <a:lnTo>
                  <a:pt x="26025" y="29550"/>
                </a:lnTo>
                <a:lnTo>
                  <a:pt x="26175" y="30675"/>
                </a:lnTo>
                <a:lnTo>
                  <a:pt x="26175" y="31650"/>
                </a:lnTo>
                <a:lnTo>
                  <a:pt x="26175" y="32775"/>
                </a:lnTo>
                <a:lnTo>
                  <a:pt x="26025" y="33750"/>
                </a:lnTo>
                <a:lnTo>
                  <a:pt x="25875" y="34875"/>
                </a:lnTo>
                <a:lnTo>
                  <a:pt x="25650" y="35850"/>
                </a:lnTo>
                <a:lnTo>
                  <a:pt x="25350" y="36975"/>
                </a:lnTo>
                <a:lnTo>
                  <a:pt x="25050" y="37950"/>
                </a:lnTo>
                <a:lnTo>
                  <a:pt x="24675" y="38850"/>
                </a:lnTo>
                <a:lnTo>
                  <a:pt x="24150" y="39975"/>
                </a:lnTo>
                <a:lnTo>
                  <a:pt x="23700" y="40875"/>
                </a:lnTo>
                <a:lnTo>
                  <a:pt x="23100" y="41775"/>
                </a:lnTo>
                <a:lnTo>
                  <a:pt x="22500" y="42675"/>
                </a:lnTo>
                <a:lnTo>
                  <a:pt x="21825" y="43575"/>
                </a:lnTo>
                <a:lnTo>
                  <a:pt x="21075" y="44400"/>
                </a:lnTo>
                <a:lnTo>
                  <a:pt x="20400" y="45150"/>
                </a:lnTo>
                <a:lnTo>
                  <a:pt x="19575" y="45900"/>
                </a:lnTo>
                <a:lnTo>
                  <a:pt x="18750" y="46575"/>
                </a:lnTo>
                <a:lnTo>
                  <a:pt x="17775" y="47325"/>
                </a:lnTo>
                <a:lnTo>
                  <a:pt x="16950" y="47925"/>
                </a:lnTo>
                <a:lnTo>
                  <a:pt x="15900" y="48600"/>
                </a:lnTo>
                <a:lnTo>
                  <a:pt x="14925" y="49125"/>
                </a:lnTo>
                <a:lnTo>
                  <a:pt x="13875" y="49650"/>
                </a:lnTo>
                <a:lnTo>
                  <a:pt x="12825" y="50175"/>
                </a:lnTo>
                <a:lnTo>
                  <a:pt x="11700" y="50625"/>
                </a:lnTo>
                <a:lnTo>
                  <a:pt x="10575" y="51000"/>
                </a:lnTo>
                <a:lnTo>
                  <a:pt x="9375" y="51375"/>
                </a:lnTo>
                <a:lnTo>
                  <a:pt x="8250" y="51675"/>
                </a:lnTo>
                <a:lnTo>
                  <a:pt x="19200" y="62550"/>
                </a:lnTo>
                <a:close/>
                <a:moveTo>
                  <a:pt x="32700" y="65250"/>
                </a:moveTo>
                <a:lnTo>
                  <a:pt x="33975" y="64950"/>
                </a:lnTo>
                <a:lnTo>
                  <a:pt x="34575" y="63675"/>
                </a:lnTo>
                <a:lnTo>
                  <a:pt x="34950" y="62475"/>
                </a:lnTo>
                <a:lnTo>
                  <a:pt x="34950" y="26850"/>
                </a:lnTo>
                <a:lnTo>
                  <a:pt x="35100" y="25050"/>
                </a:lnTo>
                <a:lnTo>
                  <a:pt x="35400" y="23325"/>
                </a:lnTo>
                <a:lnTo>
                  <a:pt x="35850" y="21900"/>
                </a:lnTo>
                <a:lnTo>
                  <a:pt x="36075" y="21150"/>
                </a:lnTo>
                <a:lnTo>
                  <a:pt x="36450" y="20475"/>
                </a:lnTo>
                <a:lnTo>
                  <a:pt x="37125" y="19275"/>
                </a:lnTo>
                <a:lnTo>
                  <a:pt x="37875" y="18300"/>
                </a:lnTo>
                <a:lnTo>
                  <a:pt x="38850" y="17325"/>
                </a:lnTo>
                <a:lnTo>
                  <a:pt x="39825" y="16575"/>
                </a:lnTo>
                <a:lnTo>
                  <a:pt x="40875" y="15900"/>
                </a:lnTo>
                <a:lnTo>
                  <a:pt x="42075" y="15300"/>
                </a:lnTo>
                <a:lnTo>
                  <a:pt x="43350" y="14850"/>
                </a:lnTo>
                <a:lnTo>
                  <a:pt x="44775" y="14550"/>
                </a:lnTo>
                <a:lnTo>
                  <a:pt x="46200" y="14325"/>
                </a:lnTo>
                <a:lnTo>
                  <a:pt x="47700" y="14250"/>
                </a:lnTo>
                <a:lnTo>
                  <a:pt x="49200" y="14325"/>
                </a:lnTo>
                <a:lnTo>
                  <a:pt x="51000" y="14475"/>
                </a:lnTo>
                <a:lnTo>
                  <a:pt x="52575" y="14775"/>
                </a:lnTo>
                <a:lnTo>
                  <a:pt x="54375" y="15225"/>
                </a:lnTo>
                <a:lnTo>
                  <a:pt x="56025" y="15675"/>
                </a:lnTo>
                <a:lnTo>
                  <a:pt x="57900" y="16350"/>
                </a:lnTo>
                <a:lnTo>
                  <a:pt x="54900" y="20175"/>
                </a:lnTo>
                <a:lnTo>
                  <a:pt x="53775" y="19800"/>
                </a:lnTo>
                <a:lnTo>
                  <a:pt x="52575" y="19350"/>
                </a:lnTo>
                <a:lnTo>
                  <a:pt x="51600" y="19125"/>
                </a:lnTo>
                <a:lnTo>
                  <a:pt x="50475" y="18900"/>
                </a:lnTo>
                <a:lnTo>
                  <a:pt x="49425" y="18675"/>
                </a:lnTo>
                <a:lnTo>
                  <a:pt x="48525" y="18600"/>
                </a:lnTo>
                <a:lnTo>
                  <a:pt x="47550" y="18600"/>
                </a:lnTo>
                <a:lnTo>
                  <a:pt x="46725" y="18675"/>
                </a:lnTo>
                <a:lnTo>
                  <a:pt x="45975" y="18825"/>
                </a:lnTo>
                <a:lnTo>
                  <a:pt x="45300" y="19050"/>
                </a:lnTo>
                <a:lnTo>
                  <a:pt x="44625" y="19350"/>
                </a:lnTo>
                <a:lnTo>
                  <a:pt x="44100" y="19725"/>
                </a:lnTo>
                <a:lnTo>
                  <a:pt x="43500" y="20175"/>
                </a:lnTo>
                <a:lnTo>
                  <a:pt x="43050" y="20700"/>
                </a:lnTo>
                <a:lnTo>
                  <a:pt x="42600" y="21300"/>
                </a:lnTo>
                <a:lnTo>
                  <a:pt x="42225" y="21975"/>
                </a:lnTo>
                <a:lnTo>
                  <a:pt x="41775" y="23025"/>
                </a:lnTo>
                <a:lnTo>
                  <a:pt x="41400" y="24225"/>
                </a:lnTo>
                <a:lnTo>
                  <a:pt x="41175" y="25575"/>
                </a:lnTo>
                <a:lnTo>
                  <a:pt x="41100" y="26925"/>
                </a:lnTo>
                <a:lnTo>
                  <a:pt x="41100" y="62475"/>
                </a:lnTo>
                <a:lnTo>
                  <a:pt x="41475" y="63675"/>
                </a:lnTo>
                <a:lnTo>
                  <a:pt x="42075" y="64950"/>
                </a:lnTo>
                <a:lnTo>
                  <a:pt x="43350" y="65250"/>
                </a:lnTo>
                <a:lnTo>
                  <a:pt x="43350" y="66750"/>
                </a:lnTo>
                <a:lnTo>
                  <a:pt x="32700" y="66750"/>
                </a:lnTo>
                <a:close/>
                <a:moveTo>
                  <a:pt x="63600" y="51525"/>
                </a:moveTo>
                <a:lnTo>
                  <a:pt x="64050" y="51075"/>
                </a:lnTo>
                <a:lnTo>
                  <a:pt x="64650" y="50475"/>
                </a:lnTo>
                <a:lnTo>
                  <a:pt x="65025" y="50025"/>
                </a:lnTo>
                <a:lnTo>
                  <a:pt x="65475" y="49500"/>
                </a:lnTo>
                <a:lnTo>
                  <a:pt x="65925" y="48600"/>
                </a:lnTo>
                <a:lnTo>
                  <a:pt x="78375" y="15075"/>
                </a:lnTo>
                <a:lnTo>
                  <a:pt x="76950" y="11625"/>
                </a:lnTo>
                <a:lnTo>
                  <a:pt x="76125" y="9675"/>
                </a:lnTo>
                <a:lnTo>
                  <a:pt x="75600" y="8775"/>
                </a:lnTo>
                <a:lnTo>
                  <a:pt x="75150" y="8025"/>
                </a:lnTo>
                <a:lnTo>
                  <a:pt x="74625" y="7275"/>
                </a:lnTo>
                <a:lnTo>
                  <a:pt x="74100" y="6675"/>
                </a:lnTo>
                <a:lnTo>
                  <a:pt x="73650" y="6150"/>
                </a:lnTo>
                <a:lnTo>
                  <a:pt x="72975" y="5550"/>
                </a:lnTo>
                <a:lnTo>
                  <a:pt x="72375" y="5100"/>
                </a:lnTo>
                <a:lnTo>
                  <a:pt x="71700" y="4800"/>
                </a:lnTo>
                <a:lnTo>
                  <a:pt x="70950" y="4500"/>
                </a:lnTo>
                <a:lnTo>
                  <a:pt x="70350" y="4350"/>
                </a:lnTo>
                <a:lnTo>
                  <a:pt x="69600" y="4275"/>
                </a:lnTo>
                <a:lnTo>
                  <a:pt x="68775" y="4275"/>
                </a:lnTo>
                <a:lnTo>
                  <a:pt x="68850" y="0"/>
                </a:lnTo>
                <a:lnTo>
                  <a:pt x="70125" y="75"/>
                </a:lnTo>
                <a:lnTo>
                  <a:pt x="71625" y="225"/>
                </a:lnTo>
                <a:lnTo>
                  <a:pt x="73125" y="525"/>
                </a:lnTo>
                <a:lnTo>
                  <a:pt x="73950" y="825"/>
                </a:lnTo>
                <a:lnTo>
                  <a:pt x="74775" y="1125"/>
                </a:lnTo>
                <a:lnTo>
                  <a:pt x="75525" y="1425"/>
                </a:lnTo>
                <a:lnTo>
                  <a:pt x="76200" y="1800"/>
                </a:lnTo>
                <a:lnTo>
                  <a:pt x="76800" y="2175"/>
                </a:lnTo>
                <a:lnTo>
                  <a:pt x="77550" y="2775"/>
                </a:lnTo>
                <a:lnTo>
                  <a:pt x="78150" y="3225"/>
                </a:lnTo>
                <a:lnTo>
                  <a:pt x="78750" y="3825"/>
                </a:lnTo>
                <a:lnTo>
                  <a:pt x="79800" y="4950"/>
                </a:lnTo>
                <a:lnTo>
                  <a:pt x="80775" y="6375"/>
                </a:lnTo>
                <a:lnTo>
                  <a:pt x="81300" y="7200"/>
                </a:lnTo>
                <a:lnTo>
                  <a:pt x="81825" y="8100"/>
                </a:lnTo>
                <a:lnTo>
                  <a:pt x="82350" y="9225"/>
                </a:lnTo>
                <a:lnTo>
                  <a:pt x="82875" y="10425"/>
                </a:lnTo>
                <a:lnTo>
                  <a:pt x="84525" y="14625"/>
                </a:lnTo>
                <a:lnTo>
                  <a:pt x="95100" y="48600"/>
                </a:lnTo>
                <a:lnTo>
                  <a:pt x="95550" y="49500"/>
                </a:lnTo>
                <a:lnTo>
                  <a:pt x="95850" y="49875"/>
                </a:lnTo>
                <a:lnTo>
                  <a:pt x="96300" y="50475"/>
                </a:lnTo>
                <a:lnTo>
                  <a:pt x="96825" y="51075"/>
                </a:lnTo>
                <a:lnTo>
                  <a:pt x="97275" y="51525"/>
                </a:lnTo>
                <a:lnTo>
                  <a:pt x="98550" y="52500"/>
                </a:lnTo>
                <a:lnTo>
                  <a:pt x="93150" y="52500"/>
                </a:lnTo>
                <a:lnTo>
                  <a:pt x="90000" y="52500"/>
                </a:lnTo>
                <a:lnTo>
                  <a:pt x="87750" y="52500"/>
                </a:lnTo>
                <a:lnTo>
                  <a:pt x="88200" y="51900"/>
                </a:lnTo>
                <a:lnTo>
                  <a:pt x="88425" y="51525"/>
                </a:lnTo>
                <a:lnTo>
                  <a:pt x="88650" y="51075"/>
                </a:lnTo>
                <a:lnTo>
                  <a:pt x="88800" y="50475"/>
                </a:lnTo>
                <a:lnTo>
                  <a:pt x="88875" y="50025"/>
                </a:lnTo>
                <a:lnTo>
                  <a:pt x="88950" y="49650"/>
                </a:lnTo>
                <a:lnTo>
                  <a:pt x="88875" y="49200"/>
                </a:lnTo>
                <a:lnTo>
                  <a:pt x="88800" y="48600"/>
                </a:lnTo>
                <a:lnTo>
                  <a:pt x="81300" y="24375"/>
                </a:lnTo>
                <a:lnTo>
                  <a:pt x="72300" y="48600"/>
                </a:lnTo>
                <a:lnTo>
                  <a:pt x="72225" y="49050"/>
                </a:lnTo>
                <a:lnTo>
                  <a:pt x="72150" y="49650"/>
                </a:lnTo>
                <a:lnTo>
                  <a:pt x="72150" y="50025"/>
                </a:lnTo>
                <a:lnTo>
                  <a:pt x="72225" y="50625"/>
                </a:lnTo>
                <a:lnTo>
                  <a:pt x="72375" y="51075"/>
                </a:lnTo>
                <a:lnTo>
                  <a:pt x="72525" y="51525"/>
                </a:lnTo>
                <a:lnTo>
                  <a:pt x="72825" y="52050"/>
                </a:lnTo>
                <a:lnTo>
                  <a:pt x="73125" y="52500"/>
                </a:lnTo>
                <a:lnTo>
                  <a:pt x="70875" y="52500"/>
                </a:lnTo>
                <a:lnTo>
                  <a:pt x="67650" y="52500"/>
                </a:lnTo>
                <a:lnTo>
                  <a:pt x="62250" y="52500"/>
                </a:lnTo>
                <a:close/>
                <a:moveTo>
                  <a:pt x="148500" y="48600"/>
                </a:moveTo>
                <a:lnTo>
                  <a:pt x="148950" y="49200"/>
                </a:lnTo>
                <a:lnTo>
                  <a:pt x="149400" y="49650"/>
                </a:lnTo>
                <a:lnTo>
                  <a:pt x="150000" y="50250"/>
                </a:lnTo>
                <a:lnTo>
                  <a:pt x="151275" y="51300"/>
                </a:lnTo>
                <a:lnTo>
                  <a:pt x="152100" y="51900"/>
                </a:lnTo>
                <a:lnTo>
                  <a:pt x="153000" y="52500"/>
                </a:lnTo>
                <a:lnTo>
                  <a:pt x="148800" y="52500"/>
                </a:lnTo>
                <a:lnTo>
                  <a:pt x="123300" y="52500"/>
                </a:lnTo>
                <a:lnTo>
                  <a:pt x="123150" y="52350"/>
                </a:lnTo>
                <a:lnTo>
                  <a:pt x="122925" y="52125"/>
                </a:lnTo>
                <a:lnTo>
                  <a:pt x="122700" y="51825"/>
                </a:lnTo>
                <a:lnTo>
                  <a:pt x="122625" y="51600"/>
                </a:lnTo>
                <a:lnTo>
                  <a:pt x="122550" y="51300"/>
                </a:lnTo>
                <a:lnTo>
                  <a:pt x="122475" y="51000"/>
                </a:lnTo>
                <a:lnTo>
                  <a:pt x="122475" y="46500"/>
                </a:lnTo>
                <a:lnTo>
                  <a:pt x="128625" y="46500"/>
                </a:lnTo>
                <a:lnTo>
                  <a:pt x="128625" y="48750"/>
                </a:lnTo>
                <a:lnTo>
                  <a:pt x="141900" y="48750"/>
                </a:lnTo>
                <a:lnTo>
                  <a:pt x="141525" y="48150"/>
                </a:lnTo>
                <a:lnTo>
                  <a:pt x="124050" y="18300"/>
                </a:lnTo>
                <a:lnTo>
                  <a:pt x="123750" y="17850"/>
                </a:lnTo>
                <a:lnTo>
                  <a:pt x="123300" y="17250"/>
                </a:lnTo>
                <a:lnTo>
                  <a:pt x="122325" y="16350"/>
                </a:lnTo>
                <a:lnTo>
                  <a:pt x="121050" y="15300"/>
                </a:lnTo>
                <a:lnTo>
                  <a:pt x="119475" y="14250"/>
                </a:lnTo>
                <a:lnTo>
                  <a:pt x="123675" y="14250"/>
                </a:lnTo>
                <a:lnTo>
                  <a:pt x="149175" y="14250"/>
                </a:lnTo>
                <a:lnTo>
                  <a:pt x="149400" y="14400"/>
                </a:lnTo>
                <a:lnTo>
                  <a:pt x="149625" y="14625"/>
                </a:lnTo>
                <a:lnTo>
                  <a:pt x="149775" y="14925"/>
                </a:lnTo>
                <a:lnTo>
                  <a:pt x="149925" y="15150"/>
                </a:lnTo>
                <a:lnTo>
                  <a:pt x="150000" y="15450"/>
                </a:lnTo>
                <a:lnTo>
                  <a:pt x="150000" y="15750"/>
                </a:lnTo>
                <a:lnTo>
                  <a:pt x="150000" y="20250"/>
                </a:lnTo>
                <a:lnTo>
                  <a:pt x="143850" y="20250"/>
                </a:lnTo>
                <a:lnTo>
                  <a:pt x="143850" y="18000"/>
                </a:lnTo>
                <a:lnTo>
                  <a:pt x="130650" y="18000"/>
                </a:lnTo>
                <a:lnTo>
                  <a:pt x="130950" y="18600"/>
                </a:lnTo>
                <a:close/>
                <a:moveTo>
                  <a:pt x="156300" y="51075"/>
                </a:moveTo>
                <a:lnTo>
                  <a:pt x="157575" y="50775"/>
                </a:lnTo>
                <a:lnTo>
                  <a:pt x="158175" y="49575"/>
                </a:lnTo>
                <a:lnTo>
                  <a:pt x="158550" y="48450"/>
                </a:lnTo>
                <a:lnTo>
                  <a:pt x="158550" y="35250"/>
                </a:lnTo>
                <a:lnTo>
                  <a:pt x="158550" y="34950"/>
                </a:lnTo>
                <a:lnTo>
                  <a:pt x="158625" y="34725"/>
                </a:lnTo>
                <a:lnTo>
                  <a:pt x="158775" y="34425"/>
                </a:lnTo>
                <a:lnTo>
                  <a:pt x="158925" y="34200"/>
                </a:lnTo>
                <a:lnTo>
                  <a:pt x="159150" y="33975"/>
                </a:lnTo>
                <a:lnTo>
                  <a:pt x="159750" y="33600"/>
                </a:lnTo>
                <a:lnTo>
                  <a:pt x="160050" y="33450"/>
                </a:lnTo>
                <a:lnTo>
                  <a:pt x="160800" y="33225"/>
                </a:lnTo>
                <a:lnTo>
                  <a:pt x="161250" y="33225"/>
                </a:lnTo>
                <a:lnTo>
                  <a:pt x="161775" y="33150"/>
                </a:lnTo>
                <a:lnTo>
                  <a:pt x="160950" y="32175"/>
                </a:lnTo>
                <a:lnTo>
                  <a:pt x="160275" y="31200"/>
                </a:lnTo>
                <a:lnTo>
                  <a:pt x="159675" y="30225"/>
                </a:lnTo>
                <a:lnTo>
                  <a:pt x="159150" y="29325"/>
                </a:lnTo>
                <a:lnTo>
                  <a:pt x="158625" y="28350"/>
                </a:lnTo>
                <a:lnTo>
                  <a:pt x="158250" y="27375"/>
                </a:lnTo>
                <a:lnTo>
                  <a:pt x="157875" y="26475"/>
                </a:lnTo>
                <a:lnTo>
                  <a:pt x="157725" y="25650"/>
                </a:lnTo>
                <a:lnTo>
                  <a:pt x="157500" y="24750"/>
                </a:lnTo>
                <a:lnTo>
                  <a:pt x="157425" y="24000"/>
                </a:lnTo>
                <a:lnTo>
                  <a:pt x="157425" y="23175"/>
                </a:lnTo>
                <a:lnTo>
                  <a:pt x="157500" y="22425"/>
                </a:lnTo>
                <a:lnTo>
                  <a:pt x="157650" y="21750"/>
                </a:lnTo>
                <a:lnTo>
                  <a:pt x="157950" y="21000"/>
                </a:lnTo>
                <a:lnTo>
                  <a:pt x="158250" y="20250"/>
                </a:lnTo>
                <a:lnTo>
                  <a:pt x="158625" y="19575"/>
                </a:lnTo>
                <a:lnTo>
                  <a:pt x="159300" y="18675"/>
                </a:lnTo>
                <a:lnTo>
                  <a:pt x="159825" y="18225"/>
                </a:lnTo>
                <a:lnTo>
                  <a:pt x="160275" y="17775"/>
                </a:lnTo>
                <a:lnTo>
                  <a:pt x="161325" y="17025"/>
                </a:lnTo>
                <a:lnTo>
                  <a:pt x="162600" y="16200"/>
                </a:lnTo>
                <a:lnTo>
                  <a:pt x="163950" y="15525"/>
                </a:lnTo>
                <a:lnTo>
                  <a:pt x="165225" y="15075"/>
                </a:lnTo>
                <a:lnTo>
                  <a:pt x="166650" y="14700"/>
                </a:lnTo>
                <a:lnTo>
                  <a:pt x="168150" y="14400"/>
                </a:lnTo>
                <a:lnTo>
                  <a:pt x="169500" y="14250"/>
                </a:lnTo>
                <a:lnTo>
                  <a:pt x="171075" y="14250"/>
                </a:lnTo>
                <a:lnTo>
                  <a:pt x="172575" y="14325"/>
                </a:lnTo>
                <a:lnTo>
                  <a:pt x="174075" y="14625"/>
                </a:lnTo>
                <a:lnTo>
                  <a:pt x="175500" y="14925"/>
                </a:lnTo>
                <a:lnTo>
                  <a:pt x="176850" y="15375"/>
                </a:lnTo>
                <a:lnTo>
                  <a:pt x="178200" y="15975"/>
                </a:lnTo>
                <a:lnTo>
                  <a:pt x="179625" y="16650"/>
                </a:lnTo>
                <a:lnTo>
                  <a:pt x="180600" y="17250"/>
                </a:lnTo>
                <a:lnTo>
                  <a:pt x="181500" y="17925"/>
                </a:lnTo>
                <a:lnTo>
                  <a:pt x="182400" y="18675"/>
                </a:lnTo>
                <a:lnTo>
                  <a:pt x="183225" y="19425"/>
                </a:lnTo>
                <a:lnTo>
                  <a:pt x="183975" y="20250"/>
                </a:lnTo>
                <a:lnTo>
                  <a:pt x="184650" y="21075"/>
                </a:lnTo>
                <a:lnTo>
                  <a:pt x="185325" y="21975"/>
                </a:lnTo>
                <a:lnTo>
                  <a:pt x="185775" y="22725"/>
                </a:lnTo>
                <a:lnTo>
                  <a:pt x="186150" y="23475"/>
                </a:lnTo>
                <a:lnTo>
                  <a:pt x="186450" y="24225"/>
                </a:lnTo>
                <a:lnTo>
                  <a:pt x="186675" y="24975"/>
                </a:lnTo>
                <a:lnTo>
                  <a:pt x="186825" y="25725"/>
                </a:lnTo>
                <a:lnTo>
                  <a:pt x="186900" y="26475"/>
                </a:lnTo>
                <a:lnTo>
                  <a:pt x="186825" y="27300"/>
                </a:lnTo>
                <a:lnTo>
                  <a:pt x="186750" y="28050"/>
                </a:lnTo>
                <a:lnTo>
                  <a:pt x="186525" y="28800"/>
                </a:lnTo>
                <a:lnTo>
                  <a:pt x="186225" y="29475"/>
                </a:lnTo>
                <a:lnTo>
                  <a:pt x="185850" y="30225"/>
                </a:lnTo>
                <a:lnTo>
                  <a:pt x="185400" y="30900"/>
                </a:lnTo>
                <a:lnTo>
                  <a:pt x="184725" y="31650"/>
                </a:lnTo>
                <a:lnTo>
                  <a:pt x="184125" y="32325"/>
                </a:lnTo>
                <a:lnTo>
                  <a:pt x="183300" y="33000"/>
                </a:lnTo>
                <a:lnTo>
                  <a:pt x="182475" y="33600"/>
                </a:lnTo>
                <a:lnTo>
                  <a:pt x="181575" y="34200"/>
                </a:lnTo>
                <a:lnTo>
                  <a:pt x="180600" y="34725"/>
                </a:lnTo>
                <a:lnTo>
                  <a:pt x="179550" y="35250"/>
                </a:lnTo>
                <a:lnTo>
                  <a:pt x="178500" y="35700"/>
                </a:lnTo>
                <a:lnTo>
                  <a:pt x="177300" y="36075"/>
                </a:lnTo>
                <a:lnTo>
                  <a:pt x="176175" y="36450"/>
                </a:lnTo>
                <a:lnTo>
                  <a:pt x="174900" y="36750"/>
                </a:lnTo>
                <a:lnTo>
                  <a:pt x="173700" y="36975"/>
                </a:lnTo>
                <a:lnTo>
                  <a:pt x="172425" y="37200"/>
                </a:lnTo>
                <a:lnTo>
                  <a:pt x="176925" y="43350"/>
                </a:lnTo>
                <a:lnTo>
                  <a:pt x="178350" y="45150"/>
                </a:lnTo>
                <a:lnTo>
                  <a:pt x="179625" y="46500"/>
                </a:lnTo>
                <a:lnTo>
                  <a:pt x="181050" y="47925"/>
                </a:lnTo>
                <a:lnTo>
                  <a:pt x="182400" y="49050"/>
                </a:lnTo>
                <a:lnTo>
                  <a:pt x="183750" y="50025"/>
                </a:lnTo>
                <a:lnTo>
                  <a:pt x="184500" y="50475"/>
                </a:lnTo>
                <a:lnTo>
                  <a:pt x="185175" y="50775"/>
                </a:lnTo>
                <a:lnTo>
                  <a:pt x="183375" y="52500"/>
                </a:lnTo>
                <a:lnTo>
                  <a:pt x="178725" y="52500"/>
                </a:lnTo>
                <a:lnTo>
                  <a:pt x="177975" y="51975"/>
                </a:lnTo>
                <a:lnTo>
                  <a:pt x="176775" y="51075"/>
                </a:lnTo>
                <a:lnTo>
                  <a:pt x="175575" y="49950"/>
                </a:lnTo>
                <a:lnTo>
                  <a:pt x="174375" y="48750"/>
                </a:lnTo>
                <a:lnTo>
                  <a:pt x="173025" y="47175"/>
                </a:lnTo>
                <a:lnTo>
                  <a:pt x="171750" y="45600"/>
                </a:lnTo>
                <a:lnTo>
                  <a:pt x="170400" y="43800"/>
                </a:lnTo>
                <a:lnTo>
                  <a:pt x="167250" y="39450"/>
                </a:lnTo>
                <a:lnTo>
                  <a:pt x="165675" y="37425"/>
                </a:lnTo>
                <a:lnTo>
                  <a:pt x="165525" y="37350"/>
                </a:lnTo>
                <a:lnTo>
                  <a:pt x="164700" y="37350"/>
                </a:lnTo>
                <a:lnTo>
                  <a:pt x="164700" y="48450"/>
                </a:lnTo>
                <a:lnTo>
                  <a:pt x="165075" y="49575"/>
                </a:lnTo>
                <a:lnTo>
                  <a:pt x="165675" y="50775"/>
                </a:lnTo>
                <a:lnTo>
                  <a:pt x="166950" y="51075"/>
                </a:lnTo>
                <a:lnTo>
                  <a:pt x="166950" y="52500"/>
                </a:lnTo>
                <a:lnTo>
                  <a:pt x="156300" y="52500"/>
                </a:lnTo>
                <a:close/>
                <a:moveTo>
                  <a:pt x="170100" y="33225"/>
                </a:moveTo>
                <a:lnTo>
                  <a:pt x="171150" y="33075"/>
                </a:lnTo>
                <a:lnTo>
                  <a:pt x="172200" y="32925"/>
                </a:lnTo>
                <a:lnTo>
                  <a:pt x="173175" y="32775"/>
                </a:lnTo>
                <a:lnTo>
                  <a:pt x="174150" y="32475"/>
                </a:lnTo>
                <a:lnTo>
                  <a:pt x="175125" y="32175"/>
                </a:lnTo>
                <a:lnTo>
                  <a:pt x="176025" y="31875"/>
                </a:lnTo>
                <a:lnTo>
                  <a:pt x="176850" y="31425"/>
                </a:lnTo>
                <a:lnTo>
                  <a:pt x="177600" y="31050"/>
                </a:lnTo>
                <a:lnTo>
                  <a:pt x="178275" y="30525"/>
                </a:lnTo>
                <a:lnTo>
                  <a:pt x="178875" y="30075"/>
                </a:lnTo>
                <a:lnTo>
                  <a:pt x="179400" y="29550"/>
                </a:lnTo>
                <a:lnTo>
                  <a:pt x="179850" y="29025"/>
                </a:lnTo>
                <a:lnTo>
                  <a:pt x="180225" y="28500"/>
                </a:lnTo>
                <a:lnTo>
                  <a:pt x="180525" y="27900"/>
                </a:lnTo>
                <a:lnTo>
                  <a:pt x="180675" y="27300"/>
                </a:lnTo>
                <a:lnTo>
                  <a:pt x="180750" y="26700"/>
                </a:lnTo>
                <a:lnTo>
                  <a:pt x="180750" y="26100"/>
                </a:lnTo>
                <a:lnTo>
                  <a:pt x="180600" y="25425"/>
                </a:lnTo>
                <a:lnTo>
                  <a:pt x="180375" y="24825"/>
                </a:lnTo>
                <a:lnTo>
                  <a:pt x="179925" y="24075"/>
                </a:lnTo>
                <a:lnTo>
                  <a:pt x="179400" y="23250"/>
                </a:lnTo>
                <a:lnTo>
                  <a:pt x="178875" y="22575"/>
                </a:lnTo>
                <a:lnTo>
                  <a:pt x="178275" y="21900"/>
                </a:lnTo>
                <a:lnTo>
                  <a:pt x="177675" y="21300"/>
                </a:lnTo>
                <a:lnTo>
                  <a:pt x="176925" y="20700"/>
                </a:lnTo>
                <a:lnTo>
                  <a:pt x="176175" y="20175"/>
                </a:lnTo>
                <a:lnTo>
                  <a:pt x="175350" y="19725"/>
                </a:lnTo>
                <a:lnTo>
                  <a:pt x="174525" y="19275"/>
                </a:lnTo>
                <a:lnTo>
                  <a:pt x="173775" y="18975"/>
                </a:lnTo>
                <a:lnTo>
                  <a:pt x="172950" y="18750"/>
                </a:lnTo>
                <a:lnTo>
                  <a:pt x="172050" y="18525"/>
                </a:lnTo>
                <a:lnTo>
                  <a:pt x="171375" y="18450"/>
                </a:lnTo>
                <a:lnTo>
                  <a:pt x="170625" y="18375"/>
                </a:lnTo>
                <a:lnTo>
                  <a:pt x="169875" y="18450"/>
                </a:lnTo>
                <a:lnTo>
                  <a:pt x="169275" y="18450"/>
                </a:lnTo>
                <a:lnTo>
                  <a:pt x="168675" y="18600"/>
                </a:lnTo>
                <a:lnTo>
                  <a:pt x="168000" y="18750"/>
                </a:lnTo>
                <a:lnTo>
                  <a:pt x="167400" y="18975"/>
                </a:lnTo>
                <a:lnTo>
                  <a:pt x="166725" y="19275"/>
                </a:lnTo>
                <a:lnTo>
                  <a:pt x="166050" y="19650"/>
                </a:lnTo>
                <a:lnTo>
                  <a:pt x="165525" y="20025"/>
                </a:lnTo>
                <a:lnTo>
                  <a:pt x="165075" y="20325"/>
                </a:lnTo>
                <a:lnTo>
                  <a:pt x="164700" y="20775"/>
                </a:lnTo>
                <a:lnTo>
                  <a:pt x="164325" y="21150"/>
                </a:lnTo>
                <a:lnTo>
                  <a:pt x="164025" y="21675"/>
                </a:lnTo>
                <a:lnTo>
                  <a:pt x="163800" y="22125"/>
                </a:lnTo>
                <a:lnTo>
                  <a:pt x="163725" y="22650"/>
                </a:lnTo>
                <a:lnTo>
                  <a:pt x="163575" y="23250"/>
                </a:lnTo>
                <a:lnTo>
                  <a:pt x="163575" y="23700"/>
                </a:lnTo>
                <a:lnTo>
                  <a:pt x="163650" y="24375"/>
                </a:lnTo>
                <a:lnTo>
                  <a:pt x="163725" y="24900"/>
                </a:lnTo>
                <a:lnTo>
                  <a:pt x="163950" y="25575"/>
                </a:lnTo>
                <a:lnTo>
                  <a:pt x="164100" y="26175"/>
                </a:lnTo>
                <a:lnTo>
                  <a:pt x="164775" y="27525"/>
                </a:lnTo>
                <a:lnTo>
                  <a:pt x="165150" y="28350"/>
                </a:lnTo>
                <a:lnTo>
                  <a:pt x="165675" y="29175"/>
                </a:lnTo>
                <a:lnTo>
                  <a:pt x="166875" y="30750"/>
                </a:lnTo>
                <a:lnTo>
                  <a:pt x="167775" y="31950"/>
                </a:lnTo>
                <a:lnTo>
                  <a:pt x="168975" y="33225"/>
                </a:lnTo>
                <a:close/>
                <a:moveTo>
                  <a:pt x="193425" y="65250"/>
                </a:moveTo>
                <a:lnTo>
                  <a:pt x="194700" y="64950"/>
                </a:lnTo>
                <a:lnTo>
                  <a:pt x="195300" y="63600"/>
                </a:lnTo>
                <a:lnTo>
                  <a:pt x="195675" y="62400"/>
                </a:lnTo>
                <a:lnTo>
                  <a:pt x="195675" y="14250"/>
                </a:lnTo>
                <a:lnTo>
                  <a:pt x="203925" y="14250"/>
                </a:lnTo>
                <a:lnTo>
                  <a:pt x="204375" y="14700"/>
                </a:lnTo>
                <a:lnTo>
                  <a:pt x="204900" y="15375"/>
                </a:lnTo>
                <a:lnTo>
                  <a:pt x="205425" y="16125"/>
                </a:lnTo>
                <a:lnTo>
                  <a:pt x="206175" y="17325"/>
                </a:lnTo>
                <a:lnTo>
                  <a:pt x="206850" y="18675"/>
                </a:lnTo>
                <a:lnTo>
                  <a:pt x="207675" y="20325"/>
                </a:lnTo>
                <a:lnTo>
                  <a:pt x="208350" y="22050"/>
                </a:lnTo>
                <a:lnTo>
                  <a:pt x="209100" y="23925"/>
                </a:lnTo>
                <a:lnTo>
                  <a:pt x="209850" y="26100"/>
                </a:lnTo>
                <a:lnTo>
                  <a:pt x="212625" y="34350"/>
                </a:lnTo>
                <a:lnTo>
                  <a:pt x="213825" y="37650"/>
                </a:lnTo>
                <a:lnTo>
                  <a:pt x="215100" y="40875"/>
                </a:lnTo>
                <a:lnTo>
                  <a:pt x="215700" y="42375"/>
                </a:lnTo>
                <a:lnTo>
                  <a:pt x="216300" y="43500"/>
                </a:lnTo>
                <a:lnTo>
                  <a:pt x="216300" y="18600"/>
                </a:lnTo>
                <a:lnTo>
                  <a:pt x="215925" y="17400"/>
                </a:lnTo>
                <a:lnTo>
                  <a:pt x="215325" y="16050"/>
                </a:lnTo>
                <a:lnTo>
                  <a:pt x="214050" y="15750"/>
                </a:lnTo>
                <a:lnTo>
                  <a:pt x="214050" y="14250"/>
                </a:lnTo>
                <a:lnTo>
                  <a:pt x="224700" y="14250"/>
                </a:lnTo>
                <a:lnTo>
                  <a:pt x="224700" y="15750"/>
                </a:lnTo>
                <a:lnTo>
                  <a:pt x="223425" y="16050"/>
                </a:lnTo>
                <a:lnTo>
                  <a:pt x="222825" y="17400"/>
                </a:lnTo>
                <a:lnTo>
                  <a:pt x="222450" y="18600"/>
                </a:lnTo>
                <a:lnTo>
                  <a:pt x="222450" y="50250"/>
                </a:lnTo>
                <a:lnTo>
                  <a:pt x="222450" y="50550"/>
                </a:lnTo>
                <a:lnTo>
                  <a:pt x="222375" y="50850"/>
                </a:lnTo>
                <a:lnTo>
                  <a:pt x="222225" y="51150"/>
                </a:lnTo>
                <a:lnTo>
                  <a:pt x="222000" y="51450"/>
                </a:lnTo>
                <a:lnTo>
                  <a:pt x="221775" y="51675"/>
                </a:lnTo>
                <a:lnTo>
                  <a:pt x="221475" y="51900"/>
                </a:lnTo>
                <a:lnTo>
                  <a:pt x="221175" y="52050"/>
                </a:lnTo>
                <a:lnTo>
                  <a:pt x="220425" y="52350"/>
                </a:lnTo>
                <a:lnTo>
                  <a:pt x="220050" y="52425"/>
                </a:lnTo>
                <a:lnTo>
                  <a:pt x="219600" y="52500"/>
                </a:lnTo>
                <a:lnTo>
                  <a:pt x="218775" y="52425"/>
                </a:lnTo>
                <a:lnTo>
                  <a:pt x="218100" y="52350"/>
                </a:lnTo>
                <a:lnTo>
                  <a:pt x="217425" y="52125"/>
                </a:lnTo>
                <a:lnTo>
                  <a:pt x="216675" y="51900"/>
                </a:lnTo>
                <a:lnTo>
                  <a:pt x="215925" y="51525"/>
                </a:lnTo>
                <a:lnTo>
                  <a:pt x="215250" y="51075"/>
                </a:lnTo>
                <a:lnTo>
                  <a:pt x="214575" y="50625"/>
                </a:lnTo>
                <a:lnTo>
                  <a:pt x="213975" y="50100"/>
                </a:lnTo>
                <a:lnTo>
                  <a:pt x="213375" y="49425"/>
                </a:lnTo>
                <a:lnTo>
                  <a:pt x="212775" y="48750"/>
                </a:lnTo>
                <a:lnTo>
                  <a:pt x="212250" y="47925"/>
                </a:lnTo>
                <a:lnTo>
                  <a:pt x="211275" y="46500"/>
                </a:lnTo>
                <a:lnTo>
                  <a:pt x="210450" y="44925"/>
                </a:lnTo>
                <a:lnTo>
                  <a:pt x="209550" y="42975"/>
                </a:lnTo>
                <a:lnTo>
                  <a:pt x="208650" y="40950"/>
                </a:lnTo>
                <a:lnTo>
                  <a:pt x="207975" y="39000"/>
                </a:lnTo>
                <a:lnTo>
                  <a:pt x="207075" y="36525"/>
                </a:lnTo>
                <a:lnTo>
                  <a:pt x="203550" y="26100"/>
                </a:lnTo>
                <a:lnTo>
                  <a:pt x="202650" y="23700"/>
                </a:lnTo>
                <a:lnTo>
                  <a:pt x="201825" y="21750"/>
                </a:lnTo>
                <a:lnTo>
                  <a:pt x="201825" y="62400"/>
                </a:lnTo>
                <a:lnTo>
                  <a:pt x="202200" y="63600"/>
                </a:lnTo>
                <a:lnTo>
                  <a:pt x="202800" y="64950"/>
                </a:lnTo>
                <a:lnTo>
                  <a:pt x="204075" y="65250"/>
                </a:lnTo>
                <a:lnTo>
                  <a:pt x="204075" y="66750"/>
                </a:lnTo>
                <a:lnTo>
                  <a:pt x="193425" y="66750"/>
                </a:lnTo>
                <a:close/>
                <a:moveTo>
                  <a:pt x="278175" y="48600"/>
                </a:moveTo>
                <a:lnTo>
                  <a:pt x="278625" y="49200"/>
                </a:lnTo>
                <a:lnTo>
                  <a:pt x="279075" y="49650"/>
                </a:lnTo>
                <a:lnTo>
                  <a:pt x="279675" y="50250"/>
                </a:lnTo>
                <a:lnTo>
                  <a:pt x="280950" y="51300"/>
                </a:lnTo>
                <a:lnTo>
                  <a:pt x="281775" y="51900"/>
                </a:lnTo>
                <a:lnTo>
                  <a:pt x="282675" y="52500"/>
                </a:lnTo>
                <a:lnTo>
                  <a:pt x="278475" y="52500"/>
                </a:lnTo>
                <a:lnTo>
                  <a:pt x="252975" y="52500"/>
                </a:lnTo>
                <a:lnTo>
                  <a:pt x="252825" y="52350"/>
                </a:lnTo>
                <a:lnTo>
                  <a:pt x="252600" y="52125"/>
                </a:lnTo>
                <a:lnTo>
                  <a:pt x="252375" y="51825"/>
                </a:lnTo>
                <a:lnTo>
                  <a:pt x="252300" y="51600"/>
                </a:lnTo>
                <a:lnTo>
                  <a:pt x="252225" y="51300"/>
                </a:lnTo>
                <a:lnTo>
                  <a:pt x="252150" y="51000"/>
                </a:lnTo>
                <a:lnTo>
                  <a:pt x="252150" y="46500"/>
                </a:lnTo>
                <a:lnTo>
                  <a:pt x="258300" y="46500"/>
                </a:lnTo>
                <a:lnTo>
                  <a:pt x="258300" y="48750"/>
                </a:lnTo>
                <a:lnTo>
                  <a:pt x="271575" y="48750"/>
                </a:lnTo>
                <a:lnTo>
                  <a:pt x="271200" y="48150"/>
                </a:lnTo>
                <a:lnTo>
                  <a:pt x="253725" y="18300"/>
                </a:lnTo>
                <a:lnTo>
                  <a:pt x="253425" y="17850"/>
                </a:lnTo>
                <a:lnTo>
                  <a:pt x="252975" y="17250"/>
                </a:lnTo>
                <a:lnTo>
                  <a:pt x="252000" y="16350"/>
                </a:lnTo>
                <a:lnTo>
                  <a:pt x="250725" y="15300"/>
                </a:lnTo>
                <a:lnTo>
                  <a:pt x="249150" y="14250"/>
                </a:lnTo>
                <a:lnTo>
                  <a:pt x="253350" y="14250"/>
                </a:lnTo>
                <a:lnTo>
                  <a:pt x="278850" y="14250"/>
                </a:lnTo>
                <a:lnTo>
                  <a:pt x="279075" y="14400"/>
                </a:lnTo>
                <a:lnTo>
                  <a:pt x="279300" y="14625"/>
                </a:lnTo>
                <a:lnTo>
                  <a:pt x="279450" y="14925"/>
                </a:lnTo>
                <a:lnTo>
                  <a:pt x="279600" y="15150"/>
                </a:lnTo>
                <a:lnTo>
                  <a:pt x="279675" y="15450"/>
                </a:lnTo>
                <a:lnTo>
                  <a:pt x="279675" y="15750"/>
                </a:lnTo>
                <a:lnTo>
                  <a:pt x="279675" y="20250"/>
                </a:lnTo>
                <a:lnTo>
                  <a:pt x="273525" y="20250"/>
                </a:lnTo>
                <a:lnTo>
                  <a:pt x="273525" y="18000"/>
                </a:lnTo>
                <a:lnTo>
                  <a:pt x="260325" y="18000"/>
                </a:lnTo>
                <a:lnTo>
                  <a:pt x="260625" y="18600"/>
                </a:lnTo>
                <a:close/>
                <a:moveTo>
                  <a:pt x="309675" y="51825"/>
                </a:moveTo>
                <a:lnTo>
                  <a:pt x="308325" y="52125"/>
                </a:lnTo>
                <a:lnTo>
                  <a:pt x="307050" y="52350"/>
                </a:lnTo>
                <a:lnTo>
                  <a:pt x="305625" y="52425"/>
                </a:lnTo>
                <a:lnTo>
                  <a:pt x="304275" y="52425"/>
                </a:lnTo>
                <a:lnTo>
                  <a:pt x="302925" y="52275"/>
                </a:lnTo>
                <a:lnTo>
                  <a:pt x="301575" y="52050"/>
                </a:lnTo>
                <a:lnTo>
                  <a:pt x="300375" y="51750"/>
                </a:lnTo>
                <a:lnTo>
                  <a:pt x="299100" y="51300"/>
                </a:lnTo>
                <a:lnTo>
                  <a:pt x="297900" y="50775"/>
                </a:lnTo>
                <a:lnTo>
                  <a:pt x="296850" y="50250"/>
                </a:lnTo>
                <a:lnTo>
                  <a:pt x="295800" y="49500"/>
                </a:lnTo>
                <a:lnTo>
                  <a:pt x="294825" y="48750"/>
                </a:lnTo>
                <a:lnTo>
                  <a:pt x="294000" y="47925"/>
                </a:lnTo>
                <a:lnTo>
                  <a:pt x="293250" y="46950"/>
                </a:lnTo>
                <a:lnTo>
                  <a:pt x="292650" y="46050"/>
                </a:lnTo>
                <a:lnTo>
                  <a:pt x="292275" y="45375"/>
                </a:lnTo>
                <a:lnTo>
                  <a:pt x="291975" y="44700"/>
                </a:lnTo>
                <a:lnTo>
                  <a:pt x="291525" y="43500"/>
                </a:lnTo>
                <a:lnTo>
                  <a:pt x="291300" y="42750"/>
                </a:lnTo>
                <a:lnTo>
                  <a:pt x="291150" y="42000"/>
                </a:lnTo>
                <a:lnTo>
                  <a:pt x="291000" y="40575"/>
                </a:lnTo>
                <a:lnTo>
                  <a:pt x="291000" y="39750"/>
                </a:lnTo>
                <a:lnTo>
                  <a:pt x="291000" y="18600"/>
                </a:lnTo>
                <a:lnTo>
                  <a:pt x="290625" y="17400"/>
                </a:lnTo>
                <a:lnTo>
                  <a:pt x="290025" y="16050"/>
                </a:lnTo>
                <a:lnTo>
                  <a:pt x="288750" y="15750"/>
                </a:lnTo>
                <a:lnTo>
                  <a:pt x="288750" y="14250"/>
                </a:lnTo>
                <a:lnTo>
                  <a:pt x="299400" y="14250"/>
                </a:lnTo>
                <a:lnTo>
                  <a:pt x="299400" y="15750"/>
                </a:lnTo>
                <a:lnTo>
                  <a:pt x="298125" y="16050"/>
                </a:lnTo>
                <a:lnTo>
                  <a:pt x="297525" y="17400"/>
                </a:lnTo>
                <a:lnTo>
                  <a:pt x="297150" y="18600"/>
                </a:lnTo>
                <a:lnTo>
                  <a:pt x="297150" y="39750"/>
                </a:lnTo>
                <a:lnTo>
                  <a:pt x="297150" y="40575"/>
                </a:lnTo>
                <a:lnTo>
                  <a:pt x="297300" y="41475"/>
                </a:lnTo>
                <a:lnTo>
                  <a:pt x="297450" y="42150"/>
                </a:lnTo>
                <a:lnTo>
                  <a:pt x="297600" y="42825"/>
                </a:lnTo>
                <a:lnTo>
                  <a:pt x="297825" y="43425"/>
                </a:lnTo>
                <a:lnTo>
                  <a:pt x="298200" y="44100"/>
                </a:lnTo>
                <a:lnTo>
                  <a:pt x="298575" y="44700"/>
                </a:lnTo>
                <a:lnTo>
                  <a:pt x="298950" y="45225"/>
                </a:lnTo>
                <a:lnTo>
                  <a:pt x="299400" y="45750"/>
                </a:lnTo>
                <a:lnTo>
                  <a:pt x="299925" y="46200"/>
                </a:lnTo>
                <a:lnTo>
                  <a:pt x="300375" y="46575"/>
                </a:lnTo>
                <a:lnTo>
                  <a:pt x="301050" y="46950"/>
                </a:lnTo>
                <a:lnTo>
                  <a:pt x="301650" y="47250"/>
                </a:lnTo>
                <a:lnTo>
                  <a:pt x="302325" y="47550"/>
                </a:lnTo>
                <a:lnTo>
                  <a:pt x="303000" y="47700"/>
                </a:lnTo>
                <a:lnTo>
                  <a:pt x="303675" y="47850"/>
                </a:lnTo>
                <a:lnTo>
                  <a:pt x="304350" y="48000"/>
                </a:lnTo>
                <a:lnTo>
                  <a:pt x="305100" y="48000"/>
                </a:lnTo>
                <a:lnTo>
                  <a:pt x="305925" y="48000"/>
                </a:lnTo>
                <a:lnTo>
                  <a:pt x="306600" y="47850"/>
                </a:lnTo>
                <a:lnTo>
                  <a:pt x="307275" y="47700"/>
                </a:lnTo>
                <a:lnTo>
                  <a:pt x="307950" y="47550"/>
                </a:lnTo>
                <a:lnTo>
                  <a:pt x="308625" y="47250"/>
                </a:lnTo>
                <a:lnTo>
                  <a:pt x="309225" y="46950"/>
                </a:lnTo>
                <a:lnTo>
                  <a:pt x="309900" y="46575"/>
                </a:lnTo>
                <a:lnTo>
                  <a:pt x="310350" y="46200"/>
                </a:lnTo>
                <a:lnTo>
                  <a:pt x="310875" y="45750"/>
                </a:lnTo>
                <a:lnTo>
                  <a:pt x="311325" y="45225"/>
                </a:lnTo>
                <a:lnTo>
                  <a:pt x="311700" y="44700"/>
                </a:lnTo>
                <a:lnTo>
                  <a:pt x="312075" y="44100"/>
                </a:lnTo>
                <a:lnTo>
                  <a:pt x="312450" y="43425"/>
                </a:lnTo>
                <a:lnTo>
                  <a:pt x="312675" y="42825"/>
                </a:lnTo>
                <a:lnTo>
                  <a:pt x="312825" y="42150"/>
                </a:lnTo>
                <a:lnTo>
                  <a:pt x="312975" y="41475"/>
                </a:lnTo>
                <a:lnTo>
                  <a:pt x="313125" y="40575"/>
                </a:lnTo>
                <a:lnTo>
                  <a:pt x="313125" y="39750"/>
                </a:lnTo>
                <a:lnTo>
                  <a:pt x="313125" y="18600"/>
                </a:lnTo>
                <a:lnTo>
                  <a:pt x="312750" y="17400"/>
                </a:lnTo>
                <a:lnTo>
                  <a:pt x="312150" y="16050"/>
                </a:lnTo>
                <a:lnTo>
                  <a:pt x="310875" y="15750"/>
                </a:lnTo>
                <a:lnTo>
                  <a:pt x="310875" y="14250"/>
                </a:lnTo>
                <a:lnTo>
                  <a:pt x="321525" y="14250"/>
                </a:lnTo>
                <a:lnTo>
                  <a:pt x="321525" y="15750"/>
                </a:lnTo>
                <a:lnTo>
                  <a:pt x="320250" y="16050"/>
                </a:lnTo>
                <a:lnTo>
                  <a:pt x="319650" y="17400"/>
                </a:lnTo>
                <a:lnTo>
                  <a:pt x="319275" y="18600"/>
                </a:lnTo>
                <a:lnTo>
                  <a:pt x="319275" y="48150"/>
                </a:lnTo>
                <a:lnTo>
                  <a:pt x="319650" y="49350"/>
                </a:lnTo>
                <a:lnTo>
                  <a:pt x="320250" y="50700"/>
                </a:lnTo>
                <a:lnTo>
                  <a:pt x="321525" y="51000"/>
                </a:lnTo>
                <a:lnTo>
                  <a:pt x="321525" y="52500"/>
                </a:lnTo>
                <a:lnTo>
                  <a:pt x="310875" y="52500"/>
                </a:lnTo>
                <a:lnTo>
                  <a:pt x="310875" y="51450"/>
                </a:lnTo>
                <a:close/>
                <a:moveTo>
                  <a:pt x="329775" y="65250"/>
                </a:moveTo>
                <a:lnTo>
                  <a:pt x="331050" y="64950"/>
                </a:lnTo>
                <a:lnTo>
                  <a:pt x="331650" y="63675"/>
                </a:lnTo>
                <a:lnTo>
                  <a:pt x="332025" y="62475"/>
                </a:lnTo>
                <a:lnTo>
                  <a:pt x="332025" y="26850"/>
                </a:lnTo>
                <a:lnTo>
                  <a:pt x="332175" y="25050"/>
                </a:lnTo>
                <a:lnTo>
                  <a:pt x="332475" y="23325"/>
                </a:lnTo>
                <a:lnTo>
                  <a:pt x="332925" y="21900"/>
                </a:lnTo>
                <a:lnTo>
                  <a:pt x="333150" y="21150"/>
                </a:lnTo>
                <a:lnTo>
                  <a:pt x="333525" y="20475"/>
                </a:lnTo>
                <a:lnTo>
                  <a:pt x="334200" y="19275"/>
                </a:lnTo>
                <a:lnTo>
                  <a:pt x="334950" y="18300"/>
                </a:lnTo>
                <a:lnTo>
                  <a:pt x="335925" y="17325"/>
                </a:lnTo>
                <a:lnTo>
                  <a:pt x="336900" y="16575"/>
                </a:lnTo>
                <a:lnTo>
                  <a:pt x="337950" y="15900"/>
                </a:lnTo>
                <a:lnTo>
                  <a:pt x="339150" y="15300"/>
                </a:lnTo>
                <a:lnTo>
                  <a:pt x="340425" y="14850"/>
                </a:lnTo>
                <a:lnTo>
                  <a:pt x="341850" y="14550"/>
                </a:lnTo>
                <a:lnTo>
                  <a:pt x="343275" y="14325"/>
                </a:lnTo>
                <a:lnTo>
                  <a:pt x="344775" y="14250"/>
                </a:lnTo>
                <a:lnTo>
                  <a:pt x="346275" y="14325"/>
                </a:lnTo>
                <a:lnTo>
                  <a:pt x="348075" y="14475"/>
                </a:lnTo>
                <a:lnTo>
                  <a:pt x="349650" y="14775"/>
                </a:lnTo>
                <a:lnTo>
                  <a:pt x="351450" y="15225"/>
                </a:lnTo>
                <a:lnTo>
                  <a:pt x="353100" y="15675"/>
                </a:lnTo>
                <a:lnTo>
                  <a:pt x="354975" y="16350"/>
                </a:lnTo>
                <a:lnTo>
                  <a:pt x="351975" y="20175"/>
                </a:lnTo>
                <a:lnTo>
                  <a:pt x="350850" y="19800"/>
                </a:lnTo>
                <a:lnTo>
                  <a:pt x="349650" y="19350"/>
                </a:lnTo>
                <a:lnTo>
                  <a:pt x="348675" y="19125"/>
                </a:lnTo>
                <a:lnTo>
                  <a:pt x="347550" y="18900"/>
                </a:lnTo>
                <a:lnTo>
                  <a:pt x="346500" y="18675"/>
                </a:lnTo>
                <a:lnTo>
                  <a:pt x="345600" y="18600"/>
                </a:lnTo>
                <a:lnTo>
                  <a:pt x="344625" y="18600"/>
                </a:lnTo>
                <a:lnTo>
                  <a:pt x="343800" y="18675"/>
                </a:lnTo>
                <a:lnTo>
                  <a:pt x="343050" y="18825"/>
                </a:lnTo>
                <a:lnTo>
                  <a:pt x="342375" y="19050"/>
                </a:lnTo>
                <a:lnTo>
                  <a:pt x="341700" y="19350"/>
                </a:lnTo>
                <a:lnTo>
                  <a:pt x="341175" y="19725"/>
                </a:lnTo>
                <a:lnTo>
                  <a:pt x="340575" y="20175"/>
                </a:lnTo>
                <a:lnTo>
                  <a:pt x="340125" y="20700"/>
                </a:lnTo>
                <a:lnTo>
                  <a:pt x="339675" y="21300"/>
                </a:lnTo>
                <a:lnTo>
                  <a:pt x="339300" y="21975"/>
                </a:lnTo>
                <a:lnTo>
                  <a:pt x="338850" y="23025"/>
                </a:lnTo>
                <a:lnTo>
                  <a:pt x="338475" y="24225"/>
                </a:lnTo>
                <a:lnTo>
                  <a:pt x="338250" y="25575"/>
                </a:lnTo>
                <a:lnTo>
                  <a:pt x="338175" y="26925"/>
                </a:lnTo>
                <a:lnTo>
                  <a:pt x="338175" y="62475"/>
                </a:lnTo>
                <a:lnTo>
                  <a:pt x="338550" y="63675"/>
                </a:lnTo>
                <a:lnTo>
                  <a:pt x="339150" y="64950"/>
                </a:lnTo>
                <a:lnTo>
                  <a:pt x="340425" y="65250"/>
                </a:lnTo>
                <a:lnTo>
                  <a:pt x="340425" y="66750"/>
                </a:lnTo>
                <a:lnTo>
                  <a:pt x="329775" y="66750"/>
                </a:lnTo>
                <a:close/>
                <a:moveTo>
                  <a:pt x="368475" y="56925"/>
                </a:moveTo>
                <a:lnTo>
                  <a:pt x="368325" y="57900"/>
                </a:lnTo>
                <a:lnTo>
                  <a:pt x="368175" y="58725"/>
                </a:lnTo>
                <a:lnTo>
                  <a:pt x="367875" y="59550"/>
                </a:lnTo>
                <a:lnTo>
                  <a:pt x="367500" y="60450"/>
                </a:lnTo>
                <a:lnTo>
                  <a:pt x="367125" y="61125"/>
                </a:lnTo>
                <a:lnTo>
                  <a:pt x="366600" y="61950"/>
                </a:lnTo>
                <a:lnTo>
                  <a:pt x="366075" y="62625"/>
                </a:lnTo>
                <a:lnTo>
                  <a:pt x="365400" y="63300"/>
                </a:lnTo>
                <a:lnTo>
                  <a:pt x="364725" y="63900"/>
                </a:lnTo>
                <a:lnTo>
                  <a:pt x="363900" y="64500"/>
                </a:lnTo>
                <a:lnTo>
                  <a:pt x="363150" y="64950"/>
                </a:lnTo>
                <a:lnTo>
                  <a:pt x="362250" y="65400"/>
                </a:lnTo>
                <a:lnTo>
                  <a:pt x="361350" y="65775"/>
                </a:lnTo>
                <a:lnTo>
                  <a:pt x="360375" y="66150"/>
                </a:lnTo>
                <a:lnTo>
                  <a:pt x="359400" y="66375"/>
                </a:lnTo>
                <a:lnTo>
                  <a:pt x="358275" y="66600"/>
                </a:lnTo>
                <a:lnTo>
                  <a:pt x="357300" y="66675"/>
                </a:lnTo>
                <a:lnTo>
                  <a:pt x="356175" y="66750"/>
                </a:lnTo>
                <a:lnTo>
                  <a:pt x="355200" y="66750"/>
                </a:lnTo>
                <a:lnTo>
                  <a:pt x="354075" y="66675"/>
                </a:lnTo>
                <a:lnTo>
                  <a:pt x="353025" y="66525"/>
                </a:lnTo>
                <a:lnTo>
                  <a:pt x="351900" y="66300"/>
                </a:lnTo>
                <a:lnTo>
                  <a:pt x="350925" y="66000"/>
                </a:lnTo>
                <a:lnTo>
                  <a:pt x="349875" y="65625"/>
                </a:lnTo>
                <a:lnTo>
                  <a:pt x="348900" y="65250"/>
                </a:lnTo>
                <a:lnTo>
                  <a:pt x="347925" y="64800"/>
                </a:lnTo>
                <a:lnTo>
                  <a:pt x="347025" y="64275"/>
                </a:lnTo>
                <a:lnTo>
                  <a:pt x="346050" y="63600"/>
                </a:lnTo>
                <a:lnTo>
                  <a:pt x="345300" y="63000"/>
                </a:lnTo>
                <a:lnTo>
                  <a:pt x="344400" y="62250"/>
                </a:lnTo>
                <a:lnTo>
                  <a:pt x="343725" y="61575"/>
                </a:lnTo>
                <a:lnTo>
                  <a:pt x="348900" y="59175"/>
                </a:lnTo>
                <a:lnTo>
                  <a:pt x="349725" y="60075"/>
                </a:lnTo>
                <a:lnTo>
                  <a:pt x="350700" y="60825"/>
                </a:lnTo>
                <a:lnTo>
                  <a:pt x="351750" y="61425"/>
                </a:lnTo>
                <a:lnTo>
                  <a:pt x="352800" y="61875"/>
                </a:lnTo>
                <a:lnTo>
                  <a:pt x="353850" y="62250"/>
                </a:lnTo>
                <a:lnTo>
                  <a:pt x="354975" y="62400"/>
                </a:lnTo>
                <a:lnTo>
                  <a:pt x="356100" y="62475"/>
                </a:lnTo>
                <a:lnTo>
                  <a:pt x="357225" y="62325"/>
                </a:lnTo>
                <a:lnTo>
                  <a:pt x="358050" y="62175"/>
                </a:lnTo>
                <a:lnTo>
                  <a:pt x="358800" y="61875"/>
                </a:lnTo>
                <a:lnTo>
                  <a:pt x="359550" y="61425"/>
                </a:lnTo>
                <a:lnTo>
                  <a:pt x="360225" y="60975"/>
                </a:lnTo>
                <a:lnTo>
                  <a:pt x="360750" y="60450"/>
                </a:lnTo>
                <a:lnTo>
                  <a:pt x="361275" y="59775"/>
                </a:lnTo>
                <a:lnTo>
                  <a:pt x="361725" y="59025"/>
                </a:lnTo>
                <a:lnTo>
                  <a:pt x="361950" y="58350"/>
                </a:lnTo>
                <a:lnTo>
                  <a:pt x="362100" y="57825"/>
                </a:lnTo>
                <a:lnTo>
                  <a:pt x="362250" y="57225"/>
                </a:lnTo>
                <a:lnTo>
                  <a:pt x="362325" y="56625"/>
                </a:lnTo>
                <a:lnTo>
                  <a:pt x="362325" y="56025"/>
                </a:lnTo>
                <a:lnTo>
                  <a:pt x="362325" y="18450"/>
                </a:lnTo>
                <a:lnTo>
                  <a:pt x="361950" y="17325"/>
                </a:lnTo>
                <a:lnTo>
                  <a:pt x="361350" y="15975"/>
                </a:lnTo>
                <a:lnTo>
                  <a:pt x="360075" y="15675"/>
                </a:lnTo>
                <a:lnTo>
                  <a:pt x="360075" y="14250"/>
                </a:lnTo>
                <a:lnTo>
                  <a:pt x="370725" y="14250"/>
                </a:lnTo>
                <a:lnTo>
                  <a:pt x="370725" y="15675"/>
                </a:lnTo>
                <a:lnTo>
                  <a:pt x="369450" y="15975"/>
                </a:lnTo>
                <a:lnTo>
                  <a:pt x="368850" y="17325"/>
                </a:lnTo>
                <a:lnTo>
                  <a:pt x="368475" y="18450"/>
                </a:lnTo>
                <a:lnTo>
                  <a:pt x="368475" y="56025"/>
                </a:lnTo>
                <a:close/>
                <a:moveTo>
                  <a:pt x="378450" y="48150"/>
                </a:moveTo>
                <a:lnTo>
                  <a:pt x="384225" y="48150"/>
                </a:lnTo>
                <a:lnTo>
                  <a:pt x="384975" y="46575"/>
                </a:lnTo>
                <a:lnTo>
                  <a:pt x="386400" y="42900"/>
                </a:lnTo>
                <a:lnTo>
                  <a:pt x="387150" y="41325"/>
                </a:lnTo>
                <a:lnTo>
                  <a:pt x="387900" y="39900"/>
                </a:lnTo>
                <a:lnTo>
                  <a:pt x="388800" y="38625"/>
                </a:lnTo>
                <a:lnTo>
                  <a:pt x="389400" y="37950"/>
                </a:lnTo>
                <a:lnTo>
                  <a:pt x="390225" y="37050"/>
                </a:lnTo>
                <a:lnTo>
                  <a:pt x="390900" y="36375"/>
                </a:lnTo>
                <a:lnTo>
                  <a:pt x="391725" y="35775"/>
                </a:lnTo>
                <a:lnTo>
                  <a:pt x="392550" y="35175"/>
                </a:lnTo>
                <a:lnTo>
                  <a:pt x="393450" y="34575"/>
                </a:lnTo>
                <a:lnTo>
                  <a:pt x="394500" y="33975"/>
                </a:lnTo>
                <a:lnTo>
                  <a:pt x="395700" y="33375"/>
                </a:lnTo>
                <a:lnTo>
                  <a:pt x="394500" y="32775"/>
                </a:lnTo>
                <a:lnTo>
                  <a:pt x="393600" y="32250"/>
                </a:lnTo>
                <a:lnTo>
                  <a:pt x="392550" y="31575"/>
                </a:lnTo>
                <a:lnTo>
                  <a:pt x="391725" y="30975"/>
                </a:lnTo>
                <a:lnTo>
                  <a:pt x="390900" y="30375"/>
                </a:lnTo>
                <a:lnTo>
                  <a:pt x="390225" y="29700"/>
                </a:lnTo>
                <a:lnTo>
                  <a:pt x="389400" y="28800"/>
                </a:lnTo>
                <a:lnTo>
                  <a:pt x="388800" y="28125"/>
                </a:lnTo>
                <a:lnTo>
                  <a:pt x="387900" y="26850"/>
                </a:lnTo>
                <a:lnTo>
                  <a:pt x="387150" y="25425"/>
                </a:lnTo>
                <a:lnTo>
                  <a:pt x="386400" y="23850"/>
                </a:lnTo>
                <a:lnTo>
                  <a:pt x="384975" y="20175"/>
                </a:lnTo>
                <a:lnTo>
                  <a:pt x="384225" y="18600"/>
                </a:lnTo>
                <a:lnTo>
                  <a:pt x="378450" y="18600"/>
                </a:lnTo>
                <a:lnTo>
                  <a:pt x="378075" y="17400"/>
                </a:lnTo>
                <a:lnTo>
                  <a:pt x="377475" y="16050"/>
                </a:lnTo>
                <a:lnTo>
                  <a:pt x="376200" y="15750"/>
                </a:lnTo>
                <a:lnTo>
                  <a:pt x="376200" y="14250"/>
                </a:lnTo>
                <a:lnTo>
                  <a:pt x="381525" y="14250"/>
                </a:lnTo>
                <a:lnTo>
                  <a:pt x="387825" y="14250"/>
                </a:lnTo>
                <a:lnTo>
                  <a:pt x="388125" y="14550"/>
                </a:lnTo>
                <a:lnTo>
                  <a:pt x="388800" y="15300"/>
                </a:lnTo>
                <a:lnTo>
                  <a:pt x="389475" y="16200"/>
                </a:lnTo>
                <a:lnTo>
                  <a:pt x="390000" y="17175"/>
                </a:lnTo>
                <a:lnTo>
                  <a:pt x="390825" y="18900"/>
                </a:lnTo>
                <a:lnTo>
                  <a:pt x="392475" y="22875"/>
                </a:lnTo>
                <a:lnTo>
                  <a:pt x="393975" y="26400"/>
                </a:lnTo>
                <a:lnTo>
                  <a:pt x="394800" y="28050"/>
                </a:lnTo>
                <a:lnTo>
                  <a:pt x="395250" y="28800"/>
                </a:lnTo>
                <a:lnTo>
                  <a:pt x="395700" y="29400"/>
                </a:lnTo>
                <a:lnTo>
                  <a:pt x="395700" y="18600"/>
                </a:lnTo>
                <a:lnTo>
                  <a:pt x="395325" y="17400"/>
                </a:lnTo>
                <a:lnTo>
                  <a:pt x="394725" y="16050"/>
                </a:lnTo>
                <a:lnTo>
                  <a:pt x="393450" y="15750"/>
                </a:lnTo>
                <a:lnTo>
                  <a:pt x="393450" y="14250"/>
                </a:lnTo>
                <a:lnTo>
                  <a:pt x="404100" y="14250"/>
                </a:lnTo>
                <a:lnTo>
                  <a:pt x="404100" y="15750"/>
                </a:lnTo>
                <a:lnTo>
                  <a:pt x="402825" y="16050"/>
                </a:lnTo>
                <a:lnTo>
                  <a:pt x="402225" y="17400"/>
                </a:lnTo>
                <a:lnTo>
                  <a:pt x="401850" y="18600"/>
                </a:lnTo>
                <a:lnTo>
                  <a:pt x="401850" y="29400"/>
                </a:lnTo>
                <a:lnTo>
                  <a:pt x="402300" y="28800"/>
                </a:lnTo>
                <a:lnTo>
                  <a:pt x="402750" y="28050"/>
                </a:lnTo>
                <a:lnTo>
                  <a:pt x="403575" y="26400"/>
                </a:lnTo>
                <a:lnTo>
                  <a:pt x="405075" y="22875"/>
                </a:lnTo>
                <a:lnTo>
                  <a:pt x="406725" y="18900"/>
                </a:lnTo>
                <a:lnTo>
                  <a:pt x="407550" y="17175"/>
                </a:lnTo>
                <a:lnTo>
                  <a:pt x="408075" y="16200"/>
                </a:lnTo>
                <a:lnTo>
                  <a:pt x="408750" y="15300"/>
                </a:lnTo>
                <a:lnTo>
                  <a:pt x="409425" y="14550"/>
                </a:lnTo>
                <a:lnTo>
                  <a:pt x="409725" y="14250"/>
                </a:lnTo>
                <a:lnTo>
                  <a:pt x="416025" y="14250"/>
                </a:lnTo>
                <a:lnTo>
                  <a:pt x="421350" y="14250"/>
                </a:lnTo>
                <a:lnTo>
                  <a:pt x="421350" y="15750"/>
                </a:lnTo>
                <a:lnTo>
                  <a:pt x="420075" y="16050"/>
                </a:lnTo>
                <a:lnTo>
                  <a:pt x="419475" y="17400"/>
                </a:lnTo>
                <a:lnTo>
                  <a:pt x="419100" y="18600"/>
                </a:lnTo>
                <a:lnTo>
                  <a:pt x="413325" y="18600"/>
                </a:lnTo>
                <a:lnTo>
                  <a:pt x="412575" y="20175"/>
                </a:lnTo>
                <a:lnTo>
                  <a:pt x="411150" y="23850"/>
                </a:lnTo>
                <a:lnTo>
                  <a:pt x="410400" y="25425"/>
                </a:lnTo>
                <a:lnTo>
                  <a:pt x="409650" y="26850"/>
                </a:lnTo>
                <a:lnTo>
                  <a:pt x="408750" y="28125"/>
                </a:lnTo>
                <a:lnTo>
                  <a:pt x="408150" y="28800"/>
                </a:lnTo>
                <a:lnTo>
                  <a:pt x="407325" y="29700"/>
                </a:lnTo>
                <a:lnTo>
                  <a:pt x="406650" y="30375"/>
                </a:lnTo>
                <a:lnTo>
                  <a:pt x="405825" y="30975"/>
                </a:lnTo>
                <a:lnTo>
                  <a:pt x="405000" y="31575"/>
                </a:lnTo>
                <a:lnTo>
                  <a:pt x="403950" y="32250"/>
                </a:lnTo>
                <a:lnTo>
                  <a:pt x="403050" y="32775"/>
                </a:lnTo>
                <a:lnTo>
                  <a:pt x="401850" y="33375"/>
                </a:lnTo>
                <a:lnTo>
                  <a:pt x="403050" y="33975"/>
                </a:lnTo>
                <a:lnTo>
                  <a:pt x="404100" y="34575"/>
                </a:lnTo>
                <a:lnTo>
                  <a:pt x="405000" y="35175"/>
                </a:lnTo>
                <a:lnTo>
                  <a:pt x="405825" y="35775"/>
                </a:lnTo>
                <a:lnTo>
                  <a:pt x="406650" y="36375"/>
                </a:lnTo>
                <a:lnTo>
                  <a:pt x="407325" y="37050"/>
                </a:lnTo>
                <a:lnTo>
                  <a:pt x="408150" y="37950"/>
                </a:lnTo>
                <a:lnTo>
                  <a:pt x="408750" y="38625"/>
                </a:lnTo>
                <a:lnTo>
                  <a:pt x="409650" y="39900"/>
                </a:lnTo>
                <a:lnTo>
                  <a:pt x="410400" y="41325"/>
                </a:lnTo>
                <a:lnTo>
                  <a:pt x="411150" y="42900"/>
                </a:lnTo>
                <a:lnTo>
                  <a:pt x="412575" y="46575"/>
                </a:lnTo>
                <a:lnTo>
                  <a:pt x="413325" y="48150"/>
                </a:lnTo>
                <a:lnTo>
                  <a:pt x="419100" y="48150"/>
                </a:lnTo>
                <a:lnTo>
                  <a:pt x="419475" y="49350"/>
                </a:lnTo>
                <a:lnTo>
                  <a:pt x="420075" y="50700"/>
                </a:lnTo>
                <a:lnTo>
                  <a:pt x="421350" y="51000"/>
                </a:lnTo>
                <a:lnTo>
                  <a:pt x="421350" y="52500"/>
                </a:lnTo>
                <a:lnTo>
                  <a:pt x="416025" y="52500"/>
                </a:lnTo>
                <a:lnTo>
                  <a:pt x="409725" y="52500"/>
                </a:lnTo>
                <a:lnTo>
                  <a:pt x="409425" y="52200"/>
                </a:lnTo>
                <a:lnTo>
                  <a:pt x="408750" y="51450"/>
                </a:lnTo>
                <a:lnTo>
                  <a:pt x="408075" y="50550"/>
                </a:lnTo>
                <a:lnTo>
                  <a:pt x="407550" y="49575"/>
                </a:lnTo>
                <a:lnTo>
                  <a:pt x="406725" y="47850"/>
                </a:lnTo>
                <a:lnTo>
                  <a:pt x="405075" y="43875"/>
                </a:lnTo>
                <a:lnTo>
                  <a:pt x="403575" y="40350"/>
                </a:lnTo>
                <a:lnTo>
                  <a:pt x="402750" y="38700"/>
                </a:lnTo>
                <a:lnTo>
                  <a:pt x="402300" y="37950"/>
                </a:lnTo>
                <a:lnTo>
                  <a:pt x="401850" y="37350"/>
                </a:lnTo>
                <a:lnTo>
                  <a:pt x="401850" y="48150"/>
                </a:lnTo>
                <a:lnTo>
                  <a:pt x="402225" y="49350"/>
                </a:lnTo>
                <a:lnTo>
                  <a:pt x="402825" y="50700"/>
                </a:lnTo>
                <a:lnTo>
                  <a:pt x="404100" y="51000"/>
                </a:lnTo>
                <a:lnTo>
                  <a:pt x="404100" y="52500"/>
                </a:lnTo>
                <a:lnTo>
                  <a:pt x="393450" y="52500"/>
                </a:lnTo>
                <a:lnTo>
                  <a:pt x="393450" y="51000"/>
                </a:lnTo>
                <a:lnTo>
                  <a:pt x="394725" y="50700"/>
                </a:lnTo>
                <a:lnTo>
                  <a:pt x="395325" y="49350"/>
                </a:lnTo>
                <a:lnTo>
                  <a:pt x="395700" y="48150"/>
                </a:lnTo>
                <a:lnTo>
                  <a:pt x="395700" y="37350"/>
                </a:lnTo>
                <a:lnTo>
                  <a:pt x="395250" y="37950"/>
                </a:lnTo>
                <a:lnTo>
                  <a:pt x="394800" y="38700"/>
                </a:lnTo>
                <a:lnTo>
                  <a:pt x="393975" y="40350"/>
                </a:lnTo>
                <a:lnTo>
                  <a:pt x="392475" y="43875"/>
                </a:lnTo>
                <a:lnTo>
                  <a:pt x="390750" y="48000"/>
                </a:lnTo>
                <a:lnTo>
                  <a:pt x="389925" y="49725"/>
                </a:lnTo>
                <a:lnTo>
                  <a:pt x="389325" y="50775"/>
                </a:lnTo>
                <a:lnTo>
                  <a:pt x="388575" y="51750"/>
                </a:lnTo>
                <a:lnTo>
                  <a:pt x="387900" y="52500"/>
                </a:lnTo>
                <a:lnTo>
                  <a:pt x="387825" y="52500"/>
                </a:lnTo>
                <a:lnTo>
                  <a:pt x="381525" y="52500"/>
                </a:lnTo>
                <a:lnTo>
                  <a:pt x="376200" y="52500"/>
                </a:lnTo>
                <a:lnTo>
                  <a:pt x="376200" y="51000"/>
                </a:lnTo>
                <a:lnTo>
                  <a:pt x="377475" y="50700"/>
                </a:lnTo>
                <a:lnTo>
                  <a:pt x="378075" y="49350"/>
                </a:lnTo>
                <a:close/>
                <a:moveTo>
                  <a:pt x="431325" y="15675"/>
                </a:moveTo>
                <a:lnTo>
                  <a:pt x="431400" y="16800"/>
                </a:lnTo>
                <a:lnTo>
                  <a:pt x="431625" y="17925"/>
                </a:lnTo>
                <a:lnTo>
                  <a:pt x="431925" y="18975"/>
                </a:lnTo>
                <a:lnTo>
                  <a:pt x="432225" y="20025"/>
                </a:lnTo>
                <a:lnTo>
                  <a:pt x="432600" y="21075"/>
                </a:lnTo>
                <a:lnTo>
                  <a:pt x="433125" y="22050"/>
                </a:lnTo>
                <a:lnTo>
                  <a:pt x="433725" y="23175"/>
                </a:lnTo>
                <a:lnTo>
                  <a:pt x="434325" y="24150"/>
                </a:lnTo>
                <a:lnTo>
                  <a:pt x="435075" y="25200"/>
                </a:lnTo>
                <a:lnTo>
                  <a:pt x="435975" y="26325"/>
                </a:lnTo>
                <a:lnTo>
                  <a:pt x="436875" y="27375"/>
                </a:lnTo>
                <a:lnTo>
                  <a:pt x="437925" y="28425"/>
                </a:lnTo>
                <a:lnTo>
                  <a:pt x="438975" y="29475"/>
                </a:lnTo>
                <a:lnTo>
                  <a:pt x="441975" y="32175"/>
                </a:lnTo>
                <a:lnTo>
                  <a:pt x="442200" y="32400"/>
                </a:lnTo>
                <a:lnTo>
                  <a:pt x="442350" y="32700"/>
                </a:lnTo>
                <a:lnTo>
                  <a:pt x="442425" y="32925"/>
                </a:lnTo>
                <a:lnTo>
                  <a:pt x="442500" y="33225"/>
                </a:lnTo>
                <a:lnTo>
                  <a:pt x="442500" y="33525"/>
                </a:lnTo>
                <a:lnTo>
                  <a:pt x="442425" y="33825"/>
                </a:lnTo>
                <a:lnTo>
                  <a:pt x="442350" y="34050"/>
                </a:lnTo>
                <a:lnTo>
                  <a:pt x="442200" y="34350"/>
                </a:lnTo>
                <a:lnTo>
                  <a:pt x="441975" y="34575"/>
                </a:lnTo>
                <a:lnTo>
                  <a:pt x="440025" y="36375"/>
                </a:lnTo>
                <a:lnTo>
                  <a:pt x="438675" y="37575"/>
                </a:lnTo>
                <a:lnTo>
                  <a:pt x="437475" y="38775"/>
                </a:lnTo>
                <a:lnTo>
                  <a:pt x="436350" y="39975"/>
                </a:lnTo>
                <a:lnTo>
                  <a:pt x="435600" y="40875"/>
                </a:lnTo>
                <a:lnTo>
                  <a:pt x="434850" y="41850"/>
                </a:lnTo>
                <a:lnTo>
                  <a:pt x="434250" y="42750"/>
                </a:lnTo>
                <a:lnTo>
                  <a:pt x="433725" y="43575"/>
                </a:lnTo>
                <a:lnTo>
                  <a:pt x="433125" y="44700"/>
                </a:lnTo>
                <a:lnTo>
                  <a:pt x="432600" y="45675"/>
                </a:lnTo>
                <a:lnTo>
                  <a:pt x="432150" y="46875"/>
                </a:lnTo>
                <a:lnTo>
                  <a:pt x="431850" y="47925"/>
                </a:lnTo>
                <a:lnTo>
                  <a:pt x="431625" y="49050"/>
                </a:lnTo>
                <a:lnTo>
                  <a:pt x="431400" y="50100"/>
                </a:lnTo>
                <a:lnTo>
                  <a:pt x="431325" y="51300"/>
                </a:lnTo>
                <a:lnTo>
                  <a:pt x="431250" y="52500"/>
                </a:lnTo>
                <a:lnTo>
                  <a:pt x="425100" y="52500"/>
                </a:lnTo>
                <a:lnTo>
                  <a:pt x="425175" y="51075"/>
                </a:lnTo>
                <a:lnTo>
                  <a:pt x="425250" y="49950"/>
                </a:lnTo>
                <a:lnTo>
                  <a:pt x="425475" y="48600"/>
                </a:lnTo>
                <a:lnTo>
                  <a:pt x="425775" y="47325"/>
                </a:lnTo>
                <a:lnTo>
                  <a:pt x="426075" y="46200"/>
                </a:lnTo>
                <a:lnTo>
                  <a:pt x="426525" y="45000"/>
                </a:lnTo>
                <a:lnTo>
                  <a:pt x="427050" y="43800"/>
                </a:lnTo>
                <a:lnTo>
                  <a:pt x="427650" y="42600"/>
                </a:lnTo>
                <a:lnTo>
                  <a:pt x="428325" y="41475"/>
                </a:lnTo>
                <a:lnTo>
                  <a:pt x="429000" y="40350"/>
                </a:lnTo>
                <a:lnTo>
                  <a:pt x="429825" y="39225"/>
                </a:lnTo>
                <a:lnTo>
                  <a:pt x="430800" y="38025"/>
                </a:lnTo>
                <a:lnTo>
                  <a:pt x="431775" y="36900"/>
                </a:lnTo>
                <a:lnTo>
                  <a:pt x="432900" y="35700"/>
                </a:lnTo>
                <a:lnTo>
                  <a:pt x="434100" y="34575"/>
                </a:lnTo>
                <a:lnTo>
                  <a:pt x="435450" y="33375"/>
                </a:lnTo>
                <a:lnTo>
                  <a:pt x="433425" y="31500"/>
                </a:lnTo>
                <a:lnTo>
                  <a:pt x="431625" y="29625"/>
                </a:lnTo>
                <a:lnTo>
                  <a:pt x="430125" y="27900"/>
                </a:lnTo>
                <a:lnTo>
                  <a:pt x="428775" y="26025"/>
                </a:lnTo>
                <a:lnTo>
                  <a:pt x="427725" y="24300"/>
                </a:lnTo>
                <a:lnTo>
                  <a:pt x="426825" y="22575"/>
                </a:lnTo>
                <a:lnTo>
                  <a:pt x="426450" y="21525"/>
                </a:lnTo>
                <a:lnTo>
                  <a:pt x="426150" y="20700"/>
                </a:lnTo>
                <a:lnTo>
                  <a:pt x="425850" y="19650"/>
                </a:lnTo>
                <a:lnTo>
                  <a:pt x="425625" y="18825"/>
                </a:lnTo>
                <a:lnTo>
                  <a:pt x="425400" y="17700"/>
                </a:lnTo>
                <a:lnTo>
                  <a:pt x="425250" y="16575"/>
                </a:lnTo>
                <a:lnTo>
                  <a:pt x="425100" y="15450"/>
                </a:lnTo>
                <a:lnTo>
                  <a:pt x="425100" y="14250"/>
                </a:lnTo>
                <a:lnTo>
                  <a:pt x="431250" y="14250"/>
                </a:lnTo>
                <a:close/>
                <a:moveTo>
                  <a:pt x="466350" y="65250"/>
                </a:moveTo>
                <a:lnTo>
                  <a:pt x="467625" y="64950"/>
                </a:lnTo>
                <a:lnTo>
                  <a:pt x="468225" y="63675"/>
                </a:lnTo>
                <a:lnTo>
                  <a:pt x="468600" y="62475"/>
                </a:lnTo>
                <a:lnTo>
                  <a:pt x="468600" y="26850"/>
                </a:lnTo>
                <a:lnTo>
                  <a:pt x="468750" y="25050"/>
                </a:lnTo>
                <a:lnTo>
                  <a:pt x="469050" y="23325"/>
                </a:lnTo>
                <a:lnTo>
                  <a:pt x="469500" y="21900"/>
                </a:lnTo>
                <a:lnTo>
                  <a:pt x="469725" y="21150"/>
                </a:lnTo>
                <a:lnTo>
                  <a:pt x="470100" y="20475"/>
                </a:lnTo>
                <a:lnTo>
                  <a:pt x="470775" y="19275"/>
                </a:lnTo>
                <a:lnTo>
                  <a:pt x="471525" y="18300"/>
                </a:lnTo>
                <a:lnTo>
                  <a:pt x="472500" y="17325"/>
                </a:lnTo>
                <a:lnTo>
                  <a:pt x="473475" y="16575"/>
                </a:lnTo>
                <a:lnTo>
                  <a:pt x="474525" y="15900"/>
                </a:lnTo>
                <a:lnTo>
                  <a:pt x="475725" y="15300"/>
                </a:lnTo>
                <a:lnTo>
                  <a:pt x="477000" y="14850"/>
                </a:lnTo>
                <a:lnTo>
                  <a:pt x="478425" y="14550"/>
                </a:lnTo>
                <a:lnTo>
                  <a:pt x="479850" y="14325"/>
                </a:lnTo>
                <a:lnTo>
                  <a:pt x="481350" y="14250"/>
                </a:lnTo>
                <a:lnTo>
                  <a:pt x="482850" y="14325"/>
                </a:lnTo>
                <a:lnTo>
                  <a:pt x="484650" y="14475"/>
                </a:lnTo>
                <a:lnTo>
                  <a:pt x="486225" y="14775"/>
                </a:lnTo>
                <a:lnTo>
                  <a:pt x="488025" y="15225"/>
                </a:lnTo>
                <a:lnTo>
                  <a:pt x="489675" y="15675"/>
                </a:lnTo>
                <a:lnTo>
                  <a:pt x="491550" y="16350"/>
                </a:lnTo>
                <a:lnTo>
                  <a:pt x="488550" y="20175"/>
                </a:lnTo>
                <a:lnTo>
                  <a:pt x="487425" y="19800"/>
                </a:lnTo>
                <a:lnTo>
                  <a:pt x="486225" y="19350"/>
                </a:lnTo>
                <a:lnTo>
                  <a:pt x="485250" y="19125"/>
                </a:lnTo>
                <a:lnTo>
                  <a:pt x="484125" y="18900"/>
                </a:lnTo>
                <a:lnTo>
                  <a:pt x="483075" y="18675"/>
                </a:lnTo>
                <a:lnTo>
                  <a:pt x="482175" y="18600"/>
                </a:lnTo>
                <a:lnTo>
                  <a:pt x="481200" y="18600"/>
                </a:lnTo>
                <a:lnTo>
                  <a:pt x="480375" y="18675"/>
                </a:lnTo>
                <a:lnTo>
                  <a:pt x="479625" y="18825"/>
                </a:lnTo>
                <a:lnTo>
                  <a:pt x="478950" y="19050"/>
                </a:lnTo>
                <a:lnTo>
                  <a:pt x="478275" y="19350"/>
                </a:lnTo>
                <a:lnTo>
                  <a:pt x="477750" y="19725"/>
                </a:lnTo>
                <a:lnTo>
                  <a:pt x="477150" y="20175"/>
                </a:lnTo>
                <a:lnTo>
                  <a:pt x="476700" y="20700"/>
                </a:lnTo>
                <a:lnTo>
                  <a:pt x="476250" y="21300"/>
                </a:lnTo>
                <a:lnTo>
                  <a:pt x="475875" y="21975"/>
                </a:lnTo>
                <a:lnTo>
                  <a:pt x="475425" y="23025"/>
                </a:lnTo>
                <a:lnTo>
                  <a:pt x="475050" y="24225"/>
                </a:lnTo>
                <a:lnTo>
                  <a:pt x="474825" y="25575"/>
                </a:lnTo>
                <a:lnTo>
                  <a:pt x="474750" y="26925"/>
                </a:lnTo>
                <a:lnTo>
                  <a:pt x="474750" y="62475"/>
                </a:lnTo>
                <a:lnTo>
                  <a:pt x="475125" y="63675"/>
                </a:lnTo>
                <a:lnTo>
                  <a:pt x="475725" y="64950"/>
                </a:lnTo>
                <a:lnTo>
                  <a:pt x="477000" y="65250"/>
                </a:lnTo>
                <a:lnTo>
                  <a:pt x="477000" y="66750"/>
                </a:lnTo>
                <a:lnTo>
                  <a:pt x="466350" y="66750"/>
                </a:lnTo>
                <a:close/>
                <a:moveTo>
                  <a:pt x="498075" y="51000"/>
                </a:moveTo>
                <a:lnTo>
                  <a:pt x="499350" y="50700"/>
                </a:lnTo>
                <a:lnTo>
                  <a:pt x="499950" y="49350"/>
                </a:lnTo>
                <a:lnTo>
                  <a:pt x="500325" y="48150"/>
                </a:lnTo>
                <a:lnTo>
                  <a:pt x="500325" y="18600"/>
                </a:lnTo>
                <a:lnTo>
                  <a:pt x="499950" y="17400"/>
                </a:lnTo>
                <a:lnTo>
                  <a:pt x="499350" y="16050"/>
                </a:lnTo>
                <a:lnTo>
                  <a:pt x="498075" y="15750"/>
                </a:lnTo>
                <a:lnTo>
                  <a:pt x="498075" y="14250"/>
                </a:lnTo>
                <a:lnTo>
                  <a:pt x="508725" y="14250"/>
                </a:lnTo>
                <a:lnTo>
                  <a:pt x="508725" y="15750"/>
                </a:lnTo>
                <a:lnTo>
                  <a:pt x="507450" y="16050"/>
                </a:lnTo>
                <a:lnTo>
                  <a:pt x="506850" y="17400"/>
                </a:lnTo>
                <a:lnTo>
                  <a:pt x="506475" y="18600"/>
                </a:lnTo>
                <a:lnTo>
                  <a:pt x="506475" y="48150"/>
                </a:lnTo>
                <a:lnTo>
                  <a:pt x="506850" y="49350"/>
                </a:lnTo>
                <a:lnTo>
                  <a:pt x="507450" y="50700"/>
                </a:lnTo>
                <a:lnTo>
                  <a:pt x="508725" y="51000"/>
                </a:lnTo>
                <a:lnTo>
                  <a:pt x="508725" y="52500"/>
                </a:lnTo>
                <a:lnTo>
                  <a:pt x="498075" y="52500"/>
                </a:lnTo>
                <a:close/>
                <a:moveTo>
                  <a:pt x="516975" y="65250"/>
                </a:moveTo>
                <a:lnTo>
                  <a:pt x="518250" y="64950"/>
                </a:lnTo>
                <a:lnTo>
                  <a:pt x="518850" y="63675"/>
                </a:lnTo>
                <a:lnTo>
                  <a:pt x="519225" y="62475"/>
                </a:lnTo>
                <a:lnTo>
                  <a:pt x="519225" y="26850"/>
                </a:lnTo>
                <a:lnTo>
                  <a:pt x="519375" y="25050"/>
                </a:lnTo>
                <a:lnTo>
                  <a:pt x="519675" y="23325"/>
                </a:lnTo>
                <a:lnTo>
                  <a:pt x="520125" y="21900"/>
                </a:lnTo>
                <a:lnTo>
                  <a:pt x="520350" y="21150"/>
                </a:lnTo>
                <a:lnTo>
                  <a:pt x="520725" y="20475"/>
                </a:lnTo>
                <a:lnTo>
                  <a:pt x="521400" y="19275"/>
                </a:lnTo>
                <a:lnTo>
                  <a:pt x="522150" y="18300"/>
                </a:lnTo>
                <a:lnTo>
                  <a:pt x="523125" y="17325"/>
                </a:lnTo>
                <a:lnTo>
                  <a:pt x="524100" y="16575"/>
                </a:lnTo>
                <a:lnTo>
                  <a:pt x="525150" y="15900"/>
                </a:lnTo>
                <a:lnTo>
                  <a:pt x="526350" y="15300"/>
                </a:lnTo>
                <a:lnTo>
                  <a:pt x="527625" y="14850"/>
                </a:lnTo>
                <a:lnTo>
                  <a:pt x="529050" y="14550"/>
                </a:lnTo>
                <a:lnTo>
                  <a:pt x="530475" y="14325"/>
                </a:lnTo>
                <a:lnTo>
                  <a:pt x="531975" y="14250"/>
                </a:lnTo>
                <a:lnTo>
                  <a:pt x="533475" y="14325"/>
                </a:lnTo>
                <a:lnTo>
                  <a:pt x="535275" y="14475"/>
                </a:lnTo>
                <a:lnTo>
                  <a:pt x="536850" y="14775"/>
                </a:lnTo>
                <a:lnTo>
                  <a:pt x="538650" y="15225"/>
                </a:lnTo>
                <a:lnTo>
                  <a:pt x="540300" y="15675"/>
                </a:lnTo>
                <a:lnTo>
                  <a:pt x="542175" y="16350"/>
                </a:lnTo>
                <a:lnTo>
                  <a:pt x="539175" y="20175"/>
                </a:lnTo>
                <a:lnTo>
                  <a:pt x="538050" y="19800"/>
                </a:lnTo>
                <a:lnTo>
                  <a:pt x="536850" y="19350"/>
                </a:lnTo>
                <a:lnTo>
                  <a:pt x="535875" y="19125"/>
                </a:lnTo>
                <a:lnTo>
                  <a:pt x="534750" y="18900"/>
                </a:lnTo>
                <a:lnTo>
                  <a:pt x="533700" y="18675"/>
                </a:lnTo>
                <a:lnTo>
                  <a:pt x="532800" y="18600"/>
                </a:lnTo>
                <a:lnTo>
                  <a:pt x="531825" y="18600"/>
                </a:lnTo>
                <a:lnTo>
                  <a:pt x="531000" y="18675"/>
                </a:lnTo>
                <a:lnTo>
                  <a:pt x="530250" y="18825"/>
                </a:lnTo>
                <a:lnTo>
                  <a:pt x="529575" y="19050"/>
                </a:lnTo>
                <a:lnTo>
                  <a:pt x="528900" y="19350"/>
                </a:lnTo>
                <a:lnTo>
                  <a:pt x="528375" y="19725"/>
                </a:lnTo>
                <a:lnTo>
                  <a:pt x="527775" y="20175"/>
                </a:lnTo>
                <a:lnTo>
                  <a:pt x="527325" y="20700"/>
                </a:lnTo>
                <a:lnTo>
                  <a:pt x="526875" y="21300"/>
                </a:lnTo>
                <a:lnTo>
                  <a:pt x="526500" y="21975"/>
                </a:lnTo>
                <a:lnTo>
                  <a:pt x="526050" y="23025"/>
                </a:lnTo>
                <a:lnTo>
                  <a:pt x="525675" y="24225"/>
                </a:lnTo>
                <a:lnTo>
                  <a:pt x="525450" y="25575"/>
                </a:lnTo>
                <a:lnTo>
                  <a:pt x="525375" y="26925"/>
                </a:lnTo>
                <a:lnTo>
                  <a:pt x="525375" y="62475"/>
                </a:lnTo>
                <a:lnTo>
                  <a:pt x="525750" y="63675"/>
                </a:lnTo>
                <a:lnTo>
                  <a:pt x="526350" y="64950"/>
                </a:lnTo>
                <a:lnTo>
                  <a:pt x="527625" y="65250"/>
                </a:lnTo>
                <a:lnTo>
                  <a:pt x="527625" y="66750"/>
                </a:lnTo>
                <a:lnTo>
                  <a:pt x="516975" y="66750"/>
                </a:lnTo>
                <a:close/>
                <a:moveTo>
                  <a:pt x="565950" y="50700"/>
                </a:moveTo>
                <a:lnTo>
                  <a:pt x="566550" y="49350"/>
                </a:lnTo>
                <a:lnTo>
                  <a:pt x="566925" y="48150"/>
                </a:lnTo>
                <a:lnTo>
                  <a:pt x="566925" y="28500"/>
                </a:lnTo>
                <a:lnTo>
                  <a:pt x="564675" y="28275"/>
                </a:lnTo>
                <a:lnTo>
                  <a:pt x="562350" y="27825"/>
                </a:lnTo>
                <a:lnTo>
                  <a:pt x="560325" y="27300"/>
                </a:lnTo>
                <a:lnTo>
                  <a:pt x="558300" y="26625"/>
                </a:lnTo>
                <a:lnTo>
                  <a:pt x="556350" y="25725"/>
                </a:lnTo>
                <a:lnTo>
                  <a:pt x="554625" y="24825"/>
                </a:lnTo>
                <a:lnTo>
                  <a:pt x="553050" y="23775"/>
                </a:lnTo>
                <a:lnTo>
                  <a:pt x="551700" y="22650"/>
                </a:lnTo>
                <a:lnTo>
                  <a:pt x="551025" y="21975"/>
                </a:lnTo>
                <a:lnTo>
                  <a:pt x="550425" y="21300"/>
                </a:lnTo>
                <a:lnTo>
                  <a:pt x="549825" y="20625"/>
                </a:lnTo>
                <a:lnTo>
                  <a:pt x="549300" y="19950"/>
                </a:lnTo>
                <a:lnTo>
                  <a:pt x="548850" y="19200"/>
                </a:lnTo>
                <a:lnTo>
                  <a:pt x="548400" y="18525"/>
                </a:lnTo>
                <a:lnTo>
                  <a:pt x="548025" y="17625"/>
                </a:lnTo>
                <a:lnTo>
                  <a:pt x="547725" y="16875"/>
                </a:lnTo>
                <a:lnTo>
                  <a:pt x="547425" y="16125"/>
                </a:lnTo>
                <a:lnTo>
                  <a:pt x="547200" y="15300"/>
                </a:lnTo>
                <a:lnTo>
                  <a:pt x="547125" y="14475"/>
                </a:lnTo>
                <a:lnTo>
                  <a:pt x="546975" y="13650"/>
                </a:lnTo>
                <a:lnTo>
                  <a:pt x="546975" y="12825"/>
                </a:lnTo>
                <a:lnTo>
                  <a:pt x="546975" y="12075"/>
                </a:lnTo>
                <a:lnTo>
                  <a:pt x="547125" y="11250"/>
                </a:lnTo>
                <a:lnTo>
                  <a:pt x="547200" y="10500"/>
                </a:lnTo>
                <a:lnTo>
                  <a:pt x="547425" y="9750"/>
                </a:lnTo>
                <a:lnTo>
                  <a:pt x="547650" y="9000"/>
                </a:lnTo>
                <a:lnTo>
                  <a:pt x="547950" y="8250"/>
                </a:lnTo>
                <a:lnTo>
                  <a:pt x="548325" y="7575"/>
                </a:lnTo>
                <a:lnTo>
                  <a:pt x="548775" y="6900"/>
                </a:lnTo>
                <a:lnTo>
                  <a:pt x="549225" y="6225"/>
                </a:lnTo>
                <a:lnTo>
                  <a:pt x="549750" y="5550"/>
                </a:lnTo>
                <a:lnTo>
                  <a:pt x="550350" y="4875"/>
                </a:lnTo>
                <a:lnTo>
                  <a:pt x="550950" y="4275"/>
                </a:lnTo>
                <a:lnTo>
                  <a:pt x="551625" y="3750"/>
                </a:lnTo>
                <a:lnTo>
                  <a:pt x="552300" y="3225"/>
                </a:lnTo>
                <a:lnTo>
                  <a:pt x="553050" y="2700"/>
                </a:lnTo>
                <a:lnTo>
                  <a:pt x="553800" y="2250"/>
                </a:lnTo>
                <a:lnTo>
                  <a:pt x="554625" y="1800"/>
                </a:lnTo>
                <a:lnTo>
                  <a:pt x="555450" y="1425"/>
                </a:lnTo>
                <a:lnTo>
                  <a:pt x="556425" y="1050"/>
                </a:lnTo>
                <a:lnTo>
                  <a:pt x="558075" y="525"/>
                </a:lnTo>
                <a:lnTo>
                  <a:pt x="559875" y="150"/>
                </a:lnTo>
                <a:lnTo>
                  <a:pt x="560700" y="0"/>
                </a:lnTo>
                <a:lnTo>
                  <a:pt x="570675" y="0"/>
                </a:lnTo>
                <a:lnTo>
                  <a:pt x="575925" y="0"/>
                </a:lnTo>
                <a:lnTo>
                  <a:pt x="575925" y="1500"/>
                </a:lnTo>
                <a:lnTo>
                  <a:pt x="574650" y="1800"/>
                </a:lnTo>
                <a:lnTo>
                  <a:pt x="574050" y="3150"/>
                </a:lnTo>
                <a:lnTo>
                  <a:pt x="573675" y="4350"/>
                </a:lnTo>
                <a:lnTo>
                  <a:pt x="573675" y="48150"/>
                </a:lnTo>
                <a:lnTo>
                  <a:pt x="574050" y="49350"/>
                </a:lnTo>
                <a:lnTo>
                  <a:pt x="574650" y="50700"/>
                </a:lnTo>
                <a:lnTo>
                  <a:pt x="575925" y="51000"/>
                </a:lnTo>
                <a:lnTo>
                  <a:pt x="575925" y="52500"/>
                </a:lnTo>
                <a:lnTo>
                  <a:pt x="564675" y="52500"/>
                </a:lnTo>
                <a:lnTo>
                  <a:pt x="564675" y="51000"/>
                </a:lnTo>
                <a:close/>
                <a:moveTo>
                  <a:pt x="565575" y="4425"/>
                </a:moveTo>
                <a:lnTo>
                  <a:pt x="564150" y="4425"/>
                </a:lnTo>
                <a:lnTo>
                  <a:pt x="562875" y="4575"/>
                </a:lnTo>
                <a:lnTo>
                  <a:pt x="561600" y="4800"/>
                </a:lnTo>
                <a:lnTo>
                  <a:pt x="560400" y="5100"/>
                </a:lnTo>
                <a:lnTo>
                  <a:pt x="559350" y="5400"/>
                </a:lnTo>
                <a:lnTo>
                  <a:pt x="558375" y="5850"/>
                </a:lnTo>
                <a:lnTo>
                  <a:pt x="557400" y="6375"/>
                </a:lnTo>
                <a:lnTo>
                  <a:pt x="556575" y="6975"/>
                </a:lnTo>
                <a:lnTo>
                  <a:pt x="555900" y="7650"/>
                </a:lnTo>
                <a:lnTo>
                  <a:pt x="555225" y="8400"/>
                </a:lnTo>
                <a:lnTo>
                  <a:pt x="554700" y="9150"/>
                </a:lnTo>
                <a:lnTo>
                  <a:pt x="554250" y="10125"/>
                </a:lnTo>
                <a:lnTo>
                  <a:pt x="553950" y="10950"/>
                </a:lnTo>
                <a:lnTo>
                  <a:pt x="553800" y="11925"/>
                </a:lnTo>
                <a:lnTo>
                  <a:pt x="553725" y="12900"/>
                </a:lnTo>
                <a:lnTo>
                  <a:pt x="553800" y="13800"/>
                </a:lnTo>
                <a:lnTo>
                  <a:pt x="553950" y="14775"/>
                </a:lnTo>
                <a:lnTo>
                  <a:pt x="554250" y="15750"/>
                </a:lnTo>
                <a:lnTo>
                  <a:pt x="554700" y="16725"/>
                </a:lnTo>
                <a:lnTo>
                  <a:pt x="555225" y="17625"/>
                </a:lnTo>
                <a:lnTo>
                  <a:pt x="555900" y="18525"/>
                </a:lnTo>
                <a:lnTo>
                  <a:pt x="556725" y="19350"/>
                </a:lnTo>
                <a:lnTo>
                  <a:pt x="557475" y="20100"/>
                </a:lnTo>
                <a:lnTo>
                  <a:pt x="558450" y="20775"/>
                </a:lnTo>
                <a:lnTo>
                  <a:pt x="559425" y="21375"/>
                </a:lnTo>
                <a:lnTo>
                  <a:pt x="560550" y="21975"/>
                </a:lnTo>
                <a:lnTo>
                  <a:pt x="561600" y="22425"/>
                </a:lnTo>
                <a:lnTo>
                  <a:pt x="562950" y="22875"/>
                </a:lnTo>
                <a:lnTo>
                  <a:pt x="564225" y="23175"/>
                </a:lnTo>
                <a:lnTo>
                  <a:pt x="565575" y="23475"/>
                </a:lnTo>
                <a:lnTo>
                  <a:pt x="566925" y="23700"/>
                </a:lnTo>
                <a:lnTo>
                  <a:pt x="566925" y="4500"/>
                </a:lnTo>
                <a:close/>
                <a:moveTo>
                  <a:pt x="602550" y="51000"/>
                </a:moveTo>
                <a:lnTo>
                  <a:pt x="603825" y="50700"/>
                </a:lnTo>
                <a:lnTo>
                  <a:pt x="604425" y="49350"/>
                </a:lnTo>
                <a:lnTo>
                  <a:pt x="604800" y="48150"/>
                </a:lnTo>
                <a:lnTo>
                  <a:pt x="604800" y="18600"/>
                </a:lnTo>
                <a:lnTo>
                  <a:pt x="604425" y="17400"/>
                </a:lnTo>
                <a:lnTo>
                  <a:pt x="603825" y="16050"/>
                </a:lnTo>
                <a:lnTo>
                  <a:pt x="602550" y="15750"/>
                </a:lnTo>
                <a:lnTo>
                  <a:pt x="602550" y="14250"/>
                </a:lnTo>
                <a:lnTo>
                  <a:pt x="613200" y="14250"/>
                </a:lnTo>
                <a:lnTo>
                  <a:pt x="613200" y="15750"/>
                </a:lnTo>
                <a:lnTo>
                  <a:pt x="611925" y="16050"/>
                </a:lnTo>
                <a:lnTo>
                  <a:pt x="611325" y="17400"/>
                </a:lnTo>
                <a:lnTo>
                  <a:pt x="610950" y="18600"/>
                </a:lnTo>
                <a:lnTo>
                  <a:pt x="610950" y="48150"/>
                </a:lnTo>
                <a:lnTo>
                  <a:pt x="611325" y="49350"/>
                </a:lnTo>
                <a:lnTo>
                  <a:pt x="611925" y="50700"/>
                </a:lnTo>
                <a:lnTo>
                  <a:pt x="613200" y="51000"/>
                </a:lnTo>
                <a:lnTo>
                  <a:pt x="613200" y="52500"/>
                </a:lnTo>
                <a:lnTo>
                  <a:pt x="602550" y="52500"/>
                </a:lnTo>
                <a:close/>
                <a:moveTo>
                  <a:pt x="639075" y="63600"/>
                </a:moveTo>
                <a:lnTo>
                  <a:pt x="640575" y="64650"/>
                </a:lnTo>
                <a:lnTo>
                  <a:pt x="642300" y="65700"/>
                </a:lnTo>
                <a:lnTo>
                  <a:pt x="644400" y="66750"/>
                </a:lnTo>
                <a:lnTo>
                  <a:pt x="638250" y="66750"/>
                </a:lnTo>
                <a:lnTo>
                  <a:pt x="634425" y="66750"/>
                </a:lnTo>
                <a:lnTo>
                  <a:pt x="632100" y="66750"/>
                </a:lnTo>
                <a:lnTo>
                  <a:pt x="632175" y="66300"/>
                </a:lnTo>
                <a:lnTo>
                  <a:pt x="632100" y="65850"/>
                </a:lnTo>
                <a:lnTo>
                  <a:pt x="632025" y="65400"/>
                </a:lnTo>
                <a:lnTo>
                  <a:pt x="631875" y="64950"/>
                </a:lnTo>
                <a:lnTo>
                  <a:pt x="631425" y="64050"/>
                </a:lnTo>
                <a:lnTo>
                  <a:pt x="631050" y="63450"/>
                </a:lnTo>
                <a:lnTo>
                  <a:pt x="630675" y="63000"/>
                </a:lnTo>
                <a:lnTo>
                  <a:pt x="630075" y="62400"/>
                </a:lnTo>
                <a:lnTo>
                  <a:pt x="619275" y="51600"/>
                </a:lnTo>
                <a:lnTo>
                  <a:pt x="619050" y="51375"/>
                </a:lnTo>
                <a:lnTo>
                  <a:pt x="618900" y="51150"/>
                </a:lnTo>
                <a:lnTo>
                  <a:pt x="618750" y="50850"/>
                </a:lnTo>
                <a:lnTo>
                  <a:pt x="618675" y="50625"/>
                </a:lnTo>
                <a:lnTo>
                  <a:pt x="618675" y="50325"/>
                </a:lnTo>
                <a:lnTo>
                  <a:pt x="618675" y="50025"/>
                </a:lnTo>
                <a:lnTo>
                  <a:pt x="618750" y="49725"/>
                </a:lnTo>
                <a:lnTo>
                  <a:pt x="618900" y="49500"/>
                </a:lnTo>
                <a:lnTo>
                  <a:pt x="619275" y="48975"/>
                </a:lnTo>
                <a:lnTo>
                  <a:pt x="619875" y="48600"/>
                </a:lnTo>
                <a:lnTo>
                  <a:pt x="620175" y="48450"/>
                </a:lnTo>
                <a:lnTo>
                  <a:pt x="620925" y="48225"/>
                </a:lnTo>
                <a:lnTo>
                  <a:pt x="623175" y="47925"/>
                </a:lnTo>
                <a:lnTo>
                  <a:pt x="625125" y="47475"/>
                </a:lnTo>
                <a:lnTo>
                  <a:pt x="626625" y="47025"/>
                </a:lnTo>
                <a:lnTo>
                  <a:pt x="628050" y="46500"/>
                </a:lnTo>
                <a:lnTo>
                  <a:pt x="629625" y="45750"/>
                </a:lnTo>
                <a:lnTo>
                  <a:pt x="631200" y="44850"/>
                </a:lnTo>
                <a:lnTo>
                  <a:pt x="632475" y="43950"/>
                </a:lnTo>
                <a:lnTo>
                  <a:pt x="633750" y="42825"/>
                </a:lnTo>
                <a:lnTo>
                  <a:pt x="634875" y="41700"/>
                </a:lnTo>
                <a:lnTo>
                  <a:pt x="635850" y="40425"/>
                </a:lnTo>
                <a:lnTo>
                  <a:pt x="636675" y="39225"/>
                </a:lnTo>
                <a:lnTo>
                  <a:pt x="637350" y="37800"/>
                </a:lnTo>
                <a:lnTo>
                  <a:pt x="637950" y="36375"/>
                </a:lnTo>
                <a:lnTo>
                  <a:pt x="638325" y="34875"/>
                </a:lnTo>
                <a:lnTo>
                  <a:pt x="638625" y="33375"/>
                </a:lnTo>
                <a:lnTo>
                  <a:pt x="638700" y="31875"/>
                </a:lnTo>
                <a:lnTo>
                  <a:pt x="638700" y="30525"/>
                </a:lnTo>
                <a:lnTo>
                  <a:pt x="638475" y="29100"/>
                </a:lnTo>
                <a:lnTo>
                  <a:pt x="638100" y="27675"/>
                </a:lnTo>
                <a:lnTo>
                  <a:pt x="637650" y="26400"/>
                </a:lnTo>
                <a:lnTo>
                  <a:pt x="637050" y="25200"/>
                </a:lnTo>
                <a:lnTo>
                  <a:pt x="636375" y="24075"/>
                </a:lnTo>
                <a:lnTo>
                  <a:pt x="635475" y="22950"/>
                </a:lnTo>
                <a:lnTo>
                  <a:pt x="634500" y="22050"/>
                </a:lnTo>
                <a:lnTo>
                  <a:pt x="633825" y="21525"/>
                </a:lnTo>
                <a:lnTo>
                  <a:pt x="633225" y="21075"/>
                </a:lnTo>
                <a:lnTo>
                  <a:pt x="632475" y="20550"/>
                </a:lnTo>
                <a:lnTo>
                  <a:pt x="631800" y="20175"/>
                </a:lnTo>
                <a:lnTo>
                  <a:pt x="630900" y="19800"/>
                </a:lnTo>
                <a:lnTo>
                  <a:pt x="630150" y="19500"/>
                </a:lnTo>
                <a:lnTo>
                  <a:pt x="629325" y="19275"/>
                </a:lnTo>
                <a:lnTo>
                  <a:pt x="628425" y="19050"/>
                </a:lnTo>
                <a:lnTo>
                  <a:pt x="627525" y="18900"/>
                </a:lnTo>
                <a:lnTo>
                  <a:pt x="626625" y="18750"/>
                </a:lnTo>
                <a:lnTo>
                  <a:pt x="624675" y="18675"/>
                </a:lnTo>
                <a:lnTo>
                  <a:pt x="623625" y="18675"/>
                </a:lnTo>
                <a:lnTo>
                  <a:pt x="622575" y="18675"/>
                </a:lnTo>
                <a:lnTo>
                  <a:pt x="620475" y="18900"/>
                </a:lnTo>
                <a:lnTo>
                  <a:pt x="619275" y="14625"/>
                </a:lnTo>
                <a:lnTo>
                  <a:pt x="621300" y="14400"/>
                </a:lnTo>
                <a:lnTo>
                  <a:pt x="623550" y="14250"/>
                </a:lnTo>
                <a:lnTo>
                  <a:pt x="625500" y="14250"/>
                </a:lnTo>
                <a:lnTo>
                  <a:pt x="627525" y="14400"/>
                </a:lnTo>
                <a:lnTo>
                  <a:pt x="629325" y="14700"/>
                </a:lnTo>
                <a:lnTo>
                  <a:pt x="631200" y="15075"/>
                </a:lnTo>
                <a:lnTo>
                  <a:pt x="633000" y="15600"/>
                </a:lnTo>
                <a:lnTo>
                  <a:pt x="634650" y="16275"/>
                </a:lnTo>
                <a:lnTo>
                  <a:pt x="636150" y="17100"/>
                </a:lnTo>
                <a:lnTo>
                  <a:pt x="637650" y="18000"/>
                </a:lnTo>
                <a:lnTo>
                  <a:pt x="639000" y="18975"/>
                </a:lnTo>
                <a:lnTo>
                  <a:pt x="640200" y="20175"/>
                </a:lnTo>
                <a:lnTo>
                  <a:pt x="641325" y="21375"/>
                </a:lnTo>
                <a:lnTo>
                  <a:pt x="641775" y="22050"/>
                </a:lnTo>
                <a:lnTo>
                  <a:pt x="642300" y="22800"/>
                </a:lnTo>
                <a:lnTo>
                  <a:pt x="643050" y="24150"/>
                </a:lnTo>
                <a:lnTo>
                  <a:pt x="643725" y="25650"/>
                </a:lnTo>
                <a:lnTo>
                  <a:pt x="644100" y="26625"/>
                </a:lnTo>
                <a:lnTo>
                  <a:pt x="644325" y="27525"/>
                </a:lnTo>
                <a:lnTo>
                  <a:pt x="644550" y="28650"/>
                </a:lnTo>
                <a:lnTo>
                  <a:pt x="644700" y="29550"/>
                </a:lnTo>
                <a:lnTo>
                  <a:pt x="644850" y="30675"/>
                </a:lnTo>
                <a:lnTo>
                  <a:pt x="644850" y="31650"/>
                </a:lnTo>
                <a:lnTo>
                  <a:pt x="644850" y="32775"/>
                </a:lnTo>
                <a:lnTo>
                  <a:pt x="644700" y="33750"/>
                </a:lnTo>
                <a:lnTo>
                  <a:pt x="644550" y="34875"/>
                </a:lnTo>
                <a:lnTo>
                  <a:pt x="644325" y="35850"/>
                </a:lnTo>
                <a:lnTo>
                  <a:pt x="644025" y="36975"/>
                </a:lnTo>
                <a:lnTo>
                  <a:pt x="643725" y="37950"/>
                </a:lnTo>
                <a:lnTo>
                  <a:pt x="643350" y="38850"/>
                </a:lnTo>
                <a:lnTo>
                  <a:pt x="642825" y="39975"/>
                </a:lnTo>
                <a:lnTo>
                  <a:pt x="642375" y="40875"/>
                </a:lnTo>
                <a:lnTo>
                  <a:pt x="641775" y="41775"/>
                </a:lnTo>
                <a:lnTo>
                  <a:pt x="641175" y="42675"/>
                </a:lnTo>
                <a:lnTo>
                  <a:pt x="640500" y="43575"/>
                </a:lnTo>
                <a:lnTo>
                  <a:pt x="639750" y="44400"/>
                </a:lnTo>
                <a:lnTo>
                  <a:pt x="639075" y="45150"/>
                </a:lnTo>
                <a:lnTo>
                  <a:pt x="638250" y="45900"/>
                </a:lnTo>
                <a:lnTo>
                  <a:pt x="637425" y="46575"/>
                </a:lnTo>
                <a:lnTo>
                  <a:pt x="636450" y="47325"/>
                </a:lnTo>
                <a:lnTo>
                  <a:pt x="635625" y="47925"/>
                </a:lnTo>
                <a:lnTo>
                  <a:pt x="634575" y="48600"/>
                </a:lnTo>
                <a:lnTo>
                  <a:pt x="633600" y="49125"/>
                </a:lnTo>
                <a:lnTo>
                  <a:pt x="632550" y="49650"/>
                </a:lnTo>
                <a:lnTo>
                  <a:pt x="631500" y="50175"/>
                </a:lnTo>
                <a:lnTo>
                  <a:pt x="630375" y="50625"/>
                </a:lnTo>
                <a:lnTo>
                  <a:pt x="629250" y="51000"/>
                </a:lnTo>
                <a:lnTo>
                  <a:pt x="628050" y="51375"/>
                </a:lnTo>
                <a:lnTo>
                  <a:pt x="626925" y="51675"/>
                </a:lnTo>
                <a:lnTo>
                  <a:pt x="637875" y="62550"/>
                </a:lnTo>
                <a:close/>
                <a:moveTo>
                  <a:pt x="649200" y="19125"/>
                </a:moveTo>
                <a:lnTo>
                  <a:pt x="649875" y="18300"/>
                </a:lnTo>
                <a:lnTo>
                  <a:pt x="650400" y="17700"/>
                </a:lnTo>
                <a:lnTo>
                  <a:pt x="651150" y="17100"/>
                </a:lnTo>
                <a:lnTo>
                  <a:pt x="651825" y="16575"/>
                </a:lnTo>
                <a:lnTo>
                  <a:pt x="652650" y="15975"/>
                </a:lnTo>
                <a:lnTo>
                  <a:pt x="653325" y="15600"/>
                </a:lnTo>
                <a:lnTo>
                  <a:pt x="654300" y="15150"/>
                </a:lnTo>
                <a:lnTo>
                  <a:pt x="655200" y="14775"/>
                </a:lnTo>
                <a:lnTo>
                  <a:pt x="656175" y="14400"/>
                </a:lnTo>
                <a:lnTo>
                  <a:pt x="657225" y="14100"/>
                </a:lnTo>
                <a:lnTo>
                  <a:pt x="658275" y="13875"/>
                </a:lnTo>
                <a:lnTo>
                  <a:pt x="659325" y="13725"/>
                </a:lnTo>
                <a:lnTo>
                  <a:pt x="660600" y="13575"/>
                </a:lnTo>
                <a:lnTo>
                  <a:pt x="661800" y="13500"/>
                </a:lnTo>
                <a:lnTo>
                  <a:pt x="663000" y="13500"/>
                </a:lnTo>
                <a:lnTo>
                  <a:pt x="663975" y="13500"/>
                </a:lnTo>
                <a:lnTo>
                  <a:pt x="664950" y="13575"/>
                </a:lnTo>
                <a:lnTo>
                  <a:pt x="665850" y="13725"/>
                </a:lnTo>
                <a:lnTo>
                  <a:pt x="666900" y="13875"/>
                </a:lnTo>
                <a:lnTo>
                  <a:pt x="667800" y="14100"/>
                </a:lnTo>
                <a:lnTo>
                  <a:pt x="668775" y="14400"/>
                </a:lnTo>
                <a:lnTo>
                  <a:pt x="669675" y="14700"/>
                </a:lnTo>
                <a:lnTo>
                  <a:pt x="670500" y="15075"/>
                </a:lnTo>
                <a:lnTo>
                  <a:pt x="671325" y="15525"/>
                </a:lnTo>
                <a:lnTo>
                  <a:pt x="672150" y="15975"/>
                </a:lnTo>
                <a:lnTo>
                  <a:pt x="672825" y="16500"/>
                </a:lnTo>
                <a:lnTo>
                  <a:pt x="673650" y="17100"/>
                </a:lnTo>
                <a:lnTo>
                  <a:pt x="674325" y="17700"/>
                </a:lnTo>
                <a:lnTo>
                  <a:pt x="675000" y="18375"/>
                </a:lnTo>
                <a:lnTo>
                  <a:pt x="675600" y="18975"/>
                </a:lnTo>
                <a:lnTo>
                  <a:pt x="676200" y="19725"/>
                </a:lnTo>
                <a:lnTo>
                  <a:pt x="676800" y="20475"/>
                </a:lnTo>
                <a:lnTo>
                  <a:pt x="677325" y="21300"/>
                </a:lnTo>
                <a:lnTo>
                  <a:pt x="677775" y="22200"/>
                </a:lnTo>
                <a:lnTo>
                  <a:pt x="678300" y="23175"/>
                </a:lnTo>
                <a:lnTo>
                  <a:pt x="678675" y="24075"/>
                </a:lnTo>
                <a:lnTo>
                  <a:pt x="679125" y="25125"/>
                </a:lnTo>
                <a:lnTo>
                  <a:pt x="679425" y="26175"/>
                </a:lnTo>
                <a:lnTo>
                  <a:pt x="679725" y="27300"/>
                </a:lnTo>
                <a:lnTo>
                  <a:pt x="680025" y="28425"/>
                </a:lnTo>
                <a:lnTo>
                  <a:pt x="680175" y="29550"/>
                </a:lnTo>
                <a:lnTo>
                  <a:pt x="680325" y="30750"/>
                </a:lnTo>
                <a:lnTo>
                  <a:pt x="680400" y="31875"/>
                </a:lnTo>
                <a:lnTo>
                  <a:pt x="680475" y="33075"/>
                </a:lnTo>
                <a:lnTo>
                  <a:pt x="680475" y="34200"/>
                </a:lnTo>
                <a:lnTo>
                  <a:pt x="680400" y="35400"/>
                </a:lnTo>
                <a:lnTo>
                  <a:pt x="680250" y="36525"/>
                </a:lnTo>
                <a:lnTo>
                  <a:pt x="680100" y="37650"/>
                </a:lnTo>
                <a:lnTo>
                  <a:pt x="679875" y="38775"/>
                </a:lnTo>
                <a:lnTo>
                  <a:pt x="679650" y="39750"/>
                </a:lnTo>
                <a:lnTo>
                  <a:pt x="679350" y="40875"/>
                </a:lnTo>
                <a:lnTo>
                  <a:pt x="678975" y="41925"/>
                </a:lnTo>
                <a:lnTo>
                  <a:pt x="678600" y="42825"/>
                </a:lnTo>
                <a:lnTo>
                  <a:pt x="678150" y="43875"/>
                </a:lnTo>
                <a:lnTo>
                  <a:pt x="677700" y="44700"/>
                </a:lnTo>
                <a:lnTo>
                  <a:pt x="677175" y="45600"/>
                </a:lnTo>
                <a:lnTo>
                  <a:pt x="676650" y="46425"/>
                </a:lnTo>
                <a:lnTo>
                  <a:pt x="676050" y="47175"/>
                </a:lnTo>
                <a:lnTo>
                  <a:pt x="675450" y="47925"/>
                </a:lnTo>
                <a:lnTo>
                  <a:pt x="674775" y="48675"/>
                </a:lnTo>
                <a:lnTo>
                  <a:pt x="674025" y="49350"/>
                </a:lnTo>
                <a:lnTo>
                  <a:pt x="673275" y="49950"/>
                </a:lnTo>
                <a:lnTo>
                  <a:pt x="672525" y="50475"/>
                </a:lnTo>
                <a:lnTo>
                  <a:pt x="671175" y="51300"/>
                </a:lnTo>
                <a:lnTo>
                  <a:pt x="669825" y="51975"/>
                </a:lnTo>
                <a:lnTo>
                  <a:pt x="668400" y="52500"/>
                </a:lnTo>
                <a:lnTo>
                  <a:pt x="666825" y="52875"/>
                </a:lnTo>
                <a:lnTo>
                  <a:pt x="665250" y="53175"/>
                </a:lnTo>
                <a:lnTo>
                  <a:pt x="663675" y="53250"/>
                </a:lnTo>
                <a:lnTo>
                  <a:pt x="661800" y="53250"/>
                </a:lnTo>
                <a:lnTo>
                  <a:pt x="659850" y="53100"/>
                </a:lnTo>
                <a:lnTo>
                  <a:pt x="658050" y="52800"/>
                </a:lnTo>
                <a:lnTo>
                  <a:pt x="656550" y="52425"/>
                </a:lnTo>
                <a:lnTo>
                  <a:pt x="655050" y="51975"/>
                </a:lnTo>
                <a:lnTo>
                  <a:pt x="653775" y="51375"/>
                </a:lnTo>
                <a:lnTo>
                  <a:pt x="652425" y="50625"/>
                </a:lnTo>
                <a:lnTo>
                  <a:pt x="651375" y="49875"/>
                </a:lnTo>
                <a:lnTo>
                  <a:pt x="650775" y="49350"/>
                </a:lnTo>
                <a:lnTo>
                  <a:pt x="650250" y="48825"/>
                </a:lnTo>
                <a:lnTo>
                  <a:pt x="649350" y="47850"/>
                </a:lnTo>
                <a:lnTo>
                  <a:pt x="648600" y="46800"/>
                </a:lnTo>
                <a:lnTo>
                  <a:pt x="654225" y="45150"/>
                </a:lnTo>
                <a:lnTo>
                  <a:pt x="654675" y="45750"/>
                </a:lnTo>
                <a:lnTo>
                  <a:pt x="655275" y="46425"/>
                </a:lnTo>
                <a:lnTo>
                  <a:pt x="655800" y="47025"/>
                </a:lnTo>
                <a:lnTo>
                  <a:pt x="656550" y="47550"/>
                </a:lnTo>
                <a:lnTo>
                  <a:pt x="657300" y="48000"/>
                </a:lnTo>
                <a:lnTo>
                  <a:pt x="658050" y="48375"/>
                </a:lnTo>
                <a:lnTo>
                  <a:pt x="658875" y="48675"/>
                </a:lnTo>
                <a:lnTo>
                  <a:pt x="659775" y="48825"/>
                </a:lnTo>
                <a:lnTo>
                  <a:pt x="660825" y="49050"/>
                </a:lnTo>
                <a:lnTo>
                  <a:pt x="662025" y="49125"/>
                </a:lnTo>
                <a:lnTo>
                  <a:pt x="663300" y="49125"/>
                </a:lnTo>
                <a:lnTo>
                  <a:pt x="664275" y="49050"/>
                </a:lnTo>
                <a:lnTo>
                  <a:pt x="665250" y="48900"/>
                </a:lnTo>
                <a:lnTo>
                  <a:pt x="666075" y="48675"/>
                </a:lnTo>
                <a:lnTo>
                  <a:pt x="666975" y="48300"/>
                </a:lnTo>
                <a:lnTo>
                  <a:pt x="667725" y="47850"/>
                </a:lnTo>
                <a:lnTo>
                  <a:pt x="668475" y="47400"/>
                </a:lnTo>
                <a:lnTo>
                  <a:pt x="669150" y="46800"/>
                </a:lnTo>
                <a:lnTo>
                  <a:pt x="669825" y="46200"/>
                </a:lnTo>
                <a:lnTo>
                  <a:pt x="670500" y="45450"/>
                </a:lnTo>
                <a:lnTo>
                  <a:pt x="671025" y="44775"/>
                </a:lnTo>
                <a:lnTo>
                  <a:pt x="671625" y="43875"/>
                </a:lnTo>
                <a:lnTo>
                  <a:pt x="672150" y="42975"/>
                </a:lnTo>
                <a:lnTo>
                  <a:pt x="672600" y="42000"/>
                </a:lnTo>
                <a:lnTo>
                  <a:pt x="673050" y="40950"/>
                </a:lnTo>
                <a:lnTo>
                  <a:pt x="673350" y="39900"/>
                </a:lnTo>
                <a:lnTo>
                  <a:pt x="673650" y="38775"/>
                </a:lnTo>
                <a:lnTo>
                  <a:pt x="673950" y="37650"/>
                </a:lnTo>
                <a:lnTo>
                  <a:pt x="674100" y="36450"/>
                </a:lnTo>
                <a:lnTo>
                  <a:pt x="674250" y="35325"/>
                </a:lnTo>
                <a:lnTo>
                  <a:pt x="674325" y="34125"/>
                </a:lnTo>
                <a:lnTo>
                  <a:pt x="674325" y="32925"/>
                </a:lnTo>
                <a:lnTo>
                  <a:pt x="674250" y="31725"/>
                </a:lnTo>
                <a:lnTo>
                  <a:pt x="674175" y="30600"/>
                </a:lnTo>
                <a:lnTo>
                  <a:pt x="673950" y="29400"/>
                </a:lnTo>
                <a:lnTo>
                  <a:pt x="673725" y="28275"/>
                </a:lnTo>
                <a:lnTo>
                  <a:pt x="673425" y="27150"/>
                </a:lnTo>
                <a:lnTo>
                  <a:pt x="673125" y="26100"/>
                </a:lnTo>
                <a:lnTo>
                  <a:pt x="672675" y="25050"/>
                </a:lnTo>
                <a:lnTo>
                  <a:pt x="672300" y="24150"/>
                </a:lnTo>
                <a:lnTo>
                  <a:pt x="671775" y="23250"/>
                </a:lnTo>
                <a:lnTo>
                  <a:pt x="671250" y="22350"/>
                </a:lnTo>
                <a:lnTo>
                  <a:pt x="670725" y="21600"/>
                </a:lnTo>
                <a:lnTo>
                  <a:pt x="670125" y="20850"/>
                </a:lnTo>
                <a:lnTo>
                  <a:pt x="669450" y="20175"/>
                </a:lnTo>
                <a:lnTo>
                  <a:pt x="668700" y="19575"/>
                </a:lnTo>
                <a:lnTo>
                  <a:pt x="668025" y="19050"/>
                </a:lnTo>
                <a:lnTo>
                  <a:pt x="667275" y="18600"/>
                </a:lnTo>
                <a:lnTo>
                  <a:pt x="666525" y="18300"/>
                </a:lnTo>
                <a:lnTo>
                  <a:pt x="665625" y="18000"/>
                </a:lnTo>
                <a:lnTo>
                  <a:pt x="664725" y="17775"/>
                </a:lnTo>
                <a:lnTo>
                  <a:pt x="663825" y="17625"/>
                </a:lnTo>
                <a:lnTo>
                  <a:pt x="662850" y="17625"/>
                </a:lnTo>
                <a:lnTo>
                  <a:pt x="661500" y="17700"/>
                </a:lnTo>
                <a:lnTo>
                  <a:pt x="660375" y="17775"/>
                </a:lnTo>
                <a:lnTo>
                  <a:pt x="659475" y="18000"/>
                </a:lnTo>
                <a:lnTo>
                  <a:pt x="658650" y="18225"/>
                </a:lnTo>
                <a:lnTo>
                  <a:pt x="657825" y="18525"/>
                </a:lnTo>
                <a:lnTo>
                  <a:pt x="657075" y="18900"/>
                </a:lnTo>
                <a:lnTo>
                  <a:pt x="656400" y="19275"/>
                </a:lnTo>
                <a:lnTo>
                  <a:pt x="655800" y="19725"/>
                </a:lnTo>
                <a:lnTo>
                  <a:pt x="655275" y="20325"/>
                </a:lnTo>
                <a:lnTo>
                  <a:pt x="654675" y="21000"/>
                </a:lnTo>
                <a:lnTo>
                  <a:pt x="654225" y="21600"/>
                </a:lnTo>
                <a:lnTo>
                  <a:pt x="648600" y="20025"/>
                </a:lnTo>
                <a:close/>
                <a:moveTo>
                  <a:pt x="691725" y="56925"/>
                </a:moveTo>
                <a:lnTo>
                  <a:pt x="691575" y="57900"/>
                </a:lnTo>
                <a:lnTo>
                  <a:pt x="691425" y="58725"/>
                </a:lnTo>
                <a:lnTo>
                  <a:pt x="691125" y="59550"/>
                </a:lnTo>
                <a:lnTo>
                  <a:pt x="690750" y="60450"/>
                </a:lnTo>
                <a:lnTo>
                  <a:pt x="690375" y="61125"/>
                </a:lnTo>
                <a:lnTo>
                  <a:pt x="689850" y="61950"/>
                </a:lnTo>
                <a:lnTo>
                  <a:pt x="689325" y="62625"/>
                </a:lnTo>
                <a:lnTo>
                  <a:pt x="688650" y="63300"/>
                </a:lnTo>
                <a:lnTo>
                  <a:pt x="687975" y="63900"/>
                </a:lnTo>
                <a:lnTo>
                  <a:pt x="687150" y="64500"/>
                </a:lnTo>
                <a:lnTo>
                  <a:pt x="686400" y="64950"/>
                </a:lnTo>
                <a:lnTo>
                  <a:pt x="685500" y="65400"/>
                </a:lnTo>
                <a:lnTo>
                  <a:pt x="684600" y="65775"/>
                </a:lnTo>
                <a:lnTo>
                  <a:pt x="683625" y="66150"/>
                </a:lnTo>
                <a:lnTo>
                  <a:pt x="682650" y="66375"/>
                </a:lnTo>
                <a:lnTo>
                  <a:pt x="681525" y="66600"/>
                </a:lnTo>
                <a:lnTo>
                  <a:pt x="680550" y="66675"/>
                </a:lnTo>
                <a:lnTo>
                  <a:pt x="679425" y="66750"/>
                </a:lnTo>
                <a:lnTo>
                  <a:pt x="678450" y="66750"/>
                </a:lnTo>
                <a:lnTo>
                  <a:pt x="677325" y="66675"/>
                </a:lnTo>
                <a:lnTo>
                  <a:pt x="676275" y="66525"/>
                </a:lnTo>
                <a:lnTo>
                  <a:pt x="675150" y="66300"/>
                </a:lnTo>
                <a:lnTo>
                  <a:pt x="674175" y="66000"/>
                </a:lnTo>
                <a:lnTo>
                  <a:pt x="673125" y="65625"/>
                </a:lnTo>
                <a:lnTo>
                  <a:pt x="672150" y="65250"/>
                </a:lnTo>
                <a:lnTo>
                  <a:pt x="671175" y="64800"/>
                </a:lnTo>
                <a:lnTo>
                  <a:pt x="670275" y="64275"/>
                </a:lnTo>
                <a:lnTo>
                  <a:pt x="669300" y="63600"/>
                </a:lnTo>
                <a:lnTo>
                  <a:pt x="668550" y="63000"/>
                </a:lnTo>
                <a:lnTo>
                  <a:pt x="667650" y="62250"/>
                </a:lnTo>
                <a:lnTo>
                  <a:pt x="666975" y="61575"/>
                </a:lnTo>
                <a:lnTo>
                  <a:pt x="672150" y="59175"/>
                </a:lnTo>
                <a:lnTo>
                  <a:pt x="672975" y="60075"/>
                </a:lnTo>
                <a:lnTo>
                  <a:pt x="673950" y="60825"/>
                </a:lnTo>
                <a:lnTo>
                  <a:pt x="675000" y="61425"/>
                </a:lnTo>
                <a:lnTo>
                  <a:pt x="676050" y="61875"/>
                </a:lnTo>
                <a:lnTo>
                  <a:pt x="677100" y="62250"/>
                </a:lnTo>
                <a:lnTo>
                  <a:pt x="678225" y="62400"/>
                </a:lnTo>
                <a:lnTo>
                  <a:pt x="679350" y="62475"/>
                </a:lnTo>
                <a:lnTo>
                  <a:pt x="680475" y="62325"/>
                </a:lnTo>
                <a:lnTo>
                  <a:pt x="681300" y="62175"/>
                </a:lnTo>
                <a:lnTo>
                  <a:pt x="682050" y="61875"/>
                </a:lnTo>
                <a:lnTo>
                  <a:pt x="682800" y="61425"/>
                </a:lnTo>
                <a:lnTo>
                  <a:pt x="683475" y="60975"/>
                </a:lnTo>
                <a:lnTo>
                  <a:pt x="684000" y="60450"/>
                </a:lnTo>
                <a:lnTo>
                  <a:pt x="684525" y="59775"/>
                </a:lnTo>
                <a:lnTo>
                  <a:pt x="684975" y="59025"/>
                </a:lnTo>
                <a:lnTo>
                  <a:pt x="685200" y="58350"/>
                </a:lnTo>
                <a:lnTo>
                  <a:pt x="685350" y="57825"/>
                </a:lnTo>
                <a:lnTo>
                  <a:pt x="685500" y="57225"/>
                </a:lnTo>
                <a:lnTo>
                  <a:pt x="685575" y="56625"/>
                </a:lnTo>
                <a:lnTo>
                  <a:pt x="685575" y="56025"/>
                </a:lnTo>
                <a:lnTo>
                  <a:pt x="685575" y="18450"/>
                </a:lnTo>
                <a:lnTo>
                  <a:pt x="685200" y="17325"/>
                </a:lnTo>
                <a:lnTo>
                  <a:pt x="684600" y="15975"/>
                </a:lnTo>
                <a:lnTo>
                  <a:pt x="683325" y="15675"/>
                </a:lnTo>
                <a:lnTo>
                  <a:pt x="683325" y="14250"/>
                </a:lnTo>
                <a:lnTo>
                  <a:pt x="693975" y="14250"/>
                </a:lnTo>
                <a:lnTo>
                  <a:pt x="693975" y="15675"/>
                </a:lnTo>
                <a:lnTo>
                  <a:pt x="692700" y="15975"/>
                </a:lnTo>
                <a:lnTo>
                  <a:pt x="692100" y="17325"/>
                </a:lnTo>
                <a:lnTo>
                  <a:pt x="691725" y="18450"/>
                </a:lnTo>
                <a:lnTo>
                  <a:pt x="691725" y="56025"/>
                </a:lnTo>
                <a:close/>
                <a:moveTo>
                  <a:pt x="702225" y="65250"/>
                </a:moveTo>
                <a:lnTo>
                  <a:pt x="703500" y="64950"/>
                </a:lnTo>
                <a:lnTo>
                  <a:pt x="704100" y="63675"/>
                </a:lnTo>
                <a:lnTo>
                  <a:pt x="704475" y="62475"/>
                </a:lnTo>
                <a:lnTo>
                  <a:pt x="704475" y="26850"/>
                </a:lnTo>
                <a:lnTo>
                  <a:pt x="704625" y="25050"/>
                </a:lnTo>
                <a:lnTo>
                  <a:pt x="704925" y="23325"/>
                </a:lnTo>
                <a:lnTo>
                  <a:pt x="705375" y="21900"/>
                </a:lnTo>
                <a:lnTo>
                  <a:pt x="705600" y="21150"/>
                </a:lnTo>
                <a:lnTo>
                  <a:pt x="705975" y="20475"/>
                </a:lnTo>
                <a:lnTo>
                  <a:pt x="706650" y="19275"/>
                </a:lnTo>
                <a:lnTo>
                  <a:pt x="707400" y="18300"/>
                </a:lnTo>
                <a:lnTo>
                  <a:pt x="708375" y="17325"/>
                </a:lnTo>
                <a:lnTo>
                  <a:pt x="709350" y="16575"/>
                </a:lnTo>
                <a:lnTo>
                  <a:pt x="710400" y="15900"/>
                </a:lnTo>
                <a:lnTo>
                  <a:pt x="711600" y="15300"/>
                </a:lnTo>
                <a:lnTo>
                  <a:pt x="712875" y="14850"/>
                </a:lnTo>
                <a:lnTo>
                  <a:pt x="714300" y="14550"/>
                </a:lnTo>
                <a:lnTo>
                  <a:pt x="715725" y="14325"/>
                </a:lnTo>
                <a:lnTo>
                  <a:pt x="717225" y="14250"/>
                </a:lnTo>
                <a:lnTo>
                  <a:pt x="718725" y="14325"/>
                </a:lnTo>
                <a:lnTo>
                  <a:pt x="720525" y="14475"/>
                </a:lnTo>
                <a:lnTo>
                  <a:pt x="722100" y="14775"/>
                </a:lnTo>
                <a:lnTo>
                  <a:pt x="723900" y="15225"/>
                </a:lnTo>
                <a:lnTo>
                  <a:pt x="725550" y="15675"/>
                </a:lnTo>
                <a:lnTo>
                  <a:pt x="727425" y="16350"/>
                </a:lnTo>
                <a:lnTo>
                  <a:pt x="724425" y="20175"/>
                </a:lnTo>
                <a:lnTo>
                  <a:pt x="723300" y="19800"/>
                </a:lnTo>
                <a:lnTo>
                  <a:pt x="722100" y="19350"/>
                </a:lnTo>
                <a:lnTo>
                  <a:pt x="721125" y="19125"/>
                </a:lnTo>
                <a:lnTo>
                  <a:pt x="720000" y="18900"/>
                </a:lnTo>
                <a:lnTo>
                  <a:pt x="718950" y="18675"/>
                </a:lnTo>
                <a:lnTo>
                  <a:pt x="718050" y="18600"/>
                </a:lnTo>
                <a:lnTo>
                  <a:pt x="717075" y="18600"/>
                </a:lnTo>
                <a:lnTo>
                  <a:pt x="716250" y="18675"/>
                </a:lnTo>
                <a:lnTo>
                  <a:pt x="715500" y="18825"/>
                </a:lnTo>
                <a:lnTo>
                  <a:pt x="714825" y="19050"/>
                </a:lnTo>
                <a:lnTo>
                  <a:pt x="714150" y="19350"/>
                </a:lnTo>
                <a:lnTo>
                  <a:pt x="713625" y="19725"/>
                </a:lnTo>
                <a:lnTo>
                  <a:pt x="713025" y="20175"/>
                </a:lnTo>
                <a:lnTo>
                  <a:pt x="712575" y="20700"/>
                </a:lnTo>
                <a:lnTo>
                  <a:pt x="712125" y="21300"/>
                </a:lnTo>
                <a:lnTo>
                  <a:pt x="711750" y="21975"/>
                </a:lnTo>
                <a:lnTo>
                  <a:pt x="711300" y="23025"/>
                </a:lnTo>
                <a:lnTo>
                  <a:pt x="710925" y="24225"/>
                </a:lnTo>
                <a:lnTo>
                  <a:pt x="710700" y="25575"/>
                </a:lnTo>
                <a:lnTo>
                  <a:pt x="710625" y="26925"/>
                </a:lnTo>
                <a:lnTo>
                  <a:pt x="710625" y="62475"/>
                </a:lnTo>
                <a:lnTo>
                  <a:pt x="711000" y="63675"/>
                </a:lnTo>
                <a:lnTo>
                  <a:pt x="711600" y="64950"/>
                </a:lnTo>
                <a:lnTo>
                  <a:pt x="712875" y="65250"/>
                </a:lnTo>
                <a:lnTo>
                  <a:pt x="712875" y="66750"/>
                </a:lnTo>
                <a:lnTo>
                  <a:pt x="702225" y="66750"/>
                </a:lnTo>
                <a:close/>
                <a:moveTo>
                  <a:pt x="752025" y="49350"/>
                </a:moveTo>
                <a:lnTo>
                  <a:pt x="752400" y="48150"/>
                </a:lnTo>
                <a:lnTo>
                  <a:pt x="752400" y="29550"/>
                </a:lnTo>
                <a:lnTo>
                  <a:pt x="750825" y="29100"/>
                </a:lnTo>
                <a:lnTo>
                  <a:pt x="749475" y="28575"/>
                </a:lnTo>
                <a:lnTo>
                  <a:pt x="748200" y="27975"/>
                </a:lnTo>
                <a:lnTo>
                  <a:pt x="746775" y="27300"/>
                </a:lnTo>
                <a:lnTo>
                  <a:pt x="745200" y="26400"/>
                </a:lnTo>
                <a:lnTo>
                  <a:pt x="743775" y="25500"/>
                </a:lnTo>
                <a:lnTo>
                  <a:pt x="742275" y="24450"/>
                </a:lnTo>
                <a:lnTo>
                  <a:pt x="740250" y="23025"/>
                </a:lnTo>
                <a:lnTo>
                  <a:pt x="740625" y="24525"/>
                </a:lnTo>
                <a:lnTo>
                  <a:pt x="741000" y="26175"/>
                </a:lnTo>
                <a:lnTo>
                  <a:pt x="741225" y="27600"/>
                </a:lnTo>
                <a:lnTo>
                  <a:pt x="741525" y="29250"/>
                </a:lnTo>
                <a:lnTo>
                  <a:pt x="741675" y="30675"/>
                </a:lnTo>
                <a:lnTo>
                  <a:pt x="741750" y="32325"/>
                </a:lnTo>
                <a:lnTo>
                  <a:pt x="741825" y="33900"/>
                </a:lnTo>
                <a:lnTo>
                  <a:pt x="741825" y="35475"/>
                </a:lnTo>
                <a:lnTo>
                  <a:pt x="741750" y="37050"/>
                </a:lnTo>
                <a:lnTo>
                  <a:pt x="741675" y="38625"/>
                </a:lnTo>
                <a:lnTo>
                  <a:pt x="741450" y="40125"/>
                </a:lnTo>
                <a:lnTo>
                  <a:pt x="741225" y="41625"/>
                </a:lnTo>
                <a:lnTo>
                  <a:pt x="741000" y="43125"/>
                </a:lnTo>
                <a:lnTo>
                  <a:pt x="740625" y="44550"/>
                </a:lnTo>
                <a:lnTo>
                  <a:pt x="740325" y="45975"/>
                </a:lnTo>
                <a:lnTo>
                  <a:pt x="739800" y="47625"/>
                </a:lnTo>
                <a:lnTo>
                  <a:pt x="739350" y="48975"/>
                </a:lnTo>
                <a:lnTo>
                  <a:pt x="738750" y="50475"/>
                </a:lnTo>
                <a:lnTo>
                  <a:pt x="738225" y="51825"/>
                </a:lnTo>
                <a:lnTo>
                  <a:pt x="737925" y="52500"/>
                </a:lnTo>
                <a:lnTo>
                  <a:pt x="734400" y="52500"/>
                </a:lnTo>
                <a:lnTo>
                  <a:pt x="731175" y="51750"/>
                </a:lnTo>
                <a:lnTo>
                  <a:pt x="732075" y="49725"/>
                </a:lnTo>
                <a:lnTo>
                  <a:pt x="732825" y="47775"/>
                </a:lnTo>
                <a:lnTo>
                  <a:pt x="733425" y="45825"/>
                </a:lnTo>
                <a:lnTo>
                  <a:pt x="734025" y="43800"/>
                </a:lnTo>
                <a:lnTo>
                  <a:pt x="734475" y="41625"/>
                </a:lnTo>
                <a:lnTo>
                  <a:pt x="734775" y="39675"/>
                </a:lnTo>
                <a:lnTo>
                  <a:pt x="735000" y="37500"/>
                </a:lnTo>
                <a:lnTo>
                  <a:pt x="735075" y="35475"/>
                </a:lnTo>
                <a:lnTo>
                  <a:pt x="735075" y="33375"/>
                </a:lnTo>
                <a:lnTo>
                  <a:pt x="734925" y="31425"/>
                </a:lnTo>
                <a:lnTo>
                  <a:pt x="734700" y="29250"/>
                </a:lnTo>
                <a:lnTo>
                  <a:pt x="734400" y="27300"/>
                </a:lnTo>
                <a:lnTo>
                  <a:pt x="734025" y="25500"/>
                </a:lnTo>
                <a:lnTo>
                  <a:pt x="733575" y="23700"/>
                </a:lnTo>
                <a:lnTo>
                  <a:pt x="732825" y="21225"/>
                </a:lnTo>
                <a:lnTo>
                  <a:pt x="731850" y="18675"/>
                </a:lnTo>
                <a:lnTo>
                  <a:pt x="731775" y="18375"/>
                </a:lnTo>
                <a:lnTo>
                  <a:pt x="731775" y="18075"/>
                </a:lnTo>
                <a:lnTo>
                  <a:pt x="731775" y="17700"/>
                </a:lnTo>
                <a:lnTo>
                  <a:pt x="731850" y="17400"/>
                </a:lnTo>
                <a:lnTo>
                  <a:pt x="732000" y="17175"/>
                </a:lnTo>
                <a:lnTo>
                  <a:pt x="732150" y="16875"/>
                </a:lnTo>
                <a:lnTo>
                  <a:pt x="732375" y="16575"/>
                </a:lnTo>
                <a:lnTo>
                  <a:pt x="732675" y="16350"/>
                </a:lnTo>
                <a:lnTo>
                  <a:pt x="733350" y="15975"/>
                </a:lnTo>
                <a:lnTo>
                  <a:pt x="734100" y="15675"/>
                </a:lnTo>
                <a:lnTo>
                  <a:pt x="735225" y="15600"/>
                </a:lnTo>
                <a:lnTo>
                  <a:pt x="736500" y="15600"/>
                </a:lnTo>
                <a:lnTo>
                  <a:pt x="737625" y="15750"/>
                </a:lnTo>
                <a:lnTo>
                  <a:pt x="738825" y="16050"/>
                </a:lnTo>
                <a:lnTo>
                  <a:pt x="739500" y="16275"/>
                </a:lnTo>
                <a:lnTo>
                  <a:pt x="740325" y="16650"/>
                </a:lnTo>
                <a:lnTo>
                  <a:pt x="741000" y="17025"/>
                </a:lnTo>
                <a:lnTo>
                  <a:pt x="741900" y="17475"/>
                </a:lnTo>
                <a:lnTo>
                  <a:pt x="743550" y="18600"/>
                </a:lnTo>
                <a:lnTo>
                  <a:pt x="747150" y="21150"/>
                </a:lnTo>
                <a:lnTo>
                  <a:pt x="748875" y="22350"/>
                </a:lnTo>
                <a:lnTo>
                  <a:pt x="750600" y="23400"/>
                </a:lnTo>
                <a:lnTo>
                  <a:pt x="752400" y="24225"/>
                </a:lnTo>
                <a:lnTo>
                  <a:pt x="752400" y="4350"/>
                </a:lnTo>
                <a:lnTo>
                  <a:pt x="752025" y="3150"/>
                </a:lnTo>
                <a:lnTo>
                  <a:pt x="751425" y="1800"/>
                </a:lnTo>
                <a:lnTo>
                  <a:pt x="750150" y="1500"/>
                </a:lnTo>
                <a:lnTo>
                  <a:pt x="750150" y="0"/>
                </a:lnTo>
                <a:lnTo>
                  <a:pt x="761400" y="0"/>
                </a:lnTo>
                <a:lnTo>
                  <a:pt x="761400" y="1500"/>
                </a:lnTo>
                <a:lnTo>
                  <a:pt x="760125" y="1800"/>
                </a:lnTo>
                <a:lnTo>
                  <a:pt x="759525" y="3150"/>
                </a:lnTo>
                <a:lnTo>
                  <a:pt x="759150" y="4350"/>
                </a:lnTo>
                <a:lnTo>
                  <a:pt x="759150" y="48150"/>
                </a:lnTo>
                <a:lnTo>
                  <a:pt x="759525" y="49350"/>
                </a:lnTo>
                <a:lnTo>
                  <a:pt x="760125" y="50700"/>
                </a:lnTo>
                <a:lnTo>
                  <a:pt x="761400" y="51000"/>
                </a:lnTo>
                <a:lnTo>
                  <a:pt x="761400" y="52500"/>
                </a:lnTo>
                <a:lnTo>
                  <a:pt x="750150" y="52500"/>
                </a:lnTo>
                <a:lnTo>
                  <a:pt x="750150" y="51000"/>
                </a:lnTo>
                <a:lnTo>
                  <a:pt x="751425" y="50700"/>
                </a:lnTo>
                <a:close/>
                <a:moveTo>
                  <a:pt x="788025" y="65250"/>
                </a:moveTo>
                <a:lnTo>
                  <a:pt x="789300" y="64950"/>
                </a:lnTo>
                <a:lnTo>
                  <a:pt x="789900" y="63675"/>
                </a:lnTo>
                <a:lnTo>
                  <a:pt x="790275" y="62475"/>
                </a:lnTo>
                <a:lnTo>
                  <a:pt x="790275" y="26850"/>
                </a:lnTo>
                <a:lnTo>
                  <a:pt x="790425" y="25050"/>
                </a:lnTo>
                <a:lnTo>
                  <a:pt x="790725" y="23325"/>
                </a:lnTo>
                <a:lnTo>
                  <a:pt x="791175" y="21900"/>
                </a:lnTo>
                <a:lnTo>
                  <a:pt x="791400" y="21150"/>
                </a:lnTo>
                <a:lnTo>
                  <a:pt x="791775" y="20475"/>
                </a:lnTo>
                <a:lnTo>
                  <a:pt x="792450" y="19275"/>
                </a:lnTo>
                <a:lnTo>
                  <a:pt x="793200" y="18300"/>
                </a:lnTo>
                <a:lnTo>
                  <a:pt x="794175" y="17325"/>
                </a:lnTo>
                <a:lnTo>
                  <a:pt x="795150" y="16575"/>
                </a:lnTo>
                <a:lnTo>
                  <a:pt x="796200" y="15900"/>
                </a:lnTo>
                <a:lnTo>
                  <a:pt x="797400" y="15300"/>
                </a:lnTo>
                <a:lnTo>
                  <a:pt x="798675" y="14850"/>
                </a:lnTo>
                <a:lnTo>
                  <a:pt x="800100" y="14550"/>
                </a:lnTo>
                <a:lnTo>
                  <a:pt x="801525" y="14325"/>
                </a:lnTo>
                <a:lnTo>
                  <a:pt x="803025" y="14250"/>
                </a:lnTo>
                <a:lnTo>
                  <a:pt x="804525" y="14325"/>
                </a:lnTo>
                <a:lnTo>
                  <a:pt x="806325" y="14475"/>
                </a:lnTo>
                <a:lnTo>
                  <a:pt x="807900" y="14775"/>
                </a:lnTo>
                <a:lnTo>
                  <a:pt x="809700" y="15225"/>
                </a:lnTo>
                <a:lnTo>
                  <a:pt x="811350" y="15675"/>
                </a:lnTo>
                <a:lnTo>
                  <a:pt x="813225" y="16350"/>
                </a:lnTo>
                <a:lnTo>
                  <a:pt x="810225" y="20175"/>
                </a:lnTo>
                <a:lnTo>
                  <a:pt x="809100" y="19800"/>
                </a:lnTo>
                <a:lnTo>
                  <a:pt x="807900" y="19350"/>
                </a:lnTo>
                <a:lnTo>
                  <a:pt x="806925" y="19125"/>
                </a:lnTo>
                <a:lnTo>
                  <a:pt x="805800" y="18900"/>
                </a:lnTo>
                <a:lnTo>
                  <a:pt x="804750" y="18675"/>
                </a:lnTo>
                <a:lnTo>
                  <a:pt x="803850" y="18600"/>
                </a:lnTo>
                <a:lnTo>
                  <a:pt x="802875" y="18600"/>
                </a:lnTo>
                <a:lnTo>
                  <a:pt x="802050" y="18675"/>
                </a:lnTo>
                <a:lnTo>
                  <a:pt x="801300" y="18825"/>
                </a:lnTo>
                <a:lnTo>
                  <a:pt x="800625" y="19050"/>
                </a:lnTo>
                <a:lnTo>
                  <a:pt x="799950" y="19350"/>
                </a:lnTo>
                <a:lnTo>
                  <a:pt x="799425" y="19725"/>
                </a:lnTo>
                <a:lnTo>
                  <a:pt x="798825" y="20175"/>
                </a:lnTo>
                <a:lnTo>
                  <a:pt x="798375" y="20700"/>
                </a:lnTo>
                <a:lnTo>
                  <a:pt x="797925" y="21300"/>
                </a:lnTo>
                <a:lnTo>
                  <a:pt x="797550" y="21975"/>
                </a:lnTo>
                <a:lnTo>
                  <a:pt x="797100" y="23025"/>
                </a:lnTo>
                <a:lnTo>
                  <a:pt x="796725" y="24225"/>
                </a:lnTo>
                <a:lnTo>
                  <a:pt x="796500" y="25575"/>
                </a:lnTo>
                <a:lnTo>
                  <a:pt x="796425" y="26925"/>
                </a:lnTo>
                <a:lnTo>
                  <a:pt x="796425" y="62475"/>
                </a:lnTo>
                <a:lnTo>
                  <a:pt x="796800" y="63675"/>
                </a:lnTo>
                <a:lnTo>
                  <a:pt x="797400" y="64950"/>
                </a:lnTo>
                <a:lnTo>
                  <a:pt x="798675" y="65250"/>
                </a:lnTo>
                <a:lnTo>
                  <a:pt x="798675" y="66750"/>
                </a:lnTo>
                <a:lnTo>
                  <a:pt x="788025" y="66750"/>
                </a:lnTo>
                <a:close/>
                <a:moveTo>
                  <a:pt x="826725" y="56925"/>
                </a:moveTo>
                <a:lnTo>
                  <a:pt x="826575" y="57900"/>
                </a:lnTo>
                <a:lnTo>
                  <a:pt x="826425" y="58725"/>
                </a:lnTo>
                <a:lnTo>
                  <a:pt x="826125" y="59550"/>
                </a:lnTo>
                <a:lnTo>
                  <a:pt x="825750" y="60450"/>
                </a:lnTo>
                <a:lnTo>
                  <a:pt x="825375" y="61125"/>
                </a:lnTo>
                <a:lnTo>
                  <a:pt x="824850" y="61950"/>
                </a:lnTo>
                <a:lnTo>
                  <a:pt x="824325" y="62625"/>
                </a:lnTo>
                <a:lnTo>
                  <a:pt x="823650" y="63300"/>
                </a:lnTo>
                <a:lnTo>
                  <a:pt x="822975" y="63900"/>
                </a:lnTo>
                <a:lnTo>
                  <a:pt x="822150" y="64500"/>
                </a:lnTo>
                <a:lnTo>
                  <a:pt x="821400" y="64950"/>
                </a:lnTo>
                <a:lnTo>
                  <a:pt x="820500" y="65400"/>
                </a:lnTo>
                <a:lnTo>
                  <a:pt x="819600" y="65775"/>
                </a:lnTo>
                <a:lnTo>
                  <a:pt x="818625" y="66150"/>
                </a:lnTo>
                <a:lnTo>
                  <a:pt x="817650" y="66375"/>
                </a:lnTo>
                <a:lnTo>
                  <a:pt x="816525" y="66600"/>
                </a:lnTo>
                <a:lnTo>
                  <a:pt x="815550" y="66675"/>
                </a:lnTo>
                <a:lnTo>
                  <a:pt x="814425" y="66750"/>
                </a:lnTo>
                <a:lnTo>
                  <a:pt x="813450" y="66750"/>
                </a:lnTo>
                <a:lnTo>
                  <a:pt x="812325" y="66675"/>
                </a:lnTo>
                <a:lnTo>
                  <a:pt x="811275" y="66525"/>
                </a:lnTo>
                <a:lnTo>
                  <a:pt x="810150" y="66300"/>
                </a:lnTo>
                <a:lnTo>
                  <a:pt x="809175" y="66000"/>
                </a:lnTo>
                <a:lnTo>
                  <a:pt x="808125" y="65625"/>
                </a:lnTo>
                <a:lnTo>
                  <a:pt x="807150" y="65250"/>
                </a:lnTo>
                <a:lnTo>
                  <a:pt x="806175" y="64800"/>
                </a:lnTo>
                <a:lnTo>
                  <a:pt x="805275" y="64275"/>
                </a:lnTo>
                <a:lnTo>
                  <a:pt x="804300" y="63600"/>
                </a:lnTo>
                <a:lnTo>
                  <a:pt x="803550" y="63000"/>
                </a:lnTo>
                <a:lnTo>
                  <a:pt x="802650" y="62250"/>
                </a:lnTo>
                <a:lnTo>
                  <a:pt x="801975" y="61575"/>
                </a:lnTo>
                <a:lnTo>
                  <a:pt x="807150" y="59175"/>
                </a:lnTo>
                <a:lnTo>
                  <a:pt x="807975" y="60075"/>
                </a:lnTo>
                <a:lnTo>
                  <a:pt x="808950" y="60825"/>
                </a:lnTo>
                <a:lnTo>
                  <a:pt x="810000" y="61425"/>
                </a:lnTo>
                <a:lnTo>
                  <a:pt x="811050" y="61875"/>
                </a:lnTo>
                <a:lnTo>
                  <a:pt x="812100" y="62250"/>
                </a:lnTo>
                <a:lnTo>
                  <a:pt x="813225" y="62400"/>
                </a:lnTo>
                <a:lnTo>
                  <a:pt x="814350" y="62475"/>
                </a:lnTo>
                <a:lnTo>
                  <a:pt x="815475" y="62325"/>
                </a:lnTo>
                <a:lnTo>
                  <a:pt x="816300" y="62175"/>
                </a:lnTo>
                <a:lnTo>
                  <a:pt x="817050" y="61875"/>
                </a:lnTo>
                <a:lnTo>
                  <a:pt x="817800" y="61425"/>
                </a:lnTo>
                <a:lnTo>
                  <a:pt x="818475" y="60975"/>
                </a:lnTo>
                <a:lnTo>
                  <a:pt x="819000" y="60450"/>
                </a:lnTo>
                <a:lnTo>
                  <a:pt x="819525" y="59775"/>
                </a:lnTo>
                <a:lnTo>
                  <a:pt x="819975" y="59025"/>
                </a:lnTo>
                <a:lnTo>
                  <a:pt x="820200" y="58350"/>
                </a:lnTo>
                <a:lnTo>
                  <a:pt x="820350" y="57825"/>
                </a:lnTo>
                <a:lnTo>
                  <a:pt x="820500" y="57225"/>
                </a:lnTo>
                <a:lnTo>
                  <a:pt x="820575" y="56625"/>
                </a:lnTo>
                <a:lnTo>
                  <a:pt x="820575" y="56025"/>
                </a:lnTo>
                <a:lnTo>
                  <a:pt x="820575" y="18450"/>
                </a:lnTo>
                <a:lnTo>
                  <a:pt x="820200" y="17325"/>
                </a:lnTo>
                <a:lnTo>
                  <a:pt x="819600" y="15975"/>
                </a:lnTo>
                <a:lnTo>
                  <a:pt x="818325" y="15675"/>
                </a:lnTo>
                <a:lnTo>
                  <a:pt x="818325" y="14250"/>
                </a:lnTo>
                <a:lnTo>
                  <a:pt x="828975" y="14250"/>
                </a:lnTo>
                <a:lnTo>
                  <a:pt x="828975" y="15675"/>
                </a:lnTo>
                <a:lnTo>
                  <a:pt x="827700" y="15975"/>
                </a:lnTo>
                <a:lnTo>
                  <a:pt x="827100" y="17325"/>
                </a:lnTo>
                <a:lnTo>
                  <a:pt x="826725" y="18450"/>
                </a:lnTo>
                <a:lnTo>
                  <a:pt x="826725" y="56025"/>
                </a:lnTo>
                <a:close/>
                <a:moveTo>
                  <a:pt x="836700" y="48150"/>
                </a:moveTo>
                <a:lnTo>
                  <a:pt x="842475" y="48150"/>
                </a:lnTo>
                <a:lnTo>
                  <a:pt x="843225" y="46575"/>
                </a:lnTo>
                <a:lnTo>
                  <a:pt x="844650" y="42900"/>
                </a:lnTo>
                <a:lnTo>
                  <a:pt x="845400" y="41325"/>
                </a:lnTo>
                <a:lnTo>
                  <a:pt x="846150" y="39900"/>
                </a:lnTo>
                <a:lnTo>
                  <a:pt x="847050" y="38625"/>
                </a:lnTo>
                <a:lnTo>
                  <a:pt x="847650" y="37950"/>
                </a:lnTo>
                <a:lnTo>
                  <a:pt x="848475" y="37050"/>
                </a:lnTo>
                <a:lnTo>
                  <a:pt x="849150" y="36375"/>
                </a:lnTo>
                <a:lnTo>
                  <a:pt x="849975" y="35775"/>
                </a:lnTo>
                <a:lnTo>
                  <a:pt x="850800" y="35175"/>
                </a:lnTo>
                <a:lnTo>
                  <a:pt x="851700" y="34575"/>
                </a:lnTo>
                <a:lnTo>
                  <a:pt x="852750" y="33975"/>
                </a:lnTo>
                <a:lnTo>
                  <a:pt x="853950" y="33375"/>
                </a:lnTo>
                <a:lnTo>
                  <a:pt x="852750" y="32775"/>
                </a:lnTo>
                <a:lnTo>
                  <a:pt x="851850" y="32250"/>
                </a:lnTo>
                <a:lnTo>
                  <a:pt x="850800" y="31575"/>
                </a:lnTo>
                <a:lnTo>
                  <a:pt x="849975" y="30975"/>
                </a:lnTo>
                <a:lnTo>
                  <a:pt x="849150" y="30375"/>
                </a:lnTo>
                <a:lnTo>
                  <a:pt x="848475" y="29700"/>
                </a:lnTo>
                <a:lnTo>
                  <a:pt x="847650" y="28800"/>
                </a:lnTo>
                <a:lnTo>
                  <a:pt x="847050" y="28125"/>
                </a:lnTo>
                <a:lnTo>
                  <a:pt x="846150" y="26850"/>
                </a:lnTo>
                <a:lnTo>
                  <a:pt x="845400" y="25425"/>
                </a:lnTo>
                <a:lnTo>
                  <a:pt x="844650" y="23850"/>
                </a:lnTo>
                <a:lnTo>
                  <a:pt x="843225" y="20175"/>
                </a:lnTo>
                <a:lnTo>
                  <a:pt x="842475" y="18600"/>
                </a:lnTo>
                <a:lnTo>
                  <a:pt x="836700" y="18600"/>
                </a:lnTo>
                <a:lnTo>
                  <a:pt x="836325" y="17400"/>
                </a:lnTo>
                <a:lnTo>
                  <a:pt x="835725" y="16050"/>
                </a:lnTo>
                <a:lnTo>
                  <a:pt x="834450" y="15750"/>
                </a:lnTo>
                <a:lnTo>
                  <a:pt x="834450" y="14250"/>
                </a:lnTo>
                <a:lnTo>
                  <a:pt x="839775" y="14250"/>
                </a:lnTo>
                <a:lnTo>
                  <a:pt x="846075" y="14250"/>
                </a:lnTo>
                <a:lnTo>
                  <a:pt x="846375" y="14550"/>
                </a:lnTo>
                <a:lnTo>
                  <a:pt x="847050" y="15300"/>
                </a:lnTo>
                <a:lnTo>
                  <a:pt x="847725" y="16200"/>
                </a:lnTo>
                <a:lnTo>
                  <a:pt x="848250" y="17175"/>
                </a:lnTo>
                <a:lnTo>
                  <a:pt x="849075" y="18900"/>
                </a:lnTo>
                <a:lnTo>
                  <a:pt x="850725" y="22875"/>
                </a:lnTo>
                <a:lnTo>
                  <a:pt x="852225" y="26400"/>
                </a:lnTo>
                <a:lnTo>
                  <a:pt x="853050" y="28050"/>
                </a:lnTo>
                <a:lnTo>
                  <a:pt x="853500" y="28800"/>
                </a:lnTo>
                <a:lnTo>
                  <a:pt x="853950" y="29400"/>
                </a:lnTo>
                <a:lnTo>
                  <a:pt x="853950" y="18600"/>
                </a:lnTo>
                <a:lnTo>
                  <a:pt x="853575" y="17400"/>
                </a:lnTo>
                <a:lnTo>
                  <a:pt x="852975" y="16050"/>
                </a:lnTo>
                <a:lnTo>
                  <a:pt x="851700" y="15750"/>
                </a:lnTo>
                <a:lnTo>
                  <a:pt x="851700" y="14250"/>
                </a:lnTo>
                <a:lnTo>
                  <a:pt x="862350" y="14250"/>
                </a:lnTo>
                <a:lnTo>
                  <a:pt x="862350" y="15750"/>
                </a:lnTo>
                <a:lnTo>
                  <a:pt x="861075" y="16050"/>
                </a:lnTo>
                <a:lnTo>
                  <a:pt x="860475" y="17400"/>
                </a:lnTo>
                <a:lnTo>
                  <a:pt x="860100" y="18600"/>
                </a:lnTo>
                <a:lnTo>
                  <a:pt x="860100" y="29400"/>
                </a:lnTo>
                <a:lnTo>
                  <a:pt x="860550" y="28800"/>
                </a:lnTo>
                <a:lnTo>
                  <a:pt x="861000" y="28050"/>
                </a:lnTo>
                <a:lnTo>
                  <a:pt x="861825" y="26400"/>
                </a:lnTo>
                <a:lnTo>
                  <a:pt x="863325" y="22875"/>
                </a:lnTo>
                <a:lnTo>
                  <a:pt x="864975" y="18900"/>
                </a:lnTo>
                <a:lnTo>
                  <a:pt x="865800" y="17175"/>
                </a:lnTo>
                <a:lnTo>
                  <a:pt x="866325" y="16200"/>
                </a:lnTo>
                <a:lnTo>
                  <a:pt x="867000" y="15300"/>
                </a:lnTo>
                <a:lnTo>
                  <a:pt x="867675" y="14550"/>
                </a:lnTo>
                <a:lnTo>
                  <a:pt x="867975" y="14250"/>
                </a:lnTo>
                <a:lnTo>
                  <a:pt x="874275" y="14250"/>
                </a:lnTo>
                <a:lnTo>
                  <a:pt x="879600" y="14250"/>
                </a:lnTo>
                <a:lnTo>
                  <a:pt x="879600" y="15750"/>
                </a:lnTo>
                <a:lnTo>
                  <a:pt x="878325" y="16050"/>
                </a:lnTo>
                <a:lnTo>
                  <a:pt x="877725" y="17400"/>
                </a:lnTo>
                <a:lnTo>
                  <a:pt x="877350" y="18600"/>
                </a:lnTo>
                <a:lnTo>
                  <a:pt x="871575" y="18600"/>
                </a:lnTo>
                <a:lnTo>
                  <a:pt x="870825" y="20175"/>
                </a:lnTo>
                <a:lnTo>
                  <a:pt x="869400" y="23850"/>
                </a:lnTo>
                <a:lnTo>
                  <a:pt x="868650" y="25425"/>
                </a:lnTo>
                <a:lnTo>
                  <a:pt x="867900" y="26850"/>
                </a:lnTo>
                <a:lnTo>
                  <a:pt x="867000" y="28125"/>
                </a:lnTo>
                <a:lnTo>
                  <a:pt x="866400" y="28800"/>
                </a:lnTo>
                <a:lnTo>
                  <a:pt x="865575" y="29700"/>
                </a:lnTo>
                <a:lnTo>
                  <a:pt x="864900" y="30375"/>
                </a:lnTo>
                <a:lnTo>
                  <a:pt x="864075" y="30975"/>
                </a:lnTo>
                <a:lnTo>
                  <a:pt x="863250" y="31575"/>
                </a:lnTo>
                <a:lnTo>
                  <a:pt x="862200" y="32250"/>
                </a:lnTo>
                <a:lnTo>
                  <a:pt x="861300" y="32775"/>
                </a:lnTo>
                <a:lnTo>
                  <a:pt x="860100" y="33375"/>
                </a:lnTo>
                <a:lnTo>
                  <a:pt x="861300" y="33975"/>
                </a:lnTo>
                <a:lnTo>
                  <a:pt x="862350" y="34575"/>
                </a:lnTo>
                <a:lnTo>
                  <a:pt x="863250" y="35175"/>
                </a:lnTo>
                <a:lnTo>
                  <a:pt x="864075" y="35775"/>
                </a:lnTo>
                <a:lnTo>
                  <a:pt x="864900" y="36375"/>
                </a:lnTo>
                <a:lnTo>
                  <a:pt x="865575" y="37050"/>
                </a:lnTo>
                <a:lnTo>
                  <a:pt x="866400" y="37950"/>
                </a:lnTo>
                <a:lnTo>
                  <a:pt x="867000" y="38625"/>
                </a:lnTo>
                <a:lnTo>
                  <a:pt x="867900" y="39900"/>
                </a:lnTo>
                <a:lnTo>
                  <a:pt x="868650" y="41325"/>
                </a:lnTo>
                <a:lnTo>
                  <a:pt x="869400" y="42900"/>
                </a:lnTo>
                <a:lnTo>
                  <a:pt x="870825" y="46575"/>
                </a:lnTo>
                <a:lnTo>
                  <a:pt x="871575" y="48150"/>
                </a:lnTo>
                <a:lnTo>
                  <a:pt x="877350" y="48150"/>
                </a:lnTo>
                <a:lnTo>
                  <a:pt x="877725" y="49350"/>
                </a:lnTo>
                <a:lnTo>
                  <a:pt x="878325" y="50700"/>
                </a:lnTo>
                <a:lnTo>
                  <a:pt x="879600" y="51000"/>
                </a:lnTo>
                <a:lnTo>
                  <a:pt x="879600" y="52500"/>
                </a:lnTo>
                <a:lnTo>
                  <a:pt x="874275" y="52500"/>
                </a:lnTo>
                <a:lnTo>
                  <a:pt x="867975" y="52500"/>
                </a:lnTo>
                <a:lnTo>
                  <a:pt x="867675" y="52200"/>
                </a:lnTo>
                <a:lnTo>
                  <a:pt x="867000" y="51450"/>
                </a:lnTo>
                <a:lnTo>
                  <a:pt x="866325" y="50550"/>
                </a:lnTo>
                <a:lnTo>
                  <a:pt x="865800" y="49575"/>
                </a:lnTo>
                <a:lnTo>
                  <a:pt x="864975" y="47850"/>
                </a:lnTo>
                <a:lnTo>
                  <a:pt x="863325" y="43875"/>
                </a:lnTo>
                <a:lnTo>
                  <a:pt x="861825" y="40350"/>
                </a:lnTo>
                <a:lnTo>
                  <a:pt x="861000" y="38700"/>
                </a:lnTo>
                <a:lnTo>
                  <a:pt x="860550" y="37950"/>
                </a:lnTo>
                <a:lnTo>
                  <a:pt x="860100" y="37350"/>
                </a:lnTo>
                <a:lnTo>
                  <a:pt x="860100" y="48150"/>
                </a:lnTo>
                <a:lnTo>
                  <a:pt x="860475" y="49350"/>
                </a:lnTo>
                <a:lnTo>
                  <a:pt x="861075" y="50700"/>
                </a:lnTo>
                <a:lnTo>
                  <a:pt x="862350" y="51000"/>
                </a:lnTo>
                <a:lnTo>
                  <a:pt x="862350" y="52500"/>
                </a:lnTo>
                <a:lnTo>
                  <a:pt x="851700" y="52500"/>
                </a:lnTo>
                <a:lnTo>
                  <a:pt x="851700" y="51000"/>
                </a:lnTo>
                <a:lnTo>
                  <a:pt x="852975" y="50700"/>
                </a:lnTo>
                <a:lnTo>
                  <a:pt x="853575" y="49350"/>
                </a:lnTo>
                <a:lnTo>
                  <a:pt x="853950" y="48150"/>
                </a:lnTo>
                <a:lnTo>
                  <a:pt x="853950" y="37350"/>
                </a:lnTo>
                <a:lnTo>
                  <a:pt x="853500" y="37950"/>
                </a:lnTo>
                <a:lnTo>
                  <a:pt x="853050" y="38700"/>
                </a:lnTo>
                <a:lnTo>
                  <a:pt x="852225" y="40350"/>
                </a:lnTo>
                <a:lnTo>
                  <a:pt x="850725" y="43875"/>
                </a:lnTo>
                <a:lnTo>
                  <a:pt x="849000" y="48000"/>
                </a:lnTo>
                <a:lnTo>
                  <a:pt x="848175" y="49725"/>
                </a:lnTo>
                <a:lnTo>
                  <a:pt x="847575" y="50775"/>
                </a:lnTo>
                <a:lnTo>
                  <a:pt x="846825" y="51750"/>
                </a:lnTo>
                <a:lnTo>
                  <a:pt x="846150" y="52500"/>
                </a:lnTo>
                <a:lnTo>
                  <a:pt x="846075" y="52500"/>
                </a:lnTo>
                <a:lnTo>
                  <a:pt x="839775" y="52500"/>
                </a:lnTo>
                <a:lnTo>
                  <a:pt x="834450" y="52500"/>
                </a:lnTo>
                <a:lnTo>
                  <a:pt x="834450" y="51000"/>
                </a:lnTo>
                <a:lnTo>
                  <a:pt x="835725" y="50700"/>
                </a:lnTo>
                <a:lnTo>
                  <a:pt x="836325" y="49350"/>
                </a:lnTo>
                <a:close/>
                <a:moveTo>
                  <a:pt x="889575" y="15675"/>
                </a:moveTo>
                <a:lnTo>
                  <a:pt x="889650" y="16800"/>
                </a:lnTo>
                <a:lnTo>
                  <a:pt x="889875" y="17925"/>
                </a:lnTo>
                <a:lnTo>
                  <a:pt x="890175" y="18975"/>
                </a:lnTo>
                <a:lnTo>
                  <a:pt x="890475" y="20025"/>
                </a:lnTo>
                <a:lnTo>
                  <a:pt x="890850" y="21075"/>
                </a:lnTo>
                <a:lnTo>
                  <a:pt x="891375" y="22050"/>
                </a:lnTo>
                <a:lnTo>
                  <a:pt x="891975" y="23175"/>
                </a:lnTo>
                <a:lnTo>
                  <a:pt x="892575" y="24150"/>
                </a:lnTo>
                <a:lnTo>
                  <a:pt x="893325" y="25200"/>
                </a:lnTo>
                <a:lnTo>
                  <a:pt x="894225" y="26325"/>
                </a:lnTo>
                <a:lnTo>
                  <a:pt x="895125" y="27375"/>
                </a:lnTo>
                <a:lnTo>
                  <a:pt x="896175" y="28425"/>
                </a:lnTo>
                <a:lnTo>
                  <a:pt x="897225" y="29475"/>
                </a:lnTo>
                <a:lnTo>
                  <a:pt x="900225" y="32175"/>
                </a:lnTo>
                <a:lnTo>
                  <a:pt x="900450" y="32400"/>
                </a:lnTo>
                <a:lnTo>
                  <a:pt x="900600" y="32700"/>
                </a:lnTo>
                <a:lnTo>
                  <a:pt x="900675" y="32925"/>
                </a:lnTo>
                <a:lnTo>
                  <a:pt x="900750" y="33225"/>
                </a:lnTo>
                <a:lnTo>
                  <a:pt x="900750" y="33525"/>
                </a:lnTo>
                <a:lnTo>
                  <a:pt x="900675" y="33825"/>
                </a:lnTo>
                <a:lnTo>
                  <a:pt x="900600" y="34050"/>
                </a:lnTo>
                <a:lnTo>
                  <a:pt x="900450" y="34350"/>
                </a:lnTo>
                <a:lnTo>
                  <a:pt x="900225" y="34575"/>
                </a:lnTo>
                <a:lnTo>
                  <a:pt x="898275" y="36375"/>
                </a:lnTo>
                <a:lnTo>
                  <a:pt x="896925" y="37575"/>
                </a:lnTo>
                <a:lnTo>
                  <a:pt x="895725" y="38775"/>
                </a:lnTo>
                <a:lnTo>
                  <a:pt x="894600" y="39975"/>
                </a:lnTo>
                <a:lnTo>
                  <a:pt x="893850" y="40875"/>
                </a:lnTo>
                <a:lnTo>
                  <a:pt x="893100" y="41850"/>
                </a:lnTo>
                <a:lnTo>
                  <a:pt x="892500" y="42750"/>
                </a:lnTo>
                <a:lnTo>
                  <a:pt x="891975" y="43575"/>
                </a:lnTo>
                <a:lnTo>
                  <a:pt x="891375" y="44700"/>
                </a:lnTo>
                <a:lnTo>
                  <a:pt x="890850" y="45675"/>
                </a:lnTo>
                <a:lnTo>
                  <a:pt x="890400" y="46875"/>
                </a:lnTo>
                <a:lnTo>
                  <a:pt x="890100" y="47925"/>
                </a:lnTo>
                <a:lnTo>
                  <a:pt x="889875" y="49050"/>
                </a:lnTo>
                <a:lnTo>
                  <a:pt x="889650" y="50100"/>
                </a:lnTo>
                <a:lnTo>
                  <a:pt x="889575" y="51300"/>
                </a:lnTo>
                <a:lnTo>
                  <a:pt x="889500" y="52500"/>
                </a:lnTo>
                <a:lnTo>
                  <a:pt x="883350" y="52500"/>
                </a:lnTo>
                <a:lnTo>
                  <a:pt x="883425" y="51075"/>
                </a:lnTo>
                <a:lnTo>
                  <a:pt x="883500" y="49950"/>
                </a:lnTo>
                <a:lnTo>
                  <a:pt x="883725" y="48600"/>
                </a:lnTo>
                <a:lnTo>
                  <a:pt x="884025" y="47325"/>
                </a:lnTo>
                <a:lnTo>
                  <a:pt x="884325" y="46200"/>
                </a:lnTo>
                <a:lnTo>
                  <a:pt x="884775" y="45000"/>
                </a:lnTo>
                <a:lnTo>
                  <a:pt x="885300" y="43800"/>
                </a:lnTo>
                <a:lnTo>
                  <a:pt x="885900" y="42600"/>
                </a:lnTo>
                <a:lnTo>
                  <a:pt x="886575" y="41475"/>
                </a:lnTo>
                <a:lnTo>
                  <a:pt x="887250" y="40350"/>
                </a:lnTo>
                <a:lnTo>
                  <a:pt x="888075" y="39225"/>
                </a:lnTo>
                <a:lnTo>
                  <a:pt x="889050" y="38025"/>
                </a:lnTo>
                <a:lnTo>
                  <a:pt x="890025" y="36900"/>
                </a:lnTo>
                <a:lnTo>
                  <a:pt x="891150" y="35700"/>
                </a:lnTo>
                <a:lnTo>
                  <a:pt x="892350" y="34575"/>
                </a:lnTo>
                <a:lnTo>
                  <a:pt x="893700" y="33375"/>
                </a:lnTo>
                <a:lnTo>
                  <a:pt x="891675" y="31500"/>
                </a:lnTo>
                <a:lnTo>
                  <a:pt x="889875" y="29625"/>
                </a:lnTo>
                <a:lnTo>
                  <a:pt x="888375" y="27900"/>
                </a:lnTo>
                <a:lnTo>
                  <a:pt x="887025" y="26025"/>
                </a:lnTo>
                <a:lnTo>
                  <a:pt x="885975" y="24300"/>
                </a:lnTo>
                <a:lnTo>
                  <a:pt x="885075" y="22575"/>
                </a:lnTo>
                <a:lnTo>
                  <a:pt x="884700" y="21525"/>
                </a:lnTo>
                <a:lnTo>
                  <a:pt x="884400" y="20700"/>
                </a:lnTo>
                <a:lnTo>
                  <a:pt x="884100" y="19650"/>
                </a:lnTo>
                <a:lnTo>
                  <a:pt x="883875" y="18825"/>
                </a:lnTo>
                <a:lnTo>
                  <a:pt x="883650" y="17700"/>
                </a:lnTo>
                <a:lnTo>
                  <a:pt x="883500" y="16575"/>
                </a:lnTo>
                <a:lnTo>
                  <a:pt x="883350" y="15450"/>
                </a:lnTo>
                <a:lnTo>
                  <a:pt x="883350" y="14250"/>
                </a:lnTo>
                <a:lnTo>
                  <a:pt x="889500" y="14250"/>
                </a:lnTo>
                <a:close/>
                <a:moveTo>
                  <a:pt x="924600" y="65250"/>
                </a:moveTo>
                <a:lnTo>
                  <a:pt x="925875" y="64950"/>
                </a:lnTo>
                <a:lnTo>
                  <a:pt x="926475" y="63675"/>
                </a:lnTo>
                <a:lnTo>
                  <a:pt x="926850" y="62475"/>
                </a:lnTo>
                <a:lnTo>
                  <a:pt x="926850" y="26850"/>
                </a:lnTo>
                <a:lnTo>
                  <a:pt x="927000" y="25050"/>
                </a:lnTo>
                <a:lnTo>
                  <a:pt x="927300" y="23325"/>
                </a:lnTo>
                <a:lnTo>
                  <a:pt x="927750" y="21900"/>
                </a:lnTo>
                <a:lnTo>
                  <a:pt x="927975" y="21150"/>
                </a:lnTo>
                <a:lnTo>
                  <a:pt x="928350" y="20475"/>
                </a:lnTo>
                <a:lnTo>
                  <a:pt x="929025" y="19275"/>
                </a:lnTo>
                <a:lnTo>
                  <a:pt x="929775" y="18300"/>
                </a:lnTo>
                <a:lnTo>
                  <a:pt x="930750" y="17325"/>
                </a:lnTo>
                <a:lnTo>
                  <a:pt x="931725" y="16575"/>
                </a:lnTo>
                <a:lnTo>
                  <a:pt x="932775" y="15900"/>
                </a:lnTo>
                <a:lnTo>
                  <a:pt x="933975" y="15300"/>
                </a:lnTo>
                <a:lnTo>
                  <a:pt x="935250" y="14850"/>
                </a:lnTo>
                <a:lnTo>
                  <a:pt x="936675" y="14550"/>
                </a:lnTo>
                <a:lnTo>
                  <a:pt x="938100" y="14325"/>
                </a:lnTo>
                <a:lnTo>
                  <a:pt x="939600" y="14250"/>
                </a:lnTo>
                <a:lnTo>
                  <a:pt x="941100" y="14325"/>
                </a:lnTo>
                <a:lnTo>
                  <a:pt x="942900" y="14475"/>
                </a:lnTo>
                <a:lnTo>
                  <a:pt x="944475" y="14775"/>
                </a:lnTo>
                <a:lnTo>
                  <a:pt x="946275" y="15225"/>
                </a:lnTo>
                <a:lnTo>
                  <a:pt x="947925" y="15675"/>
                </a:lnTo>
                <a:lnTo>
                  <a:pt x="949800" y="16350"/>
                </a:lnTo>
                <a:lnTo>
                  <a:pt x="946800" y="20175"/>
                </a:lnTo>
                <a:lnTo>
                  <a:pt x="945675" y="19800"/>
                </a:lnTo>
                <a:lnTo>
                  <a:pt x="944475" y="19350"/>
                </a:lnTo>
                <a:lnTo>
                  <a:pt x="943500" y="19125"/>
                </a:lnTo>
                <a:lnTo>
                  <a:pt x="942375" y="18900"/>
                </a:lnTo>
                <a:lnTo>
                  <a:pt x="941325" y="18675"/>
                </a:lnTo>
                <a:lnTo>
                  <a:pt x="940425" y="18600"/>
                </a:lnTo>
                <a:lnTo>
                  <a:pt x="939450" y="18600"/>
                </a:lnTo>
                <a:lnTo>
                  <a:pt x="938625" y="18675"/>
                </a:lnTo>
                <a:lnTo>
                  <a:pt x="937875" y="18825"/>
                </a:lnTo>
                <a:lnTo>
                  <a:pt x="937200" y="19050"/>
                </a:lnTo>
                <a:lnTo>
                  <a:pt x="936525" y="19350"/>
                </a:lnTo>
                <a:lnTo>
                  <a:pt x="936000" y="19725"/>
                </a:lnTo>
                <a:lnTo>
                  <a:pt x="935400" y="20175"/>
                </a:lnTo>
                <a:lnTo>
                  <a:pt x="934950" y="20700"/>
                </a:lnTo>
                <a:lnTo>
                  <a:pt x="934500" y="21300"/>
                </a:lnTo>
                <a:lnTo>
                  <a:pt x="934125" y="21975"/>
                </a:lnTo>
                <a:lnTo>
                  <a:pt x="933675" y="23025"/>
                </a:lnTo>
                <a:lnTo>
                  <a:pt x="933300" y="24225"/>
                </a:lnTo>
                <a:lnTo>
                  <a:pt x="933075" y="25575"/>
                </a:lnTo>
                <a:lnTo>
                  <a:pt x="933000" y="26925"/>
                </a:lnTo>
                <a:lnTo>
                  <a:pt x="933000" y="62475"/>
                </a:lnTo>
                <a:lnTo>
                  <a:pt x="933375" y="63675"/>
                </a:lnTo>
                <a:lnTo>
                  <a:pt x="933975" y="64950"/>
                </a:lnTo>
                <a:lnTo>
                  <a:pt x="935250" y="65250"/>
                </a:lnTo>
                <a:lnTo>
                  <a:pt x="935250" y="66750"/>
                </a:lnTo>
                <a:lnTo>
                  <a:pt x="924600" y="66750"/>
                </a:lnTo>
                <a:close/>
                <a:moveTo>
                  <a:pt x="956325" y="51000"/>
                </a:moveTo>
                <a:lnTo>
                  <a:pt x="957600" y="50700"/>
                </a:lnTo>
                <a:lnTo>
                  <a:pt x="958200" y="49350"/>
                </a:lnTo>
                <a:lnTo>
                  <a:pt x="958575" y="48150"/>
                </a:lnTo>
                <a:lnTo>
                  <a:pt x="958575" y="18600"/>
                </a:lnTo>
                <a:lnTo>
                  <a:pt x="958200" y="17400"/>
                </a:lnTo>
                <a:lnTo>
                  <a:pt x="957600" y="16050"/>
                </a:lnTo>
                <a:lnTo>
                  <a:pt x="956325" y="15750"/>
                </a:lnTo>
                <a:lnTo>
                  <a:pt x="956325" y="14250"/>
                </a:lnTo>
                <a:lnTo>
                  <a:pt x="966975" y="14250"/>
                </a:lnTo>
                <a:lnTo>
                  <a:pt x="966975" y="15750"/>
                </a:lnTo>
                <a:lnTo>
                  <a:pt x="965700" y="16050"/>
                </a:lnTo>
                <a:lnTo>
                  <a:pt x="965100" y="17400"/>
                </a:lnTo>
                <a:lnTo>
                  <a:pt x="964725" y="18600"/>
                </a:lnTo>
                <a:lnTo>
                  <a:pt x="964725" y="48150"/>
                </a:lnTo>
                <a:lnTo>
                  <a:pt x="965100" y="49350"/>
                </a:lnTo>
                <a:lnTo>
                  <a:pt x="965700" y="50700"/>
                </a:lnTo>
                <a:lnTo>
                  <a:pt x="966975" y="51000"/>
                </a:lnTo>
                <a:lnTo>
                  <a:pt x="966975" y="52500"/>
                </a:lnTo>
                <a:lnTo>
                  <a:pt x="956325" y="52500"/>
                </a:lnTo>
                <a:close/>
                <a:moveTo>
                  <a:pt x="975225" y="65250"/>
                </a:moveTo>
                <a:lnTo>
                  <a:pt x="976500" y="64950"/>
                </a:lnTo>
                <a:lnTo>
                  <a:pt x="977100" y="63675"/>
                </a:lnTo>
                <a:lnTo>
                  <a:pt x="977475" y="62475"/>
                </a:lnTo>
                <a:lnTo>
                  <a:pt x="977475" y="26850"/>
                </a:lnTo>
                <a:lnTo>
                  <a:pt x="977625" y="25050"/>
                </a:lnTo>
                <a:lnTo>
                  <a:pt x="977925" y="23325"/>
                </a:lnTo>
                <a:lnTo>
                  <a:pt x="978375" y="21900"/>
                </a:lnTo>
                <a:lnTo>
                  <a:pt x="978600" y="21150"/>
                </a:lnTo>
                <a:lnTo>
                  <a:pt x="978975" y="20475"/>
                </a:lnTo>
                <a:lnTo>
                  <a:pt x="979650" y="19275"/>
                </a:lnTo>
                <a:lnTo>
                  <a:pt x="980400" y="18300"/>
                </a:lnTo>
                <a:lnTo>
                  <a:pt x="981375" y="17325"/>
                </a:lnTo>
                <a:lnTo>
                  <a:pt x="982350" y="16575"/>
                </a:lnTo>
                <a:lnTo>
                  <a:pt x="983400" y="15900"/>
                </a:lnTo>
                <a:lnTo>
                  <a:pt x="984600" y="15300"/>
                </a:lnTo>
                <a:lnTo>
                  <a:pt x="985875" y="14850"/>
                </a:lnTo>
                <a:lnTo>
                  <a:pt x="987300" y="14550"/>
                </a:lnTo>
                <a:lnTo>
                  <a:pt x="988725" y="14325"/>
                </a:lnTo>
                <a:lnTo>
                  <a:pt x="990225" y="14250"/>
                </a:lnTo>
                <a:lnTo>
                  <a:pt x="991725" y="14325"/>
                </a:lnTo>
                <a:lnTo>
                  <a:pt x="993525" y="14475"/>
                </a:lnTo>
                <a:lnTo>
                  <a:pt x="995100" y="14775"/>
                </a:lnTo>
                <a:lnTo>
                  <a:pt x="996900" y="15225"/>
                </a:lnTo>
                <a:lnTo>
                  <a:pt x="998550" y="15675"/>
                </a:lnTo>
                <a:lnTo>
                  <a:pt x="1000425" y="16350"/>
                </a:lnTo>
                <a:lnTo>
                  <a:pt x="997425" y="20175"/>
                </a:lnTo>
                <a:lnTo>
                  <a:pt x="996300" y="19800"/>
                </a:lnTo>
                <a:lnTo>
                  <a:pt x="995100" y="19350"/>
                </a:lnTo>
                <a:lnTo>
                  <a:pt x="994125" y="19125"/>
                </a:lnTo>
                <a:lnTo>
                  <a:pt x="993000" y="18900"/>
                </a:lnTo>
                <a:lnTo>
                  <a:pt x="991950" y="18675"/>
                </a:lnTo>
                <a:lnTo>
                  <a:pt x="991050" y="18600"/>
                </a:lnTo>
                <a:lnTo>
                  <a:pt x="990075" y="18600"/>
                </a:lnTo>
                <a:lnTo>
                  <a:pt x="989250" y="18675"/>
                </a:lnTo>
                <a:lnTo>
                  <a:pt x="988500" y="18825"/>
                </a:lnTo>
                <a:lnTo>
                  <a:pt x="987825" y="19050"/>
                </a:lnTo>
                <a:lnTo>
                  <a:pt x="987150" y="19350"/>
                </a:lnTo>
                <a:lnTo>
                  <a:pt x="986625" y="19725"/>
                </a:lnTo>
                <a:lnTo>
                  <a:pt x="986025" y="20175"/>
                </a:lnTo>
                <a:lnTo>
                  <a:pt x="985575" y="20700"/>
                </a:lnTo>
                <a:lnTo>
                  <a:pt x="985125" y="21300"/>
                </a:lnTo>
                <a:lnTo>
                  <a:pt x="984750" y="21975"/>
                </a:lnTo>
                <a:lnTo>
                  <a:pt x="984300" y="23025"/>
                </a:lnTo>
                <a:lnTo>
                  <a:pt x="983925" y="24225"/>
                </a:lnTo>
                <a:lnTo>
                  <a:pt x="983700" y="25575"/>
                </a:lnTo>
                <a:lnTo>
                  <a:pt x="983625" y="26925"/>
                </a:lnTo>
                <a:lnTo>
                  <a:pt x="983625" y="62475"/>
                </a:lnTo>
                <a:lnTo>
                  <a:pt x="984000" y="63675"/>
                </a:lnTo>
                <a:lnTo>
                  <a:pt x="984600" y="64950"/>
                </a:lnTo>
                <a:lnTo>
                  <a:pt x="985875" y="65250"/>
                </a:lnTo>
                <a:lnTo>
                  <a:pt x="985875" y="66750"/>
                </a:lnTo>
                <a:lnTo>
                  <a:pt x="975225" y="66750"/>
                </a:lnTo>
                <a:close/>
                <a:moveTo>
                  <a:pt x="1030425" y="65250"/>
                </a:moveTo>
                <a:lnTo>
                  <a:pt x="1031700" y="64950"/>
                </a:lnTo>
                <a:lnTo>
                  <a:pt x="1032300" y="63675"/>
                </a:lnTo>
                <a:lnTo>
                  <a:pt x="1032675" y="62475"/>
                </a:lnTo>
                <a:lnTo>
                  <a:pt x="1032675" y="48300"/>
                </a:lnTo>
                <a:lnTo>
                  <a:pt x="1031925" y="48900"/>
                </a:lnTo>
                <a:lnTo>
                  <a:pt x="1031250" y="49350"/>
                </a:lnTo>
                <a:lnTo>
                  <a:pt x="1030200" y="49950"/>
                </a:lnTo>
                <a:lnTo>
                  <a:pt x="1029075" y="50550"/>
                </a:lnTo>
                <a:lnTo>
                  <a:pt x="1027950" y="51075"/>
                </a:lnTo>
                <a:lnTo>
                  <a:pt x="1026825" y="51450"/>
                </a:lnTo>
                <a:lnTo>
                  <a:pt x="1025850" y="51825"/>
                </a:lnTo>
                <a:lnTo>
                  <a:pt x="1024725" y="52125"/>
                </a:lnTo>
                <a:lnTo>
                  <a:pt x="1023675" y="52350"/>
                </a:lnTo>
                <a:lnTo>
                  <a:pt x="1022475" y="52500"/>
                </a:lnTo>
                <a:lnTo>
                  <a:pt x="1021425" y="52650"/>
                </a:lnTo>
                <a:lnTo>
                  <a:pt x="1020300" y="52725"/>
                </a:lnTo>
                <a:lnTo>
                  <a:pt x="1019250" y="52650"/>
                </a:lnTo>
                <a:lnTo>
                  <a:pt x="1018425" y="52575"/>
                </a:lnTo>
                <a:lnTo>
                  <a:pt x="1017450" y="52425"/>
                </a:lnTo>
                <a:lnTo>
                  <a:pt x="1016475" y="52275"/>
                </a:lnTo>
                <a:lnTo>
                  <a:pt x="1015650" y="51975"/>
                </a:lnTo>
                <a:lnTo>
                  <a:pt x="1014825" y="51675"/>
                </a:lnTo>
                <a:lnTo>
                  <a:pt x="1014000" y="51300"/>
                </a:lnTo>
                <a:lnTo>
                  <a:pt x="1013175" y="50850"/>
                </a:lnTo>
                <a:lnTo>
                  <a:pt x="1012500" y="50325"/>
                </a:lnTo>
                <a:lnTo>
                  <a:pt x="1011675" y="49725"/>
                </a:lnTo>
                <a:lnTo>
                  <a:pt x="1011075" y="49200"/>
                </a:lnTo>
                <a:lnTo>
                  <a:pt x="1010400" y="48450"/>
                </a:lnTo>
                <a:lnTo>
                  <a:pt x="1009725" y="47775"/>
                </a:lnTo>
                <a:lnTo>
                  <a:pt x="1009200" y="46950"/>
                </a:lnTo>
                <a:lnTo>
                  <a:pt x="1008600" y="46125"/>
                </a:lnTo>
                <a:lnTo>
                  <a:pt x="1008150" y="45225"/>
                </a:lnTo>
                <a:lnTo>
                  <a:pt x="1007700" y="44400"/>
                </a:lnTo>
                <a:lnTo>
                  <a:pt x="1007175" y="43275"/>
                </a:lnTo>
                <a:lnTo>
                  <a:pt x="1006875" y="42300"/>
                </a:lnTo>
                <a:lnTo>
                  <a:pt x="1006500" y="41175"/>
                </a:lnTo>
                <a:lnTo>
                  <a:pt x="1006200" y="40200"/>
                </a:lnTo>
                <a:lnTo>
                  <a:pt x="1005900" y="39000"/>
                </a:lnTo>
                <a:lnTo>
                  <a:pt x="1005525" y="36750"/>
                </a:lnTo>
                <a:lnTo>
                  <a:pt x="1005300" y="34500"/>
                </a:lnTo>
                <a:lnTo>
                  <a:pt x="1005225" y="32175"/>
                </a:lnTo>
                <a:lnTo>
                  <a:pt x="1005300" y="29925"/>
                </a:lnTo>
                <a:lnTo>
                  <a:pt x="1005525" y="27750"/>
                </a:lnTo>
                <a:lnTo>
                  <a:pt x="1005975" y="25650"/>
                </a:lnTo>
                <a:lnTo>
                  <a:pt x="1006200" y="24525"/>
                </a:lnTo>
                <a:lnTo>
                  <a:pt x="1006500" y="23700"/>
                </a:lnTo>
                <a:lnTo>
                  <a:pt x="1007175" y="21975"/>
                </a:lnTo>
                <a:lnTo>
                  <a:pt x="1007850" y="20550"/>
                </a:lnTo>
                <a:lnTo>
                  <a:pt x="1008300" y="19800"/>
                </a:lnTo>
                <a:lnTo>
                  <a:pt x="1008675" y="19275"/>
                </a:lnTo>
                <a:lnTo>
                  <a:pt x="1009200" y="18600"/>
                </a:lnTo>
                <a:lnTo>
                  <a:pt x="1009725" y="18075"/>
                </a:lnTo>
                <a:lnTo>
                  <a:pt x="1010700" y="17250"/>
                </a:lnTo>
                <a:lnTo>
                  <a:pt x="1011225" y="16875"/>
                </a:lnTo>
                <a:lnTo>
                  <a:pt x="1011750" y="16575"/>
                </a:lnTo>
                <a:lnTo>
                  <a:pt x="1012125" y="16350"/>
                </a:lnTo>
                <a:lnTo>
                  <a:pt x="1013100" y="15975"/>
                </a:lnTo>
                <a:lnTo>
                  <a:pt x="1014900" y="15450"/>
                </a:lnTo>
                <a:lnTo>
                  <a:pt x="1017000" y="14925"/>
                </a:lnTo>
                <a:lnTo>
                  <a:pt x="1019025" y="14550"/>
                </a:lnTo>
                <a:lnTo>
                  <a:pt x="1021050" y="14325"/>
                </a:lnTo>
                <a:lnTo>
                  <a:pt x="1023000" y="14250"/>
                </a:lnTo>
                <a:lnTo>
                  <a:pt x="1024950" y="14325"/>
                </a:lnTo>
                <a:lnTo>
                  <a:pt x="1026900" y="14625"/>
                </a:lnTo>
                <a:lnTo>
                  <a:pt x="1028700" y="15000"/>
                </a:lnTo>
                <a:lnTo>
                  <a:pt x="1029600" y="15300"/>
                </a:lnTo>
                <a:lnTo>
                  <a:pt x="1030425" y="15600"/>
                </a:lnTo>
                <a:lnTo>
                  <a:pt x="1031250" y="15975"/>
                </a:lnTo>
                <a:lnTo>
                  <a:pt x="1032000" y="16350"/>
                </a:lnTo>
                <a:lnTo>
                  <a:pt x="1032750" y="16725"/>
                </a:lnTo>
                <a:lnTo>
                  <a:pt x="1033425" y="17175"/>
                </a:lnTo>
                <a:lnTo>
                  <a:pt x="1034625" y="18150"/>
                </a:lnTo>
                <a:lnTo>
                  <a:pt x="1035225" y="18675"/>
                </a:lnTo>
                <a:lnTo>
                  <a:pt x="1035825" y="19200"/>
                </a:lnTo>
                <a:lnTo>
                  <a:pt x="1036650" y="20325"/>
                </a:lnTo>
                <a:lnTo>
                  <a:pt x="1037400" y="21525"/>
                </a:lnTo>
                <a:lnTo>
                  <a:pt x="1037850" y="22425"/>
                </a:lnTo>
                <a:lnTo>
                  <a:pt x="1038150" y="23175"/>
                </a:lnTo>
                <a:lnTo>
                  <a:pt x="1038375" y="24000"/>
                </a:lnTo>
                <a:lnTo>
                  <a:pt x="1038600" y="24975"/>
                </a:lnTo>
                <a:lnTo>
                  <a:pt x="1038825" y="24975"/>
                </a:lnTo>
                <a:lnTo>
                  <a:pt x="1038825" y="62475"/>
                </a:lnTo>
                <a:lnTo>
                  <a:pt x="1039200" y="63675"/>
                </a:lnTo>
                <a:lnTo>
                  <a:pt x="1039800" y="64950"/>
                </a:lnTo>
                <a:lnTo>
                  <a:pt x="1041075" y="65250"/>
                </a:lnTo>
                <a:lnTo>
                  <a:pt x="1041075" y="66750"/>
                </a:lnTo>
                <a:lnTo>
                  <a:pt x="1030425" y="66750"/>
                </a:lnTo>
                <a:close/>
                <a:moveTo>
                  <a:pt x="1032600" y="26025"/>
                </a:moveTo>
                <a:lnTo>
                  <a:pt x="1032450" y="25425"/>
                </a:lnTo>
                <a:lnTo>
                  <a:pt x="1032300" y="24675"/>
                </a:lnTo>
                <a:lnTo>
                  <a:pt x="1032075" y="24075"/>
                </a:lnTo>
                <a:lnTo>
                  <a:pt x="1031850" y="23475"/>
                </a:lnTo>
                <a:lnTo>
                  <a:pt x="1031550" y="22875"/>
                </a:lnTo>
                <a:lnTo>
                  <a:pt x="1031175" y="22275"/>
                </a:lnTo>
                <a:lnTo>
                  <a:pt x="1030800" y="21750"/>
                </a:lnTo>
                <a:lnTo>
                  <a:pt x="1030350" y="21300"/>
                </a:lnTo>
                <a:lnTo>
                  <a:pt x="1029900" y="20850"/>
                </a:lnTo>
                <a:lnTo>
                  <a:pt x="1029375" y="20475"/>
                </a:lnTo>
                <a:lnTo>
                  <a:pt x="1028925" y="20175"/>
                </a:lnTo>
                <a:lnTo>
                  <a:pt x="1028325" y="19800"/>
                </a:lnTo>
                <a:lnTo>
                  <a:pt x="1027800" y="19575"/>
                </a:lnTo>
                <a:lnTo>
                  <a:pt x="1027050" y="19275"/>
                </a:lnTo>
                <a:lnTo>
                  <a:pt x="1026300" y="19050"/>
                </a:lnTo>
                <a:lnTo>
                  <a:pt x="1025475" y="18825"/>
                </a:lnTo>
                <a:lnTo>
                  <a:pt x="1024650" y="18750"/>
                </a:lnTo>
                <a:lnTo>
                  <a:pt x="1023900" y="18675"/>
                </a:lnTo>
                <a:lnTo>
                  <a:pt x="1022925" y="18600"/>
                </a:lnTo>
                <a:lnTo>
                  <a:pt x="1022100" y="18600"/>
                </a:lnTo>
                <a:lnTo>
                  <a:pt x="1020375" y="18750"/>
                </a:lnTo>
                <a:lnTo>
                  <a:pt x="1019175" y="18975"/>
                </a:lnTo>
                <a:lnTo>
                  <a:pt x="1018050" y="19275"/>
                </a:lnTo>
                <a:lnTo>
                  <a:pt x="1016700" y="19650"/>
                </a:lnTo>
                <a:lnTo>
                  <a:pt x="1015500" y="20025"/>
                </a:lnTo>
                <a:lnTo>
                  <a:pt x="1015350" y="20100"/>
                </a:lnTo>
                <a:lnTo>
                  <a:pt x="1014975" y="20400"/>
                </a:lnTo>
                <a:lnTo>
                  <a:pt x="1014300" y="21075"/>
                </a:lnTo>
                <a:lnTo>
                  <a:pt x="1013925" y="21600"/>
                </a:lnTo>
                <a:lnTo>
                  <a:pt x="1013550" y="22200"/>
                </a:lnTo>
                <a:lnTo>
                  <a:pt x="1013175" y="22875"/>
                </a:lnTo>
                <a:lnTo>
                  <a:pt x="1012875" y="23550"/>
                </a:lnTo>
                <a:lnTo>
                  <a:pt x="1012350" y="25125"/>
                </a:lnTo>
                <a:lnTo>
                  <a:pt x="1011900" y="26850"/>
                </a:lnTo>
                <a:lnTo>
                  <a:pt x="1011600" y="28725"/>
                </a:lnTo>
                <a:lnTo>
                  <a:pt x="1011450" y="30750"/>
                </a:lnTo>
                <a:lnTo>
                  <a:pt x="1011375" y="32775"/>
                </a:lnTo>
                <a:lnTo>
                  <a:pt x="1011450" y="34800"/>
                </a:lnTo>
                <a:lnTo>
                  <a:pt x="1011750" y="36900"/>
                </a:lnTo>
                <a:lnTo>
                  <a:pt x="1012050" y="38700"/>
                </a:lnTo>
                <a:lnTo>
                  <a:pt x="1012575" y="40575"/>
                </a:lnTo>
                <a:lnTo>
                  <a:pt x="1013175" y="42225"/>
                </a:lnTo>
                <a:lnTo>
                  <a:pt x="1013850" y="43725"/>
                </a:lnTo>
                <a:lnTo>
                  <a:pt x="1014675" y="45000"/>
                </a:lnTo>
                <a:lnTo>
                  <a:pt x="1015125" y="45600"/>
                </a:lnTo>
                <a:lnTo>
                  <a:pt x="1015575" y="46125"/>
                </a:lnTo>
                <a:lnTo>
                  <a:pt x="1016025" y="46575"/>
                </a:lnTo>
                <a:lnTo>
                  <a:pt x="1016550" y="47100"/>
                </a:lnTo>
                <a:lnTo>
                  <a:pt x="1017225" y="47550"/>
                </a:lnTo>
                <a:lnTo>
                  <a:pt x="1017975" y="47925"/>
                </a:lnTo>
                <a:lnTo>
                  <a:pt x="1018650" y="48150"/>
                </a:lnTo>
                <a:lnTo>
                  <a:pt x="1019400" y="48300"/>
                </a:lnTo>
                <a:lnTo>
                  <a:pt x="1020300" y="48300"/>
                </a:lnTo>
                <a:lnTo>
                  <a:pt x="1021350" y="48225"/>
                </a:lnTo>
                <a:lnTo>
                  <a:pt x="1022400" y="48075"/>
                </a:lnTo>
                <a:lnTo>
                  <a:pt x="1023450" y="47775"/>
                </a:lnTo>
                <a:lnTo>
                  <a:pt x="1024350" y="47475"/>
                </a:lnTo>
                <a:lnTo>
                  <a:pt x="1025325" y="47100"/>
                </a:lnTo>
                <a:lnTo>
                  <a:pt x="1026225" y="46575"/>
                </a:lnTo>
                <a:lnTo>
                  <a:pt x="1027050" y="46125"/>
                </a:lnTo>
                <a:lnTo>
                  <a:pt x="1029150" y="44850"/>
                </a:lnTo>
                <a:lnTo>
                  <a:pt x="1030650" y="43875"/>
                </a:lnTo>
                <a:lnTo>
                  <a:pt x="1031775" y="42975"/>
                </a:lnTo>
                <a:lnTo>
                  <a:pt x="1032675" y="42225"/>
                </a:lnTo>
                <a:lnTo>
                  <a:pt x="1032675" y="27375"/>
                </a:lnTo>
                <a:close/>
                <a:moveTo>
                  <a:pt x="1094550" y="48600"/>
                </a:moveTo>
                <a:lnTo>
                  <a:pt x="1095000" y="49200"/>
                </a:lnTo>
                <a:lnTo>
                  <a:pt x="1095450" y="49650"/>
                </a:lnTo>
                <a:lnTo>
                  <a:pt x="1096050" y="50250"/>
                </a:lnTo>
                <a:lnTo>
                  <a:pt x="1097325" y="51300"/>
                </a:lnTo>
                <a:lnTo>
                  <a:pt x="1098150" y="51900"/>
                </a:lnTo>
                <a:lnTo>
                  <a:pt x="1099050" y="52500"/>
                </a:lnTo>
                <a:lnTo>
                  <a:pt x="1094850" y="52500"/>
                </a:lnTo>
                <a:lnTo>
                  <a:pt x="1069350" y="52500"/>
                </a:lnTo>
                <a:lnTo>
                  <a:pt x="1069200" y="52350"/>
                </a:lnTo>
                <a:lnTo>
                  <a:pt x="1068975" y="52125"/>
                </a:lnTo>
                <a:lnTo>
                  <a:pt x="1068750" y="51825"/>
                </a:lnTo>
                <a:lnTo>
                  <a:pt x="1068675" y="51600"/>
                </a:lnTo>
                <a:lnTo>
                  <a:pt x="1068600" y="51300"/>
                </a:lnTo>
                <a:lnTo>
                  <a:pt x="1068525" y="51000"/>
                </a:lnTo>
                <a:lnTo>
                  <a:pt x="1068525" y="46500"/>
                </a:lnTo>
                <a:lnTo>
                  <a:pt x="1074675" y="46500"/>
                </a:lnTo>
                <a:lnTo>
                  <a:pt x="1074675" y="48750"/>
                </a:lnTo>
                <a:lnTo>
                  <a:pt x="1087950" y="48750"/>
                </a:lnTo>
                <a:lnTo>
                  <a:pt x="1087575" y="48150"/>
                </a:lnTo>
                <a:lnTo>
                  <a:pt x="1070100" y="18300"/>
                </a:lnTo>
                <a:lnTo>
                  <a:pt x="1069800" y="17850"/>
                </a:lnTo>
                <a:lnTo>
                  <a:pt x="1069350" y="17250"/>
                </a:lnTo>
                <a:lnTo>
                  <a:pt x="1068375" y="16350"/>
                </a:lnTo>
                <a:lnTo>
                  <a:pt x="1067100" y="15300"/>
                </a:lnTo>
                <a:lnTo>
                  <a:pt x="1065525" y="14250"/>
                </a:lnTo>
                <a:lnTo>
                  <a:pt x="1069725" y="14250"/>
                </a:lnTo>
                <a:lnTo>
                  <a:pt x="1095225" y="14250"/>
                </a:lnTo>
                <a:lnTo>
                  <a:pt x="1095450" y="14400"/>
                </a:lnTo>
                <a:lnTo>
                  <a:pt x="1095675" y="14625"/>
                </a:lnTo>
                <a:lnTo>
                  <a:pt x="1095825" y="14925"/>
                </a:lnTo>
                <a:lnTo>
                  <a:pt x="1095975" y="15150"/>
                </a:lnTo>
                <a:lnTo>
                  <a:pt x="1096050" y="15450"/>
                </a:lnTo>
                <a:lnTo>
                  <a:pt x="1096050" y="15750"/>
                </a:lnTo>
                <a:lnTo>
                  <a:pt x="1096050" y="20250"/>
                </a:lnTo>
                <a:lnTo>
                  <a:pt x="1089900" y="20250"/>
                </a:lnTo>
                <a:lnTo>
                  <a:pt x="1089900" y="18000"/>
                </a:lnTo>
                <a:lnTo>
                  <a:pt x="1076700" y="18000"/>
                </a:lnTo>
                <a:lnTo>
                  <a:pt x="1077000" y="18600"/>
                </a:lnTo>
                <a:close/>
                <a:moveTo>
                  <a:pt x="1119750" y="64950"/>
                </a:moveTo>
                <a:lnTo>
                  <a:pt x="1120350" y="63600"/>
                </a:lnTo>
                <a:lnTo>
                  <a:pt x="1120725" y="62400"/>
                </a:lnTo>
                <a:lnTo>
                  <a:pt x="1120725" y="35625"/>
                </a:lnTo>
                <a:lnTo>
                  <a:pt x="1119600" y="36300"/>
                </a:lnTo>
                <a:lnTo>
                  <a:pt x="1119000" y="36750"/>
                </a:lnTo>
                <a:lnTo>
                  <a:pt x="1118325" y="37350"/>
                </a:lnTo>
                <a:lnTo>
                  <a:pt x="1117050" y="38550"/>
                </a:lnTo>
                <a:lnTo>
                  <a:pt x="1115700" y="40125"/>
                </a:lnTo>
                <a:lnTo>
                  <a:pt x="1114575" y="41625"/>
                </a:lnTo>
                <a:lnTo>
                  <a:pt x="1113375" y="43350"/>
                </a:lnTo>
                <a:lnTo>
                  <a:pt x="1112175" y="45075"/>
                </a:lnTo>
                <a:lnTo>
                  <a:pt x="1110075" y="48600"/>
                </a:lnTo>
                <a:lnTo>
                  <a:pt x="1109250" y="49875"/>
                </a:lnTo>
                <a:lnTo>
                  <a:pt x="1108425" y="51000"/>
                </a:lnTo>
                <a:lnTo>
                  <a:pt x="1107750" y="51675"/>
                </a:lnTo>
                <a:lnTo>
                  <a:pt x="1107525" y="51900"/>
                </a:lnTo>
                <a:lnTo>
                  <a:pt x="1106850" y="52275"/>
                </a:lnTo>
                <a:lnTo>
                  <a:pt x="1106100" y="52425"/>
                </a:lnTo>
                <a:lnTo>
                  <a:pt x="1105275" y="52500"/>
                </a:lnTo>
                <a:lnTo>
                  <a:pt x="1104450" y="52425"/>
                </a:lnTo>
                <a:lnTo>
                  <a:pt x="1103775" y="52125"/>
                </a:lnTo>
                <a:lnTo>
                  <a:pt x="1103400" y="51975"/>
                </a:lnTo>
                <a:lnTo>
                  <a:pt x="1102875" y="51525"/>
                </a:lnTo>
                <a:lnTo>
                  <a:pt x="1102650" y="51300"/>
                </a:lnTo>
                <a:lnTo>
                  <a:pt x="1102500" y="51000"/>
                </a:lnTo>
                <a:lnTo>
                  <a:pt x="1102425" y="50775"/>
                </a:lnTo>
                <a:lnTo>
                  <a:pt x="1102350" y="50475"/>
                </a:lnTo>
                <a:lnTo>
                  <a:pt x="1102350" y="50175"/>
                </a:lnTo>
                <a:lnTo>
                  <a:pt x="1103175" y="46800"/>
                </a:lnTo>
                <a:lnTo>
                  <a:pt x="1103625" y="44475"/>
                </a:lnTo>
                <a:lnTo>
                  <a:pt x="1104150" y="41925"/>
                </a:lnTo>
                <a:lnTo>
                  <a:pt x="1104525" y="39075"/>
                </a:lnTo>
                <a:lnTo>
                  <a:pt x="1104825" y="36525"/>
                </a:lnTo>
                <a:lnTo>
                  <a:pt x="1105125" y="33825"/>
                </a:lnTo>
                <a:lnTo>
                  <a:pt x="1105275" y="31200"/>
                </a:lnTo>
                <a:lnTo>
                  <a:pt x="1105275" y="28725"/>
                </a:lnTo>
                <a:lnTo>
                  <a:pt x="1105275" y="26550"/>
                </a:lnTo>
                <a:lnTo>
                  <a:pt x="1105125" y="24525"/>
                </a:lnTo>
                <a:lnTo>
                  <a:pt x="1104900" y="22725"/>
                </a:lnTo>
                <a:lnTo>
                  <a:pt x="1104600" y="21150"/>
                </a:lnTo>
                <a:lnTo>
                  <a:pt x="1104300" y="19650"/>
                </a:lnTo>
                <a:lnTo>
                  <a:pt x="1103850" y="18375"/>
                </a:lnTo>
                <a:lnTo>
                  <a:pt x="1103325" y="17325"/>
                </a:lnTo>
                <a:lnTo>
                  <a:pt x="1103100" y="16950"/>
                </a:lnTo>
                <a:lnTo>
                  <a:pt x="1102800" y="16500"/>
                </a:lnTo>
                <a:lnTo>
                  <a:pt x="1108050" y="14250"/>
                </a:lnTo>
                <a:lnTo>
                  <a:pt x="1108575" y="14850"/>
                </a:lnTo>
                <a:lnTo>
                  <a:pt x="1109025" y="15675"/>
                </a:lnTo>
                <a:lnTo>
                  <a:pt x="1109400" y="16350"/>
                </a:lnTo>
                <a:lnTo>
                  <a:pt x="1109775" y="17250"/>
                </a:lnTo>
                <a:lnTo>
                  <a:pt x="1110300" y="18900"/>
                </a:lnTo>
                <a:lnTo>
                  <a:pt x="1110825" y="20925"/>
                </a:lnTo>
                <a:lnTo>
                  <a:pt x="1111125" y="23025"/>
                </a:lnTo>
                <a:lnTo>
                  <a:pt x="1111350" y="25575"/>
                </a:lnTo>
                <a:lnTo>
                  <a:pt x="1111425" y="28275"/>
                </a:lnTo>
                <a:lnTo>
                  <a:pt x="1111425" y="31125"/>
                </a:lnTo>
                <a:lnTo>
                  <a:pt x="1111275" y="34050"/>
                </a:lnTo>
                <a:lnTo>
                  <a:pt x="1110975" y="37200"/>
                </a:lnTo>
                <a:lnTo>
                  <a:pt x="1112100" y="35850"/>
                </a:lnTo>
                <a:lnTo>
                  <a:pt x="1113225" y="34800"/>
                </a:lnTo>
                <a:lnTo>
                  <a:pt x="1114350" y="33900"/>
                </a:lnTo>
                <a:lnTo>
                  <a:pt x="1115550" y="33000"/>
                </a:lnTo>
                <a:lnTo>
                  <a:pt x="1116825" y="32175"/>
                </a:lnTo>
                <a:lnTo>
                  <a:pt x="1118100" y="31575"/>
                </a:lnTo>
                <a:lnTo>
                  <a:pt x="1119450" y="31125"/>
                </a:lnTo>
                <a:lnTo>
                  <a:pt x="1120725" y="30750"/>
                </a:lnTo>
                <a:lnTo>
                  <a:pt x="1120725" y="18600"/>
                </a:lnTo>
                <a:lnTo>
                  <a:pt x="1120350" y="17400"/>
                </a:lnTo>
                <a:lnTo>
                  <a:pt x="1119750" y="16050"/>
                </a:lnTo>
                <a:lnTo>
                  <a:pt x="1118475" y="15750"/>
                </a:lnTo>
                <a:lnTo>
                  <a:pt x="1118475" y="14250"/>
                </a:lnTo>
                <a:lnTo>
                  <a:pt x="1129125" y="14250"/>
                </a:lnTo>
                <a:lnTo>
                  <a:pt x="1129125" y="15750"/>
                </a:lnTo>
                <a:lnTo>
                  <a:pt x="1127850" y="16050"/>
                </a:lnTo>
                <a:lnTo>
                  <a:pt x="1127250" y="17400"/>
                </a:lnTo>
                <a:lnTo>
                  <a:pt x="1126875" y="18600"/>
                </a:lnTo>
                <a:lnTo>
                  <a:pt x="1126875" y="62400"/>
                </a:lnTo>
                <a:lnTo>
                  <a:pt x="1127250" y="63600"/>
                </a:lnTo>
                <a:lnTo>
                  <a:pt x="1127850" y="64950"/>
                </a:lnTo>
                <a:lnTo>
                  <a:pt x="1129125" y="65250"/>
                </a:lnTo>
                <a:lnTo>
                  <a:pt x="1129125" y="66750"/>
                </a:lnTo>
                <a:lnTo>
                  <a:pt x="1118475" y="66750"/>
                </a:lnTo>
                <a:lnTo>
                  <a:pt x="1118475" y="65250"/>
                </a:lnTo>
                <a:close/>
              </a:path>
            </a:pathLst>
          </a:custGeom>
          <a:solidFill>
            <a:srgbClr val="000000"/>
          </a:solidFill>
          <a:ln>
            <a:noFill/>
          </a:ln>
        </p:spPr>
        <p:txBody>
          <a:bodyPr rtlCol="0" anchor="ctr"/>
          <a:lstStyle/>
          <a:p>
            <a:pPr algn="ctr"/>
          </a:p>
        </p:txBody>
      </p:sp>
      <p:sp>
        <p:nvSpPr>
          <p:cNvPr id="11" name="Full Kül Tigin D1 / 3"/>
          <p:cNvSpPr/>
          <p:nvPr/>
        </p:nvSpPr>
        <p:spPr>
          <a:xfrm>
            <a:off x="2285428" y="4110990"/>
            <a:ext cx="9204579" cy="508635"/>
          </a:xfrm>
          <a:custGeom>
            <a:avLst/>
            <a:gdLst/>
            <a:ahLst/>
            <a:cxnLst/>
            <a:rect l="l" t="t" r="r" b="b"/>
            <a:pathLst>
              <a:path w="1207950" h="66750" stroke="0">
                <a:moveTo>
                  <a:pt x="1875" y="49350"/>
                </a:moveTo>
                <a:lnTo>
                  <a:pt x="2250" y="48150"/>
                </a:lnTo>
                <a:lnTo>
                  <a:pt x="2250" y="4350"/>
                </a:lnTo>
                <a:lnTo>
                  <a:pt x="1875" y="3150"/>
                </a:lnTo>
                <a:lnTo>
                  <a:pt x="1275" y="1800"/>
                </a:lnTo>
                <a:lnTo>
                  <a:pt x="0" y="1500"/>
                </a:lnTo>
                <a:lnTo>
                  <a:pt x="0" y="0"/>
                </a:lnTo>
                <a:lnTo>
                  <a:pt x="10650" y="0"/>
                </a:lnTo>
                <a:lnTo>
                  <a:pt x="10650" y="1500"/>
                </a:lnTo>
                <a:lnTo>
                  <a:pt x="9375" y="1800"/>
                </a:lnTo>
                <a:lnTo>
                  <a:pt x="8775" y="3150"/>
                </a:lnTo>
                <a:lnTo>
                  <a:pt x="8400" y="4350"/>
                </a:lnTo>
                <a:lnTo>
                  <a:pt x="8400" y="13725"/>
                </a:lnTo>
                <a:lnTo>
                  <a:pt x="10725" y="13575"/>
                </a:lnTo>
                <a:lnTo>
                  <a:pt x="12900" y="13500"/>
                </a:lnTo>
                <a:lnTo>
                  <a:pt x="14850" y="13650"/>
                </a:lnTo>
                <a:lnTo>
                  <a:pt x="15825" y="13725"/>
                </a:lnTo>
                <a:lnTo>
                  <a:pt x="16800" y="13950"/>
                </a:lnTo>
                <a:lnTo>
                  <a:pt x="17700" y="14175"/>
                </a:lnTo>
                <a:lnTo>
                  <a:pt x="18600" y="14400"/>
                </a:lnTo>
                <a:lnTo>
                  <a:pt x="19350" y="14625"/>
                </a:lnTo>
                <a:lnTo>
                  <a:pt x="20175" y="15000"/>
                </a:lnTo>
                <a:lnTo>
                  <a:pt x="20925" y="15375"/>
                </a:lnTo>
                <a:lnTo>
                  <a:pt x="21675" y="15825"/>
                </a:lnTo>
                <a:lnTo>
                  <a:pt x="22275" y="16200"/>
                </a:lnTo>
                <a:lnTo>
                  <a:pt x="23025" y="16800"/>
                </a:lnTo>
                <a:lnTo>
                  <a:pt x="23550" y="17250"/>
                </a:lnTo>
                <a:lnTo>
                  <a:pt x="24225" y="17925"/>
                </a:lnTo>
                <a:lnTo>
                  <a:pt x="24675" y="18525"/>
                </a:lnTo>
                <a:lnTo>
                  <a:pt x="25200" y="19200"/>
                </a:lnTo>
                <a:lnTo>
                  <a:pt x="25575" y="19875"/>
                </a:lnTo>
                <a:lnTo>
                  <a:pt x="26025" y="20700"/>
                </a:lnTo>
                <a:lnTo>
                  <a:pt x="26325" y="21450"/>
                </a:lnTo>
                <a:lnTo>
                  <a:pt x="26700" y="22350"/>
                </a:lnTo>
                <a:lnTo>
                  <a:pt x="26775" y="22875"/>
                </a:lnTo>
                <a:lnTo>
                  <a:pt x="26775" y="29250"/>
                </a:lnTo>
                <a:lnTo>
                  <a:pt x="20625" y="29250"/>
                </a:lnTo>
                <a:lnTo>
                  <a:pt x="20625" y="23175"/>
                </a:lnTo>
                <a:lnTo>
                  <a:pt x="20400" y="22500"/>
                </a:lnTo>
                <a:lnTo>
                  <a:pt x="20025" y="21825"/>
                </a:lnTo>
                <a:lnTo>
                  <a:pt x="19725" y="21300"/>
                </a:lnTo>
                <a:lnTo>
                  <a:pt x="19350" y="20775"/>
                </a:lnTo>
                <a:lnTo>
                  <a:pt x="19050" y="20325"/>
                </a:lnTo>
                <a:lnTo>
                  <a:pt x="18525" y="19800"/>
                </a:lnTo>
                <a:lnTo>
                  <a:pt x="18075" y="19425"/>
                </a:lnTo>
                <a:lnTo>
                  <a:pt x="17550" y="19050"/>
                </a:lnTo>
                <a:lnTo>
                  <a:pt x="16800" y="18675"/>
                </a:lnTo>
                <a:lnTo>
                  <a:pt x="15900" y="18375"/>
                </a:lnTo>
                <a:lnTo>
                  <a:pt x="14850" y="18150"/>
                </a:lnTo>
                <a:lnTo>
                  <a:pt x="13800" y="18000"/>
                </a:lnTo>
                <a:lnTo>
                  <a:pt x="12750" y="17925"/>
                </a:lnTo>
                <a:lnTo>
                  <a:pt x="11325" y="18000"/>
                </a:lnTo>
                <a:lnTo>
                  <a:pt x="9900" y="18075"/>
                </a:lnTo>
                <a:lnTo>
                  <a:pt x="8400" y="18225"/>
                </a:lnTo>
                <a:lnTo>
                  <a:pt x="8400" y="33825"/>
                </a:lnTo>
                <a:lnTo>
                  <a:pt x="10725" y="33600"/>
                </a:lnTo>
                <a:lnTo>
                  <a:pt x="12900" y="33525"/>
                </a:lnTo>
                <a:lnTo>
                  <a:pt x="14100" y="33525"/>
                </a:lnTo>
                <a:lnTo>
                  <a:pt x="15075" y="33600"/>
                </a:lnTo>
                <a:lnTo>
                  <a:pt x="15975" y="33750"/>
                </a:lnTo>
                <a:lnTo>
                  <a:pt x="16950" y="33900"/>
                </a:lnTo>
                <a:lnTo>
                  <a:pt x="17925" y="34125"/>
                </a:lnTo>
                <a:lnTo>
                  <a:pt x="18825" y="34425"/>
                </a:lnTo>
                <a:lnTo>
                  <a:pt x="19575" y="34725"/>
                </a:lnTo>
                <a:lnTo>
                  <a:pt x="20400" y="35100"/>
                </a:lnTo>
                <a:lnTo>
                  <a:pt x="21225" y="35550"/>
                </a:lnTo>
                <a:lnTo>
                  <a:pt x="21900" y="35925"/>
                </a:lnTo>
                <a:lnTo>
                  <a:pt x="22575" y="36450"/>
                </a:lnTo>
                <a:lnTo>
                  <a:pt x="23175" y="36975"/>
                </a:lnTo>
                <a:lnTo>
                  <a:pt x="24150" y="37950"/>
                </a:lnTo>
                <a:lnTo>
                  <a:pt x="25050" y="39075"/>
                </a:lnTo>
                <a:lnTo>
                  <a:pt x="25500" y="39825"/>
                </a:lnTo>
                <a:lnTo>
                  <a:pt x="25875" y="40500"/>
                </a:lnTo>
                <a:lnTo>
                  <a:pt x="26475" y="41850"/>
                </a:lnTo>
                <a:lnTo>
                  <a:pt x="26700" y="42600"/>
                </a:lnTo>
                <a:lnTo>
                  <a:pt x="26775" y="43125"/>
                </a:lnTo>
                <a:lnTo>
                  <a:pt x="26775" y="48150"/>
                </a:lnTo>
                <a:lnTo>
                  <a:pt x="27150" y="49350"/>
                </a:lnTo>
                <a:lnTo>
                  <a:pt x="27750" y="50700"/>
                </a:lnTo>
                <a:lnTo>
                  <a:pt x="29025" y="51000"/>
                </a:lnTo>
                <a:lnTo>
                  <a:pt x="29025" y="52500"/>
                </a:lnTo>
                <a:lnTo>
                  <a:pt x="18375" y="52500"/>
                </a:lnTo>
                <a:lnTo>
                  <a:pt x="18375" y="51000"/>
                </a:lnTo>
                <a:lnTo>
                  <a:pt x="19650" y="50700"/>
                </a:lnTo>
                <a:lnTo>
                  <a:pt x="20250" y="49350"/>
                </a:lnTo>
                <a:lnTo>
                  <a:pt x="20625" y="48150"/>
                </a:lnTo>
                <a:lnTo>
                  <a:pt x="20625" y="43350"/>
                </a:lnTo>
                <a:lnTo>
                  <a:pt x="20100" y="42150"/>
                </a:lnTo>
                <a:lnTo>
                  <a:pt x="19575" y="41100"/>
                </a:lnTo>
                <a:lnTo>
                  <a:pt x="19200" y="40650"/>
                </a:lnTo>
                <a:lnTo>
                  <a:pt x="18825" y="40200"/>
                </a:lnTo>
                <a:lnTo>
                  <a:pt x="18075" y="39450"/>
                </a:lnTo>
                <a:lnTo>
                  <a:pt x="17700" y="39150"/>
                </a:lnTo>
                <a:lnTo>
                  <a:pt x="17175" y="38850"/>
                </a:lnTo>
                <a:lnTo>
                  <a:pt x="16200" y="38475"/>
                </a:lnTo>
                <a:lnTo>
                  <a:pt x="15600" y="38250"/>
                </a:lnTo>
                <a:lnTo>
                  <a:pt x="15000" y="38100"/>
                </a:lnTo>
                <a:lnTo>
                  <a:pt x="13725" y="37950"/>
                </a:lnTo>
                <a:lnTo>
                  <a:pt x="12675" y="37950"/>
                </a:lnTo>
                <a:lnTo>
                  <a:pt x="11400" y="38025"/>
                </a:lnTo>
                <a:lnTo>
                  <a:pt x="9975" y="38175"/>
                </a:lnTo>
                <a:lnTo>
                  <a:pt x="8400" y="38400"/>
                </a:lnTo>
                <a:lnTo>
                  <a:pt x="8400" y="48150"/>
                </a:lnTo>
                <a:lnTo>
                  <a:pt x="8775" y="49350"/>
                </a:lnTo>
                <a:lnTo>
                  <a:pt x="9375" y="50700"/>
                </a:lnTo>
                <a:lnTo>
                  <a:pt x="10650" y="51000"/>
                </a:lnTo>
                <a:lnTo>
                  <a:pt x="10650" y="52500"/>
                </a:lnTo>
                <a:lnTo>
                  <a:pt x="0" y="52500"/>
                </a:lnTo>
                <a:lnTo>
                  <a:pt x="0" y="51000"/>
                </a:lnTo>
                <a:lnTo>
                  <a:pt x="1275" y="50700"/>
                </a:lnTo>
                <a:close/>
                <a:moveTo>
                  <a:pt x="57525" y="63600"/>
                </a:moveTo>
                <a:lnTo>
                  <a:pt x="57900" y="62400"/>
                </a:lnTo>
                <a:lnTo>
                  <a:pt x="57900" y="27750"/>
                </a:lnTo>
                <a:lnTo>
                  <a:pt x="57975" y="26250"/>
                </a:lnTo>
                <a:lnTo>
                  <a:pt x="57900" y="26250"/>
                </a:lnTo>
                <a:lnTo>
                  <a:pt x="57825" y="25275"/>
                </a:lnTo>
                <a:lnTo>
                  <a:pt x="57750" y="24375"/>
                </a:lnTo>
                <a:lnTo>
                  <a:pt x="57600" y="23625"/>
                </a:lnTo>
                <a:lnTo>
                  <a:pt x="57375" y="22875"/>
                </a:lnTo>
                <a:lnTo>
                  <a:pt x="57000" y="22050"/>
                </a:lnTo>
                <a:lnTo>
                  <a:pt x="56625" y="21375"/>
                </a:lnTo>
                <a:lnTo>
                  <a:pt x="56100" y="20700"/>
                </a:lnTo>
                <a:lnTo>
                  <a:pt x="55575" y="20100"/>
                </a:lnTo>
                <a:lnTo>
                  <a:pt x="54900" y="19650"/>
                </a:lnTo>
                <a:lnTo>
                  <a:pt x="54225" y="19275"/>
                </a:lnTo>
                <a:lnTo>
                  <a:pt x="53475" y="18975"/>
                </a:lnTo>
                <a:lnTo>
                  <a:pt x="52800" y="18825"/>
                </a:lnTo>
                <a:lnTo>
                  <a:pt x="51975" y="18825"/>
                </a:lnTo>
                <a:lnTo>
                  <a:pt x="51300" y="18900"/>
                </a:lnTo>
                <a:lnTo>
                  <a:pt x="50550" y="19050"/>
                </a:lnTo>
                <a:lnTo>
                  <a:pt x="49800" y="19350"/>
                </a:lnTo>
                <a:lnTo>
                  <a:pt x="49125" y="19800"/>
                </a:lnTo>
                <a:lnTo>
                  <a:pt x="48450" y="20325"/>
                </a:lnTo>
                <a:lnTo>
                  <a:pt x="47850" y="20925"/>
                </a:lnTo>
                <a:lnTo>
                  <a:pt x="47325" y="21600"/>
                </a:lnTo>
                <a:lnTo>
                  <a:pt x="47025" y="22125"/>
                </a:lnTo>
                <a:lnTo>
                  <a:pt x="46725" y="22650"/>
                </a:lnTo>
                <a:lnTo>
                  <a:pt x="46275" y="23850"/>
                </a:lnTo>
                <a:lnTo>
                  <a:pt x="46050" y="24600"/>
                </a:lnTo>
                <a:lnTo>
                  <a:pt x="45900" y="25275"/>
                </a:lnTo>
                <a:lnTo>
                  <a:pt x="45750" y="26100"/>
                </a:lnTo>
                <a:lnTo>
                  <a:pt x="45675" y="26775"/>
                </a:lnTo>
                <a:lnTo>
                  <a:pt x="45675" y="27750"/>
                </a:lnTo>
                <a:lnTo>
                  <a:pt x="45675" y="48150"/>
                </a:lnTo>
                <a:lnTo>
                  <a:pt x="46050" y="49350"/>
                </a:lnTo>
                <a:lnTo>
                  <a:pt x="46650" y="50700"/>
                </a:lnTo>
                <a:lnTo>
                  <a:pt x="47925" y="51000"/>
                </a:lnTo>
                <a:lnTo>
                  <a:pt x="47925" y="52500"/>
                </a:lnTo>
                <a:lnTo>
                  <a:pt x="37275" y="52500"/>
                </a:lnTo>
                <a:lnTo>
                  <a:pt x="37275" y="51000"/>
                </a:lnTo>
                <a:lnTo>
                  <a:pt x="38550" y="50700"/>
                </a:lnTo>
                <a:lnTo>
                  <a:pt x="39150" y="49350"/>
                </a:lnTo>
                <a:lnTo>
                  <a:pt x="39525" y="48150"/>
                </a:lnTo>
                <a:lnTo>
                  <a:pt x="39525" y="27750"/>
                </a:lnTo>
                <a:lnTo>
                  <a:pt x="39525" y="26625"/>
                </a:lnTo>
                <a:lnTo>
                  <a:pt x="39750" y="25050"/>
                </a:lnTo>
                <a:lnTo>
                  <a:pt x="39900" y="24300"/>
                </a:lnTo>
                <a:lnTo>
                  <a:pt x="40050" y="23475"/>
                </a:lnTo>
                <a:lnTo>
                  <a:pt x="40500" y="22125"/>
                </a:lnTo>
                <a:lnTo>
                  <a:pt x="40800" y="21375"/>
                </a:lnTo>
                <a:lnTo>
                  <a:pt x="41175" y="20700"/>
                </a:lnTo>
                <a:lnTo>
                  <a:pt x="41550" y="20100"/>
                </a:lnTo>
                <a:lnTo>
                  <a:pt x="41925" y="19500"/>
                </a:lnTo>
                <a:lnTo>
                  <a:pt x="42750" y="18450"/>
                </a:lnTo>
                <a:lnTo>
                  <a:pt x="43800" y="17400"/>
                </a:lnTo>
                <a:lnTo>
                  <a:pt x="44850" y="16575"/>
                </a:lnTo>
                <a:lnTo>
                  <a:pt x="46125" y="15825"/>
                </a:lnTo>
                <a:lnTo>
                  <a:pt x="47325" y="15300"/>
                </a:lnTo>
                <a:lnTo>
                  <a:pt x="48750" y="14775"/>
                </a:lnTo>
                <a:lnTo>
                  <a:pt x="50175" y="14550"/>
                </a:lnTo>
                <a:lnTo>
                  <a:pt x="50925" y="14400"/>
                </a:lnTo>
                <a:lnTo>
                  <a:pt x="51750" y="14400"/>
                </a:lnTo>
                <a:lnTo>
                  <a:pt x="52500" y="14400"/>
                </a:lnTo>
                <a:lnTo>
                  <a:pt x="53325" y="14400"/>
                </a:lnTo>
                <a:lnTo>
                  <a:pt x="54075" y="14550"/>
                </a:lnTo>
                <a:lnTo>
                  <a:pt x="54900" y="14625"/>
                </a:lnTo>
                <a:lnTo>
                  <a:pt x="55650" y="14850"/>
                </a:lnTo>
                <a:lnTo>
                  <a:pt x="56325" y="15075"/>
                </a:lnTo>
                <a:lnTo>
                  <a:pt x="57075" y="15300"/>
                </a:lnTo>
                <a:lnTo>
                  <a:pt x="57750" y="15600"/>
                </a:lnTo>
                <a:lnTo>
                  <a:pt x="58425" y="15975"/>
                </a:lnTo>
                <a:lnTo>
                  <a:pt x="59025" y="16350"/>
                </a:lnTo>
                <a:lnTo>
                  <a:pt x="59625" y="16800"/>
                </a:lnTo>
                <a:lnTo>
                  <a:pt x="60225" y="17250"/>
                </a:lnTo>
                <a:lnTo>
                  <a:pt x="60750" y="17700"/>
                </a:lnTo>
                <a:lnTo>
                  <a:pt x="61275" y="18300"/>
                </a:lnTo>
                <a:lnTo>
                  <a:pt x="61950" y="17625"/>
                </a:lnTo>
                <a:lnTo>
                  <a:pt x="62775" y="16950"/>
                </a:lnTo>
                <a:lnTo>
                  <a:pt x="63525" y="16350"/>
                </a:lnTo>
                <a:lnTo>
                  <a:pt x="64500" y="15825"/>
                </a:lnTo>
                <a:lnTo>
                  <a:pt x="65400" y="15450"/>
                </a:lnTo>
                <a:lnTo>
                  <a:pt x="66300" y="15075"/>
                </a:lnTo>
                <a:lnTo>
                  <a:pt x="67350" y="14775"/>
                </a:lnTo>
                <a:lnTo>
                  <a:pt x="68325" y="14550"/>
                </a:lnTo>
                <a:lnTo>
                  <a:pt x="69750" y="14400"/>
                </a:lnTo>
                <a:lnTo>
                  <a:pt x="71250" y="14400"/>
                </a:lnTo>
                <a:lnTo>
                  <a:pt x="72675" y="14550"/>
                </a:lnTo>
                <a:lnTo>
                  <a:pt x="74025" y="14850"/>
                </a:lnTo>
                <a:lnTo>
                  <a:pt x="74025" y="14250"/>
                </a:lnTo>
                <a:lnTo>
                  <a:pt x="84675" y="14250"/>
                </a:lnTo>
                <a:lnTo>
                  <a:pt x="84675" y="15750"/>
                </a:lnTo>
                <a:lnTo>
                  <a:pt x="83400" y="16050"/>
                </a:lnTo>
                <a:lnTo>
                  <a:pt x="82800" y="17400"/>
                </a:lnTo>
                <a:lnTo>
                  <a:pt x="82425" y="18600"/>
                </a:lnTo>
                <a:lnTo>
                  <a:pt x="82425" y="48150"/>
                </a:lnTo>
                <a:lnTo>
                  <a:pt x="82800" y="49350"/>
                </a:lnTo>
                <a:lnTo>
                  <a:pt x="83400" y="50700"/>
                </a:lnTo>
                <a:lnTo>
                  <a:pt x="84675" y="51000"/>
                </a:lnTo>
                <a:lnTo>
                  <a:pt x="84675" y="52500"/>
                </a:lnTo>
                <a:lnTo>
                  <a:pt x="74025" y="52500"/>
                </a:lnTo>
                <a:lnTo>
                  <a:pt x="74025" y="51000"/>
                </a:lnTo>
                <a:lnTo>
                  <a:pt x="75300" y="50700"/>
                </a:lnTo>
                <a:lnTo>
                  <a:pt x="75900" y="49350"/>
                </a:lnTo>
                <a:lnTo>
                  <a:pt x="76275" y="48150"/>
                </a:lnTo>
                <a:lnTo>
                  <a:pt x="76275" y="26250"/>
                </a:lnTo>
                <a:lnTo>
                  <a:pt x="76200" y="25275"/>
                </a:lnTo>
                <a:lnTo>
                  <a:pt x="76125" y="24375"/>
                </a:lnTo>
                <a:lnTo>
                  <a:pt x="75975" y="23625"/>
                </a:lnTo>
                <a:lnTo>
                  <a:pt x="75750" y="22875"/>
                </a:lnTo>
                <a:lnTo>
                  <a:pt x="75450" y="22200"/>
                </a:lnTo>
                <a:lnTo>
                  <a:pt x="75075" y="21600"/>
                </a:lnTo>
                <a:lnTo>
                  <a:pt x="74700" y="21000"/>
                </a:lnTo>
                <a:lnTo>
                  <a:pt x="74250" y="20475"/>
                </a:lnTo>
                <a:lnTo>
                  <a:pt x="73800" y="20025"/>
                </a:lnTo>
                <a:lnTo>
                  <a:pt x="73275" y="19650"/>
                </a:lnTo>
                <a:lnTo>
                  <a:pt x="72675" y="19275"/>
                </a:lnTo>
                <a:lnTo>
                  <a:pt x="72075" y="19050"/>
                </a:lnTo>
                <a:lnTo>
                  <a:pt x="71550" y="18900"/>
                </a:lnTo>
                <a:lnTo>
                  <a:pt x="70875" y="18825"/>
                </a:lnTo>
                <a:lnTo>
                  <a:pt x="70200" y="18825"/>
                </a:lnTo>
                <a:lnTo>
                  <a:pt x="69675" y="18900"/>
                </a:lnTo>
                <a:lnTo>
                  <a:pt x="69075" y="19050"/>
                </a:lnTo>
                <a:lnTo>
                  <a:pt x="68400" y="19275"/>
                </a:lnTo>
                <a:lnTo>
                  <a:pt x="67575" y="19725"/>
                </a:lnTo>
                <a:lnTo>
                  <a:pt x="67050" y="20100"/>
                </a:lnTo>
                <a:lnTo>
                  <a:pt x="66675" y="20475"/>
                </a:lnTo>
                <a:lnTo>
                  <a:pt x="65925" y="21300"/>
                </a:lnTo>
                <a:lnTo>
                  <a:pt x="65325" y="22200"/>
                </a:lnTo>
                <a:lnTo>
                  <a:pt x="64800" y="23325"/>
                </a:lnTo>
                <a:lnTo>
                  <a:pt x="64425" y="24450"/>
                </a:lnTo>
                <a:lnTo>
                  <a:pt x="64200" y="25725"/>
                </a:lnTo>
                <a:lnTo>
                  <a:pt x="64050" y="27000"/>
                </a:lnTo>
                <a:lnTo>
                  <a:pt x="64050" y="62400"/>
                </a:lnTo>
                <a:lnTo>
                  <a:pt x="64425" y="63600"/>
                </a:lnTo>
                <a:lnTo>
                  <a:pt x="65025" y="64950"/>
                </a:lnTo>
                <a:lnTo>
                  <a:pt x="66300" y="65250"/>
                </a:lnTo>
                <a:lnTo>
                  <a:pt x="66300" y="66750"/>
                </a:lnTo>
                <a:lnTo>
                  <a:pt x="55650" y="66750"/>
                </a:lnTo>
                <a:lnTo>
                  <a:pt x="55650" y="65250"/>
                </a:lnTo>
                <a:lnTo>
                  <a:pt x="56925" y="64950"/>
                </a:lnTo>
                <a:close/>
                <a:moveTo>
                  <a:pt x="92925" y="65250"/>
                </a:moveTo>
                <a:lnTo>
                  <a:pt x="94200" y="64950"/>
                </a:lnTo>
                <a:lnTo>
                  <a:pt x="94800" y="63600"/>
                </a:lnTo>
                <a:lnTo>
                  <a:pt x="95175" y="62400"/>
                </a:lnTo>
                <a:lnTo>
                  <a:pt x="95175" y="14250"/>
                </a:lnTo>
                <a:lnTo>
                  <a:pt x="103425" y="14250"/>
                </a:lnTo>
                <a:lnTo>
                  <a:pt x="103875" y="14700"/>
                </a:lnTo>
                <a:lnTo>
                  <a:pt x="104400" y="15375"/>
                </a:lnTo>
                <a:lnTo>
                  <a:pt x="104925" y="16125"/>
                </a:lnTo>
                <a:lnTo>
                  <a:pt x="105675" y="17325"/>
                </a:lnTo>
                <a:lnTo>
                  <a:pt x="106350" y="18675"/>
                </a:lnTo>
                <a:lnTo>
                  <a:pt x="107175" y="20325"/>
                </a:lnTo>
                <a:lnTo>
                  <a:pt x="107850" y="22050"/>
                </a:lnTo>
                <a:lnTo>
                  <a:pt x="108600" y="23925"/>
                </a:lnTo>
                <a:lnTo>
                  <a:pt x="109350" y="26100"/>
                </a:lnTo>
                <a:lnTo>
                  <a:pt x="112125" y="34350"/>
                </a:lnTo>
                <a:lnTo>
                  <a:pt x="113325" y="37650"/>
                </a:lnTo>
                <a:lnTo>
                  <a:pt x="114600" y="40875"/>
                </a:lnTo>
                <a:lnTo>
                  <a:pt x="115200" y="42375"/>
                </a:lnTo>
                <a:lnTo>
                  <a:pt x="115800" y="43500"/>
                </a:lnTo>
                <a:lnTo>
                  <a:pt x="115800" y="18600"/>
                </a:lnTo>
                <a:lnTo>
                  <a:pt x="115425" y="17400"/>
                </a:lnTo>
                <a:lnTo>
                  <a:pt x="114825" y="16050"/>
                </a:lnTo>
                <a:lnTo>
                  <a:pt x="113550" y="15750"/>
                </a:lnTo>
                <a:lnTo>
                  <a:pt x="113550" y="14250"/>
                </a:lnTo>
                <a:lnTo>
                  <a:pt x="124200" y="14250"/>
                </a:lnTo>
                <a:lnTo>
                  <a:pt x="124200" y="15750"/>
                </a:lnTo>
                <a:lnTo>
                  <a:pt x="122925" y="16050"/>
                </a:lnTo>
                <a:lnTo>
                  <a:pt x="122325" y="17400"/>
                </a:lnTo>
                <a:lnTo>
                  <a:pt x="121950" y="18600"/>
                </a:lnTo>
                <a:lnTo>
                  <a:pt x="121950" y="50250"/>
                </a:lnTo>
                <a:lnTo>
                  <a:pt x="121950" y="50550"/>
                </a:lnTo>
                <a:lnTo>
                  <a:pt x="121875" y="50850"/>
                </a:lnTo>
                <a:lnTo>
                  <a:pt x="121725" y="51150"/>
                </a:lnTo>
                <a:lnTo>
                  <a:pt x="121500" y="51450"/>
                </a:lnTo>
                <a:lnTo>
                  <a:pt x="121275" y="51675"/>
                </a:lnTo>
                <a:lnTo>
                  <a:pt x="120975" y="51900"/>
                </a:lnTo>
                <a:lnTo>
                  <a:pt x="120675" y="52050"/>
                </a:lnTo>
                <a:lnTo>
                  <a:pt x="119925" y="52350"/>
                </a:lnTo>
                <a:lnTo>
                  <a:pt x="119550" y="52425"/>
                </a:lnTo>
                <a:lnTo>
                  <a:pt x="119100" y="52500"/>
                </a:lnTo>
                <a:lnTo>
                  <a:pt x="118275" y="52425"/>
                </a:lnTo>
                <a:lnTo>
                  <a:pt x="117600" y="52350"/>
                </a:lnTo>
                <a:lnTo>
                  <a:pt x="116925" y="52125"/>
                </a:lnTo>
                <a:lnTo>
                  <a:pt x="116175" y="51900"/>
                </a:lnTo>
                <a:lnTo>
                  <a:pt x="115425" y="51525"/>
                </a:lnTo>
                <a:lnTo>
                  <a:pt x="114750" y="51075"/>
                </a:lnTo>
                <a:lnTo>
                  <a:pt x="114075" y="50625"/>
                </a:lnTo>
                <a:lnTo>
                  <a:pt x="113475" y="50100"/>
                </a:lnTo>
                <a:lnTo>
                  <a:pt x="112875" y="49425"/>
                </a:lnTo>
                <a:lnTo>
                  <a:pt x="112275" y="48750"/>
                </a:lnTo>
                <a:lnTo>
                  <a:pt x="111750" y="47925"/>
                </a:lnTo>
                <a:lnTo>
                  <a:pt x="110775" y="46500"/>
                </a:lnTo>
                <a:lnTo>
                  <a:pt x="109950" y="44925"/>
                </a:lnTo>
                <a:lnTo>
                  <a:pt x="109050" y="42975"/>
                </a:lnTo>
                <a:lnTo>
                  <a:pt x="108150" y="40950"/>
                </a:lnTo>
                <a:lnTo>
                  <a:pt x="107475" y="39000"/>
                </a:lnTo>
                <a:lnTo>
                  <a:pt x="106575" y="36525"/>
                </a:lnTo>
                <a:lnTo>
                  <a:pt x="103050" y="26100"/>
                </a:lnTo>
                <a:lnTo>
                  <a:pt x="102150" y="23700"/>
                </a:lnTo>
                <a:lnTo>
                  <a:pt x="101325" y="21750"/>
                </a:lnTo>
                <a:lnTo>
                  <a:pt x="101325" y="62400"/>
                </a:lnTo>
                <a:lnTo>
                  <a:pt x="101700" y="63600"/>
                </a:lnTo>
                <a:lnTo>
                  <a:pt x="102300" y="64950"/>
                </a:lnTo>
                <a:lnTo>
                  <a:pt x="103575" y="65250"/>
                </a:lnTo>
                <a:lnTo>
                  <a:pt x="103575" y="66750"/>
                </a:lnTo>
                <a:lnTo>
                  <a:pt x="92925" y="66750"/>
                </a:lnTo>
                <a:close/>
                <a:moveTo>
                  <a:pt x="134325" y="49350"/>
                </a:moveTo>
                <a:lnTo>
                  <a:pt x="134700" y="48150"/>
                </a:lnTo>
                <a:lnTo>
                  <a:pt x="134700" y="4350"/>
                </a:lnTo>
                <a:lnTo>
                  <a:pt x="134325" y="3150"/>
                </a:lnTo>
                <a:lnTo>
                  <a:pt x="133725" y="1800"/>
                </a:lnTo>
                <a:lnTo>
                  <a:pt x="132450" y="1500"/>
                </a:lnTo>
                <a:lnTo>
                  <a:pt x="132450" y="0"/>
                </a:lnTo>
                <a:lnTo>
                  <a:pt x="143700" y="0"/>
                </a:lnTo>
                <a:lnTo>
                  <a:pt x="143700" y="1500"/>
                </a:lnTo>
                <a:lnTo>
                  <a:pt x="142425" y="1800"/>
                </a:lnTo>
                <a:lnTo>
                  <a:pt x="141825" y="3150"/>
                </a:lnTo>
                <a:lnTo>
                  <a:pt x="141450" y="4350"/>
                </a:lnTo>
                <a:lnTo>
                  <a:pt x="141450" y="23475"/>
                </a:lnTo>
                <a:lnTo>
                  <a:pt x="142275" y="22950"/>
                </a:lnTo>
                <a:lnTo>
                  <a:pt x="142950" y="22425"/>
                </a:lnTo>
                <a:lnTo>
                  <a:pt x="144600" y="21150"/>
                </a:lnTo>
                <a:lnTo>
                  <a:pt x="146250" y="19575"/>
                </a:lnTo>
                <a:lnTo>
                  <a:pt x="149850" y="16050"/>
                </a:lnTo>
                <a:lnTo>
                  <a:pt x="151650" y="14475"/>
                </a:lnTo>
                <a:lnTo>
                  <a:pt x="152400" y="13800"/>
                </a:lnTo>
                <a:lnTo>
                  <a:pt x="153225" y="13200"/>
                </a:lnTo>
                <a:lnTo>
                  <a:pt x="154050" y="12750"/>
                </a:lnTo>
                <a:lnTo>
                  <a:pt x="154800" y="12300"/>
                </a:lnTo>
                <a:lnTo>
                  <a:pt x="156075" y="11700"/>
                </a:lnTo>
                <a:lnTo>
                  <a:pt x="157275" y="11325"/>
                </a:lnTo>
                <a:lnTo>
                  <a:pt x="158550" y="11175"/>
                </a:lnTo>
                <a:lnTo>
                  <a:pt x="159225" y="11100"/>
                </a:lnTo>
                <a:lnTo>
                  <a:pt x="159825" y="11100"/>
                </a:lnTo>
                <a:lnTo>
                  <a:pt x="160200" y="11175"/>
                </a:lnTo>
                <a:lnTo>
                  <a:pt x="161025" y="11400"/>
                </a:lnTo>
                <a:lnTo>
                  <a:pt x="161700" y="11700"/>
                </a:lnTo>
                <a:lnTo>
                  <a:pt x="162000" y="11925"/>
                </a:lnTo>
                <a:lnTo>
                  <a:pt x="162300" y="12150"/>
                </a:lnTo>
                <a:lnTo>
                  <a:pt x="162450" y="12450"/>
                </a:lnTo>
                <a:lnTo>
                  <a:pt x="162675" y="12750"/>
                </a:lnTo>
                <a:lnTo>
                  <a:pt x="162750" y="13050"/>
                </a:lnTo>
                <a:lnTo>
                  <a:pt x="162825" y="13350"/>
                </a:lnTo>
                <a:lnTo>
                  <a:pt x="162825" y="13650"/>
                </a:lnTo>
                <a:lnTo>
                  <a:pt x="162750" y="13950"/>
                </a:lnTo>
                <a:lnTo>
                  <a:pt x="161850" y="16200"/>
                </a:lnTo>
                <a:lnTo>
                  <a:pt x="161475" y="17325"/>
                </a:lnTo>
                <a:lnTo>
                  <a:pt x="161175" y="18450"/>
                </a:lnTo>
                <a:lnTo>
                  <a:pt x="160575" y="20925"/>
                </a:lnTo>
                <a:lnTo>
                  <a:pt x="160200" y="23400"/>
                </a:lnTo>
                <a:lnTo>
                  <a:pt x="159900" y="25800"/>
                </a:lnTo>
                <a:lnTo>
                  <a:pt x="159825" y="28200"/>
                </a:lnTo>
                <a:lnTo>
                  <a:pt x="159825" y="30600"/>
                </a:lnTo>
                <a:lnTo>
                  <a:pt x="159900" y="33075"/>
                </a:lnTo>
                <a:lnTo>
                  <a:pt x="160200" y="35700"/>
                </a:lnTo>
                <a:lnTo>
                  <a:pt x="160575" y="38250"/>
                </a:lnTo>
                <a:lnTo>
                  <a:pt x="161100" y="40950"/>
                </a:lnTo>
                <a:lnTo>
                  <a:pt x="161775" y="43350"/>
                </a:lnTo>
                <a:lnTo>
                  <a:pt x="162525" y="45675"/>
                </a:lnTo>
                <a:lnTo>
                  <a:pt x="163425" y="47775"/>
                </a:lnTo>
                <a:lnTo>
                  <a:pt x="164400" y="49725"/>
                </a:lnTo>
                <a:lnTo>
                  <a:pt x="164925" y="50625"/>
                </a:lnTo>
                <a:lnTo>
                  <a:pt x="165525" y="51450"/>
                </a:lnTo>
                <a:lnTo>
                  <a:pt x="162450" y="52500"/>
                </a:lnTo>
                <a:lnTo>
                  <a:pt x="158775" y="52500"/>
                </a:lnTo>
                <a:lnTo>
                  <a:pt x="158475" y="52050"/>
                </a:lnTo>
                <a:lnTo>
                  <a:pt x="157575" y="50400"/>
                </a:lnTo>
                <a:lnTo>
                  <a:pt x="156750" y="48675"/>
                </a:lnTo>
                <a:lnTo>
                  <a:pt x="156000" y="46725"/>
                </a:lnTo>
                <a:lnTo>
                  <a:pt x="155475" y="45225"/>
                </a:lnTo>
                <a:lnTo>
                  <a:pt x="155025" y="43725"/>
                </a:lnTo>
                <a:lnTo>
                  <a:pt x="154500" y="42000"/>
                </a:lnTo>
                <a:lnTo>
                  <a:pt x="154200" y="40425"/>
                </a:lnTo>
                <a:lnTo>
                  <a:pt x="153825" y="38625"/>
                </a:lnTo>
                <a:lnTo>
                  <a:pt x="153600" y="37050"/>
                </a:lnTo>
                <a:lnTo>
                  <a:pt x="153300" y="35175"/>
                </a:lnTo>
                <a:lnTo>
                  <a:pt x="153150" y="33525"/>
                </a:lnTo>
                <a:lnTo>
                  <a:pt x="153075" y="31650"/>
                </a:lnTo>
                <a:lnTo>
                  <a:pt x="153000" y="30000"/>
                </a:lnTo>
                <a:lnTo>
                  <a:pt x="153075" y="28350"/>
                </a:lnTo>
                <a:lnTo>
                  <a:pt x="153075" y="26700"/>
                </a:lnTo>
                <a:lnTo>
                  <a:pt x="153225" y="25050"/>
                </a:lnTo>
                <a:lnTo>
                  <a:pt x="153375" y="23400"/>
                </a:lnTo>
                <a:lnTo>
                  <a:pt x="153600" y="21825"/>
                </a:lnTo>
                <a:lnTo>
                  <a:pt x="153900" y="20250"/>
                </a:lnTo>
                <a:lnTo>
                  <a:pt x="151725" y="22425"/>
                </a:lnTo>
                <a:lnTo>
                  <a:pt x="150075" y="24000"/>
                </a:lnTo>
                <a:lnTo>
                  <a:pt x="148575" y="25200"/>
                </a:lnTo>
                <a:lnTo>
                  <a:pt x="147150" y="26325"/>
                </a:lnTo>
                <a:lnTo>
                  <a:pt x="145725" y="27225"/>
                </a:lnTo>
                <a:lnTo>
                  <a:pt x="144300" y="27975"/>
                </a:lnTo>
                <a:lnTo>
                  <a:pt x="142875" y="28575"/>
                </a:lnTo>
                <a:lnTo>
                  <a:pt x="141450" y="28950"/>
                </a:lnTo>
                <a:lnTo>
                  <a:pt x="141450" y="48150"/>
                </a:lnTo>
                <a:lnTo>
                  <a:pt x="141825" y="49350"/>
                </a:lnTo>
                <a:lnTo>
                  <a:pt x="142425" y="50700"/>
                </a:lnTo>
                <a:lnTo>
                  <a:pt x="143700" y="51000"/>
                </a:lnTo>
                <a:lnTo>
                  <a:pt x="143700" y="52500"/>
                </a:lnTo>
                <a:lnTo>
                  <a:pt x="132450" y="52500"/>
                </a:lnTo>
                <a:lnTo>
                  <a:pt x="132450" y="51000"/>
                </a:lnTo>
                <a:lnTo>
                  <a:pt x="133725" y="50700"/>
                </a:lnTo>
                <a:close/>
                <a:moveTo>
                  <a:pt x="187200" y="19125"/>
                </a:moveTo>
                <a:lnTo>
                  <a:pt x="187875" y="18300"/>
                </a:lnTo>
                <a:lnTo>
                  <a:pt x="188400" y="17700"/>
                </a:lnTo>
                <a:lnTo>
                  <a:pt x="189150" y="17100"/>
                </a:lnTo>
                <a:lnTo>
                  <a:pt x="189825" y="16575"/>
                </a:lnTo>
                <a:lnTo>
                  <a:pt x="190650" y="15975"/>
                </a:lnTo>
                <a:lnTo>
                  <a:pt x="191325" y="15600"/>
                </a:lnTo>
                <a:lnTo>
                  <a:pt x="192300" y="15150"/>
                </a:lnTo>
                <a:lnTo>
                  <a:pt x="193200" y="14775"/>
                </a:lnTo>
                <a:lnTo>
                  <a:pt x="194175" y="14400"/>
                </a:lnTo>
                <a:lnTo>
                  <a:pt x="195225" y="14100"/>
                </a:lnTo>
                <a:lnTo>
                  <a:pt x="196275" y="13875"/>
                </a:lnTo>
                <a:lnTo>
                  <a:pt x="197325" y="13725"/>
                </a:lnTo>
                <a:lnTo>
                  <a:pt x="198600" y="13575"/>
                </a:lnTo>
                <a:lnTo>
                  <a:pt x="199800" y="13500"/>
                </a:lnTo>
                <a:lnTo>
                  <a:pt x="201000" y="13500"/>
                </a:lnTo>
                <a:lnTo>
                  <a:pt x="201975" y="13500"/>
                </a:lnTo>
                <a:lnTo>
                  <a:pt x="202950" y="13575"/>
                </a:lnTo>
                <a:lnTo>
                  <a:pt x="203850" y="13725"/>
                </a:lnTo>
                <a:lnTo>
                  <a:pt x="204900" y="13875"/>
                </a:lnTo>
                <a:lnTo>
                  <a:pt x="205800" y="14100"/>
                </a:lnTo>
                <a:lnTo>
                  <a:pt x="206775" y="14400"/>
                </a:lnTo>
                <a:lnTo>
                  <a:pt x="207675" y="14700"/>
                </a:lnTo>
                <a:lnTo>
                  <a:pt x="208500" y="15075"/>
                </a:lnTo>
                <a:lnTo>
                  <a:pt x="209325" y="15525"/>
                </a:lnTo>
                <a:lnTo>
                  <a:pt x="210150" y="15975"/>
                </a:lnTo>
                <a:lnTo>
                  <a:pt x="210825" y="16500"/>
                </a:lnTo>
                <a:lnTo>
                  <a:pt x="211650" y="17100"/>
                </a:lnTo>
                <a:lnTo>
                  <a:pt x="212325" y="17700"/>
                </a:lnTo>
                <a:lnTo>
                  <a:pt x="213000" y="18375"/>
                </a:lnTo>
                <a:lnTo>
                  <a:pt x="213600" y="18975"/>
                </a:lnTo>
                <a:lnTo>
                  <a:pt x="214200" y="19725"/>
                </a:lnTo>
                <a:lnTo>
                  <a:pt x="214800" y="20475"/>
                </a:lnTo>
                <a:lnTo>
                  <a:pt x="215325" y="21300"/>
                </a:lnTo>
                <a:lnTo>
                  <a:pt x="215775" y="22200"/>
                </a:lnTo>
                <a:lnTo>
                  <a:pt x="216300" y="23175"/>
                </a:lnTo>
                <a:lnTo>
                  <a:pt x="216675" y="24075"/>
                </a:lnTo>
                <a:lnTo>
                  <a:pt x="217125" y="25125"/>
                </a:lnTo>
                <a:lnTo>
                  <a:pt x="217425" y="26175"/>
                </a:lnTo>
                <a:lnTo>
                  <a:pt x="217725" y="27300"/>
                </a:lnTo>
                <a:lnTo>
                  <a:pt x="218025" y="28425"/>
                </a:lnTo>
                <a:lnTo>
                  <a:pt x="218175" y="29550"/>
                </a:lnTo>
                <a:lnTo>
                  <a:pt x="218325" y="30750"/>
                </a:lnTo>
                <a:lnTo>
                  <a:pt x="218400" y="31875"/>
                </a:lnTo>
                <a:lnTo>
                  <a:pt x="218475" y="33075"/>
                </a:lnTo>
                <a:lnTo>
                  <a:pt x="218475" y="34200"/>
                </a:lnTo>
                <a:lnTo>
                  <a:pt x="218400" y="35400"/>
                </a:lnTo>
                <a:lnTo>
                  <a:pt x="218250" y="36525"/>
                </a:lnTo>
                <a:lnTo>
                  <a:pt x="218100" y="37650"/>
                </a:lnTo>
                <a:lnTo>
                  <a:pt x="217875" y="38775"/>
                </a:lnTo>
                <a:lnTo>
                  <a:pt x="217650" y="39750"/>
                </a:lnTo>
                <a:lnTo>
                  <a:pt x="217350" y="40875"/>
                </a:lnTo>
                <a:lnTo>
                  <a:pt x="216975" y="41925"/>
                </a:lnTo>
                <a:lnTo>
                  <a:pt x="216600" y="42825"/>
                </a:lnTo>
                <a:lnTo>
                  <a:pt x="216150" y="43875"/>
                </a:lnTo>
                <a:lnTo>
                  <a:pt x="215700" y="44700"/>
                </a:lnTo>
                <a:lnTo>
                  <a:pt x="215175" y="45600"/>
                </a:lnTo>
                <a:lnTo>
                  <a:pt x="214650" y="46425"/>
                </a:lnTo>
                <a:lnTo>
                  <a:pt x="214050" y="47175"/>
                </a:lnTo>
                <a:lnTo>
                  <a:pt x="213450" y="47925"/>
                </a:lnTo>
                <a:lnTo>
                  <a:pt x="212775" y="48675"/>
                </a:lnTo>
                <a:lnTo>
                  <a:pt x="212025" y="49350"/>
                </a:lnTo>
                <a:lnTo>
                  <a:pt x="211275" y="49950"/>
                </a:lnTo>
                <a:lnTo>
                  <a:pt x="210525" y="50475"/>
                </a:lnTo>
                <a:lnTo>
                  <a:pt x="209175" y="51300"/>
                </a:lnTo>
                <a:lnTo>
                  <a:pt x="207825" y="51975"/>
                </a:lnTo>
                <a:lnTo>
                  <a:pt x="206400" y="52500"/>
                </a:lnTo>
                <a:lnTo>
                  <a:pt x="204825" y="52875"/>
                </a:lnTo>
                <a:lnTo>
                  <a:pt x="203250" y="53175"/>
                </a:lnTo>
                <a:lnTo>
                  <a:pt x="201675" y="53250"/>
                </a:lnTo>
                <a:lnTo>
                  <a:pt x="199800" y="53250"/>
                </a:lnTo>
                <a:lnTo>
                  <a:pt x="197850" y="53100"/>
                </a:lnTo>
                <a:lnTo>
                  <a:pt x="196050" y="52800"/>
                </a:lnTo>
                <a:lnTo>
                  <a:pt x="194550" y="52425"/>
                </a:lnTo>
                <a:lnTo>
                  <a:pt x="193050" y="51975"/>
                </a:lnTo>
                <a:lnTo>
                  <a:pt x="191775" y="51375"/>
                </a:lnTo>
                <a:lnTo>
                  <a:pt x="190425" y="50625"/>
                </a:lnTo>
                <a:lnTo>
                  <a:pt x="189375" y="49875"/>
                </a:lnTo>
                <a:lnTo>
                  <a:pt x="188775" y="49350"/>
                </a:lnTo>
                <a:lnTo>
                  <a:pt x="188250" y="48825"/>
                </a:lnTo>
                <a:lnTo>
                  <a:pt x="187350" y="47850"/>
                </a:lnTo>
                <a:lnTo>
                  <a:pt x="186600" y="46800"/>
                </a:lnTo>
                <a:lnTo>
                  <a:pt x="192225" y="45150"/>
                </a:lnTo>
                <a:lnTo>
                  <a:pt x="192675" y="45750"/>
                </a:lnTo>
                <a:lnTo>
                  <a:pt x="193275" y="46425"/>
                </a:lnTo>
                <a:lnTo>
                  <a:pt x="193800" y="47025"/>
                </a:lnTo>
                <a:lnTo>
                  <a:pt x="194550" y="47550"/>
                </a:lnTo>
                <a:lnTo>
                  <a:pt x="195300" y="48000"/>
                </a:lnTo>
                <a:lnTo>
                  <a:pt x="196050" y="48375"/>
                </a:lnTo>
                <a:lnTo>
                  <a:pt x="196875" y="48675"/>
                </a:lnTo>
                <a:lnTo>
                  <a:pt x="197775" y="48825"/>
                </a:lnTo>
                <a:lnTo>
                  <a:pt x="198825" y="49050"/>
                </a:lnTo>
                <a:lnTo>
                  <a:pt x="200025" y="49125"/>
                </a:lnTo>
                <a:lnTo>
                  <a:pt x="201300" y="49125"/>
                </a:lnTo>
                <a:lnTo>
                  <a:pt x="202275" y="49050"/>
                </a:lnTo>
                <a:lnTo>
                  <a:pt x="203250" y="48900"/>
                </a:lnTo>
                <a:lnTo>
                  <a:pt x="204075" y="48675"/>
                </a:lnTo>
                <a:lnTo>
                  <a:pt x="204975" y="48300"/>
                </a:lnTo>
                <a:lnTo>
                  <a:pt x="205725" y="47850"/>
                </a:lnTo>
                <a:lnTo>
                  <a:pt x="206475" y="47400"/>
                </a:lnTo>
                <a:lnTo>
                  <a:pt x="207150" y="46800"/>
                </a:lnTo>
                <a:lnTo>
                  <a:pt x="207825" y="46200"/>
                </a:lnTo>
                <a:lnTo>
                  <a:pt x="208500" y="45450"/>
                </a:lnTo>
                <a:lnTo>
                  <a:pt x="209025" y="44775"/>
                </a:lnTo>
                <a:lnTo>
                  <a:pt x="209625" y="43875"/>
                </a:lnTo>
                <a:lnTo>
                  <a:pt x="210150" y="42975"/>
                </a:lnTo>
                <a:lnTo>
                  <a:pt x="210600" y="42000"/>
                </a:lnTo>
                <a:lnTo>
                  <a:pt x="211050" y="40950"/>
                </a:lnTo>
                <a:lnTo>
                  <a:pt x="211350" y="39900"/>
                </a:lnTo>
                <a:lnTo>
                  <a:pt x="211650" y="38775"/>
                </a:lnTo>
                <a:lnTo>
                  <a:pt x="211950" y="37650"/>
                </a:lnTo>
                <a:lnTo>
                  <a:pt x="212100" y="36450"/>
                </a:lnTo>
                <a:lnTo>
                  <a:pt x="212250" y="35325"/>
                </a:lnTo>
                <a:lnTo>
                  <a:pt x="212325" y="34125"/>
                </a:lnTo>
                <a:lnTo>
                  <a:pt x="212325" y="32925"/>
                </a:lnTo>
                <a:lnTo>
                  <a:pt x="212250" y="31725"/>
                </a:lnTo>
                <a:lnTo>
                  <a:pt x="212175" y="30600"/>
                </a:lnTo>
                <a:lnTo>
                  <a:pt x="211950" y="29400"/>
                </a:lnTo>
                <a:lnTo>
                  <a:pt x="211725" y="28275"/>
                </a:lnTo>
                <a:lnTo>
                  <a:pt x="211425" y="27150"/>
                </a:lnTo>
                <a:lnTo>
                  <a:pt x="211125" y="26100"/>
                </a:lnTo>
                <a:lnTo>
                  <a:pt x="210675" y="25050"/>
                </a:lnTo>
                <a:lnTo>
                  <a:pt x="210300" y="24150"/>
                </a:lnTo>
                <a:lnTo>
                  <a:pt x="209775" y="23250"/>
                </a:lnTo>
                <a:lnTo>
                  <a:pt x="209250" y="22350"/>
                </a:lnTo>
                <a:lnTo>
                  <a:pt x="208725" y="21600"/>
                </a:lnTo>
                <a:lnTo>
                  <a:pt x="208125" y="20850"/>
                </a:lnTo>
                <a:lnTo>
                  <a:pt x="207450" y="20175"/>
                </a:lnTo>
                <a:lnTo>
                  <a:pt x="206700" y="19575"/>
                </a:lnTo>
                <a:lnTo>
                  <a:pt x="206025" y="19050"/>
                </a:lnTo>
                <a:lnTo>
                  <a:pt x="205275" y="18600"/>
                </a:lnTo>
                <a:lnTo>
                  <a:pt x="204525" y="18300"/>
                </a:lnTo>
                <a:lnTo>
                  <a:pt x="203625" y="18000"/>
                </a:lnTo>
                <a:lnTo>
                  <a:pt x="202725" y="17775"/>
                </a:lnTo>
                <a:lnTo>
                  <a:pt x="201825" y="17625"/>
                </a:lnTo>
                <a:lnTo>
                  <a:pt x="200850" y="17625"/>
                </a:lnTo>
                <a:lnTo>
                  <a:pt x="199500" y="17700"/>
                </a:lnTo>
                <a:lnTo>
                  <a:pt x="198375" y="17775"/>
                </a:lnTo>
                <a:lnTo>
                  <a:pt x="197475" y="18000"/>
                </a:lnTo>
                <a:lnTo>
                  <a:pt x="196650" y="18225"/>
                </a:lnTo>
                <a:lnTo>
                  <a:pt x="195825" y="18525"/>
                </a:lnTo>
                <a:lnTo>
                  <a:pt x="195075" y="18900"/>
                </a:lnTo>
                <a:lnTo>
                  <a:pt x="194400" y="19275"/>
                </a:lnTo>
                <a:lnTo>
                  <a:pt x="193800" y="19725"/>
                </a:lnTo>
                <a:lnTo>
                  <a:pt x="193275" y="20325"/>
                </a:lnTo>
                <a:lnTo>
                  <a:pt x="192675" y="21000"/>
                </a:lnTo>
                <a:lnTo>
                  <a:pt x="192225" y="21600"/>
                </a:lnTo>
                <a:lnTo>
                  <a:pt x="186600" y="20025"/>
                </a:lnTo>
                <a:close/>
                <a:moveTo>
                  <a:pt x="237825" y="65250"/>
                </a:moveTo>
                <a:lnTo>
                  <a:pt x="239100" y="64950"/>
                </a:lnTo>
                <a:lnTo>
                  <a:pt x="239700" y="63675"/>
                </a:lnTo>
                <a:lnTo>
                  <a:pt x="240075" y="62475"/>
                </a:lnTo>
                <a:lnTo>
                  <a:pt x="240075" y="27525"/>
                </a:lnTo>
                <a:lnTo>
                  <a:pt x="240000" y="26325"/>
                </a:lnTo>
                <a:lnTo>
                  <a:pt x="239925" y="25275"/>
                </a:lnTo>
                <a:lnTo>
                  <a:pt x="239700" y="24225"/>
                </a:lnTo>
                <a:lnTo>
                  <a:pt x="239475" y="23325"/>
                </a:lnTo>
                <a:lnTo>
                  <a:pt x="239175" y="22425"/>
                </a:lnTo>
                <a:lnTo>
                  <a:pt x="238725" y="21600"/>
                </a:lnTo>
                <a:lnTo>
                  <a:pt x="238275" y="20850"/>
                </a:lnTo>
                <a:lnTo>
                  <a:pt x="237750" y="20250"/>
                </a:lnTo>
                <a:lnTo>
                  <a:pt x="237150" y="19800"/>
                </a:lnTo>
                <a:lnTo>
                  <a:pt x="236475" y="19350"/>
                </a:lnTo>
                <a:lnTo>
                  <a:pt x="236100" y="19125"/>
                </a:lnTo>
                <a:lnTo>
                  <a:pt x="235575" y="18975"/>
                </a:lnTo>
                <a:lnTo>
                  <a:pt x="234600" y="18750"/>
                </a:lnTo>
                <a:lnTo>
                  <a:pt x="233475" y="18600"/>
                </a:lnTo>
                <a:lnTo>
                  <a:pt x="232200" y="18675"/>
                </a:lnTo>
                <a:lnTo>
                  <a:pt x="230850" y="18825"/>
                </a:lnTo>
                <a:lnTo>
                  <a:pt x="229425" y="19125"/>
                </a:lnTo>
                <a:lnTo>
                  <a:pt x="227775" y="19650"/>
                </a:lnTo>
                <a:lnTo>
                  <a:pt x="226275" y="20175"/>
                </a:lnTo>
                <a:lnTo>
                  <a:pt x="223275" y="16350"/>
                </a:lnTo>
                <a:lnTo>
                  <a:pt x="225150" y="15675"/>
                </a:lnTo>
                <a:lnTo>
                  <a:pt x="226800" y="15225"/>
                </a:lnTo>
                <a:lnTo>
                  <a:pt x="228600" y="14775"/>
                </a:lnTo>
                <a:lnTo>
                  <a:pt x="230175" y="14475"/>
                </a:lnTo>
                <a:lnTo>
                  <a:pt x="231750" y="14325"/>
                </a:lnTo>
                <a:lnTo>
                  <a:pt x="233250" y="14250"/>
                </a:lnTo>
                <a:lnTo>
                  <a:pt x="234750" y="14325"/>
                </a:lnTo>
                <a:lnTo>
                  <a:pt x="236175" y="14475"/>
                </a:lnTo>
                <a:lnTo>
                  <a:pt x="237525" y="14775"/>
                </a:lnTo>
                <a:lnTo>
                  <a:pt x="238800" y="15225"/>
                </a:lnTo>
                <a:lnTo>
                  <a:pt x="239850" y="15675"/>
                </a:lnTo>
                <a:lnTo>
                  <a:pt x="240975" y="16350"/>
                </a:lnTo>
                <a:lnTo>
                  <a:pt x="241950" y="17025"/>
                </a:lnTo>
                <a:lnTo>
                  <a:pt x="242850" y="17850"/>
                </a:lnTo>
                <a:lnTo>
                  <a:pt x="243675" y="18750"/>
                </a:lnTo>
                <a:lnTo>
                  <a:pt x="244350" y="19800"/>
                </a:lnTo>
                <a:lnTo>
                  <a:pt x="244875" y="20850"/>
                </a:lnTo>
                <a:lnTo>
                  <a:pt x="245400" y="22125"/>
                </a:lnTo>
                <a:lnTo>
                  <a:pt x="245775" y="23325"/>
                </a:lnTo>
                <a:lnTo>
                  <a:pt x="246000" y="24825"/>
                </a:lnTo>
                <a:lnTo>
                  <a:pt x="246150" y="26100"/>
                </a:lnTo>
                <a:lnTo>
                  <a:pt x="246225" y="27525"/>
                </a:lnTo>
                <a:lnTo>
                  <a:pt x="246225" y="62475"/>
                </a:lnTo>
                <a:lnTo>
                  <a:pt x="246600" y="63675"/>
                </a:lnTo>
                <a:lnTo>
                  <a:pt x="247200" y="64950"/>
                </a:lnTo>
                <a:lnTo>
                  <a:pt x="248475" y="65250"/>
                </a:lnTo>
                <a:lnTo>
                  <a:pt x="248475" y="66750"/>
                </a:lnTo>
                <a:lnTo>
                  <a:pt x="237825" y="66750"/>
                </a:lnTo>
                <a:close/>
                <a:moveTo>
                  <a:pt x="271350" y="64950"/>
                </a:moveTo>
                <a:lnTo>
                  <a:pt x="271950" y="63600"/>
                </a:lnTo>
                <a:lnTo>
                  <a:pt x="272325" y="62400"/>
                </a:lnTo>
                <a:lnTo>
                  <a:pt x="272325" y="35625"/>
                </a:lnTo>
                <a:lnTo>
                  <a:pt x="271200" y="36300"/>
                </a:lnTo>
                <a:lnTo>
                  <a:pt x="270600" y="36750"/>
                </a:lnTo>
                <a:lnTo>
                  <a:pt x="269925" y="37350"/>
                </a:lnTo>
                <a:lnTo>
                  <a:pt x="268650" y="38550"/>
                </a:lnTo>
                <a:lnTo>
                  <a:pt x="267300" y="40125"/>
                </a:lnTo>
                <a:lnTo>
                  <a:pt x="266175" y="41625"/>
                </a:lnTo>
                <a:lnTo>
                  <a:pt x="264975" y="43350"/>
                </a:lnTo>
                <a:lnTo>
                  <a:pt x="263775" y="45075"/>
                </a:lnTo>
                <a:lnTo>
                  <a:pt x="261675" y="48600"/>
                </a:lnTo>
                <a:lnTo>
                  <a:pt x="260850" y="49875"/>
                </a:lnTo>
                <a:lnTo>
                  <a:pt x="260025" y="51000"/>
                </a:lnTo>
                <a:lnTo>
                  <a:pt x="259350" y="51675"/>
                </a:lnTo>
                <a:lnTo>
                  <a:pt x="259125" y="51900"/>
                </a:lnTo>
                <a:lnTo>
                  <a:pt x="258450" y="52275"/>
                </a:lnTo>
                <a:lnTo>
                  <a:pt x="257700" y="52425"/>
                </a:lnTo>
                <a:lnTo>
                  <a:pt x="256875" y="52500"/>
                </a:lnTo>
                <a:lnTo>
                  <a:pt x="256050" y="52425"/>
                </a:lnTo>
                <a:lnTo>
                  <a:pt x="255375" y="52125"/>
                </a:lnTo>
                <a:lnTo>
                  <a:pt x="255000" y="51975"/>
                </a:lnTo>
                <a:lnTo>
                  <a:pt x="254475" y="51525"/>
                </a:lnTo>
                <a:lnTo>
                  <a:pt x="254250" y="51300"/>
                </a:lnTo>
                <a:lnTo>
                  <a:pt x="254100" y="51000"/>
                </a:lnTo>
                <a:lnTo>
                  <a:pt x="254025" y="50775"/>
                </a:lnTo>
                <a:lnTo>
                  <a:pt x="253950" y="50475"/>
                </a:lnTo>
                <a:lnTo>
                  <a:pt x="253950" y="50175"/>
                </a:lnTo>
                <a:lnTo>
                  <a:pt x="254775" y="46800"/>
                </a:lnTo>
                <a:lnTo>
                  <a:pt x="255225" y="44475"/>
                </a:lnTo>
                <a:lnTo>
                  <a:pt x="255750" y="41925"/>
                </a:lnTo>
                <a:lnTo>
                  <a:pt x="256125" y="39075"/>
                </a:lnTo>
                <a:lnTo>
                  <a:pt x="256425" y="36525"/>
                </a:lnTo>
                <a:lnTo>
                  <a:pt x="256725" y="33825"/>
                </a:lnTo>
                <a:lnTo>
                  <a:pt x="256875" y="31200"/>
                </a:lnTo>
                <a:lnTo>
                  <a:pt x="256875" y="28725"/>
                </a:lnTo>
                <a:lnTo>
                  <a:pt x="256875" y="26550"/>
                </a:lnTo>
                <a:lnTo>
                  <a:pt x="256725" y="24525"/>
                </a:lnTo>
                <a:lnTo>
                  <a:pt x="256500" y="22725"/>
                </a:lnTo>
                <a:lnTo>
                  <a:pt x="256200" y="21150"/>
                </a:lnTo>
                <a:lnTo>
                  <a:pt x="255900" y="19650"/>
                </a:lnTo>
                <a:lnTo>
                  <a:pt x="255450" y="18375"/>
                </a:lnTo>
                <a:lnTo>
                  <a:pt x="254925" y="17325"/>
                </a:lnTo>
                <a:lnTo>
                  <a:pt x="254700" y="16950"/>
                </a:lnTo>
                <a:lnTo>
                  <a:pt x="254400" y="16500"/>
                </a:lnTo>
                <a:lnTo>
                  <a:pt x="259650" y="14250"/>
                </a:lnTo>
                <a:lnTo>
                  <a:pt x="260175" y="14850"/>
                </a:lnTo>
                <a:lnTo>
                  <a:pt x="260625" y="15675"/>
                </a:lnTo>
                <a:lnTo>
                  <a:pt x="261000" y="16350"/>
                </a:lnTo>
                <a:lnTo>
                  <a:pt x="261375" y="17250"/>
                </a:lnTo>
                <a:lnTo>
                  <a:pt x="261900" y="18900"/>
                </a:lnTo>
                <a:lnTo>
                  <a:pt x="262425" y="20925"/>
                </a:lnTo>
                <a:lnTo>
                  <a:pt x="262725" y="23025"/>
                </a:lnTo>
                <a:lnTo>
                  <a:pt x="262950" y="25575"/>
                </a:lnTo>
                <a:lnTo>
                  <a:pt x="263025" y="28275"/>
                </a:lnTo>
                <a:lnTo>
                  <a:pt x="263025" y="31125"/>
                </a:lnTo>
                <a:lnTo>
                  <a:pt x="262875" y="34050"/>
                </a:lnTo>
                <a:lnTo>
                  <a:pt x="262575" y="37200"/>
                </a:lnTo>
                <a:lnTo>
                  <a:pt x="263700" y="35850"/>
                </a:lnTo>
                <a:lnTo>
                  <a:pt x="264825" y="34800"/>
                </a:lnTo>
                <a:lnTo>
                  <a:pt x="265950" y="33900"/>
                </a:lnTo>
                <a:lnTo>
                  <a:pt x="267150" y="33000"/>
                </a:lnTo>
                <a:lnTo>
                  <a:pt x="268425" y="32175"/>
                </a:lnTo>
                <a:lnTo>
                  <a:pt x="269700" y="31575"/>
                </a:lnTo>
                <a:lnTo>
                  <a:pt x="271050" y="31125"/>
                </a:lnTo>
                <a:lnTo>
                  <a:pt x="272325" y="30750"/>
                </a:lnTo>
                <a:lnTo>
                  <a:pt x="272325" y="18600"/>
                </a:lnTo>
                <a:lnTo>
                  <a:pt x="271950" y="17400"/>
                </a:lnTo>
                <a:lnTo>
                  <a:pt x="271350" y="16050"/>
                </a:lnTo>
                <a:lnTo>
                  <a:pt x="270075" y="15750"/>
                </a:lnTo>
                <a:lnTo>
                  <a:pt x="270075" y="14250"/>
                </a:lnTo>
                <a:lnTo>
                  <a:pt x="280725" y="14250"/>
                </a:lnTo>
                <a:lnTo>
                  <a:pt x="280725" y="15750"/>
                </a:lnTo>
                <a:lnTo>
                  <a:pt x="279450" y="16050"/>
                </a:lnTo>
                <a:lnTo>
                  <a:pt x="278850" y="17400"/>
                </a:lnTo>
                <a:lnTo>
                  <a:pt x="278475" y="18600"/>
                </a:lnTo>
                <a:lnTo>
                  <a:pt x="278475" y="62400"/>
                </a:lnTo>
                <a:lnTo>
                  <a:pt x="278850" y="63600"/>
                </a:lnTo>
                <a:lnTo>
                  <a:pt x="279450" y="64950"/>
                </a:lnTo>
                <a:lnTo>
                  <a:pt x="280725" y="65250"/>
                </a:lnTo>
                <a:lnTo>
                  <a:pt x="280725" y="66750"/>
                </a:lnTo>
                <a:lnTo>
                  <a:pt x="270075" y="66750"/>
                </a:lnTo>
                <a:lnTo>
                  <a:pt x="270075" y="65250"/>
                </a:lnTo>
                <a:close/>
                <a:moveTo>
                  <a:pt x="310950" y="56925"/>
                </a:moveTo>
                <a:lnTo>
                  <a:pt x="310800" y="57900"/>
                </a:lnTo>
                <a:lnTo>
                  <a:pt x="310650" y="58725"/>
                </a:lnTo>
                <a:lnTo>
                  <a:pt x="310350" y="59550"/>
                </a:lnTo>
                <a:lnTo>
                  <a:pt x="309975" y="60450"/>
                </a:lnTo>
                <a:lnTo>
                  <a:pt x="309600" y="61125"/>
                </a:lnTo>
                <a:lnTo>
                  <a:pt x="309075" y="61950"/>
                </a:lnTo>
                <a:lnTo>
                  <a:pt x="308550" y="62625"/>
                </a:lnTo>
                <a:lnTo>
                  <a:pt x="307875" y="63300"/>
                </a:lnTo>
                <a:lnTo>
                  <a:pt x="307200" y="63900"/>
                </a:lnTo>
                <a:lnTo>
                  <a:pt x="306375" y="64500"/>
                </a:lnTo>
                <a:lnTo>
                  <a:pt x="305625" y="64950"/>
                </a:lnTo>
                <a:lnTo>
                  <a:pt x="304725" y="65400"/>
                </a:lnTo>
                <a:lnTo>
                  <a:pt x="303825" y="65775"/>
                </a:lnTo>
                <a:lnTo>
                  <a:pt x="302850" y="66150"/>
                </a:lnTo>
                <a:lnTo>
                  <a:pt x="301875" y="66375"/>
                </a:lnTo>
                <a:lnTo>
                  <a:pt x="300750" y="66600"/>
                </a:lnTo>
                <a:lnTo>
                  <a:pt x="299775" y="66675"/>
                </a:lnTo>
                <a:lnTo>
                  <a:pt x="298650" y="66750"/>
                </a:lnTo>
                <a:lnTo>
                  <a:pt x="297675" y="66750"/>
                </a:lnTo>
                <a:lnTo>
                  <a:pt x="296550" y="66675"/>
                </a:lnTo>
                <a:lnTo>
                  <a:pt x="295500" y="66525"/>
                </a:lnTo>
                <a:lnTo>
                  <a:pt x="294375" y="66300"/>
                </a:lnTo>
                <a:lnTo>
                  <a:pt x="293400" y="66000"/>
                </a:lnTo>
                <a:lnTo>
                  <a:pt x="292350" y="65625"/>
                </a:lnTo>
                <a:lnTo>
                  <a:pt x="291375" y="65250"/>
                </a:lnTo>
                <a:lnTo>
                  <a:pt x="290400" y="64800"/>
                </a:lnTo>
                <a:lnTo>
                  <a:pt x="289500" y="64275"/>
                </a:lnTo>
                <a:lnTo>
                  <a:pt x="288525" y="63600"/>
                </a:lnTo>
                <a:lnTo>
                  <a:pt x="287775" y="63000"/>
                </a:lnTo>
                <a:lnTo>
                  <a:pt x="286875" y="62250"/>
                </a:lnTo>
                <a:lnTo>
                  <a:pt x="286200" y="61575"/>
                </a:lnTo>
                <a:lnTo>
                  <a:pt x="291375" y="59175"/>
                </a:lnTo>
                <a:lnTo>
                  <a:pt x="292200" y="60075"/>
                </a:lnTo>
                <a:lnTo>
                  <a:pt x="293175" y="60825"/>
                </a:lnTo>
                <a:lnTo>
                  <a:pt x="294225" y="61425"/>
                </a:lnTo>
                <a:lnTo>
                  <a:pt x="295275" y="61875"/>
                </a:lnTo>
                <a:lnTo>
                  <a:pt x="296325" y="62250"/>
                </a:lnTo>
                <a:lnTo>
                  <a:pt x="297450" y="62400"/>
                </a:lnTo>
                <a:lnTo>
                  <a:pt x="298575" y="62475"/>
                </a:lnTo>
                <a:lnTo>
                  <a:pt x="299700" y="62325"/>
                </a:lnTo>
                <a:lnTo>
                  <a:pt x="300525" y="62175"/>
                </a:lnTo>
                <a:lnTo>
                  <a:pt x="301275" y="61875"/>
                </a:lnTo>
                <a:lnTo>
                  <a:pt x="302025" y="61425"/>
                </a:lnTo>
                <a:lnTo>
                  <a:pt x="302700" y="60975"/>
                </a:lnTo>
                <a:lnTo>
                  <a:pt x="303225" y="60450"/>
                </a:lnTo>
                <a:lnTo>
                  <a:pt x="303750" y="59775"/>
                </a:lnTo>
                <a:lnTo>
                  <a:pt x="304200" y="59025"/>
                </a:lnTo>
                <a:lnTo>
                  <a:pt x="304425" y="58350"/>
                </a:lnTo>
                <a:lnTo>
                  <a:pt x="304575" y="57825"/>
                </a:lnTo>
                <a:lnTo>
                  <a:pt x="304725" y="57225"/>
                </a:lnTo>
                <a:lnTo>
                  <a:pt x="304800" y="56625"/>
                </a:lnTo>
                <a:lnTo>
                  <a:pt x="304800" y="56025"/>
                </a:lnTo>
                <a:lnTo>
                  <a:pt x="304800" y="18450"/>
                </a:lnTo>
                <a:lnTo>
                  <a:pt x="304425" y="17325"/>
                </a:lnTo>
                <a:lnTo>
                  <a:pt x="303825" y="15975"/>
                </a:lnTo>
                <a:lnTo>
                  <a:pt x="302550" y="15675"/>
                </a:lnTo>
                <a:lnTo>
                  <a:pt x="302550" y="14250"/>
                </a:lnTo>
                <a:lnTo>
                  <a:pt x="313200" y="14250"/>
                </a:lnTo>
                <a:lnTo>
                  <a:pt x="313200" y="15675"/>
                </a:lnTo>
                <a:lnTo>
                  <a:pt x="311925" y="15975"/>
                </a:lnTo>
                <a:lnTo>
                  <a:pt x="311325" y="17325"/>
                </a:lnTo>
                <a:lnTo>
                  <a:pt x="310950" y="18450"/>
                </a:lnTo>
                <a:lnTo>
                  <a:pt x="310950" y="56025"/>
                </a:lnTo>
                <a:close/>
                <a:moveTo>
                  <a:pt x="326775" y="2325"/>
                </a:moveTo>
                <a:lnTo>
                  <a:pt x="326925" y="4200"/>
                </a:lnTo>
                <a:lnTo>
                  <a:pt x="327150" y="6150"/>
                </a:lnTo>
                <a:lnTo>
                  <a:pt x="327450" y="7875"/>
                </a:lnTo>
                <a:lnTo>
                  <a:pt x="327900" y="9450"/>
                </a:lnTo>
                <a:lnTo>
                  <a:pt x="328350" y="11100"/>
                </a:lnTo>
                <a:lnTo>
                  <a:pt x="329025" y="12600"/>
                </a:lnTo>
                <a:lnTo>
                  <a:pt x="329700" y="14100"/>
                </a:lnTo>
                <a:lnTo>
                  <a:pt x="330525" y="15525"/>
                </a:lnTo>
                <a:lnTo>
                  <a:pt x="331500" y="16950"/>
                </a:lnTo>
                <a:lnTo>
                  <a:pt x="332550" y="18300"/>
                </a:lnTo>
                <a:lnTo>
                  <a:pt x="333750" y="19650"/>
                </a:lnTo>
                <a:lnTo>
                  <a:pt x="335025" y="20925"/>
                </a:lnTo>
                <a:lnTo>
                  <a:pt x="336375" y="22050"/>
                </a:lnTo>
                <a:lnTo>
                  <a:pt x="337950" y="23325"/>
                </a:lnTo>
                <a:lnTo>
                  <a:pt x="339525" y="24450"/>
                </a:lnTo>
                <a:lnTo>
                  <a:pt x="339825" y="24675"/>
                </a:lnTo>
                <a:lnTo>
                  <a:pt x="340125" y="24975"/>
                </a:lnTo>
                <a:lnTo>
                  <a:pt x="340275" y="25200"/>
                </a:lnTo>
                <a:lnTo>
                  <a:pt x="340425" y="25500"/>
                </a:lnTo>
                <a:lnTo>
                  <a:pt x="340575" y="25875"/>
                </a:lnTo>
                <a:lnTo>
                  <a:pt x="340575" y="26175"/>
                </a:lnTo>
                <a:lnTo>
                  <a:pt x="340500" y="26475"/>
                </a:lnTo>
                <a:lnTo>
                  <a:pt x="340425" y="26850"/>
                </a:lnTo>
                <a:lnTo>
                  <a:pt x="340275" y="27150"/>
                </a:lnTo>
                <a:lnTo>
                  <a:pt x="340050" y="27375"/>
                </a:lnTo>
                <a:lnTo>
                  <a:pt x="339825" y="27675"/>
                </a:lnTo>
                <a:lnTo>
                  <a:pt x="339525" y="27900"/>
                </a:lnTo>
                <a:lnTo>
                  <a:pt x="339150" y="28125"/>
                </a:lnTo>
                <a:lnTo>
                  <a:pt x="338100" y="28650"/>
                </a:lnTo>
                <a:lnTo>
                  <a:pt x="337125" y="29250"/>
                </a:lnTo>
                <a:lnTo>
                  <a:pt x="335850" y="30075"/>
                </a:lnTo>
                <a:lnTo>
                  <a:pt x="334350" y="31125"/>
                </a:lnTo>
                <a:lnTo>
                  <a:pt x="333000" y="32325"/>
                </a:lnTo>
                <a:lnTo>
                  <a:pt x="331875" y="33450"/>
                </a:lnTo>
                <a:lnTo>
                  <a:pt x="330825" y="34725"/>
                </a:lnTo>
                <a:lnTo>
                  <a:pt x="329925" y="35925"/>
                </a:lnTo>
                <a:lnTo>
                  <a:pt x="329100" y="37350"/>
                </a:lnTo>
                <a:lnTo>
                  <a:pt x="328350" y="38925"/>
                </a:lnTo>
                <a:lnTo>
                  <a:pt x="327675" y="40650"/>
                </a:lnTo>
                <a:lnTo>
                  <a:pt x="327150" y="42375"/>
                </a:lnTo>
                <a:lnTo>
                  <a:pt x="326850" y="44100"/>
                </a:lnTo>
                <a:lnTo>
                  <a:pt x="326550" y="45975"/>
                </a:lnTo>
                <a:lnTo>
                  <a:pt x="326475" y="48000"/>
                </a:lnTo>
                <a:lnTo>
                  <a:pt x="326550" y="50025"/>
                </a:lnTo>
                <a:lnTo>
                  <a:pt x="326700" y="52125"/>
                </a:lnTo>
                <a:lnTo>
                  <a:pt x="319950" y="52500"/>
                </a:lnTo>
                <a:lnTo>
                  <a:pt x="319800" y="50400"/>
                </a:lnTo>
                <a:lnTo>
                  <a:pt x="319725" y="48300"/>
                </a:lnTo>
                <a:lnTo>
                  <a:pt x="319800" y="46275"/>
                </a:lnTo>
                <a:lnTo>
                  <a:pt x="320025" y="44400"/>
                </a:lnTo>
                <a:lnTo>
                  <a:pt x="320325" y="42525"/>
                </a:lnTo>
                <a:lnTo>
                  <a:pt x="320775" y="40725"/>
                </a:lnTo>
                <a:lnTo>
                  <a:pt x="321300" y="38925"/>
                </a:lnTo>
                <a:lnTo>
                  <a:pt x="322050" y="37125"/>
                </a:lnTo>
                <a:lnTo>
                  <a:pt x="322875" y="35400"/>
                </a:lnTo>
                <a:lnTo>
                  <a:pt x="323850" y="33900"/>
                </a:lnTo>
                <a:lnTo>
                  <a:pt x="324900" y="32400"/>
                </a:lnTo>
                <a:lnTo>
                  <a:pt x="326100" y="30975"/>
                </a:lnTo>
                <a:lnTo>
                  <a:pt x="327375" y="29625"/>
                </a:lnTo>
                <a:lnTo>
                  <a:pt x="328875" y="28350"/>
                </a:lnTo>
                <a:lnTo>
                  <a:pt x="330525" y="27075"/>
                </a:lnTo>
                <a:lnTo>
                  <a:pt x="332175" y="25950"/>
                </a:lnTo>
                <a:lnTo>
                  <a:pt x="331050" y="24975"/>
                </a:lnTo>
                <a:lnTo>
                  <a:pt x="329925" y="24000"/>
                </a:lnTo>
                <a:lnTo>
                  <a:pt x="328950" y="23175"/>
                </a:lnTo>
                <a:lnTo>
                  <a:pt x="327975" y="22125"/>
                </a:lnTo>
                <a:lnTo>
                  <a:pt x="327000" y="21075"/>
                </a:lnTo>
                <a:lnTo>
                  <a:pt x="326325" y="20175"/>
                </a:lnTo>
                <a:lnTo>
                  <a:pt x="325500" y="19125"/>
                </a:lnTo>
                <a:lnTo>
                  <a:pt x="324675" y="18000"/>
                </a:lnTo>
                <a:lnTo>
                  <a:pt x="324000" y="16875"/>
                </a:lnTo>
                <a:lnTo>
                  <a:pt x="323400" y="15750"/>
                </a:lnTo>
                <a:lnTo>
                  <a:pt x="322800" y="14625"/>
                </a:lnTo>
                <a:lnTo>
                  <a:pt x="322275" y="13425"/>
                </a:lnTo>
                <a:lnTo>
                  <a:pt x="321825" y="12225"/>
                </a:lnTo>
                <a:lnTo>
                  <a:pt x="321450" y="11025"/>
                </a:lnTo>
                <a:lnTo>
                  <a:pt x="321075" y="9825"/>
                </a:lnTo>
                <a:lnTo>
                  <a:pt x="320775" y="8400"/>
                </a:lnTo>
                <a:lnTo>
                  <a:pt x="320400" y="6450"/>
                </a:lnTo>
                <a:lnTo>
                  <a:pt x="320100" y="4275"/>
                </a:lnTo>
                <a:lnTo>
                  <a:pt x="320025" y="2250"/>
                </a:lnTo>
                <a:lnTo>
                  <a:pt x="319950" y="0"/>
                </a:lnTo>
                <a:lnTo>
                  <a:pt x="326700" y="0"/>
                </a:lnTo>
                <a:close/>
                <a:moveTo>
                  <a:pt x="372750" y="65325"/>
                </a:moveTo>
                <a:lnTo>
                  <a:pt x="374025" y="65025"/>
                </a:lnTo>
                <a:lnTo>
                  <a:pt x="374625" y="63750"/>
                </a:lnTo>
                <a:lnTo>
                  <a:pt x="375000" y="62550"/>
                </a:lnTo>
                <a:lnTo>
                  <a:pt x="375000" y="51450"/>
                </a:lnTo>
                <a:lnTo>
                  <a:pt x="374250" y="50475"/>
                </a:lnTo>
                <a:lnTo>
                  <a:pt x="373425" y="49200"/>
                </a:lnTo>
                <a:lnTo>
                  <a:pt x="372600" y="47700"/>
                </a:lnTo>
                <a:lnTo>
                  <a:pt x="371775" y="46050"/>
                </a:lnTo>
                <a:lnTo>
                  <a:pt x="370950" y="44250"/>
                </a:lnTo>
                <a:lnTo>
                  <a:pt x="369975" y="42150"/>
                </a:lnTo>
                <a:lnTo>
                  <a:pt x="369075" y="39825"/>
                </a:lnTo>
                <a:lnTo>
                  <a:pt x="368100" y="37425"/>
                </a:lnTo>
                <a:lnTo>
                  <a:pt x="367125" y="34650"/>
                </a:lnTo>
                <a:lnTo>
                  <a:pt x="366075" y="31800"/>
                </a:lnTo>
                <a:lnTo>
                  <a:pt x="365175" y="28875"/>
                </a:lnTo>
                <a:lnTo>
                  <a:pt x="364200" y="25875"/>
                </a:lnTo>
                <a:lnTo>
                  <a:pt x="363225" y="22350"/>
                </a:lnTo>
                <a:lnTo>
                  <a:pt x="362325" y="18900"/>
                </a:lnTo>
                <a:lnTo>
                  <a:pt x="362250" y="18600"/>
                </a:lnTo>
                <a:lnTo>
                  <a:pt x="362250" y="18300"/>
                </a:lnTo>
                <a:lnTo>
                  <a:pt x="362325" y="18000"/>
                </a:lnTo>
                <a:lnTo>
                  <a:pt x="362475" y="17775"/>
                </a:lnTo>
                <a:lnTo>
                  <a:pt x="362625" y="17475"/>
                </a:lnTo>
                <a:lnTo>
                  <a:pt x="362850" y="17250"/>
                </a:lnTo>
                <a:lnTo>
                  <a:pt x="363150" y="17025"/>
                </a:lnTo>
                <a:lnTo>
                  <a:pt x="363450" y="16875"/>
                </a:lnTo>
                <a:lnTo>
                  <a:pt x="364650" y="16350"/>
                </a:lnTo>
                <a:lnTo>
                  <a:pt x="366150" y="15825"/>
                </a:lnTo>
                <a:lnTo>
                  <a:pt x="368025" y="15375"/>
                </a:lnTo>
                <a:lnTo>
                  <a:pt x="370200" y="14925"/>
                </a:lnTo>
                <a:lnTo>
                  <a:pt x="372375" y="14550"/>
                </a:lnTo>
                <a:lnTo>
                  <a:pt x="374625" y="14400"/>
                </a:lnTo>
                <a:lnTo>
                  <a:pt x="376650" y="14250"/>
                </a:lnTo>
                <a:lnTo>
                  <a:pt x="378975" y="14250"/>
                </a:lnTo>
                <a:lnTo>
                  <a:pt x="381000" y="14325"/>
                </a:lnTo>
                <a:lnTo>
                  <a:pt x="383025" y="14475"/>
                </a:lnTo>
                <a:lnTo>
                  <a:pt x="385050" y="14775"/>
                </a:lnTo>
                <a:lnTo>
                  <a:pt x="386925" y="15075"/>
                </a:lnTo>
                <a:lnTo>
                  <a:pt x="388875" y="15525"/>
                </a:lnTo>
                <a:lnTo>
                  <a:pt x="390600" y="16050"/>
                </a:lnTo>
                <a:lnTo>
                  <a:pt x="391950" y="16500"/>
                </a:lnTo>
                <a:lnTo>
                  <a:pt x="392700" y="16875"/>
                </a:lnTo>
                <a:lnTo>
                  <a:pt x="393000" y="17025"/>
                </a:lnTo>
                <a:lnTo>
                  <a:pt x="393300" y="17250"/>
                </a:lnTo>
                <a:lnTo>
                  <a:pt x="393525" y="17475"/>
                </a:lnTo>
                <a:lnTo>
                  <a:pt x="393675" y="17775"/>
                </a:lnTo>
                <a:lnTo>
                  <a:pt x="393825" y="18000"/>
                </a:lnTo>
                <a:lnTo>
                  <a:pt x="393900" y="18300"/>
                </a:lnTo>
                <a:lnTo>
                  <a:pt x="393900" y="18600"/>
                </a:lnTo>
                <a:lnTo>
                  <a:pt x="393825" y="18900"/>
                </a:lnTo>
                <a:lnTo>
                  <a:pt x="393300" y="20850"/>
                </a:lnTo>
                <a:lnTo>
                  <a:pt x="392025" y="25650"/>
                </a:lnTo>
                <a:lnTo>
                  <a:pt x="390450" y="30600"/>
                </a:lnTo>
                <a:lnTo>
                  <a:pt x="388800" y="35400"/>
                </a:lnTo>
                <a:lnTo>
                  <a:pt x="387150" y="39600"/>
                </a:lnTo>
                <a:lnTo>
                  <a:pt x="385575" y="43500"/>
                </a:lnTo>
                <a:lnTo>
                  <a:pt x="384000" y="46725"/>
                </a:lnTo>
                <a:lnTo>
                  <a:pt x="383250" y="48150"/>
                </a:lnTo>
                <a:lnTo>
                  <a:pt x="382500" y="49425"/>
                </a:lnTo>
                <a:lnTo>
                  <a:pt x="381825" y="50550"/>
                </a:lnTo>
                <a:lnTo>
                  <a:pt x="381150" y="51450"/>
                </a:lnTo>
                <a:lnTo>
                  <a:pt x="381150" y="62550"/>
                </a:lnTo>
                <a:lnTo>
                  <a:pt x="381525" y="63750"/>
                </a:lnTo>
                <a:lnTo>
                  <a:pt x="382125" y="65025"/>
                </a:lnTo>
                <a:lnTo>
                  <a:pt x="383400" y="65325"/>
                </a:lnTo>
                <a:lnTo>
                  <a:pt x="383400" y="66750"/>
                </a:lnTo>
                <a:lnTo>
                  <a:pt x="372750" y="66750"/>
                </a:lnTo>
                <a:close/>
                <a:moveTo>
                  <a:pt x="369750" y="23325"/>
                </a:moveTo>
                <a:lnTo>
                  <a:pt x="370875" y="27000"/>
                </a:lnTo>
                <a:lnTo>
                  <a:pt x="372000" y="30600"/>
                </a:lnTo>
                <a:lnTo>
                  <a:pt x="373275" y="34125"/>
                </a:lnTo>
                <a:lnTo>
                  <a:pt x="374475" y="37425"/>
                </a:lnTo>
                <a:lnTo>
                  <a:pt x="375750" y="40500"/>
                </a:lnTo>
                <a:lnTo>
                  <a:pt x="376875" y="43125"/>
                </a:lnTo>
                <a:lnTo>
                  <a:pt x="378075" y="45600"/>
                </a:lnTo>
                <a:lnTo>
                  <a:pt x="379275" y="43125"/>
                </a:lnTo>
                <a:lnTo>
                  <a:pt x="380400" y="40500"/>
                </a:lnTo>
                <a:lnTo>
                  <a:pt x="381675" y="37425"/>
                </a:lnTo>
                <a:lnTo>
                  <a:pt x="382875" y="34125"/>
                </a:lnTo>
                <a:lnTo>
                  <a:pt x="384150" y="30600"/>
                </a:lnTo>
                <a:lnTo>
                  <a:pt x="385275" y="27000"/>
                </a:lnTo>
                <a:lnTo>
                  <a:pt x="386400" y="23325"/>
                </a:lnTo>
                <a:lnTo>
                  <a:pt x="387375" y="19725"/>
                </a:lnTo>
                <a:lnTo>
                  <a:pt x="386325" y="19425"/>
                </a:lnTo>
                <a:lnTo>
                  <a:pt x="385200" y="19200"/>
                </a:lnTo>
                <a:lnTo>
                  <a:pt x="382875" y="18825"/>
                </a:lnTo>
                <a:lnTo>
                  <a:pt x="380475" y="18525"/>
                </a:lnTo>
                <a:lnTo>
                  <a:pt x="379200" y="18525"/>
                </a:lnTo>
                <a:lnTo>
                  <a:pt x="377775" y="18525"/>
                </a:lnTo>
                <a:lnTo>
                  <a:pt x="376275" y="18525"/>
                </a:lnTo>
                <a:lnTo>
                  <a:pt x="375075" y="18600"/>
                </a:lnTo>
                <a:lnTo>
                  <a:pt x="373650" y="18750"/>
                </a:lnTo>
                <a:lnTo>
                  <a:pt x="372450" y="18900"/>
                </a:lnTo>
                <a:lnTo>
                  <a:pt x="370950" y="19200"/>
                </a:lnTo>
                <a:lnTo>
                  <a:pt x="369450" y="19500"/>
                </a:lnTo>
                <a:lnTo>
                  <a:pt x="368775" y="19725"/>
                </a:lnTo>
                <a:close/>
                <a:moveTo>
                  <a:pt x="417600" y="63600"/>
                </a:moveTo>
                <a:lnTo>
                  <a:pt x="419100" y="64650"/>
                </a:lnTo>
                <a:lnTo>
                  <a:pt x="420825" y="65700"/>
                </a:lnTo>
                <a:lnTo>
                  <a:pt x="422925" y="66750"/>
                </a:lnTo>
                <a:lnTo>
                  <a:pt x="416775" y="66750"/>
                </a:lnTo>
                <a:lnTo>
                  <a:pt x="412950" y="66750"/>
                </a:lnTo>
                <a:lnTo>
                  <a:pt x="410625" y="66750"/>
                </a:lnTo>
                <a:lnTo>
                  <a:pt x="410700" y="66300"/>
                </a:lnTo>
                <a:lnTo>
                  <a:pt x="410625" y="65850"/>
                </a:lnTo>
                <a:lnTo>
                  <a:pt x="410550" y="65400"/>
                </a:lnTo>
                <a:lnTo>
                  <a:pt x="410400" y="64950"/>
                </a:lnTo>
                <a:lnTo>
                  <a:pt x="409950" y="64050"/>
                </a:lnTo>
                <a:lnTo>
                  <a:pt x="409575" y="63450"/>
                </a:lnTo>
                <a:lnTo>
                  <a:pt x="409200" y="63000"/>
                </a:lnTo>
                <a:lnTo>
                  <a:pt x="408600" y="62400"/>
                </a:lnTo>
                <a:lnTo>
                  <a:pt x="397800" y="51600"/>
                </a:lnTo>
                <a:lnTo>
                  <a:pt x="397575" y="51375"/>
                </a:lnTo>
                <a:lnTo>
                  <a:pt x="397425" y="51150"/>
                </a:lnTo>
                <a:lnTo>
                  <a:pt x="397275" y="50850"/>
                </a:lnTo>
                <a:lnTo>
                  <a:pt x="397200" y="50625"/>
                </a:lnTo>
                <a:lnTo>
                  <a:pt x="397200" y="50325"/>
                </a:lnTo>
                <a:lnTo>
                  <a:pt x="397200" y="50025"/>
                </a:lnTo>
                <a:lnTo>
                  <a:pt x="397275" y="49725"/>
                </a:lnTo>
                <a:lnTo>
                  <a:pt x="397425" y="49500"/>
                </a:lnTo>
                <a:lnTo>
                  <a:pt x="397800" y="48975"/>
                </a:lnTo>
                <a:lnTo>
                  <a:pt x="398400" y="48600"/>
                </a:lnTo>
                <a:lnTo>
                  <a:pt x="398700" y="48450"/>
                </a:lnTo>
                <a:lnTo>
                  <a:pt x="399450" y="48225"/>
                </a:lnTo>
                <a:lnTo>
                  <a:pt x="401700" y="47925"/>
                </a:lnTo>
                <a:lnTo>
                  <a:pt x="403650" y="47475"/>
                </a:lnTo>
                <a:lnTo>
                  <a:pt x="405150" y="47025"/>
                </a:lnTo>
                <a:lnTo>
                  <a:pt x="406575" y="46500"/>
                </a:lnTo>
                <a:lnTo>
                  <a:pt x="408150" y="45750"/>
                </a:lnTo>
                <a:lnTo>
                  <a:pt x="409725" y="44850"/>
                </a:lnTo>
                <a:lnTo>
                  <a:pt x="411000" y="43950"/>
                </a:lnTo>
                <a:lnTo>
                  <a:pt x="412275" y="42825"/>
                </a:lnTo>
                <a:lnTo>
                  <a:pt x="413400" y="41700"/>
                </a:lnTo>
                <a:lnTo>
                  <a:pt x="414375" y="40425"/>
                </a:lnTo>
                <a:lnTo>
                  <a:pt x="415200" y="39225"/>
                </a:lnTo>
                <a:lnTo>
                  <a:pt x="415875" y="37800"/>
                </a:lnTo>
                <a:lnTo>
                  <a:pt x="416475" y="36375"/>
                </a:lnTo>
                <a:lnTo>
                  <a:pt x="416850" y="34875"/>
                </a:lnTo>
                <a:lnTo>
                  <a:pt x="417150" y="33375"/>
                </a:lnTo>
                <a:lnTo>
                  <a:pt x="417225" y="31875"/>
                </a:lnTo>
                <a:lnTo>
                  <a:pt x="417225" y="30525"/>
                </a:lnTo>
                <a:lnTo>
                  <a:pt x="417000" y="29100"/>
                </a:lnTo>
                <a:lnTo>
                  <a:pt x="416625" y="27675"/>
                </a:lnTo>
                <a:lnTo>
                  <a:pt x="416175" y="26400"/>
                </a:lnTo>
                <a:lnTo>
                  <a:pt x="415575" y="25200"/>
                </a:lnTo>
                <a:lnTo>
                  <a:pt x="414900" y="24075"/>
                </a:lnTo>
                <a:lnTo>
                  <a:pt x="414000" y="22950"/>
                </a:lnTo>
                <a:lnTo>
                  <a:pt x="413025" y="22050"/>
                </a:lnTo>
                <a:lnTo>
                  <a:pt x="412350" y="21525"/>
                </a:lnTo>
                <a:lnTo>
                  <a:pt x="411750" y="21075"/>
                </a:lnTo>
                <a:lnTo>
                  <a:pt x="411000" y="20550"/>
                </a:lnTo>
                <a:lnTo>
                  <a:pt x="410325" y="20175"/>
                </a:lnTo>
                <a:lnTo>
                  <a:pt x="409425" y="19800"/>
                </a:lnTo>
                <a:lnTo>
                  <a:pt x="408675" y="19500"/>
                </a:lnTo>
                <a:lnTo>
                  <a:pt x="407850" y="19275"/>
                </a:lnTo>
                <a:lnTo>
                  <a:pt x="406950" y="19050"/>
                </a:lnTo>
                <a:lnTo>
                  <a:pt x="406050" y="18900"/>
                </a:lnTo>
                <a:lnTo>
                  <a:pt x="405150" y="18750"/>
                </a:lnTo>
                <a:lnTo>
                  <a:pt x="403200" y="18675"/>
                </a:lnTo>
                <a:lnTo>
                  <a:pt x="402150" y="18675"/>
                </a:lnTo>
                <a:lnTo>
                  <a:pt x="401100" y="18675"/>
                </a:lnTo>
                <a:lnTo>
                  <a:pt x="399000" y="18900"/>
                </a:lnTo>
                <a:lnTo>
                  <a:pt x="397800" y="14625"/>
                </a:lnTo>
                <a:lnTo>
                  <a:pt x="399825" y="14400"/>
                </a:lnTo>
                <a:lnTo>
                  <a:pt x="402075" y="14250"/>
                </a:lnTo>
                <a:lnTo>
                  <a:pt x="404025" y="14250"/>
                </a:lnTo>
                <a:lnTo>
                  <a:pt x="406050" y="14400"/>
                </a:lnTo>
                <a:lnTo>
                  <a:pt x="407850" y="14700"/>
                </a:lnTo>
                <a:lnTo>
                  <a:pt x="409725" y="15075"/>
                </a:lnTo>
                <a:lnTo>
                  <a:pt x="411525" y="15600"/>
                </a:lnTo>
                <a:lnTo>
                  <a:pt x="413175" y="16275"/>
                </a:lnTo>
                <a:lnTo>
                  <a:pt x="414675" y="17100"/>
                </a:lnTo>
                <a:lnTo>
                  <a:pt x="416175" y="18000"/>
                </a:lnTo>
                <a:lnTo>
                  <a:pt x="417525" y="18975"/>
                </a:lnTo>
                <a:lnTo>
                  <a:pt x="418725" y="20175"/>
                </a:lnTo>
                <a:lnTo>
                  <a:pt x="419850" y="21375"/>
                </a:lnTo>
                <a:lnTo>
                  <a:pt x="420300" y="22050"/>
                </a:lnTo>
                <a:lnTo>
                  <a:pt x="420825" y="22800"/>
                </a:lnTo>
                <a:lnTo>
                  <a:pt x="421575" y="24150"/>
                </a:lnTo>
                <a:lnTo>
                  <a:pt x="422250" y="25650"/>
                </a:lnTo>
                <a:lnTo>
                  <a:pt x="422625" y="26625"/>
                </a:lnTo>
                <a:lnTo>
                  <a:pt x="422850" y="27525"/>
                </a:lnTo>
                <a:lnTo>
                  <a:pt x="423075" y="28650"/>
                </a:lnTo>
                <a:lnTo>
                  <a:pt x="423225" y="29550"/>
                </a:lnTo>
                <a:lnTo>
                  <a:pt x="423375" y="30675"/>
                </a:lnTo>
                <a:lnTo>
                  <a:pt x="423375" y="31650"/>
                </a:lnTo>
                <a:lnTo>
                  <a:pt x="423375" y="32775"/>
                </a:lnTo>
                <a:lnTo>
                  <a:pt x="423225" y="33750"/>
                </a:lnTo>
                <a:lnTo>
                  <a:pt x="423075" y="34875"/>
                </a:lnTo>
                <a:lnTo>
                  <a:pt x="422850" y="35850"/>
                </a:lnTo>
                <a:lnTo>
                  <a:pt x="422550" y="36975"/>
                </a:lnTo>
                <a:lnTo>
                  <a:pt x="422250" y="37950"/>
                </a:lnTo>
                <a:lnTo>
                  <a:pt x="421875" y="38850"/>
                </a:lnTo>
                <a:lnTo>
                  <a:pt x="421350" y="39975"/>
                </a:lnTo>
                <a:lnTo>
                  <a:pt x="420900" y="40875"/>
                </a:lnTo>
                <a:lnTo>
                  <a:pt x="420300" y="41775"/>
                </a:lnTo>
                <a:lnTo>
                  <a:pt x="419700" y="42675"/>
                </a:lnTo>
                <a:lnTo>
                  <a:pt x="419025" y="43575"/>
                </a:lnTo>
                <a:lnTo>
                  <a:pt x="418275" y="44400"/>
                </a:lnTo>
                <a:lnTo>
                  <a:pt x="417600" y="45150"/>
                </a:lnTo>
                <a:lnTo>
                  <a:pt x="416775" y="45900"/>
                </a:lnTo>
                <a:lnTo>
                  <a:pt x="415950" y="46575"/>
                </a:lnTo>
                <a:lnTo>
                  <a:pt x="414975" y="47325"/>
                </a:lnTo>
                <a:lnTo>
                  <a:pt x="414150" y="47925"/>
                </a:lnTo>
                <a:lnTo>
                  <a:pt x="413100" y="48600"/>
                </a:lnTo>
                <a:lnTo>
                  <a:pt x="412125" y="49125"/>
                </a:lnTo>
                <a:lnTo>
                  <a:pt x="411075" y="49650"/>
                </a:lnTo>
                <a:lnTo>
                  <a:pt x="410025" y="50175"/>
                </a:lnTo>
                <a:lnTo>
                  <a:pt x="408900" y="50625"/>
                </a:lnTo>
                <a:lnTo>
                  <a:pt x="407775" y="51000"/>
                </a:lnTo>
                <a:lnTo>
                  <a:pt x="406575" y="51375"/>
                </a:lnTo>
                <a:lnTo>
                  <a:pt x="405450" y="51675"/>
                </a:lnTo>
                <a:lnTo>
                  <a:pt x="416400" y="62550"/>
                </a:lnTo>
                <a:close/>
                <a:moveTo>
                  <a:pt x="444525" y="64950"/>
                </a:moveTo>
                <a:lnTo>
                  <a:pt x="445125" y="63600"/>
                </a:lnTo>
                <a:lnTo>
                  <a:pt x="445500" y="62400"/>
                </a:lnTo>
                <a:lnTo>
                  <a:pt x="445500" y="35625"/>
                </a:lnTo>
                <a:lnTo>
                  <a:pt x="444375" y="36300"/>
                </a:lnTo>
                <a:lnTo>
                  <a:pt x="443775" y="36750"/>
                </a:lnTo>
                <a:lnTo>
                  <a:pt x="443100" y="37350"/>
                </a:lnTo>
                <a:lnTo>
                  <a:pt x="441825" y="38550"/>
                </a:lnTo>
                <a:lnTo>
                  <a:pt x="440475" y="40125"/>
                </a:lnTo>
                <a:lnTo>
                  <a:pt x="439350" y="41625"/>
                </a:lnTo>
                <a:lnTo>
                  <a:pt x="438150" y="43350"/>
                </a:lnTo>
                <a:lnTo>
                  <a:pt x="436950" y="45075"/>
                </a:lnTo>
                <a:lnTo>
                  <a:pt x="434850" y="48600"/>
                </a:lnTo>
                <a:lnTo>
                  <a:pt x="434025" y="49875"/>
                </a:lnTo>
                <a:lnTo>
                  <a:pt x="433200" y="51000"/>
                </a:lnTo>
                <a:lnTo>
                  <a:pt x="432525" y="51675"/>
                </a:lnTo>
                <a:lnTo>
                  <a:pt x="432300" y="51900"/>
                </a:lnTo>
                <a:lnTo>
                  <a:pt x="431625" y="52275"/>
                </a:lnTo>
                <a:lnTo>
                  <a:pt x="430875" y="52425"/>
                </a:lnTo>
                <a:lnTo>
                  <a:pt x="430050" y="52500"/>
                </a:lnTo>
                <a:lnTo>
                  <a:pt x="429225" y="52425"/>
                </a:lnTo>
                <a:lnTo>
                  <a:pt x="428550" y="52125"/>
                </a:lnTo>
                <a:lnTo>
                  <a:pt x="428175" y="51975"/>
                </a:lnTo>
                <a:lnTo>
                  <a:pt x="427650" y="51525"/>
                </a:lnTo>
                <a:lnTo>
                  <a:pt x="427425" y="51300"/>
                </a:lnTo>
                <a:lnTo>
                  <a:pt x="427275" y="51000"/>
                </a:lnTo>
                <a:lnTo>
                  <a:pt x="427200" y="50775"/>
                </a:lnTo>
                <a:lnTo>
                  <a:pt x="427125" y="50475"/>
                </a:lnTo>
                <a:lnTo>
                  <a:pt x="427125" y="50175"/>
                </a:lnTo>
                <a:lnTo>
                  <a:pt x="427950" y="46800"/>
                </a:lnTo>
                <a:lnTo>
                  <a:pt x="428400" y="44475"/>
                </a:lnTo>
                <a:lnTo>
                  <a:pt x="428925" y="41925"/>
                </a:lnTo>
                <a:lnTo>
                  <a:pt x="429300" y="39075"/>
                </a:lnTo>
                <a:lnTo>
                  <a:pt x="429600" y="36525"/>
                </a:lnTo>
                <a:lnTo>
                  <a:pt x="429900" y="33825"/>
                </a:lnTo>
                <a:lnTo>
                  <a:pt x="430050" y="31200"/>
                </a:lnTo>
                <a:lnTo>
                  <a:pt x="430050" y="28725"/>
                </a:lnTo>
                <a:lnTo>
                  <a:pt x="430050" y="26550"/>
                </a:lnTo>
                <a:lnTo>
                  <a:pt x="429900" y="24525"/>
                </a:lnTo>
                <a:lnTo>
                  <a:pt x="429675" y="22725"/>
                </a:lnTo>
                <a:lnTo>
                  <a:pt x="429375" y="21150"/>
                </a:lnTo>
                <a:lnTo>
                  <a:pt x="429075" y="19650"/>
                </a:lnTo>
                <a:lnTo>
                  <a:pt x="428625" y="18375"/>
                </a:lnTo>
                <a:lnTo>
                  <a:pt x="428100" y="17325"/>
                </a:lnTo>
                <a:lnTo>
                  <a:pt x="427875" y="16950"/>
                </a:lnTo>
                <a:lnTo>
                  <a:pt x="427575" y="16500"/>
                </a:lnTo>
                <a:lnTo>
                  <a:pt x="432825" y="14250"/>
                </a:lnTo>
                <a:lnTo>
                  <a:pt x="433350" y="14850"/>
                </a:lnTo>
                <a:lnTo>
                  <a:pt x="433800" y="15675"/>
                </a:lnTo>
                <a:lnTo>
                  <a:pt x="434175" y="16350"/>
                </a:lnTo>
                <a:lnTo>
                  <a:pt x="434550" y="17250"/>
                </a:lnTo>
                <a:lnTo>
                  <a:pt x="435075" y="18900"/>
                </a:lnTo>
                <a:lnTo>
                  <a:pt x="435600" y="20925"/>
                </a:lnTo>
                <a:lnTo>
                  <a:pt x="435900" y="23025"/>
                </a:lnTo>
                <a:lnTo>
                  <a:pt x="436125" y="25575"/>
                </a:lnTo>
                <a:lnTo>
                  <a:pt x="436200" y="28275"/>
                </a:lnTo>
                <a:lnTo>
                  <a:pt x="436200" y="31125"/>
                </a:lnTo>
                <a:lnTo>
                  <a:pt x="436050" y="34050"/>
                </a:lnTo>
                <a:lnTo>
                  <a:pt x="435750" y="37200"/>
                </a:lnTo>
                <a:lnTo>
                  <a:pt x="436875" y="35850"/>
                </a:lnTo>
                <a:lnTo>
                  <a:pt x="438000" y="34800"/>
                </a:lnTo>
                <a:lnTo>
                  <a:pt x="439125" y="33900"/>
                </a:lnTo>
                <a:lnTo>
                  <a:pt x="440325" y="33000"/>
                </a:lnTo>
                <a:lnTo>
                  <a:pt x="441600" y="32175"/>
                </a:lnTo>
                <a:lnTo>
                  <a:pt x="442875" y="31575"/>
                </a:lnTo>
                <a:lnTo>
                  <a:pt x="444225" y="31125"/>
                </a:lnTo>
                <a:lnTo>
                  <a:pt x="445500" y="30750"/>
                </a:lnTo>
                <a:lnTo>
                  <a:pt x="445500" y="18600"/>
                </a:lnTo>
                <a:lnTo>
                  <a:pt x="445125" y="17400"/>
                </a:lnTo>
                <a:lnTo>
                  <a:pt x="444525" y="16050"/>
                </a:lnTo>
                <a:lnTo>
                  <a:pt x="443250" y="15750"/>
                </a:lnTo>
                <a:lnTo>
                  <a:pt x="443250" y="14250"/>
                </a:lnTo>
                <a:lnTo>
                  <a:pt x="453900" y="14250"/>
                </a:lnTo>
                <a:lnTo>
                  <a:pt x="453900" y="15750"/>
                </a:lnTo>
                <a:lnTo>
                  <a:pt x="452625" y="16050"/>
                </a:lnTo>
                <a:lnTo>
                  <a:pt x="452025" y="17400"/>
                </a:lnTo>
                <a:lnTo>
                  <a:pt x="451650" y="18600"/>
                </a:lnTo>
                <a:lnTo>
                  <a:pt x="451650" y="62400"/>
                </a:lnTo>
                <a:lnTo>
                  <a:pt x="452025" y="63600"/>
                </a:lnTo>
                <a:lnTo>
                  <a:pt x="452625" y="64950"/>
                </a:lnTo>
                <a:lnTo>
                  <a:pt x="453900" y="65250"/>
                </a:lnTo>
                <a:lnTo>
                  <a:pt x="453900" y="66750"/>
                </a:lnTo>
                <a:lnTo>
                  <a:pt x="443250" y="66750"/>
                </a:lnTo>
                <a:lnTo>
                  <a:pt x="443250" y="65250"/>
                </a:lnTo>
                <a:close/>
                <a:moveTo>
                  <a:pt x="484125" y="56925"/>
                </a:moveTo>
                <a:lnTo>
                  <a:pt x="483975" y="57900"/>
                </a:lnTo>
                <a:lnTo>
                  <a:pt x="483825" y="58725"/>
                </a:lnTo>
                <a:lnTo>
                  <a:pt x="483525" y="59550"/>
                </a:lnTo>
                <a:lnTo>
                  <a:pt x="483150" y="60450"/>
                </a:lnTo>
                <a:lnTo>
                  <a:pt x="482775" y="61125"/>
                </a:lnTo>
                <a:lnTo>
                  <a:pt x="482250" y="61950"/>
                </a:lnTo>
                <a:lnTo>
                  <a:pt x="481725" y="62625"/>
                </a:lnTo>
                <a:lnTo>
                  <a:pt x="481050" y="63300"/>
                </a:lnTo>
                <a:lnTo>
                  <a:pt x="480375" y="63900"/>
                </a:lnTo>
                <a:lnTo>
                  <a:pt x="479550" y="64500"/>
                </a:lnTo>
                <a:lnTo>
                  <a:pt x="478800" y="64950"/>
                </a:lnTo>
                <a:lnTo>
                  <a:pt x="477900" y="65400"/>
                </a:lnTo>
                <a:lnTo>
                  <a:pt x="477000" y="65775"/>
                </a:lnTo>
                <a:lnTo>
                  <a:pt x="476025" y="66150"/>
                </a:lnTo>
                <a:lnTo>
                  <a:pt x="475050" y="66375"/>
                </a:lnTo>
                <a:lnTo>
                  <a:pt x="473925" y="66600"/>
                </a:lnTo>
                <a:lnTo>
                  <a:pt x="472950" y="66675"/>
                </a:lnTo>
                <a:lnTo>
                  <a:pt x="471825" y="66750"/>
                </a:lnTo>
                <a:lnTo>
                  <a:pt x="470850" y="66750"/>
                </a:lnTo>
                <a:lnTo>
                  <a:pt x="469725" y="66675"/>
                </a:lnTo>
                <a:lnTo>
                  <a:pt x="468675" y="66525"/>
                </a:lnTo>
                <a:lnTo>
                  <a:pt x="467550" y="66300"/>
                </a:lnTo>
                <a:lnTo>
                  <a:pt x="466575" y="66000"/>
                </a:lnTo>
                <a:lnTo>
                  <a:pt x="465525" y="65625"/>
                </a:lnTo>
                <a:lnTo>
                  <a:pt x="464550" y="65250"/>
                </a:lnTo>
                <a:lnTo>
                  <a:pt x="463575" y="64800"/>
                </a:lnTo>
                <a:lnTo>
                  <a:pt x="462675" y="64275"/>
                </a:lnTo>
                <a:lnTo>
                  <a:pt x="461700" y="63600"/>
                </a:lnTo>
                <a:lnTo>
                  <a:pt x="460950" y="63000"/>
                </a:lnTo>
                <a:lnTo>
                  <a:pt x="460050" y="62250"/>
                </a:lnTo>
                <a:lnTo>
                  <a:pt x="459375" y="61575"/>
                </a:lnTo>
                <a:lnTo>
                  <a:pt x="464550" y="59175"/>
                </a:lnTo>
                <a:lnTo>
                  <a:pt x="465375" y="60075"/>
                </a:lnTo>
                <a:lnTo>
                  <a:pt x="466350" y="60825"/>
                </a:lnTo>
                <a:lnTo>
                  <a:pt x="467400" y="61425"/>
                </a:lnTo>
                <a:lnTo>
                  <a:pt x="468450" y="61875"/>
                </a:lnTo>
                <a:lnTo>
                  <a:pt x="469500" y="62250"/>
                </a:lnTo>
                <a:lnTo>
                  <a:pt x="470625" y="62400"/>
                </a:lnTo>
                <a:lnTo>
                  <a:pt x="471750" y="62475"/>
                </a:lnTo>
                <a:lnTo>
                  <a:pt x="472875" y="62325"/>
                </a:lnTo>
                <a:lnTo>
                  <a:pt x="473700" y="62175"/>
                </a:lnTo>
                <a:lnTo>
                  <a:pt x="474450" y="61875"/>
                </a:lnTo>
                <a:lnTo>
                  <a:pt x="475200" y="61425"/>
                </a:lnTo>
                <a:lnTo>
                  <a:pt x="475875" y="60975"/>
                </a:lnTo>
                <a:lnTo>
                  <a:pt x="476400" y="60450"/>
                </a:lnTo>
                <a:lnTo>
                  <a:pt x="476925" y="59775"/>
                </a:lnTo>
                <a:lnTo>
                  <a:pt x="477375" y="59025"/>
                </a:lnTo>
                <a:lnTo>
                  <a:pt x="477600" y="58350"/>
                </a:lnTo>
                <a:lnTo>
                  <a:pt x="477750" y="57825"/>
                </a:lnTo>
                <a:lnTo>
                  <a:pt x="477900" y="57225"/>
                </a:lnTo>
                <a:lnTo>
                  <a:pt x="477975" y="56625"/>
                </a:lnTo>
                <a:lnTo>
                  <a:pt x="477975" y="56025"/>
                </a:lnTo>
                <a:lnTo>
                  <a:pt x="477975" y="18450"/>
                </a:lnTo>
                <a:lnTo>
                  <a:pt x="477600" y="17325"/>
                </a:lnTo>
                <a:lnTo>
                  <a:pt x="477000" y="15975"/>
                </a:lnTo>
                <a:lnTo>
                  <a:pt x="475725" y="15675"/>
                </a:lnTo>
                <a:lnTo>
                  <a:pt x="475725" y="14250"/>
                </a:lnTo>
                <a:lnTo>
                  <a:pt x="486375" y="14250"/>
                </a:lnTo>
                <a:lnTo>
                  <a:pt x="486375" y="15675"/>
                </a:lnTo>
                <a:lnTo>
                  <a:pt x="485100" y="15975"/>
                </a:lnTo>
                <a:lnTo>
                  <a:pt x="484500" y="17325"/>
                </a:lnTo>
                <a:lnTo>
                  <a:pt x="484125" y="18450"/>
                </a:lnTo>
                <a:lnTo>
                  <a:pt x="484125" y="56025"/>
                </a:lnTo>
                <a:close/>
                <a:moveTo>
                  <a:pt x="499125" y="15675"/>
                </a:moveTo>
                <a:lnTo>
                  <a:pt x="499200" y="16800"/>
                </a:lnTo>
                <a:lnTo>
                  <a:pt x="499425" y="17925"/>
                </a:lnTo>
                <a:lnTo>
                  <a:pt x="499725" y="18975"/>
                </a:lnTo>
                <a:lnTo>
                  <a:pt x="500025" y="20025"/>
                </a:lnTo>
                <a:lnTo>
                  <a:pt x="500400" y="21075"/>
                </a:lnTo>
                <a:lnTo>
                  <a:pt x="500925" y="22050"/>
                </a:lnTo>
                <a:lnTo>
                  <a:pt x="501525" y="23175"/>
                </a:lnTo>
                <a:lnTo>
                  <a:pt x="502125" y="24150"/>
                </a:lnTo>
                <a:lnTo>
                  <a:pt x="502875" y="25200"/>
                </a:lnTo>
                <a:lnTo>
                  <a:pt x="503775" y="26325"/>
                </a:lnTo>
                <a:lnTo>
                  <a:pt x="504675" y="27375"/>
                </a:lnTo>
                <a:lnTo>
                  <a:pt x="505725" y="28425"/>
                </a:lnTo>
                <a:lnTo>
                  <a:pt x="506775" y="29475"/>
                </a:lnTo>
                <a:lnTo>
                  <a:pt x="509775" y="32175"/>
                </a:lnTo>
                <a:lnTo>
                  <a:pt x="510000" y="32400"/>
                </a:lnTo>
                <a:lnTo>
                  <a:pt x="510150" y="32700"/>
                </a:lnTo>
                <a:lnTo>
                  <a:pt x="510225" y="32925"/>
                </a:lnTo>
                <a:lnTo>
                  <a:pt x="510300" y="33225"/>
                </a:lnTo>
                <a:lnTo>
                  <a:pt x="510300" y="33525"/>
                </a:lnTo>
                <a:lnTo>
                  <a:pt x="510225" y="33825"/>
                </a:lnTo>
                <a:lnTo>
                  <a:pt x="510150" y="34050"/>
                </a:lnTo>
                <a:lnTo>
                  <a:pt x="510000" y="34350"/>
                </a:lnTo>
                <a:lnTo>
                  <a:pt x="509775" y="34575"/>
                </a:lnTo>
                <a:lnTo>
                  <a:pt x="507825" y="36375"/>
                </a:lnTo>
                <a:lnTo>
                  <a:pt x="506475" y="37575"/>
                </a:lnTo>
                <a:lnTo>
                  <a:pt x="505275" y="38775"/>
                </a:lnTo>
                <a:lnTo>
                  <a:pt x="504150" y="39975"/>
                </a:lnTo>
                <a:lnTo>
                  <a:pt x="503400" y="40875"/>
                </a:lnTo>
                <a:lnTo>
                  <a:pt x="502650" y="41850"/>
                </a:lnTo>
                <a:lnTo>
                  <a:pt x="502050" y="42750"/>
                </a:lnTo>
                <a:lnTo>
                  <a:pt x="501525" y="43575"/>
                </a:lnTo>
                <a:lnTo>
                  <a:pt x="500925" y="44700"/>
                </a:lnTo>
                <a:lnTo>
                  <a:pt x="500400" y="45675"/>
                </a:lnTo>
                <a:lnTo>
                  <a:pt x="499950" y="46875"/>
                </a:lnTo>
                <a:lnTo>
                  <a:pt x="499650" y="47925"/>
                </a:lnTo>
                <a:lnTo>
                  <a:pt x="499425" y="49050"/>
                </a:lnTo>
                <a:lnTo>
                  <a:pt x="499200" y="50100"/>
                </a:lnTo>
                <a:lnTo>
                  <a:pt x="499125" y="51300"/>
                </a:lnTo>
                <a:lnTo>
                  <a:pt x="499050" y="52500"/>
                </a:lnTo>
                <a:lnTo>
                  <a:pt x="492900" y="52500"/>
                </a:lnTo>
                <a:lnTo>
                  <a:pt x="492975" y="51075"/>
                </a:lnTo>
                <a:lnTo>
                  <a:pt x="493050" y="49950"/>
                </a:lnTo>
                <a:lnTo>
                  <a:pt x="493275" y="48600"/>
                </a:lnTo>
                <a:lnTo>
                  <a:pt x="493575" y="47325"/>
                </a:lnTo>
                <a:lnTo>
                  <a:pt x="493875" y="46200"/>
                </a:lnTo>
                <a:lnTo>
                  <a:pt x="494325" y="45000"/>
                </a:lnTo>
                <a:lnTo>
                  <a:pt x="494850" y="43800"/>
                </a:lnTo>
                <a:lnTo>
                  <a:pt x="495450" y="42600"/>
                </a:lnTo>
                <a:lnTo>
                  <a:pt x="496125" y="41475"/>
                </a:lnTo>
                <a:lnTo>
                  <a:pt x="496800" y="40350"/>
                </a:lnTo>
                <a:lnTo>
                  <a:pt x="497625" y="39225"/>
                </a:lnTo>
                <a:lnTo>
                  <a:pt x="498600" y="38025"/>
                </a:lnTo>
                <a:lnTo>
                  <a:pt x="499575" y="36900"/>
                </a:lnTo>
                <a:lnTo>
                  <a:pt x="500700" y="35700"/>
                </a:lnTo>
                <a:lnTo>
                  <a:pt x="501900" y="34575"/>
                </a:lnTo>
                <a:lnTo>
                  <a:pt x="503250" y="33375"/>
                </a:lnTo>
                <a:lnTo>
                  <a:pt x="501225" y="31500"/>
                </a:lnTo>
                <a:lnTo>
                  <a:pt x="499425" y="29625"/>
                </a:lnTo>
                <a:lnTo>
                  <a:pt x="497925" y="27900"/>
                </a:lnTo>
                <a:lnTo>
                  <a:pt x="496575" y="26025"/>
                </a:lnTo>
                <a:lnTo>
                  <a:pt x="495525" y="24300"/>
                </a:lnTo>
                <a:lnTo>
                  <a:pt x="494625" y="22575"/>
                </a:lnTo>
                <a:lnTo>
                  <a:pt x="494250" y="21525"/>
                </a:lnTo>
                <a:lnTo>
                  <a:pt x="493950" y="20700"/>
                </a:lnTo>
                <a:lnTo>
                  <a:pt x="493650" y="19650"/>
                </a:lnTo>
                <a:lnTo>
                  <a:pt x="493425" y="18825"/>
                </a:lnTo>
                <a:lnTo>
                  <a:pt x="493200" y="17700"/>
                </a:lnTo>
                <a:lnTo>
                  <a:pt x="493050" y="16575"/>
                </a:lnTo>
                <a:lnTo>
                  <a:pt x="492900" y="15450"/>
                </a:lnTo>
                <a:lnTo>
                  <a:pt x="492900" y="14250"/>
                </a:lnTo>
                <a:lnTo>
                  <a:pt x="499050" y="14250"/>
                </a:lnTo>
                <a:close/>
                <a:moveTo>
                  <a:pt x="531975" y="19125"/>
                </a:moveTo>
                <a:lnTo>
                  <a:pt x="532650" y="18300"/>
                </a:lnTo>
                <a:lnTo>
                  <a:pt x="533175" y="17700"/>
                </a:lnTo>
                <a:lnTo>
                  <a:pt x="533925" y="17100"/>
                </a:lnTo>
                <a:lnTo>
                  <a:pt x="534600" y="16575"/>
                </a:lnTo>
                <a:lnTo>
                  <a:pt x="535425" y="15975"/>
                </a:lnTo>
                <a:lnTo>
                  <a:pt x="536100" y="15600"/>
                </a:lnTo>
                <a:lnTo>
                  <a:pt x="537075" y="15150"/>
                </a:lnTo>
                <a:lnTo>
                  <a:pt x="537975" y="14775"/>
                </a:lnTo>
                <a:lnTo>
                  <a:pt x="538950" y="14400"/>
                </a:lnTo>
                <a:lnTo>
                  <a:pt x="540000" y="14100"/>
                </a:lnTo>
                <a:lnTo>
                  <a:pt x="541050" y="13875"/>
                </a:lnTo>
                <a:lnTo>
                  <a:pt x="542100" y="13725"/>
                </a:lnTo>
                <a:lnTo>
                  <a:pt x="543375" y="13575"/>
                </a:lnTo>
                <a:lnTo>
                  <a:pt x="544575" y="13500"/>
                </a:lnTo>
                <a:lnTo>
                  <a:pt x="545775" y="13500"/>
                </a:lnTo>
                <a:lnTo>
                  <a:pt x="546750" y="13500"/>
                </a:lnTo>
                <a:lnTo>
                  <a:pt x="547725" y="13575"/>
                </a:lnTo>
                <a:lnTo>
                  <a:pt x="548625" y="13725"/>
                </a:lnTo>
                <a:lnTo>
                  <a:pt x="549675" y="13875"/>
                </a:lnTo>
                <a:lnTo>
                  <a:pt x="550575" y="14100"/>
                </a:lnTo>
                <a:lnTo>
                  <a:pt x="551550" y="14400"/>
                </a:lnTo>
                <a:lnTo>
                  <a:pt x="552450" y="14700"/>
                </a:lnTo>
                <a:lnTo>
                  <a:pt x="553275" y="15075"/>
                </a:lnTo>
                <a:lnTo>
                  <a:pt x="554100" y="15525"/>
                </a:lnTo>
                <a:lnTo>
                  <a:pt x="554925" y="15975"/>
                </a:lnTo>
                <a:lnTo>
                  <a:pt x="555600" y="16500"/>
                </a:lnTo>
                <a:lnTo>
                  <a:pt x="556425" y="17100"/>
                </a:lnTo>
                <a:lnTo>
                  <a:pt x="557100" y="17700"/>
                </a:lnTo>
                <a:lnTo>
                  <a:pt x="557775" y="18375"/>
                </a:lnTo>
                <a:lnTo>
                  <a:pt x="558375" y="18975"/>
                </a:lnTo>
                <a:lnTo>
                  <a:pt x="558975" y="19725"/>
                </a:lnTo>
                <a:lnTo>
                  <a:pt x="559575" y="20475"/>
                </a:lnTo>
                <a:lnTo>
                  <a:pt x="560100" y="21300"/>
                </a:lnTo>
                <a:lnTo>
                  <a:pt x="560550" y="22200"/>
                </a:lnTo>
                <a:lnTo>
                  <a:pt x="561075" y="23175"/>
                </a:lnTo>
                <a:lnTo>
                  <a:pt x="561450" y="24075"/>
                </a:lnTo>
                <a:lnTo>
                  <a:pt x="561900" y="25125"/>
                </a:lnTo>
                <a:lnTo>
                  <a:pt x="562200" y="26175"/>
                </a:lnTo>
                <a:lnTo>
                  <a:pt x="562500" y="27300"/>
                </a:lnTo>
                <a:lnTo>
                  <a:pt x="562800" y="28425"/>
                </a:lnTo>
                <a:lnTo>
                  <a:pt x="562950" y="29550"/>
                </a:lnTo>
                <a:lnTo>
                  <a:pt x="563100" y="30750"/>
                </a:lnTo>
                <a:lnTo>
                  <a:pt x="563175" y="31875"/>
                </a:lnTo>
                <a:lnTo>
                  <a:pt x="563250" y="33075"/>
                </a:lnTo>
                <a:lnTo>
                  <a:pt x="563250" y="34200"/>
                </a:lnTo>
                <a:lnTo>
                  <a:pt x="563175" y="35400"/>
                </a:lnTo>
                <a:lnTo>
                  <a:pt x="563025" y="36525"/>
                </a:lnTo>
                <a:lnTo>
                  <a:pt x="562875" y="37650"/>
                </a:lnTo>
                <a:lnTo>
                  <a:pt x="562650" y="38775"/>
                </a:lnTo>
                <a:lnTo>
                  <a:pt x="562425" y="39750"/>
                </a:lnTo>
                <a:lnTo>
                  <a:pt x="562125" y="40875"/>
                </a:lnTo>
                <a:lnTo>
                  <a:pt x="561750" y="41925"/>
                </a:lnTo>
                <a:lnTo>
                  <a:pt x="561375" y="42825"/>
                </a:lnTo>
                <a:lnTo>
                  <a:pt x="560925" y="43875"/>
                </a:lnTo>
                <a:lnTo>
                  <a:pt x="560475" y="44700"/>
                </a:lnTo>
                <a:lnTo>
                  <a:pt x="559950" y="45600"/>
                </a:lnTo>
                <a:lnTo>
                  <a:pt x="559425" y="46425"/>
                </a:lnTo>
                <a:lnTo>
                  <a:pt x="558825" y="47175"/>
                </a:lnTo>
                <a:lnTo>
                  <a:pt x="558225" y="47925"/>
                </a:lnTo>
                <a:lnTo>
                  <a:pt x="557550" y="48675"/>
                </a:lnTo>
                <a:lnTo>
                  <a:pt x="556800" y="49350"/>
                </a:lnTo>
                <a:lnTo>
                  <a:pt x="556050" y="49950"/>
                </a:lnTo>
                <a:lnTo>
                  <a:pt x="555300" y="50475"/>
                </a:lnTo>
                <a:lnTo>
                  <a:pt x="553950" y="51300"/>
                </a:lnTo>
                <a:lnTo>
                  <a:pt x="552600" y="51975"/>
                </a:lnTo>
                <a:lnTo>
                  <a:pt x="551175" y="52500"/>
                </a:lnTo>
                <a:lnTo>
                  <a:pt x="549600" y="52875"/>
                </a:lnTo>
                <a:lnTo>
                  <a:pt x="548025" y="53175"/>
                </a:lnTo>
                <a:lnTo>
                  <a:pt x="546450" y="53250"/>
                </a:lnTo>
                <a:lnTo>
                  <a:pt x="544575" y="53250"/>
                </a:lnTo>
                <a:lnTo>
                  <a:pt x="542625" y="53100"/>
                </a:lnTo>
                <a:lnTo>
                  <a:pt x="540825" y="52800"/>
                </a:lnTo>
                <a:lnTo>
                  <a:pt x="539325" y="52425"/>
                </a:lnTo>
                <a:lnTo>
                  <a:pt x="537825" y="51975"/>
                </a:lnTo>
                <a:lnTo>
                  <a:pt x="536550" y="51375"/>
                </a:lnTo>
                <a:lnTo>
                  <a:pt x="535200" y="50625"/>
                </a:lnTo>
                <a:lnTo>
                  <a:pt x="534150" y="49875"/>
                </a:lnTo>
                <a:lnTo>
                  <a:pt x="533550" y="49350"/>
                </a:lnTo>
                <a:lnTo>
                  <a:pt x="533025" y="48825"/>
                </a:lnTo>
                <a:lnTo>
                  <a:pt x="532125" y="47850"/>
                </a:lnTo>
                <a:lnTo>
                  <a:pt x="531375" y="46800"/>
                </a:lnTo>
                <a:lnTo>
                  <a:pt x="537000" y="45150"/>
                </a:lnTo>
                <a:lnTo>
                  <a:pt x="537450" y="45750"/>
                </a:lnTo>
                <a:lnTo>
                  <a:pt x="538050" y="46425"/>
                </a:lnTo>
                <a:lnTo>
                  <a:pt x="538575" y="47025"/>
                </a:lnTo>
                <a:lnTo>
                  <a:pt x="539325" y="47550"/>
                </a:lnTo>
                <a:lnTo>
                  <a:pt x="540075" y="48000"/>
                </a:lnTo>
                <a:lnTo>
                  <a:pt x="540825" y="48375"/>
                </a:lnTo>
                <a:lnTo>
                  <a:pt x="541650" y="48675"/>
                </a:lnTo>
                <a:lnTo>
                  <a:pt x="542550" y="48825"/>
                </a:lnTo>
                <a:lnTo>
                  <a:pt x="543600" y="49050"/>
                </a:lnTo>
                <a:lnTo>
                  <a:pt x="544800" y="49125"/>
                </a:lnTo>
                <a:lnTo>
                  <a:pt x="546075" y="49125"/>
                </a:lnTo>
                <a:lnTo>
                  <a:pt x="547050" y="49050"/>
                </a:lnTo>
                <a:lnTo>
                  <a:pt x="548025" y="48900"/>
                </a:lnTo>
                <a:lnTo>
                  <a:pt x="548850" y="48675"/>
                </a:lnTo>
                <a:lnTo>
                  <a:pt x="549750" y="48300"/>
                </a:lnTo>
                <a:lnTo>
                  <a:pt x="550500" y="47850"/>
                </a:lnTo>
                <a:lnTo>
                  <a:pt x="551250" y="47400"/>
                </a:lnTo>
                <a:lnTo>
                  <a:pt x="551925" y="46800"/>
                </a:lnTo>
                <a:lnTo>
                  <a:pt x="552600" y="46200"/>
                </a:lnTo>
                <a:lnTo>
                  <a:pt x="553275" y="45450"/>
                </a:lnTo>
                <a:lnTo>
                  <a:pt x="553800" y="44775"/>
                </a:lnTo>
                <a:lnTo>
                  <a:pt x="554400" y="43875"/>
                </a:lnTo>
                <a:lnTo>
                  <a:pt x="554925" y="42975"/>
                </a:lnTo>
                <a:lnTo>
                  <a:pt x="555375" y="42000"/>
                </a:lnTo>
                <a:lnTo>
                  <a:pt x="555825" y="40950"/>
                </a:lnTo>
                <a:lnTo>
                  <a:pt x="556125" y="39900"/>
                </a:lnTo>
                <a:lnTo>
                  <a:pt x="556425" y="38775"/>
                </a:lnTo>
                <a:lnTo>
                  <a:pt x="556725" y="37650"/>
                </a:lnTo>
                <a:lnTo>
                  <a:pt x="556875" y="36450"/>
                </a:lnTo>
                <a:lnTo>
                  <a:pt x="557025" y="35325"/>
                </a:lnTo>
                <a:lnTo>
                  <a:pt x="557100" y="34125"/>
                </a:lnTo>
                <a:lnTo>
                  <a:pt x="557100" y="32925"/>
                </a:lnTo>
                <a:lnTo>
                  <a:pt x="557025" y="31725"/>
                </a:lnTo>
                <a:lnTo>
                  <a:pt x="556950" y="30600"/>
                </a:lnTo>
                <a:lnTo>
                  <a:pt x="556725" y="29400"/>
                </a:lnTo>
                <a:lnTo>
                  <a:pt x="556500" y="28275"/>
                </a:lnTo>
                <a:lnTo>
                  <a:pt x="556200" y="27150"/>
                </a:lnTo>
                <a:lnTo>
                  <a:pt x="555900" y="26100"/>
                </a:lnTo>
                <a:lnTo>
                  <a:pt x="555450" y="25050"/>
                </a:lnTo>
                <a:lnTo>
                  <a:pt x="555075" y="24150"/>
                </a:lnTo>
                <a:lnTo>
                  <a:pt x="554550" y="23250"/>
                </a:lnTo>
                <a:lnTo>
                  <a:pt x="554025" y="22350"/>
                </a:lnTo>
                <a:lnTo>
                  <a:pt x="553500" y="21600"/>
                </a:lnTo>
                <a:lnTo>
                  <a:pt x="552900" y="20850"/>
                </a:lnTo>
                <a:lnTo>
                  <a:pt x="552225" y="20175"/>
                </a:lnTo>
                <a:lnTo>
                  <a:pt x="551475" y="19575"/>
                </a:lnTo>
                <a:lnTo>
                  <a:pt x="550800" y="19050"/>
                </a:lnTo>
                <a:lnTo>
                  <a:pt x="550050" y="18600"/>
                </a:lnTo>
                <a:lnTo>
                  <a:pt x="549300" y="18300"/>
                </a:lnTo>
                <a:lnTo>
                  <a:pt x="548400" y="18000"/>
                </a:lnTo>
                <a:lnTo>
                  <a:pt x="547500" y="17775"/>
                </a:lnTo>
                <a:lnTo>
                  <a:pt x="546600" y="17625"/>
                </a:lnTo>
                <a:lnTo>
                  <a:pt x="545625" y="17625"/>
                </a:lnTo>
                <a:lnTo>
                  <a:pt x="544275" y="17700"/>
                </a:lnTo>
                <a:lnTo>
                  <a:pt x="543150" y="17775"/>
                </a:lnTo>
                <a:lnTo>
                  <a:pt x="542250" y="18000"/>
                </a:lnTo>
                <a:lnTo>
                  <a:pt x="541425" y="18225"/>
                </a:lnTo>
                <a:lnTo>
                  <a:pt x="540600" y="18525"/>
                </a:lnTo>
                <a:lnTo>
                  <a:pt x="539850" y="18900"/>
                </a:lnTo>
                <a:lnTo>
                  <a:pt x="539175" y="19275"/>
                </a:lnTo>
                <a:lnTo>
                  <a:pt x="538575" y="19725"/>
                </a:lnTo>
                <a:lnTo>
                  <a:pt x="538050" y="20325"/>
                </a:lnTo>
                <a:lnTo>
                  <a:pt x="537450" y="21000"/>
                </a:lnTo>
                <a:lnTo>
                  <a:pt x="537000" y="21600"/>
                </a:lnTo>
                <a:lnTo>
                  <a:pt x="531375" y="20025"/>
                </a:lnTo>
                <a:close/>
                <a:moveTo>
                  <a:pt x="569250" y="48150"/>
                </a:moveTo>
                <a:lnTo>
                  <a:pt x="575025" y="48150"/>
                </a:lnTo>
                <a:lnTo>
                  <a:pt x="575775" y="46575"/>
                </a:lnTo>
                <a:lnTo>
                  <a:pt x="577200" y="42900"/>
                </a:lnTo>
                <a:lnTo>
                  <a:pt x="577950" y="41325"/>
                </a:lnTo>
                <a:lnTo>
                  <a:pt x="578700" y="39900"/>
                </a:lnTo>
                <a:lnTo>
                  <a:pt x="579600" y="38625"/>
                </a:lnTo>
                <a:lnTo>
                  <a:pt x="580200" y="37950"/>
                </a:lnTo>
                <a:lnTo>
                  <a:pt x="581025" y="37050"/>
                </a:lnTo>
                <a:lnTo>
                  <a:pt x="581700" y="36375"/>
                </a:lnTo>
                <a:lnTo>
                  <a:pt x="582525" y="35775"/>
                </a:lnTo>
                <a:lnTo>
                  <a:pt x="583350" y="35175"/>
                </a:lnTo>
                <a:lnTo>
                  <a:pt x="584250" y="34575"/>
                </a:lnTo>
                <a:lnTo>
                  <a:pt x="585300" y="33975"/>
                </a:lnTo>
                <a:lnTo>
                  <a:pt x="586500" y="33375"/>
                </a:lnTo>
                <a:lnTo>
                  <a:pt x="585300" y="32775"/>
                </a:lnTo>
                <a:lnTo>
                  <a:pt x="584400" y="32250"/>
                </a:lnTo>
                <a:lnTo>
                  <a:pt x="583350" y="31575"/>
                </a:lnTo>
                <a:lnTo>
                  <a:pt x="582525" y="30975"/>
                </a:lnTo>
                <a:lnTo>
                  <a:pt x="581700" y="30375"/>
                </a:lnTo>
                <a:lnTo>
                  <a:pt x="581025" y="29700"/>
                </a:lnTo>
                <a:lnTo>
                  <a:pt x="580200" y="28800"/>
                </a:lnTo>
                <a:lnTo>
                  <a:pt x="579600" y="28125"/>
                </a:lnTo>
                <a:lnTo>
                  <a:pt x="578700" y="26850"/>
                </a:lnTo>
                <a:lnTo>
                  <a:pt x="577950" y="25425"/>
                </a:lnTo>
                <a:lnTo>
                  <a:pt x="577200" y="23850"/>
                </a:lnTo>
                <a:lnTo>
                  <a:pt x="575775" y="20175"/>
                </a:lnTo>
                <a:lnTo>
                  <a:pt x="575025" y="18600"/>
                </a:lnTo>
                <a:lnTo>
                  <a:pt x="569250" y="18600"/>
                </a:lnTo>
                <a:lnTo>
                  <a:pt x="568875" y="17400"/>
                </a:lnTo>
                <a:lnTo>
                  <a:pt x="568275" y="16050"/>
                </a:lnTo>
                <a:lnTo>
                  <a:pt x="567000" y="15750"/>
                </a:lnTo>
                <a:lnTo>
                  <a:pt x="567000" y="14250"/>
                </a:lnTo>
                <a:lnTo>
                  <a:pt x="572325" y="14250"/>
                </a:lnTo>
                <a:lnTo>
                  <a:pt x="578625" y="14250"/>
                </a:lnTo>
                <a:lnTo>
                  <a:pt x="578925" y="14550"/>
                </a:lnTo>
                <a:lnTo>
                  <a:pt x="579600" y="15300"/>
                </a:lnTo>
                <a:lnTo>
                  <a:pt x="580275" y="16200"/>
                </a:lnTo>
                <a:lnTo>
                  <a:pt x="580800" y="17175"/>
                </a:lnTo>
                <a:lnTo>
                  <a:pt x="581625" y="18900"/>
                </a:lnTo>
                <a:lnTo>
                  <a:pt x="583275" y="22875"/>
                </a:lnTo>
                <a:lnTo>
                  <a:pt x="584775" y="26400"/>
                </a:lnTo>
                <a:lnTo>
                  <a:pt x="585600" y="28050"/>
                </a:lnTo>
                <a:lnTo>
                  <a:pt x="586050" y="28800"/>
                </a:lnTo>
                <a:lnTo>
                  <a:pt x="586500" y="29400"/>
                </a:lnTo>
                <a:lnTo>
                  <a:pt x="586500" y="18600"/>
                </a:lnTo>
                <a:lnTo>
                  <a:pt x="586125" y="17400"/>
                </a:lnTo>
                <a:lnTo>
                  <a:pt x="585525" y="16050"/>
                </a:lnTo>
                <a:lnTo>
                  <a:pt x="584250" y="15750"/>
                </a:lnTo>
                <a:lnTo>
                  <a:pt x="584250" y="14250"/>
                </a:lnTo>
                <a:lnTo>
                  <a:pt x="594900" y="14250"/>
                </a:lnTo>
                <a:lnTo>
                  <a:pt x="594900" y="15750"/>
                </a:lnTo>
                <a:lnTo>
                  <a:pt x="593625" y="16050"/>
                </a:lnTo>
                <a:lnTo>
                  <a:pt x="593025" y="17400"/>
                </a:lnTo>
                <a:lnTo>
                  <a:pt x="592650" y="18600"/>
                </a:lnTo>
                <a:lnTo>
                  <a:pt x="592650" y="29400"/>
                </a:lnTo>
                <a:lnTo>
                  <a:pt x="593100" y="28800"/>
                </a:lnTo>
                <a:lnTo>
                  <a:pt x="593550" y="28050"/>
                </a:lnTo>
                <a:lnTo>
                  <a:pt x="594375" y="26400"/>
                </a:lnTo>
                <a:lnTo>
                  <a:pt x="595875" y="22875"/>
                </a:lnTo>
                <a:lnTo>
                  <a:pt x="597525" y="18900"/>
                </a:lnTo>
                <a:lnTo>
                  <a:pt x="598350" y="17175"/>
                </a:lnTo>
                <a:lnTo>
                  <a:pt x="598875" y="16200"/>
                </a:lnTo>
                <a:lnTo>
                  <a:pt x="599550" y="15300"/>
                </a:lnTo>
                <a:lnTo>
                  <a:pt x="600225" y="14550"/>
                </a:lnTo>
                <a:lnTo>
                  <a:pt x="600525" y="14250"/>
                </a:lnTo>
                <a:lnTo>
                  <a:pt x="606825" y="14250"/>
                </a:lnTo>
                <a:lnTo>
                  <a:pt x="612150" y="14250"/>
                </a:lnTo>
                <a:lnTo>
                  <a:pt x="612150" y="15750"/>
                </a:lnTo>
                <a:lnTo>
                  <a:pt x="610875" y="16050"/>
                </a:lnTo>
                <a:lnTo>
                  <a:pt x="610275" y="17400"/>
                </a:lnTo>
                <a:lnTo>
                  <a:pt x="609900" y="18600"/>
                </a:lnTo>
                <a:lnTo>
                  <a:pt x="604125" y="18600"/>
                </a:lnTo>
                <a:lnTo>
                  <a:pt x="603375" y="20175"/>
                </a:lnTo>
                <a:lnTo>
                  <a:pt x="601950" y="23850"/>
                </a:lnTo>
                <a:lnTo>
                  <a:pt x="601200" y="25425"/>
                </a:lnTo>
                <a:lnTo>
                  <a:pt x="600450" y="26850"/>
                </a:lnTo>
                <a:lnTo>
                  <a:pt x="599550" y="28125"/>
                </a:lnTo>
                <a:lnTo>
                  <a:pt x="598950" y="28800"/>
                </a:lnTo>
                <a:lnTo>
                  <a:pt x="598125" y="29700"/>
                </a:lnTo>
                <a:lnTo>
                  <a:pt x="597450" y="30375"/>
                </a:lnTo>
                <a:lnTo>
                  <a:pt x="596625" y="30975"/>
                </a:lnTo>
                <a:lnTo>
                  <a:pt x="595800" y="31575"/>
                </a:lnTo>
                <a:lnTo>
                  <a:pt x="594750" y="32250"/>
                </a:lnTo>
                <a:lnTo>
                  <a:pt x="593850" y="32775"/>
                </a:lnTo>
                <a:lnTo>
                  <a:pt x="592650" y="33375"/>
                </a:lnTo>
                <a:lnTo>
                  <a:pt x="593850" y="33975"/>
                </a:lnTo>
                <a:lnTo>
                  <a:pt x="594900" y="34575"/>
                </a:lnTo>
                <a:lnTo>
                  <a:pt x="595800" y="35175"/>
                </a:lnTo>
                <a:lnTo>
                  <a:pt x="596625" y="35775"/>
                </a:lnTo>
                <a:lnTo>
                  <a:pt x="597450" y="36375"/>
                </a:lnTo>
                <a:lnTo>
                  <a:pt x="598125" y="37050"/>
                </a:lnTo>
                <a:lnTo>
                  <a:pt x="598950" y="37950"/>
                </a:lnTo>
                <a:lnTo>
                  <a:pt x="599550" y="38625"/>
                </a:lnTo>
                <a:lnTo>
                  <a:pt x="600450" y="39900"/>
                </a:lnTo>
                <a:lnTo>
                  <a:pt x="601200" y="41325"/>
                </a:lnTo>
                <a:lnTo>
                  <a:pt x="601950" y="42900"/>
                </a:lnTo>
                <a:lnTo>
                  <a:pt x="603375" y="46575"/>
                </a:lnTo>
                <a:lnTo>
                  <a:pt x="604125" y="48150"/>
                </a:lnTo>
                <a:lnTo>
                  <a:pt x="609900" y="48150"/>
                </a:lnTo>
                <a:lnTo>
                  <a:pt x="610275" y="49350"/>
                </a:lnTo>
                <a:lnTo>
                  <a:pt x="610875" y="50700"/>
                </a:lnTo>
                <a:lnTo>
                  <a:pt x="612150" y="51000"/>
                </a:lnTo>
                <a:lnTo>
                  <a:pt x="612150" y="52500"/>
                </a:lnTo>
                <a:lnTo>
                  <a:pt x="606825" y="52500"/>
                </a:lnTo>
                <a:lnTo>
                  <a:pt x="600525" y="52500"/>
                </a:lnTo>
                <a:lnTo>
                  <a:pt x="600225" y="52200"/>
                </a:lnTo>
                <a:lnTo>
                  <a:pt x="599550" y="51450"/>
                </a:lnTo>
                <a:lnTo>
                  <a:pt x="598875" y="50550"/>
                </a:lnTo>
                <a:lnTo>
                  <a:pt x="598350" y="49575"/>
                </a:lnTo>
                <a:lnTo>
                  <a:pt x="597525" y="47850"/>
                </a:lnTo>
                <a:lnTo>
                  <a:pt x="595875" y="43875"/>
                </a:lnTo>
                <a:lnTo>
                  <a:pt x="594375" y="40350"/>
                </a:lnTo>
                <a:lnTo>
                  <a:pt x="593550" y="38700"/>
                </a:lnTo>
                <a:lnTo>
                  <a:pt x="593100" y="37950"/>
                </a:lnTo>
                <a:lnTo>
                  <a:pt x="592650" y="37350"/>
                </a:lnTo>
                <a:lnTo>
                  <a:pt x="592650" y="48150"/>
                </a:lnTo>
                <a:lnTo>
                  <a:pt x="593025" y="49350"/>
                </a:lnTo>
                <a:lnTo>
                  <a:pt x="593625" y="50700"/>
                </a:lnTo>
                <a:lnTo>
                  <a:pt x="594900" y="51000"/>
                </a:lnTo>
                <a:lnTo>
                  <a:pt x="594900" y="52500"/>
                </a:lnTo>
                <a:lnTo>
                  <a:pt x="584250" y="52500"/>
                </a:lnTo>
                <a:lnTo>
                  <a:pt x="584250" y="51000"/>
                </a:lnTo>
                <a:lnTo>
                  <a:pt x="585525" y="50700"/>
                </a:lnTo>
                <a:lnTo>
                  <a:pt x="586125" y="49350"/>
                </a:lnTo>
                <a:lnTo>
                  <a:pt x="586500" y="48150"/>
                </a:lnTo>
                <a:lnTo>
                  <a:pt x="586500" y="37350"/>
                </a:lnTo>
                <a:lnTo>
                  <a:pt x="586050" y="37950"/>
                </a:lnTo>
                <a:lnTo>
                  <a:pt x="585600" y="38700"/>
                </a:lnTo>
                <a:lnTo>
                  <a:pt x="584775" y="40350"/>
                </a:lnTo>
                <a:lnTo>
                  <a:pt x="583275" y="43875"/>
                </a:lnTo>
                <a:lnTo>
                  <a:pt x="581550" y="48000"/>
                </a:lnTo>
                <a:lnTo>
                  <a:pt x="580725" y="49725"/>
                </a:lnTo>
                <a:lnTo>
                  <a:pt x="580125" y="50775"/>
                </a:lnTo>
                <a:lnTo>
                  <a:pt x="579375" y="51750"/>
                </a:lnTo>
                <a:lnTo>
                  <a:pt x="578700" y="52500"/>
                </a:lnTo>
                <a:lnTo>
                  <a:pt x="578625" y="52500"/>
                </a:lnTo>
                <a:lnTo>
                  <a:pt x="572325" y="52500"/>
                </a:lnTo>
                <a:lnTo>
                  <a:pt x="567000" y="52500"/>
                </a:lnTo>
                <a:lnTo>
                  <a:pt x="567000" y="51000"/>
                </a:lnTo>
                <a:lnTo>
                  <a:pt x="568275" y="50700"/>
                </a:lnTo>
                <a:lnTo>
                  <a:pt x="568875" y="49350"/>
                </a:lnTo>
                <a:close/>
                <a:moveTo>
                  <a:pt x="635700" y="49350"/>
                </a:moveTo>
                <a:lnTo>
                  <a:pt x="636075" y="48150"/>
                </a:lnTo>
                <a:lnTo>
                  <a:pt x="636075" y="29550"/>
                </a:lnTo>
                <a:lnTo>
                  <a:pt x="634500" y="29100"/>
                </a:lnTo>
                <a:lnTo>
                  <a:pt x="633150" y="28575"/>
                </a:lnTo>
                <a:lnTo>
                  <a:pt x="631875" y="27975"/>
                </a:lnTo>
                <a:lnTo>
                  <a:pt x="630450" y="27300"/>
                </a:lnTo>
                <a:lnTo>
                  <a:pt x="628875" y="26400"/>
                </a:lnTo>
                <a:lnTo>
                  <a:pt x="627450" y="25500"/>
                </a:lnTo>
                <a:lnTo>
                  <a:pt x="625950" y="24450"/>
                </a:lnTo>
                <a:lnTo>
                  <a:pt x="623925" y="23025"/>
                </a:lnTo>
                <a:lnTo>
                  <a:pt x="624300" y="24525"/>
                </a:lnTo>
                <a:lnTo>
                  <a:pt x="624675" y="26175"/>
                </a:lnTo>
                <a:lnTo>
                  <a:pt x="624900" y="27600"/>
                </a:lnTo>
                <a:lnTo>
                  <a:pt x="625200" y="29250"/>
                </a:lnTo>
                <a:lnTo>
                  <a:pt x="625350" y="30675"/>
                </a:lnTo>
                <a:lnTo>
                  <a:pt x="625425" y="32325"/>
                </a:lnTo>
                <a:lnTo>
                  <a:pt x="625500" y="33900"/>
                </a:lnTo>
                <a:lnTo>
                  <a:pt x="625500" y="35475"/>
                </a:lnTo>
                <a:lnTo>
                  <a:pt x="625425" y="37050"/>
                </a:lnTo>
                <a:lnTo>
                  <a:pt x="625350" y="38625"/>
                </a:lnTo>
                <a:lnTo>
                  <a:pt x="625125" y="40125"/>
                </a:lnTo>
                <a:lnTo>
                  <a:pt x="624900" y="41625"/>
                </a:lnTo>
                <a:lnTo>
                  <a:pt x="624675" y="43125"/>
                </a:lnTo>
                <a:lnTo>
                  <a:pt x="624300" y="44550"/>
                </a:lnTo>
                <a:lnTo>
                  <a:pt x="624000" y="45975"/>
                </a:lnTo>
                <a:lnTo>
                  <a:pt x="623475" y="47625"/>
                </a:lnTo>
                <a:lnTo>
                  <a:pt x="623025" y="48975"/>
                </a:lnTo>
                <a:lnTo>
                  <a:pt x="622425" y="50475"/>
                </a:lnTo>
                <a:lnTo>
                  <a:pt x="621900" y="51825"/>
                </a:lnTo>
                <a:lnTo>
                  <a:pt x="621600" y="52500"/>
                </a:lnTo>
                <a:lnTo>
                  <a:pt x="618075" y="52500"/>
                </a:lnTo>
                <a:lnTo>
                  <a:pt x="614850" y="51750"/>
                </a:lnTo>
                <a:lnTo>
                  <a:pt x="615750" y="49725"/>
                </a:lnTo>
                <a:lnTo>
                  <a:pt x="616500" y="47775"/>
                </a:lnTo>
                <a:lnTo>
                  <a:pt x="617100" y="45825"/>
                </a:lnTo>
                <a:lnTo>
                  <a:pt x="617700" y="43800"/>
                </a:lnTo>
                <a:lnTo>
                  <a:pt x="618150" y="41625"/>
                </a:lnTo>
                <a:lnTo>
                  <a:pt x="618450" y="39675"/>
                </a:lnTo>
                <a:lnTo>
                  <a:pt x="618675" y="37500"/>
                </a:lnTo>
                <a:lnTo>
                  <a:pt x="618750" y="35475"/>
                </a:lnTo>
                <a:lnTo>
                  <a:pt x="618750" y="33375"/>
                </a:lnTo>
                <a:lnTo>
                  <a:pt x="618600" y="31425"/>
                </a:lnTo>
                <a:lnTo>
                  <a:pt x="618375" y="29250"/>
                </a:lnTo>
                <a:lnTo>
                  <a:pt x="618075" y="27300"/>
                </a:lnTo>
                <a:lnTo>
                  <a:pt x="617700" y="25500"/>
                </a:lnTo>
                <a:lnTo>
                  <a:pt x="617250" y="23700"/>
                </a:lnTo>
                <a:lnTo>
                  <a:pt x="616500" y="21225"/>
                </a:lnTo>
                <a:lnTo>
                  <a:pt x="615525" y="18675"/>
                </a:lnTo>
                <a:lnTo>
                  <a:pt x="615450" y="18375"/>
                </a:lnTo>
                <a:lnTo>
                  <a:pt x="615450" y="18075"/>
                </a:lnTo>
                <a:lnTo>
                  <a:pt x="615450" y="17700"/>
                </a:lnTo>
                <a:lnTo>
                  <a:pt x="615525" y="17400"/>
                </a:lnTo>
                <a:lnTo>
                  <a:pt x="615675" y="17175"/>
                </a:lnTo>
                <a:lnTo>
                  <a:pt x="615825" y="16875"/>
                </a:lnTo>
                <a:lnTo>
                  <a:pt x="616050" y="16575"/>
                </a:lnTo>
                <a:lnTo>
                  <a:pt x="616350" y="16350"/>
                </a:lnTo>
                <a:lnTo>
                  <a:pt x="617025" y="15975"/>
                </a:lnTo>
                <a:lnTo>
                  <a:pt x="617775" y="15675"/>
                </a:lnTo>
                <a:lnTo>
                  <a:pt x="618900" y="15600"/>
                </a:lnTo>
                <a:lnTo>
                  <a:pt x="620175" y="15600"/>
                </a:lnTo>
                <a:lnTo>
                  <a:pt x="621300" y="15750"/>
                </a:lnTo>
                <a:lnTo>
                  <a:pt x="622500" y="16050"/>
                </a:lnTo>
                <a:lnTo>
                  <a:pt x="623175" y="16275"/>
                </a:lnTo>
                <a:lnTo>
                  <a:pt x="624000" y="16650"/>
                </a:lnTo>
                <a:lnTo>
                  <a:pt x="624675" y="17025"/>
                </a:lnTo>
                <a:lnTo>
                  <a:pt x="625575" y="17475"/>
                </a:lnTo>
                <a:lnTo>
                  <a:pt x="627225" y="18600"/>
                </a:lnTo>
                <a:lnTo>
                  <a:pt x="630825" y="21150"/>
                </a:lnTo>
                <a:lnTo>
                  <a:pt x="632550" y="22350"/>
                </a:lnTo>
                <a:lnTo>
                  <a:pt x="634275" y="23400"/>
                </a:lnTo>
                <a:lnTo>
                  <a:pt x="636075" y="24225"/>
                </a:lnTo>
                <a:lnTo>
                  <a:pt x="636075" y="4350"/>
                </a:lnTo>
                <a:lnTo>
                  <a:pt x="635700" y="3150"/>
                </a:lnTo>
                <a:lnTo>
                  <a:pt x="635100" y="1800"/>
                </a:lnTo>
                <a:lnTo>
                  <a:pt x="633825" y="1500"/>
                </a:lnTo>
                <a:lnTo>
                  <a:pt x="633825" y="0"/>
                </a:lnTo>
                <a:lnTo>
                  <a:pt x="645075" y="0"/>
                </a:lnTo>
                <a:lnTo>
                  <a:pt x="645075" y="1500"/>
                </a:lnTo>
                <a:lnTo>
                  <a:pt x="643800" y="1800"/>
                </a:lnTo>
                <a:lnTo>
                  <a:pt x="643200" y="3150"/>
                </a:lnTo>
                <a:lnTo>
                  <a:pt x="642825" y="4350"/>
                </a:lnTo>
                <a:lnTo>
                  <a:pt x="642825" y="48150"/>
                </a:lnTo>
                <a:lnTo>
                  <a:pt x="643200" y="49350"/>
                </a:lnTo>
                <a:lnTo>
                  <a:pt x="643800" y="50700"/>
                </a:lnTo>
                <a:lnTo>
                  <a:pt x="645075" y="51000"/>
                </a:lnTo>
                <a:lnTo>
                  <a:pt x="645075" y="52500"/>
                </a:lnTo>
                <a:lnTo>
                  <a:pt x="633825" y="52500"/>
                </a:lnTo>
                <a:lnTo>
                  <a:pt x="633825" y="51000"/>
                </a:lnTo>
                <a:lnTo>
                  <a:pt x="635100" y="50700"/>
                </a:lnTo>
                <a:close/>
                <a:moveTo>
                  <a:pt x="673950" y="62400"/>
                </a:moveTo>
                <a:lnTo>
                  <a:pt x="673950" y="26700"/>
                </a:lnTo>
                <a:lnTo>
                  <a:pt x="674025" y="25425"/>
                </a:lnTo>
                <a:lnTo>
                  <a:pt x="674175" y="24375"/>
                </a:lnTo>
                <a:lnTo>
                  <a:pt x="674850" y="22350"/>
                </a:lnTo>
                <a:lnTo>
                  <a:pt x="675375" y="21375"/>
                </a:lnTo>
                <a:lnTo>
                  <a:pt x="675900" y="20550"/>
                </a:lnTo>
                <a:lnTo>
                  <a:pt x="676650" y="19650"/>
                </a:lnTo>
                <a:lnTo>
                  <a:pt x="677475" y="18825"/>
                </a:lnTo>
                <a:lnTo>
                  <a:pt x="678375" y="18075"/>
                </a:lnTo>
                <a:lnTo>
                  <a:pt x="680550" y="16800"/>
                </a:lnTo>
                <a:lnTo>
                  <a:pt x="681825" y="16200"/>
                </a:lnTo>
                <a:lnTo>
                  <a:pt x="683175" y="15750"/>
                </a:lnTo>
                <a:lnTo>
                  <a:pt x="684675" y="15300"/>
                </a:lnTo>
                <a:lnTo>
                  <a:pt x="686250" y="14925"/>
                </a:lnTo>
                <a:lnTo>
                  <a:pt x="689550" y="14475"/>
                </a:lnTo>
                <a:lnTo>
                  <a:pt x="691350" y="14325"/>
                </a:lnTo>
                <a:lnTo>
                  <a:pt x="693300" y="14250"/>
                </a:lnTo>
                <a:lnTo>
                  <a:pt x="695850" y="14250"/>
                </a:lnTo>
                <a:lnTo>
                  <a:pt x="696000" y="14325"/>
                </a:lnTo>
                <a:lnTo>
                  <a:pt x="696675" y="14325"/>
                </a:lnTo>
                <a:lnTo>
                  <a:pt x="696825" y="14400"/>
                </a:lnTo>
                <a:lnTo>
                  <a:pt x="697200" y="14400"/>
                </a:lnTo>
                <a:lnTo>
                  <a:pt x="697350" y="14475"/>
                </a:lnTo>
                <a:lnTo>
                  <a:pt x="697875" y="14475"/>
                </a:lnTo>
                <a:lnTo>
                  <a:pt x="698025" y="14550"/>
                </a:lnTo>
                <a:lnTo>
                  <a:pt x="698325" y="14550"/>
                </a:lnTo>
                <a:lnTo>
                  <a:pt x="699675" y="14400"/>
                </a:lnTo>
                <a:lnTo>
                  <a:pt x="701925" y="14250"/>
                </a:lnTo>
                <a:lnTo>
                  <a:pt x="703875" y="14250"/>
                </a:lnTo>
                <a:lnTo>
                  <a:pt x="705900" y="14400"/>
                </a:lnTo>
                <a:lnTo>
                  <a:pt x="707700" y="14700"/>
                </a:lnTo>
                <a:lnTo>
                  <a:pt x="709575" y="15075"/>
                </a:lnTo>
                <a:lnTo>
                  <a:pt x="711375" y="15600"/>
                </a:lnTo>
                <a:lnTo>
                  <a:pt x="713025" y="16275"/>
                </a:lnTo>
                <a:lnTo>
                  <a:pt x="714525" y="17100"/>
                </a:lnTo>
                <a:lnTo>
                  <a:pt x="716025" y="18000"/>
                </a:lnTo>
                <a:lnTo>
                  <a:pt x="717375" y="18975"/>
                </a:lnTo>
                <a:lnTo>
                  <a:pt x="718575" y="20175"/>
                </a:lnTo>
                <a:lnTo>
                  <a:pt x="719700" y="21375"/>
                </a:lnTo>
                <a:lnTo>
                  <a:pt x="720675" y="22800"/>
                </a:lnTo>
                <a:lnTo>
                  <a:pt x="721425" y="24150"/>
                </a:lnTo>
                <a:lnTo>
                  <a:pt x="722100" y="25650"/>
                </a:lnTo>
                <a:lnTo>
                  <a:pt x="722475" y="26625"/>
                </a:lnTo>
                <a:lnTo>
                  <a:pt x="722700" y="27525"/>
                </a:lnTo>
                <a:lnTo>
                  <a:pt x="722925" y="28650"/>
                </a:lnTo>
                <a:lnTo>
                  <a:pt x="723225" y="30675"/>
                </a:lnTo>
                <a:lnTo>
                  <a:pt x="723225" y="32775"/>
                </a:lnTo>
                <a:lnTo>
                  <a:pt x="722925" y="34875"/>
                </a:lnTo>
                <a:lnTo>
                  <a:pt x="722400" y="36975"/>
                </a:lnTo>
                <a:lnTo>
                  <a:pt x="722100" y="37950"/>
                </a:lnTo>
                <a:lnTo>
                  <a:pt x="721725" y="38850"/>
                </a:lnTo>
                <a:lnTo>
                  <a:pt x="721200" y="39975"/>
                </a:lnTo>
                <a:lnTo>
                  <a:pt x="720750" y="40875"/>
                </a:lnTo>
                <a:lnTo>
                  <a:pt x="719550" y="42675"/>
                </a:lnTo>
                <a:lnTo>
                  <a:pt x="718875" y="43575"/>
                </a:lnTo>
                <a:lnTo>
                  <a:pt x="717450" y="45150"/>
                </a:lnTo>
                <a:lnTo>
                  <a:pt x="716625" y="45900"/>
                </a:lnTo>
                <a:lnTo>
                  <a:pt x="714825" y="47325"/>
                </a:lnTo>
                <a:lnTo>
                  <a:pt x="714000" y="47925"/>
                </a:lnTo>
                <a:lnTo>
                  <a:pt x="712950" y="48600"/>
                </a:lnTo>
                <a:lnTo>
                  <a:pt x="711975" y="49125"/>
                </a:lnTo>
                <a:lnTo>
                  <a:pt x="709875" y="50175"/>
                </a:lnTo>
                <a:lnTo>
                  <a:pt x="708750" y="50625"/>
                </a:lnTo>
                <a:lnTo>
                  <a:pt x="707625" y="51000"/>
                </a:lnTo>
                <a:lnTo>
                  <a:pt x="706425" y="51375"/>
                </a:lnTo>
                <a:lnTo>
                  <a:pt x="705300" y="51675"/>
                </a:lnTo>
                <a:lnTo>
                  <a:pt x="716250" y="62550"/>
                </a:lnTo>
                <a:lnTo>
                  <a:pt x="717450" y="63600"/>
                </a:lnTo>
                <a:lnTo>
                  <a:pt x="718950" y="64650"/>
                </a:lnTo>
                <a:lnTo>
                  <a:pt x="720675" y="65700"/>
                </a:lnTo>
                <a:lnTo>
                  <a:pt x="722775" y="66750"/>
                </a:lnTo>
                <a:lnTo>
                  <a:pt x="710475" y="66750"/>
                </a:lnTo>
                <a:lnTo>
                  <a:pt x="710550" y="66300"/>
                </a:lnTo>
                <a:lnTo>
                  <a:pt x="710400" y="65400"/>
                </a:lnTo>
                <a:lnTo>
                  <a:pt x="710250" y="64950"/>
                </a:lnTo>
                <a:lnTo>
                  <a:pt x="709800" y="64050"/>
                </a:lnTo>
                <a:lnTo>
                  <a:pt x="709425" y="63450"/>
                </a:lnTo>
                <a:lnTo>
                  <a:pt x="709050" y="63000"/>
                </a:lnTo>
                <a:lnTo>
                  <a:pt x="697425" y="51375"/>
                </a:lnTo>
                <a:lnTo>
                  <a:pt x="697125" y="50850"/>
                </a:lnTo>
                <a:lnTo>
                  <a:pt x="697050" y="50625"/>
                </a:lnTo>
                <a:lnTo>
                  <a:pt x="697050" y="50025"/>
                </a:lnTo>
                <a:lnTo>
                  <a:pt x="697125" y="49725"/>
                </a:lnTo>
                <a:lnTo>
                  <a:pt x="697650" y="48975"/>
                </a:lnTo>
                <a:lnTo>
                  <a:pt x="698250" y="48600"/>
                </a:lnTo>
                <a:lnTo>
                  <a:pt x="698550" y="48450"/>
                </a:lnTo>
                <a:lnTo>
                  <a:pt x="699300" y="48225"/>
                </a:lnTo>
                <a:lnTo>
                  <a:pt x="701550" y="47925"/>
                </a:lnTo>
                <a:lnTo>
                  <a:pt x="703500" y="47475"/>
                </a:lnTo>
                <a:lnTo>
                  <a:pt x="705000" y="47025"/>
                </a:lnTo>
                <a:lnTo>
                  <a:pt x="706425" y="46500"/>
                </a:lnTo>
                <a:lnTo>
                  <a:pt x="708000" y="45750"/>
                </a:lnTo>
                <a:lnTo>
                  <a:pt x="709575" y="44850"/>
                </a:lnTo>
                <a:lnTo>
                  <a:pt x="710850" y="43950"/>
                </a:lnTo>
                <a:lnTo>
                  <a:pt x="712125" y="42825"/>
                </a:lnTo>
                <a:lnTo>
                  <a:pt x="713250" y="41700"/>
                </a:lnTo>
                <a:lnTo>
                  <a:pt x="714225" y="40425"/>
                </a:lnTo>
                <a:lnTo>
                  <a:pt x="715050" y="39225"/>
                </a:lnTo>
                <a:lnTo>
                  <a:pt x="715725" y="37800"/>
                </a:lnTo>
                <a:lnTo>
                  <a:pt x="716325" y="36375"/>
                </a:lnTo>
                <a:lnTo>
                  <a:pt x="716700" y="34875"/>
                </a:lnTo>
                <a:lnTo>
                  <a:pt x="717000" y="33375"/>
                </a:lnTo>
                <a:lnTo>
                  <a:pt x="717075" y="31875"/>
                </a:lnTo>
                <a:lnTo>
                  <a:pt x="717075" y="30525"/>
                </a:lnTo>
                <a:lnTo>
                  <a:pt x="716850" y="29100"/>
                </a:lnTo>
                <a:lnTo>
                  <a:pt x="716475" y="27675"/>
                </a:lnTo>
                <a:lnTo>
                  <a:pt x="716025" y="26400"/>
                </a:lnTo>
                <a:lnTo>
                  <a:pt x="715425" y="25200"/>
                </a:lnTo>
                <a:lnTo>
                  <a:pt x="714750" y="24075"/>
                </a:lnTo>
                <a:lnTo>
                  <a:pt x="713850" y="22950"/>
                </a:lnTo>
                <a:lnTo>
                  <a:pt x="712875" y="22050"/>
                </a:lnTo>
                <a:lnTo>
                  <a:pt x="711600" y="21075"/>
                </a:lnTo>
                <a:lnTo>
                  <a:pt x="710850" y="20550"/>
                </a:lnTo>
                <a:lnTo>
                  <a:pt x="710175" y="20175"/>
                </a:lnTo>
                <a:lnTo>
                  <a:pt x="708525" y="19500"/>
                </a:lnTo>
                <a:lnTo>
                  <a:pt x="706800" y="19050"/>
                </a:lnTo>
                <a:lnTo>
                  <a:pt x="705000" y="18750"/>
                </a:lnTo>
                <a:lnTo>
                  <a:pt x="703050" y="18675"/>
                </a:lnTo>
                <a:lnTo>
                  <a:pt x="700950" y="18675"/>
                </a:lnTo>
                <a:lnTo>
                  <a:pt x="698850" y="18900"/>
                </a:lnTo>
                <a:lnTo>
                  <a:pt x="698850" y="18975"/>
                </a:lnTo>
                <a:lnTo>
                  <a:pt x="697575" y="18975"/>
                </a:lnTo>
                <a:lnTo>
                  <a:pt x="697425" y="18900"/>
                </a:lnTo>
                <a:lnTo>
                  <a:pt x="696825" y="18900"/>
                </a:lnTo>
                <a:lnTo>
                  <a:pt x="696825" y="18825"/>
                </a:lnTo>
                <a:lnTo>
                  <a:pt x="696300" y="18825"/>
                </a:lnTo>
                <a:lnTo>
                  <a:pt x="696150" y="18750"/>
                </a:lnTo>
                <a:lnTo>
                  <a:pt x="695625" y="18750"/>
                </a:lnTo>
                <a:lnTo>
                  <a:pt x="695475" y="18675"/>
                </a:lnTo>
                <a:lnTo>
                  <a:pt x="693675" y="18675"/>
                </a:lnTo>
                <a:lnTo>
                  <a:pt x="690675" y="18825"/>
                </a:lnTo>
                <a:lnTo>
                  <a:pt x="689325" y="18975"/>
                </a:lnTo>
                <a:lnTo>
                  <a:pt x="688050" y="19200"/>
                </a:lnTo>
                <a:lnTo>
                  <a:pt x="686925" y="19425"/>
                </a:lnTo>
                <a:lnTo>
                  <a:pt x="685800" y="19725"/>
                </a:lnTo>
                <a:lnTo>
                  <a:pt x="683925" y="20475"/>
                </a:lnTo>
                <a:lnTo>
                  <a:pt x="683175" y="20925"/>
                </a:lnTo>
                <a:lnTo>
                  <a:pt x="682425" y="21450"/>
                </a:lnTo>
                <a:lnTo>
                  <a:pt x="681900" y="21975"/>
                </a:lnTo>
                <a:lnTo>
                  <a:pt x="681000" y="23175"/>
                </a:lnTo>
                <a:lnTo>
                  <a:pt x="680625" y="24000"/>
                </a:lnTo>
                <a:lnTo>
                  <a:pt x="680400" y="24750"/>
                </a:lnTo>
                <a:lnTo>
                  <a:pt x="680175" y="25800"/>
                </a:lnTo>
                <a:lnTo>
                  <a:pt x="680100" y="27000"/>
                </a:lnTo>
                <a:lnTo>
                  <a:pt x="680100" y="62400"/>
                </a:lnTo>
                <a:lnTo>
                  <a:pt x="680475" y="63600"/>
                </a:lnTo>
                <a:lnTo>
                  <a:pt x="681075" y="64950"/>
                </a:lnTo>
                <a:lnTo>
                  <a:pt x="682350" y="65250"/>
                </a:lnTo>
                <a:lnTo>
                  <a:pt x="682350" y="66750"/>
                </a:lnTo>
                <a:lnTo>
                  <a:pt x="671700" y="66750"/>
                </a:lnTo>
                <a:lnTo>
                  <a:pt x="671700" y="65250"/>
                </a:lnTo>
                <a:lnTo>
                  <a:pt x="672975" y="64950"/>
                </a:lnTo>
                <a:lnTo>
                  <a:pt x="673575" y="63600"/>
                </a:lnTo>
                <a:close/>
                <a:moveTo>
                  <a:pt x="731625" y="49350"/>
                </a:moveTo>
                <a:lnTo>
                  <a:pt x="732000" y="48150"/>
                </a:lnTo>
                <a:lnTo>
                  <a:pt x="732000" y="4350"/>
                </a:lnTo>
                <a:lnTo>
                  <a:pt x="731625" y="3150"/>
                </a:lnTo>
                <a:lnTo>
                  <a:pt x="731025" y="1800"/>
                </a:lnTo>
                <a:lnTo>
                  <a:pt x="729750" y="1500"/>
                </a:lnTo>
                <a:lnTo>
                  <a:pt x="729750" y="0"/>
                </a:lnTo>
                <a:lnTo>
                  <a:pt x="740400" y="0"/>
                </a:lnTo>
                <a:lnTo>
                  <a:pt x="740400" y="1500"/>
                </a:lnTo>
                <a:lnTo>
                  <a:pt x="739125" y="1800"/>
                </a:lnTo>
                <a:lnTo>
                  <a:pt x="738525" y="3150"/>
                </a:lnTo>
                <a:lnTo>
                  <a:pt x="738150" y="4350"/>
                </a:lnTo>
                <a:lnTo>
                  <a:pt x="738150" y="27525"/>
                </a:lnTo>
                <a:lnTo>
                  <a:pt x="739500" y="26700"/>
                </a:lnTo>
                <a:lnTo>
                  <a:pt x="741000" y="25650"/>
                </a:lnTo>
                <a:lnTo>
                  <a:pt x="742425" y="24525"/>
                </a:lnTo>
                <a:lnTo>
                  <a:pt x="745500" y="21900"/>
                </a:lnTo>
                <a:lnTo>
                  <a:pt x="747150" y="20625"/>
                </a:lnTo>
                <a:lnTo>
                  <a:pt x="748575" y="19650"/>
                </a:lnTo>
                <a:lnTo>
                  <a:pt x="749925" y="18975"/>
                </a:lnTo>
                <a:lnTo>
                  <a:pt x="751050" y="18525"/>
                </a:lnTo>
                <a:lnTo>
                  <a:pt x="752025" y="18300"/>
                </a:lnTo>
                <a:lnTo>
                  <a:pt x="753000" y="18075"/>
                </a:lnTo>
                <a:lnTo>
                  <a:pt x="754125" y="18075"/>
                </a:lnTo>
                <a:lnTo>
                  <a:pt x="754950" y="18075"/>
                </a:lnTo>
                <a:lnTo>
                  <a:pt x="755700" y="18300"/>
                </a:lnTo>
                <a:lnTo>
                  <a:pt x="756300" y="18675"/>
                </a:lnTo>
                <a:lnTo>
                  <a:pt x="756600" y="18900"/>
                </a:lnTo>
                <a:lnTo>
                  <a:pt x="756825" y="19125"/>
                </a:lnTo>
                <a:lnTo>
                  <a:pt x="757050" y="19350"/>
                </a:lnTo>
                <a:lnTo>
                  <a:pt x="757125" y="19650"/>
                </a:lnTo>
                <a:lnTo>
                  <a:pt x="757275" y="19950"/>
                </a:lnTo>
                <a:lnTo>
                  <a:pt x="757275" y="20175"/>
                </a:lnTo>
                <a:lnTo>
                  <a:pt x="757275" y="20475"/>
                </a:lnTo>
                <a:lnTo>
                  <a:pt x="756525" y="23025"/>
                </a:lnTo>
                <a:lnTo>
                  <a:pt x="756000" y="25200"/>
                </a:lnTo>
                <a:lnTo>
                  <a:pt x="755550" y="27450"/>
                </a:lnTo>
                <a:lnTo>
                  <a:pt x="755250" y="30000"/>
                </a:lnTo>
                <a:lnTo>
                  <a:pt x="755100" y="31875"/>
                </a:lnTo>
                <a:lnTo>
                  <a:pt x="755100" y="33600"/>
                </a:lnTo>
                <a:lnTo>
                  <a:pt x="755100" y="35325"/>
                </a:lnTo>
                <a:lnTo>
                  <a:pt x="755175" y="37050"/>
                </a:lnTo>
                <a:lnTo>
                  <a:pt x="755325" y="39225"/>
                </a:lnTo>
                <a:lnTo>
                  <a:pt x="755625" y="41175"/>
                </a:lnTo>
                <a:lnTo>
                  <a:pt x="755925" y="43050"/>
                </a:lnTo>
                <a:lnTo>
                  <a:pt x="756375" y="44925"/>
                </a:lnTo>
                <a:lnTo>
                  <a:pt x="756900" y="46725"/>
                </a:lnTo>
                <a:lnTo>
                  <a:pt x="757500" y="48450"/>
                </a:lnTo>
                <a:lnTo>
                  <a:pt x="758175" y="50100"/>
                </a:lnTo>
                <a:lnTo>
                  <a:pt x="758925" y="51750"/>
                </a:lnTo>
                <a:lnTo>
                  <a:pt x="756075" y="52500"/>
                </a:lnTo>
                <a:lnTo>
                  <a:pt x="752775" y="52500"/>
                </a:lnTo>
                <a:lnTo>
                  <a:pt x="752700" y="52275"/>
                </a:lnTo>
                <a:lnTo>
                  <a:pt x="752175" y="51075"/>
                </a:lnTo>
                <a:lnTo>
                  <a:pt x="751275" y="48750"/>
                </a:lnTo>
                <a:lnTo>
                  <a:pt x="750825" y="47475"/>
                </a:lnTo>
                <a:lnTo>
                  <a:pt x="750450" y="46125"/>
                </a:lnTo>
                <a:lnTo>
                  <a:pt x="750150" y="44850"/>
                </a:lnTo>
                <a:lnTo>
                  <a:pt x="749775" y="43275"/>
                </a:lnTo>
                <a:lnTo>
                  <a:pt x="749550" y="41850"/>
                </a:lnTo>
                <a:lnTo>
                  <a:pt x="749325" y="40275"/>
                </a:lnTo>
                <a:lnTo>
                  <a:pt x="749175" y="38925"/>
                </a:lnTo>
                <a:lnTo>
                  <a:pt x="749025" y="37275"/>
                </a:lnTo>
                <a:lnTo>
                  <a:pt x="748950" y="35700"/>
                </a:lnTo>
                <a:lnTo>
                  <a:pt x="748875" y="34275"/>
                </a:lnTo>
                <a:lnTo>
                  <a:pt x="748950" y="32700"/>
                </a:lnTo>
                <a:lnTo>
                  <a:pt x="749025" y="31050"/>
                </a:lnTo>
                <a:lnTo>
                  <a:pt x="749175" y="29475"/>
                </a:lnTo>
                <a:lnTo>
                  <a:pt x="749325" y="28125"/>
                </a:lnTo>
                <a:lnTo>
                  <a:pt x="749550" y="26550"/>
                </a:lnTo>
                <a:lnTo>
                  <a:pt x="749775" y="25125"/>
                </a:lnTo>
                <a:lnTo>
                  <a:pt x="746025" y="28275"/>
                </a:lnTo>
                <a:lnTo>
                  <a:pt x="744750" y="29250"/>
                </a:lnTo>
                <a:lnTo>
                  <a:pt x="743400" y="30150"/>
                </a:lnTo>
                <a:lnTo>
                  <a:pt x="742050" y="30900"/>
                </a:lnTo>
                <a:lnTo>
                  <a:pt x="740700" y="31575"/>
                </a:lnTo>
                <a:lnTo>
                  <a:pt x="739425" y="32100"/>
                </a:lnTo>
                <a:lnTo>
                  <a:pt x="738150" y="32475"/>
                </a:lnTo>
                <a:lnTo>
                  <a:pt x="738150" y="48150"/>
                </a:lnTo>
                <a:lnTo>
                  <a:pt x="738525" y="49350"/>
                </a:lnTo>
                <a:lnTo>
                  <a:pt x="739125" y="50700"/>
                </a:lnTo>
                <a:lnTo>
                  <a:pt x="740400" y="51000"/>
                </a:lnTo>
                <a:lnTo>
                  <a:pt x="740400" y="52500"/>
                </a:lnTo>
                <a:lnTo>
                  <a:pt x="729750" y="52500"/>
                </a:lnTo>
                <a:lnTo>
                  <a:pt x="729750" y="51000"/>
                </a:lnTo>
                <a:lnTo>
                  <a:pt x="731025" y="50700"/>
                </a:lnTo>
                <a:close/>
                <a:moveTo>
                  <a:pt x="764400" y="51000"/>
                </a:moveTo>
                <a:lnTo>
                  <a:pt x="765675" y="50700"/>
                </a:lnTo>
                <a:lnTo>
                  <a:pt x="766275" y="49350"/>
                </a:lnTo>
                <a:lnTo>
                  <a:pt x="766650" y="48150"/>
                </a:lnTo>
                <a:lnTo>
                  <a:pt x="766650" y="18600"/>
                </a:lnTo>
                <a:lnTo>
                  <a:pt x="766275" y="17400"/>
                </a:lnTo>
                <a:lnTo>
                  <a:pt x="765675" y="16050"/>
                </a:lnTo>
                <a:lnTo>
                  <a:pt x="764400" y="15750"/>
                </a:lnTo>
                <a:lnTo>
                  <a:pt x="764400" y="14250"/>
                </a:lnTo>
                <a:lnTo>
                  <a:pt x="775050" y="14250"/>
                </a:lnTo>
                <a:lnTo>
                  <a:pt x="775050" y="15750"/>
                </a:lnTo>
                <a:lnTo>
                  <a:pt x="773775" y="16050"/>
                </a:lnTo>
                <a:lnTo>
                  <a:pt x="773175" y="17400"/>
                </a:lnTo>
                <a:lnTo>
                  <a:pt x="772800" y="18600"/>
                </a:lnTo>
                <a:lnTo>
                  <a:pt x="772800" y="48150"/>
                </a:lnTo>
                <a:lnTo>
                  <a:pt x="773175" y="49350"/>
                </a:lnTo>
                <a:lnTo>
                  <a:pt x="773775" y="50700"/>
                </a:lnTo>
                <a:lnTo>
                  <a:pt x="775050" y="51000"/>
                </a:lnTo>
                <a:lnTo>
                  <a:pt x="775050" y="52500"/>
                </a:lnTo>
                <a:lnTo>
                  <a:pt x="764400" y="52500"/>
                </a:lnTo>
                <a:close/>
                <a:moveTo>
                  <a:pt x="783300" y="51000"/>
                </a:moveTo>
                <a:lnTo>
                  <a:pt x="784575" y="50700"/>
                </a:lnTo>
                <a:lnTo>
                  <a:pt x="785175" y="49350"/>
                </a:lnTo>
                <a:lnTo>
                  <a:pt x="785550" y="48150"/>
                </a:lnTo>
                <a:lnTo>
                  <a:pt x="785550" y="2400"/>
                </a:lnTo>
                <a:lnTo>
                  <a:pt x="785550" y="2100"/>
                </a:lnTo>
                <a:lnTo>
                  <a:pt x="785700" y="1800"/>
                </a:lnTo>
                <a:lnTo>
                  <a:pt x="785775" y="1500"/>
                </a:lnTo>
                <a:lnTo>
                  <a:pt x="786000" y="1200"/>
                </a:lnTo>
                <a:lnTo>
                  <a:pt x="786225" y="975"/>
                </a:lnTo>
                <a:lnTo>
                  <a:pt x="786525" y="675"/>
                </a:lnTo>
                <a:lnTo>
                  <a:pt x="786900" y="525"/>
                </a:lnTo>
                <a:lnTo>
                  <a:pt x="787650" y="150"/>
                </a:lnTo>
                <a:lnTo>
                  <a:pt x="788025" y="75"/>
                </a:lnTo>
                <a:lnTo>
                  <a:pt x="788925" y="0"/>
                </a:lnTo>
                <a:lnTo>
                  <a:pt x="812550" y="0"/>
                </a:lnTo>
                <a:lnTo>
                  <a:pt x="813450" y="75"/>
                </a:lnTo>
                <a:lnTo>
                  <a:pt x="813825" y="150"/>
                </a:lnTo>
                <a:lnTo>
                  <a:pt x="814575" y="525"/>
                </a:lnTo>
                <a:lnTo>
                  <a:pt x="814950" y="675"/>
                </a:lnTo>
                <a:lnTo>
                  <a:pt x="815250" y="975"/>
                </a:lnTo>
                <a:lnTo>
                  <a:pt x="815475" y="1200"/>
                </a:lnTo>
                <a:lnTo>
                  <a:pt x="815700" y="1500"/>
                </a:lnTo>
                <a:lnTo>
                  <a:pt x="815775" y="1800"/>
                </a:lnTo>
                <a:lnTo>
                  <a:pt x="815925" y="2100"/>
                </a:lnTo>
                <a:lnTo>
                  <a:pt x="815925" y="2400"/>
                </a:lnTo>
                <a:lnTo>
                  <a:pt x="815925" y="7800"/>
                </a:lnTo>
                <a:lnTo>
                  <a:pt x="809175" y="7800"/>
                </a:lnTo>
                <a:lnTo>
                  <a:pt x="809175" y="4800"/>
                </a:lnTo>
                <a:lnTo>
                  <a:pt x="792300" y="4800"/>
                </a:lnTo>
                <a:lnTo>
                  <a:pt x="792300" y="48150"/>
                </a:lnTo>
                <a:lnTo>
                  <a:pt x="792675" y="49350"/>
                </a:lnTo>
                <a:lnTo>
                  <a:pt x="793275" y="50700"/>
                </a:lnTo>
                <a:lnTo>
                  <a:pt x="794550" y="51000"/>
                </a:lnTo>
                <a:lnTo>
                  <a:pt x="794550" y="52500"/>
                </a:lnTo>
                <a:lnTo>
                  <a:pt x="783300" y="52500"/>
                </a:lnTo>
                <a:close/>
                <a:moveTo>
                  <a:pt x="837600" y="19125"/>
                </a:moveTo>
                <a:lnTo>
                  <a:pt x="838275" y="18300"/>
                </a:lnTo>
                <a:lnTo>
                  <a:pt x="838800" y="17700"/>
                </a:lnTo>
                <a:lnTo>
                  <a:pt x="839550" y="17100"/>
                </a:lnTo>
                <a:lnTo>
                  <a:pt x="840225" y="16575"/>
                </a:lnTo>
                <a:lnTo>
                  <a:pt x="841050" y="15975"/>
                </a:lnTo>
                <a:lnTo>
                  <a:pt x="841725" y="15600"/>
                </a:lnTo>
                <a:lnTo>
                  <a:pt x="842700" y="15150"/>
                </a:lnTo>
                <a:lnTo>
                  <a:pt x="843600" y="14775"/>
                </a:lnTo>
                <a:lnTo>
                  <a:pt x="844575" y="14400"/>
                </a:lnTo>
                <a:lnTo>
                  <a:pt x="845625" y="14100"/>
                </a:lnTo>
                <a:lnTo>
                  <a:pt x="846675" y="13875"/>
                </a:lnTo>
                <a:lnTo>
                  <a:pt x="847725" y="13725"/>
                </a:lnTo>
                <a:lnTo>
                  <a:pt x="849000" y="13575"/>
                </a:lnTo>
                <a:lnTo>
                  <a:pt x="850200" y="13500"/>
                </a:lnTo>
                <a:lnTo>
                  <a:pt x="851400" y="13500"/>
                </a:lnTo>
                <a:lnTo>
                  <a:pt x="852375" y="13500"/>
                </a:lnTo>
                <a:lnTo>
                  <a:pt x="853350" y="13575"/>
                </a:lnTo>
                <a:lnTo>
                  <a:pt x="854250" y="13725"/>
                </a:lnTo>
                <a:lnTo>
                  <a:pt x="855300" y="13875"/>
                </a:lnTo>
                <a:lnTo>
                  <a:pt x="856200" y="14100"/>
                </a:lnTo>
                <a:lnTo>
                  <a:pt x="857175" y="14400"/>
                </a:lnTo>
                <a:lnTo>
                  <a:pt x="858075" y="14700"/>
                </a:lnTo>
                <a:lnTo>
                  <a:pt x="858900" y="15075"/>
                </a:lnTo>
                <a:lnTo>
                  <a:pt x="859725" y="15525"/>
                </a:lnTo>
                <a:lnTo>
                  <a:pt x="860550" y="15975"/>
                </a:lnTo>
                <a:lnTo>
                  <a:pt x="861225" y="16500"/>
                </a:lnTo>
                <a:lnTo>
                  <a:pt x="862050" y="17100"/>
                </a:lnTo>
                <a:lnTo>
                  <a:pt x="862725" y="17700"/>
                </a:lnTo>
                <a:lnTo>
                  <a:pt x="863400" y="18375"/>
                </a:lnTo>
                <a:lnTo>
                  <a:pt x="864000" y="18975"/>
                </a:lnTo>
                <a:lnTo>
                  <a:pt x="864600" y="19725"/>
                </a:lnTo>
                <a:lnTo>
                  <a:pt x="865200" y="20475"/>
                </a:lnTo>
                <a:lnTo>
                  <a:pt x="865725" y="21300"/>
                </a:lnTo>
                <a:lnTo>
                  <a:pt x="866175" y="22200"/>
                </a:lnTo>
                <a:lnTo>
                  <a:pt x="866700" y="23175"/>
                </a:lnTo>
                <a:lnTo>
                  <a:pt x="867075" y="24075"/>
                </a:lnTo>
                <a:lnTo>
                  <a:pt x="867525" y="25125"/>
                </a:lnTo>
                <a:lnTo>
                  <a:pt x="867825" y="26175"/>
                </a:lnTo>
                <a:lnTo>
                  <a:pt x="868125" y="27300"/>
                </a:lnTo>
                <a:lnTo>
                  <a:pt x="868425" y="28425"/>
                </a:lnTo>
                <a:lnTo>
                  <a:pt x="868575" y="29550"/>
                </a:lnTo>
                <a:lnTo>
                  <a:pt x="868725" y="30750"/>
                </a:lnTo>
                <a:lnTo>
                  <a:pt x="868800" y="31875"/>
                </a:lnTo>
                <a:lnTo>
                  <a:pt x="868875" y="33075"/>
                </a:lnTo>
                <a:lnTo>
                  <a:pt x="868875" y="34200"/>
                </a:lnTo>
                <a:lnTo>
                  <a:pt x="868800" y="35400"/>
                </a:lnTo>
                <a:lnTo>
                  <a:pt x="868650" y="36525"/>
                </a:lnTo>
                <a:lnTo>
                  <a:pt x="868500" y="37650"/>
                </a:lnTo>
                <a:lnTo>
                  <a:pt x="868275" y="38775"/>
                </a:lnTo>
                <a:lnTo>
                  <a:pt x="868050" y="39750"/>
                </a:lnTo>
                <a:lnTo>
                  <a:pt x="867750" y="40875"/>
                </a:lnTo>
                <a:lnTo>
                  <a:pt x="867375" y="41925"/>
                </a:lnTo>
                <a:lnTo>
                  <a:pt x="867000" y="42825"/>
                </a:lnTo>
                <a:lnTo>
                  <a:pt x="866550" y="43875"/>
                </a:lnTo>
                <a:lnTo>
                  <a:pt x="866100" y="44700"/>
                </a:lnTo>
                <a:lnTo>
                  <a:pt x="865575" y="45600"/>
                </a:lnTo>
                <a:lnTo>
                  <a:pt x="865050" y="46425"/>
                </a:lnTo>
                <a:lnTo>
                  <a:pt x="864450" y="47175"/>
                </a:lnTo>
                <a:lnTo>
                  <a:pt x="863850" y="47925"/>
                </a:lnTo>
                <a:lnTo>
                  <a:pt x="863175" y="48675"/>
                </a:lnTo>
                <a:lnTo>
                  <a:pt x="862425" y="49350"/>
                </a:lnTo>
                <a:lnTo>
                  <a:pt x="861675" y="49950"/>
                </a:lnTo>
                <a:lnTo>
                  <a:pt x="860925" y="50475"/>
                </a:lnTo>
                <a:lnTo>
                  <a:pt x="859575" y="51300"/>
                </a:lnTo>
                <a:lnTo>
                  <a:pt x="858225" y="51975"/>
                </a:lnTo>
                <a:lnTo>
                  <a:pt x="856800" y="52500"/>
                </a:lnTo>
                <a:lnTo>
                  <a:pt x="855225" y="52875"/>
                </a:lnTo>
                <a:lnTo>
                  <a:pt x="853650" y="53175"/>
                </a:lnTo>
                <a:lnTo>
                  <a:pt x="852075" y="53250"/>
                </a:lnTo>
                <a:lnTo>
                  <a:pt x="850200" y="53250"/>
                </a:lnTo>
                <a:lnTo>
                  <a:pt x="848250" y="53100"/>
                </a:lnTo>
                <a:lnTo>
                  <a:pt x="846450" y="52800"/>
                </a:lnTo>
                <a:lnTo>
                  <a:pt x="844950" y="52425"/>
                </a:lnTo>
                <a:lnTo>
                  <a:pt x="843450" y="51975"/>
                </a:lnTo>
                <a:lnTo>
                  <a:pt x="842175" y="51375"/>
                </a:lnTo>
                <a:lnTo>
                  <a:pt x="840825" y="50625"/>
                </a:lnTo>
                <a:lnTo>
                  <a:pt x="839775" y="49875"/>
                </a:lnTo>
                <a:lnTo>
                  <a:pt x="839175" y="49350"/>
                </a:lnTo>
                <a:lnTo>
                  <a:pt x="838650" y="48825"/>
                </a:lnTo>
                <a:lnTo>
                  <a:pt x="837750" y="47850"/>
                </a:lnTo>
                <a:lnTo>
                  <a:pt x="837000" y="46800"/>
                </a:lnTo>
                <a:lnTo>
                  <a:pt x="842625" y="45150"/>
                </a:lnTo>
                <a:lnTo>
                  <a:pt x="843075" y="45750"/>
                </a:lnTo>
                <a:lnTo>
                  <a:pt x="843675" y="46425"/>
                </a:lnTo>
                <a:lnTo>
                  <a:pt x="844200" y="47025"/>
                </a:lnTo>
                <a:lnTo>
                  <a:pt x="844950" y="47550"/>
                </a:lnTo>
                <a:lnTo>
                  <a:pt x="845700" y="48000"/>
                </a:lnTo>
                <a:lnTo>
                  <a:pt x="846450" y="48375"/>
                </a:lnTo>
                <a:lnTo>
                  <a:pt x="847275" y="48675"/>
                </a:lnTo>
                <a:lnTo>
                  <a:pt x="848175" y="48825"/>
                </a:lnTo>
                <a:lnTo>
                  <a:pt x="849225" y="49050"/>
                </a:lnTo>
                <a:lnTo>
                  <a:pt x="850425" y="49125"/>
                </a:lnTo>
                <a:lnTo>
                  <a:pt x="851700" y="49125"/>
                </a:lnTo>
                <a:lnTo>
                  <a:pt x="852675" y="49050"/>
                </a:lnTo>
                <a:lnTo>
                  <a:pt x="853650" y="48900"/>
                </a:lnTo>
                <a:lnTo>
                  <a:pt x="854475" y="48675"/>
                </a:lnTo>
                <a:lnTo>
                  <a:pt x="855375" y="48300"/>
                </a:lnTo>
                <a:lnTo>
                  <a:pt x="856125" y="47850"/>
                </a:lnTo>
                <a:lnTo>
                  <a:pt x="856875" y="47400"/>
                </a:lnTo>
                <a:lnTo>
                  <a:pt x="857550" y="46800"/>
                </a:lnTo>
                <a:lnTo>
                  <a:pt x="858225" y="46200"/>
                </a:lnTo>
                <a:lnTo>
                  <a:pt x="858900" y="45450"/>
                </a:lnTo>
                <a:lnTo>
                  <a:pt x="859425" y="44775"/>
                </a:lnTo>
                <a:lnTo>
                  <a:pt x="860025" y="43875"/>
                </a:lnTo>
                <a:lnTo>
                  <a:pt x="860550" y="42975"/>
                </a:lnTo>
                <a:lnTo>
                  <a:pt x="861000" y="42000"/>
                </a:lnTo>
                <a:lnTo>
                  <a:pt x="861450" y="40950"/>
                </a:lnTo>
                <a:lnTo>
                  <a:pt x="861750" y="39900"/>
                </a:lnTo>
                <a:lnTo>
                  <a:pt x="862050" y="38775"/>
                </a:lnTo>
                <a:lnTo>
                  <a:pt x="862350" y="37650"/>
                </a:lnTo>
                <a:lnTo>
                  <a:pt x="862500" y="36450"/>
                </a:lnTo>
                <a:lnTo>
                  <a:pt x="862650" y="35325"/>
                </a:lnTo>
                <a:lnTo>
                  <a:pt x="862725" y="34125"/>
                </a:lnTo>
                <a:lnTo>
                  <a:pt x="862725" y="32925"/>
                </a:lnTo>
                <a:lnTo>
                  <a:pt x="862650" y="31725"/>
                </a:lnTo>
                <a:lnTo>
                  <a:pt x="862575" y="30600"/>
                </a:lnTo>
                <a:lnTo>
                  <a:pt x="862350" y="29400"/>
                </a:lnTo>
                <a:lnTo>
                  <a:pt x="862125" y="28275"/>
                </a:lnTo>
                <a:lnTo>
                  <a:pt x="861825" y="27150"/>
                </a:lnTo>
                <a:lnTo>
                  <a:pt x="861525" y="26100"/>
                </a:lnTo>
                <a:lnTo>
                  <a:pt x="861075" y="25050"/>
                </a:lnTo>
                <a:lnTo>
                  <a:pt x="860700" y="24150"/>
                </a:lnTo>
                <a:lnTo>
                  <a:pt x="860175" y="23250"/>
                </a:lnTo>
                <a:lnTo>
                  <a:pt x="859650" y="22350"/>
                </a:lnTo>
                <a:lnTo>
                  <a:pt x="859125" y="21600"/>
                </a:lnTo>
                <a:lnTo>
                  <a:pt x="858525" y="20850"/>
                </a:lnTo>
                <a:lnTo>
                  <a:pt x="857850" y="20175"/>
                </a:lnTo>
                <a:lnTo>
                  <a:pt x="857100" y="19575"/>
                </a:lnTo>
                <a:lnTo>
                  <a:pt x="856425" y="19050"/>
                </a:lnTo>
                <a:lnTo>
                  <a:pt x="855675" y="18600"/>
                </a:lnTo>
                <a:lnTo>
                  <a:pt x="854925" y="18300"/>
                </a:lnTo>
                <a:lnTo>
                  <a:pt x="854025" y="18000"/>
                </a:lnTo>
                <a:lnTo>
                  <a:pt x="853125" y="17775"/>
                </a:lnTo>
                <a:lnTo>
                  <a:pt x="852225" y="17625"/>
                </a:lnTo>
                <a:lnTo>
                  <a:pt x="851250" y="17625"/>
                </a:lnTo>
                <a:lnTo>
                  <a:pt x="849900" y="17700"/>
                </a:lnTo>
                <a:lnTo>
                  <a:pt x="848775" y="17775"/>
                </a:lnTo>
                <a:lnTo>
                  <a:pt x="847875" y="18000"/>
                </a:lnTo>
                <a:lnTo>
                  <a:pt x="847050" y="18225"/>
                </a:lnTo>
                <a:lnTo>
                  <a:pt x="846225" y="18525"/>
                </a:lnTo>
                <a:lnTo>
                  <a:pt x="845475" y="18900"/>
                </a:lnTo>
                <a:lnTo>
                  <a:pt x="844800" y="19275"/>
                </a:lnTo>
                <a:lnTo>
                  <a:pt x="844200" y="19725"/>
                </a:lnTo>
                <a:lnTo>
                  <a:pt x="843675" y="20325"/>
                </a:lnTo>
                <a:lnTo>
                  <a:pt x="843075" y="21000"/>
                </a:lnTo>
                <a:lnTo>
                  <a:pt x="842625" y="21600"/>
                </a:lnTo>
                <a:lnTo>
                  <a:pt x="837000" y="20025"/>
                </a:lnTo>
                <a:close/>
                <a:moveTo>
                  <a:pt x="874875" y="48150"/>
                </a:moveTo>
                <a:lnTo>
                  <a:pt x="880650" y="48150"/>
                </a:lnTo>
                <a:lnTo>
                  <a:pt x="881400" y="46575"/>
                </a:lnTo>
                <a:lnTo>
                  <a:pt x="882825" y="42900"/>
                </a:lnTo>
                <a:lnTo>
                  <a:pt x="883575" y="41325"/>
                </a:lnTo>
                <a:lnTo>
                  <a:pt x="884325" y="39900"/>
                </a:lnTo>
                <a:lnTo>
                  <a:pt x="885225" y="38625"/>
                </a:lnTo>
                <a:lnTo>
                  <a:pt x="885825" y="37950"/>
                </a:lnTo>
                <a:lnTo>
                  <a:pt x="886650" y="37050"/>
                </a:lnTo>
                <a:lnTo>
                  <a:pt x="887325" y="36375"/>
                </a:lnTo>
                <a:lnTo>
                  <a:pt x="888150" y="35775"/>
                </a:lnTo>
                <a:lnTo>
                  <a:pt x="888975" y="35175"/>
                </a:lnTo>
                <a:lnTo>
                  <a:pt x="889875" y="34575"/>
                </a:lnTo>
                <a:lnTo>
                  <a:pt x="890925" y="33975"/>
                </a:lnTo>
                <a:lnTo>
                  <a:pt x="892125" y="33375"/>
                </a:lnTo>
                <a:lnTo>
                  <a:pt x="890925" y="32775"/>
                </a:lnTo>
                <a:lnTo>
                  <a:pt x="890025" y="32250"/>
                </a:lnTo>
                <a:lnTo>
                  <a:pt x="888975" y="31575"/>
                </a:lnTo>
                <a:lnTo>
                  <a:pt x="888150" y="30975"/>
                </a:lnTo>
                <a:lnTo>
                  <a:pt x="887325" y="30375"/>
                </a:lnTo>
                <a:lnTo>
                  <a:pt x="886650" y="29700"/>
                </a:lnTo>
                <a:lnTo>
                  <a:pt x="885825" y="28800"/>
                </a:lnTo>
                <a:lnTo>
                  <a:pt x="885225" y="28125"/>
                </a:lnTo>
                <a:lnTo>
                  <a:pt x="884325" y="26850"/>
                </a:lnTo>
                <a:lnTo>
                  <a:pt x="883575" y="25425"/>
                </a:lnTo>
                <a:lnTo>
                  <a:pt x="882825" y="23850"/>
                </a:lnTo>
                <a:lnTo>
                  <a:pt x="881400" y="20175"/>
                </a:lnTo>
                <a:lnTo>
                  <a:pt x="880650" y="18600"/>
                </a:lnTo>
                <a:lnTo>
                  <a:pt x="874875" y="18600"/>
                </a:lnTo>
                <a:lnTo>
                  <a:pt x="874500" y="17400"/>
                </a:lnTo>
                <a:lnTo>
                  <a:pt x="873900" y="16050"/>
                </a:lnTo>
                <a:lnTo>
                  <a:pt x="872625" y="15750"/>
                </a:lnTo>
                <a:lnTo>
                  <a:pt x="872625" y="14250"/>
                </a:lnTo>
                <a:lnTo>
                  <a:pt x="877950" y="14250"/>
                </a:lnTo>
                <a:lnTo>
                  <a:pt x="884250" y="14250"/>
                </a:lnTo>
                <a:lnTo>
                  <a:pt x="884550" y="14550"/>
                </a:lnTo>
                <a:lnTo>
                  <a:pt x="885225" y="15300"/>
                </a:lnTo>
                <a:lnTo>
                  <a:pt x="885900" y="16200"/>
                </a:lnTo>
                <a:lnTo>
                  <a:pt x="886425" y="17175"/>
                </a:lnTo>
                <a:lnTo>
                  <a:pt x="887250" y="18900"/>
                </a:lnTo>
                <a:lnTo>
                  <a:pt x="888900" y="22875"/>
                </a:lnTo>
                <a:lnTo>
                  <a:pt x="890400" y="26400"/>
                </a:lnTo>
                <a:lnTo>
                  <a:pt x="891225" y="28050"/>
                </a:lnTo>
                <a:lnTo>
                  <a:pt x="891675" y="28800"/>
                </a:lnTo>
                <a:lnTo>
                  <a:pt x="892125" y="29400"/>
                </a:lnTo>
                <a:lnTo>
                  <a:pt x="892125" y="18600"/>
                </a:lnTo>
                <a:lnTo>
                  <a:pt x="891750" y="17400"/>
                </a:lnTo>
                <a:lnTo>
                  <a:pt x="891150" y="16050"/>
                </a:lnTo>
                <a:lnTo>
                  <a:pt x="889875" y="15750"/>
                </a:lnTo>
                <a:lnTo>
                  <a:pt x="889875" y="14250"/>
                </a:lnTo>
                <a:lnTo>
                  <a:pt x="900525" y="14250"/>
                </a:lnTo>
                <a:lnTo>
                  <a:pt x="900525" y="15750"/>
                </a:lnTo>
                <a:lnTo>
                  <a:pt x="899250" y="16050"/>
                </a:lnTo>
                <a:lnTo>
                  <a:pt x="898650" y="17400"/>
                </a:lnTo>
                <a:lnTo>
                  <a:pt x="898275" y="18600"/>
                </a:lnTo>
                <a:lnTo>
                  <a:pt x="898275" y="29400"/>
                </a:lnTo>
                <a:lnTo>
                  <a:pt x="898725" y="28800"/>
                </a:lnTo>
                <a:lnTo>
                  <a:pt x="899175" y="28050"/>
                </a:lnTo>
                <a:lnTo>
                  <a:pt x="900000" y="26400"/>
                </a:lnTo>
                <a:lnTo>
                  <a:pt x="901500" y="22875"/>
                </a:lnTo>
                <a:lnTo>
                  <a:pt x="903150" y="18900"/>
                </a:lnTo>
                <a:lnTo>
                  <a:pt x="903975" y="17175"/>
                </a:lnTo>
                <a:lnTo>
                  <a:pt x="904500" y="16200"/>
                </a:lnTo>
                <a:lnTo>
                  <a:pt x="905175" y="15300"/>
                </a:lnTo>
                <a:lnTo>
                  <a:pt x="905850" y="14550"/>
                </a:lnTo>
                <a:lnTo>
                  <a:pt x="906150" y="14250"/>
                </a:lnTo>
                <a:lnTo>
                  <a:pt x="912450" y="14250"/>
                </a:lnTo>
                <a:lnTo>
                  <a:pt x="917775" y="14250"/>
                </a:lnTo>
                <a:lnTo>
                  <a:pt x="917775" y="15750"/>
                </a:lnTo>
                <a:lnTo>
                  <a:pt x="916500" y="16050"/>
                </a:lnTo>
                <a:lnTo>
                  <a:pt x="915900" y="17400"/>
                </a:lnTo>
                <a:lnTo>
                  <a:pt x="915525" y="18600"/>
                </a:lnTo>
                <a:lnTo>
                  <a:pt x="909750" y="18600"/>
                </a:lnTo>
                <a:lnTo>
                  <a:pt x="909000" y="20175"/>
                </a:lnTo>
                <a:lnTo>
                  <a:pt x="907575" y="23850"/>
                </a:lnTo>
                <a:lnTo>
                  <a:pt x="906825" y="25425"/>
                </a:lnTo>
                <a:lnTo>
                  <a:pt x="906075" y="26850"/>
                </a:lnTo>
                <a:lnTo>
                  <a:pt x="905175" y="28125"/>
                </a:lnTo>
                <a:lnTo>
                  <a:pt x="904575" y="28800"/>
                </a:lnTo>
                <a:lnTo>
                  <a:pt x="903750" y="29700"/>
                </a:lnTo>
                <a:lnTo>
                  <a:pt x="903075" y="30375"/>
                </a:lnTo>
                <a:lnTo>
                  <a:pt x="902250" y="30975"/>
                </a:lnTo>
                <a:lnTo>
                  <a:pt x="901425" y="31575"/>
                </a:lnTo>
                <a:lnTo>
                  <a:pt x="900375" y="32250"/>
                </a:lnTo>
                <a:lnTo>
                  <a:pt x="899475" y="32775"/>
                </a:lnTo>
                <a:lnTo>
                  <a:pt x="898275" y="33375"/>
                </a:lnTo>
                <a:lnTo>
                  <a:pt x="899475" y="33975"/>
                </a:lnTo>
                <a:lnTo>
                  <a:pt x="900525" y="34575"/>
                </a:lnTo>
                <a:lnTo>
                  <a:pt x="901425" y="35175"/>
                </a:lnTo>
                <a:lnTo>
                  <a:pt x="902250" y="35775"/>
                </a:lnTo>
                <a:lnTo>
                  <a:pt x="903075" y="36375"/>
                </a:lnTo>
                <a:lnTo>
                  <a:pt x="903750" y="37050"/>
                </a:lnTo>
                <a:lnTo>
                  <a:pt x="904575" y="37950"/>
                </a:lnTo>
                <a:lnTo>
                  <a:pt x="905175" y="38625"/>
                </a:lnTo>
                <a:lnTo>
                  <a:pt x="906075" y="39900"/>
                </a:lnTo>
                <a:lnTo>
                  <a:pt x="906825" y="41325"/>
                </a:lnTo>
                <a:lnTo>
                  <a:pt x="907575" y="42900"/>
                </a:lnTo>
                <a:lnTo>
                  <a:pt x="909000" y="46575"/>
                </a:lnTo>
                <a:lnTo>
                  <a:pt x="909750" y="48150"/>
                </a:lnTo>
                <a:lnTo>
                  <a:pt x="915525" y="48150"/>
                </a:lnTo>
                <a:lnTo>
                  <a:pt x="915900" y="49350"/>
                </a:lnTo>
                <a:lnTo>
                  <a:pt x="916500" y="50700"/>
                </a:lnTo>
                <a:lnTo>
                  <a:pt x="917775" y="51000"/>
                </a:lnTo>
                <a:lnTo>
                  <a:pt x="917775" y="52500"/>
                </a:lnTo>
                <a:lnTo>
                  <a:pt x="912450" y="52500"/>
                </a:lnTo>
                <a:lnTo>
                  <a:pt x="906150" y="52500"/>
                </a:lnTo>
                <a:lnTo>
                  <a:pt x="905850" y="52200"/>
                </a:lnTo>
                <a:lnTo>
                  <a:pt x="905175" y="51450"/>
                </a:lnTo>
                <a:lnTo>
                  <a:pt x="904500" y="50550"/>
                </a:lnTo>
                <a:lnTo>
                  <a:pt x="903975" y="49575"/>
                </a:lnTo>
                <a:lnTo>
                  <a:pt x="903150" y="47850"/>
                </a:lnTo>
                <a:lnTo>
                  <a:pt x="901500" y="43875"/>
                </a:lnTo>
                <a:lnTo>
                  <a:pt x="900000" y="40350"/>
                </a:lnTo>
                <a:lnTo>
                  <a:pt x="899175" y="38700"/>
                </a:lnTo>
                <a:lnTo>
                  <a:pt x="898725" y="37950"/>
                </a:lnTo>
                <a:lnTo>
                  <a:pt x="898275" y="37350"/>
                </a:lnTo>
                <a:lnTo>
                  <a:pt x="898275" y="48150"/>
                </a:lnTo>
                <a:lnTo>
                  <a:pt x="898650" y="49350"/>
                </a:lnTo>
                <a:lnTo>
                  <a:pt x="899250" y="50700"/>
                </a:lnTo>
                <a:lnTo>
                  <a:pt x="900525" y="51000"/>
                </a:lnTo>
                <a:lnTo>
                  <a:pt x="900525" y="52500"/>
                </a:lnTo>
                <a:lnTo>
                  <a:pt x="889875" y="52500"/>
                </a:lnTo>
                <a:lnTo>
                  <a:pt x="889875" y="51000"/>
                </a:lnTo>
                <a:lnTo>
                  <a:pt x="891150" y="50700"/>
                </a:lnTo>
                <a:lnTo>
                  <a:pt x="891750" y="49350"/>
                </a:lnTo>
                <a:lnTo>
                  <a:pt x="892125" y="48150"/>
                </a:lnTo>
                <a:lnTo>
                  <a:pt x="892125" y="37350"/>
                </a:lnTo>
                <a:lnTo>
                  <a:pt x="891675" y="37950"/>
                </a:lnTo>
                <a:lnTo>
                  <a:pt x="891225" y="38700"/>
                </a:lnTo>
                <a:lnTo>
                  <a:pt x="890400" y="40350"/>
                </a:lnTo>
                <a:lnTo>
                  <a:pt x="888900" y="43875"/>
                </a:lnTo>
                <a:lnTo>
                  <a:pt x="887175" y="48000"/>
                </a:lnTo>
                <a:lnTo>
                  <a:pt x="886350" y="49725"/>
                </a:lnTo>
                <a:lnTo>
                  <a:pt x="885750" y="50775"/>
                </a:lnTo>
                <a:lnTo>
                  <a:pt x="885000" y="51750"/>
                </a:lnTo>
                <a:lnTo>
                  <a:pt x="884325" y="52500"/>
                </a:lnTo>
                <a:lnTo>
                  <a:pt x="884250" y="52500"/>
                </a:lnTo>
                <a:lnTo>
                  <a:pt x="877950" y="52500"/>
                </a:lnTo>
                <a:lnTo>
                  <a:pt x="872625" y="52500"/>
                </a:lnTo>
                <a:lnTo>
                  <a:pt x="872625" y="51000"/>
                </a:lnTo>
                <a:lnTo>
                  <a:pt x="873900" y="50700"/>
                </a:lnTo>
                <a:lnTo>
                  <a:pt x="874500" y="49350"/>
                </a:lnTo>
                <a:close/>
                <a:moveTo>
                  <a:pt x="941325" y="49350"/>
                </a:moveTo>
                <a:lnTo>
                  <a:pt x="941700" y="48150"/>
                </a:lnTo>
                <a:lnTo>
                  <a:pt x="941700" y="29550"/>
                </a:lnTo>
                <a:lnTo>
                  <a:pt x="940125" y="29100"/>
                </a:lnTo>
                <a:lnTo>
                  <a:pt x="938775" y="28575"/>
                </a:lnTo>
                <a:lnTo>
                  <a:pt x="937500" y="27975"/>
                </a:lnTo>
                <a:lnTo>
                  <a:pt x="936075" y="27300"/>
                </a:lnTo>
                <a:lnTo>
                  <a:pt x="934500" y="26400"/>
                </a:lnTo>
                <a:lnTo>
                  <a:pt x="933075" y="25500"/>
                </a:lnTo>
                <a:lnTo>
                  <a:pt x="931575" y="24450"/>
                </a:lnTo>
                <a:lnTo>
                  <a:pt x="929550" y="23025"/>
                </a:lnTo>
                <a:lnTo>
                  <a:pt x="929925" y="24525"/>
                </a:lnTo>
                <a:lnTo>
                  <a:pt x="930300" y="26175"/>
                </a:lnTo>
                <a:lnTo>
                  <a:pt x="930525" y="27600"/>
                </a:lnTo>
                <a:lnTo>
                  <a:pt x="930825" y="29250"/>
                </a:lnTo>
                <a:lnTo>
                  <a:pt x="930975" y="30675"/>
                </a:lnTo>
                <a:lnTo>
                  <a:pt x="931050" y="32325"/>
                </a:lnTo>
                <a:lnTo>
                  <a:pt x="931125" y="33900"/>
                </a:lnTo>
                <a:lnTo>
                  <a:pt x="931125" y="35475"/>
                </a:lnTo>
                <a:lnTo>
                  <a:pt x="931050" y="37050"/>
                </a:lnTo>
                <a:lnTo>
                  <a:pt x="930975" y="38625"/>
                </a:lnTo>
                <a:lnTo>
                  <a:pt x="930750" y="40125"/>
                </a:lnTo>
                <a:lnTo>
                  <a:pt x="930525" y="41625"/>
                </a:lnTo>
                <a:lnTo>
                  <a:pt x="930300" y="43125"/>
                </a:lnTo>
                <a:lnTo>
                  <a:pt x="929925" y="44550"/>
                </a:lnTo>
                <a:lnTo>
                  <a:pt x="929625" y="45975"/>
                </a:lnTo>
                <a:lnTo>
                  <a:pt x="929100" y="47625"/>
                </a:lnTo>
                <a:lnTo>
                  <a:pt x="928650" y="48975"/>
                </a:lnTo>
                <a:lnTo>
                  <a:pt x="928050" y="50475"/>
                </a:lnTo>
                <a:lnTo>
                  <a:pt x="927525" y="51825"/>
                </a:lnTo>
                <a:lnTo>
                  <a:pt x="927225" y="52500"/>
                </a:lnTo>
                <a:lnTo>
                  <a:pt x="923700" y="52500"/>
                </a:lnTo>
                <a:lnTo>
                  <a:pt x="920475" y="51750"/>
                </a:lnTo>
                <a:lnTo>
                  <a:pt x="921375" y="49725"/>
                </a:lnTo>
                <a:lnTo>
                  <a:pt x="922125" y="47775"/>
                </a:lnTo>
                <a:lnTo>
                  <a:pt x="922725" y="45825"/>
                </a:lnTo>
                <a:lnTo>
                  <a:pt x="923325" y="43800"/>
                </a:lnTo>
                <a:lnTo>
                  <a:pt x="923775" y="41625"/>
                </a:lnTo>
                <a:lnTo>
                  <a:pt x="924075" y="39675"/>
                </a:lnTo>
                <a:lnTo>
                  <a:pt x="924300" y="37500"/>
                </a:lnTo>
                <a:lnTo>
                  <a:pt x="924375" y="35475"/>
                </a:lnTo>
                <a:lnTo>
                  <a:pt x="924375" y="33375"/>
                </a:lnTo>
                <a:lnTo>
                  <a:pt x="924225" y="31425"/>
                </a:lnTo>
                <a:lnTo>
                  <a:pt x="924000" y="29250"/>
                </a:lnTo>
                <a:lnTo>
                  <a:pt x="923700" y="27300"/>
                </a:lnTo>
                <a:lnTo>
                  <a:pt x="923325" y="25500"/>
                </a:lnTo>
                <a:lnTo>
                  <a:pt x="922875" y="23700"/>
                </a:lnTo>
                <a:lnTo>
                  <a:pt x="922125" y="21225"/>
                </a:lnTo>
                <a:lnTo>
                  <a:pt x="921150" y="18675"/>
                </a:lnTo>
                <a:lnTo>
                  <a:pt x="921075" y="18375"/>
                </a:lnTo>
                <a:lnTo>
                  <a:pt x="921075" y="18075"/>
                </a:lnTo>
                <a:lnTo>
                  <a:pt x="921075" y="17700"/>
                </a:lnTo>
                <a:lnTo>
                  <a:pt x="921150" y="17400"/>
                </a:lnTo>
                <a:lnTo>
                  <a:pt x="921300" y="17175"/>
                </a:lnTo>
                <a:lnTo>
                  <a:pt x="921450" y="16875"/>
                </a:lnTo>
                <a:lnTo>
                  <a:pt x="921675" y="16575"/>
                </a:lnTo>
                <a:lnTo>
                  <a:pt x="921975" y="16350"/>
                </a:lnTo>
                <a:lnTo>
                  <a:pt x="922650" y="15975"/>
                </a:lnTo>
                <a:lnTo>
                  <a:pt x="923400" y="15675"/>
                </a:lnTo>
                <a:lnTo>
                  <a:pt x="924525" y="15600"/>
                </a:lnTo>
                <a:lnTo>
                  <a:pt x="925800" y="15600"/>
                </a:lnTo>
                <a:lnTo>
                  <a:pt x="926925" y="15750"/>
                </a:lnTo>
                <a:lnTo>
                  <a:pt x="928125" y="16050"/>
                </a:lnTo>
                <a:lnTo>
                  <a:pt x="928800" y="16275"/>
                </a:lnTo>
                <a:lnTo>
                  <a:pt x="929625" y="16650"/>
                </a:lnTo>
                <a:lnTo>
                  <a:pt x="930300" y="17025"/>
                </a:lnTo>
                <a:lnTo>
                  <a:pt x="931200" y="17475"/>
                </a:lnTo>
                <a:lnTo>
                  <a:pt x="932850" y="18600"/>
                </a:lnTo>
                <a:lnTo>
                  <a:pt x="936450" y="21150"/>
                </a:lnTo>
                <a:lnTo>
                  <a:pt x="938175" y="22350"/>
                </a:lnTo>
                <a:lnTo>
                  <a:pt x="939900" y="23400"/>
                </a:lnTo>
                <a:lnTo>
                  <a:pt x="941700" y="24225"/>
                </a:lnTo>
                <a:lnTo>
                  <a:pt x="941700" y="4350"/>
                </a:lnTo>
                <a:lnTo>
                  <a:pt x="941325" y="3150"/>
                </a:lnTo>
                <a:lnTo>
                  <a:pt x="940725" y="1800"/>
                </a:lnTo>
                <a:lnTo>
                  <a:pt x="939450" y="1500"/>
                </a:lnTo>
                <a:lnTo>
                  <a:pt x="939450" y="0"/>
                </a:lnTo>
                <a:lnTo>
                  <a:pt x="950700" y="0"/>
                </a:lnTo>
                <a:lnTo>
                  <a:pt x="950700" y="1500"/>
                </a:lnTo>
                <a:lnTo>
                  <a:pt x="949425" y="1800"/>
                </a:lnTo>
                <a:lnTo>
                  <a:pt x="948825" y="3150"/>
                </a:lnTo>
                <a:lnTo>
                  <a:pt x="948450" y="4350"/>
                </a:lnTo>
                <a:lnTo>
                  <a:pt x="948450" y="48150"/>
                </a:lnTo>
                <a:lnTo>
                  <a:pt x="948825" y="49350"/>
                </a:lnTo>
                <a:lnTo>
                  <a:pt x="949425" y="50700"/>
                </a:lnTo>
                <a:lnTo>
                  <a:pt x="950700" y="51000"/>
                </a:lnTo>
                <a:lnTo>
                  <a:pt x="950700" y="52500"/>
                </a:lnTo>
                <a:lnTo>
                  <a:pt x="939450" y="52500"/>
                </a:lnTo>
                <a:lnTo>
                  <a:pt x="939450" y="51000"/>
                </a:lnTo>
                <a:lnTo>
                  <a:pt x="940725" y="50700"/>
                </a:lnTo>
                <a:close/>
                <a:moveTo>
                  <a:pt x="975150" y="19125"/>
                </a:moveTo>
                <a:lnTo>
                  <a:pt x="975825" y="18300"/>
                </a:lnTo>
                <a:lnTo>
                  <a:pt x="976350" y="17700"/>
                </a:lnTo>
                <a:lnTo>
                  <a:pt x="977100" y="17100"/>
                </a:lnTo>
                <a:lnTo>
                  <a:pt x="977775" y="16575"/>
                </a:lnTo>
                <a:lnTo>
                  <a:pt x="978600" y="15975"/>
                </a:lnTo>
                <a:lnTo>
                  <a:pt x="979275" y="15600"/>
                </a:lnTo>
                <a:lnTo>
                  <a:pt x="980250" y="15150"/>
                </a:lnTo>
                <a:lnTo>
                  <a:pt x="981150" y="14775"/>
                </a:lnTo>
                <a:lnTo>
                  <a:pt x="982125" y="14400"/>
                </a:lnTo>
                <a:lnTo>
                  <a:pt x="983175" y="14100"/>
                </a:lnTo>
                <a:lnTo>
                  <a:pt x="984225" y="13875"/>
                </a:lnTo>
                <a:lnTo>
                  <a:pt x="985275" y="13725"/>
                </a:lnTo>
                <a:lnTo>
                  <a:pt x="986550" y="13575"/>
                </a:lnTo>
                <a:lnTo>
                  <a:pt x="987750" y="13500"/>
                </a:lnTo>
                <a:lnTo>
                  <a:pt x="988950" y="13500"/>
                </a:lnTo>
                <a:lnTo>
                  <a:pt x="989925" y="13500"/>
                </a:lnTo>
                <a:lnTo>
                  <a:pt x="990900" y="13575"/>
                </a:lnTo>
                <a:lnTo>
                  <a:pt x="991800" y="13725"/>
                </a:lnTo>
                <a:lnTo>
                  <a:pt x="992850" y="13875"/>
                </a:lnTo>
                <a:lnTo>
                  <a:pt x="993750" y="14100"/>
                </a:lnTo>
                <a:lnTo>
                  <a:pt x="994725" y="14400"/>
                </a:lnTo>
                <a:lnTo>
                  <a:pt x="995625" y="14700"/>
                </a:lnTo>
                <a:lnTo>
                  <a:pt x="996450" y="15075"/>
                </a:lnTo>
                <a:lnTo>
                  <a:pt x="997275" y="15525"/>
                </a:lnTo>
                <a:lnTo>
                  <a:pt x="998100" y="15975"/>
                </a:lnTo>
                <a:lnTo>
                  <a:pt x="998775" y="16500"/>
                </a:lnTo>
                <a:lnTo>
                  <a:pt x="999600" y="17100"/>
                </a:lnTo>
                <a:lnTo>
                  <a:pt x="1000275" y="17700"/>
                </a:lnTo>
                <a:lnTo>
                  <a:pt x="1000950" y="18375"/>
                </a:lnTo>
                <a:lnTo>
                  <a:pt x="1001550" y="18975"/>
                </a:lnTo>
                <a:lnTo>
                  <a:pt x="1002150" y="19725"/>
                </a:lnTo>
                <a:lnTo>
                  <a:pt x="1002750" y="20475"/>
                </a:lnTo>
                <a:lnTo>
                  <a:pt x="1003275" y="21300"/>
                </a:lnTo>
                <a:lnTo>
                  <a:pt x="1003725" y="22200"/>
                </a:lnTo>
                <a:lnTo>
                  <a:pt x="1004250" y="23175"/>
                </a:lnTo>
                <a:lnTo>
                  <a:pt x="1004625" y="24075"/>
                </a:lnTo>
                <a:lnTo>
                  <a:pt x="1005075" y="25125"/>
                </a:lnTo>
                <a:lnTo>
                  <a:pt x="1005375" y="26175"/>
                </a:lnTo>
                <a:lnTo>
                  <a:pt x="1005675" y="27300"/>
                </a:lnTo>
                <a:lnTo>
                  <a:pt x="1005975" y="28425"/>
                </a:lnTo>
                <a:lnTo>
                  <a:pt x="1006125" y="29550"/>
                </a:lnTo>
                <a:lnTo>
                  <a:pt x="1006275" y="30750"/>
                </a:lnTo>
                <a:lnTo>
                  <a:pt x="1006350" y="31875"/>
                </a:lnTo>
                <a:lnTo>
                  <a:pt x="1006425" y="33075"/>
                </a:lnTo>
                <a:lnTo>
                  <a:pt x="1006425" y="34200"/>
                </a:lnTo>
                <a:lnTo>
                  <a:pt x="1006350" y="35400"/>
                </a:lnTo>
                <a:lnTo>
                  <a:pt x="1006200" y="36525"/>
                </a:lnTo>
                <a:lnTo>
                  <a:pt x="1006050" y="37650"/>
                </a:lnTo>
                <a:lnTo>
                  <a:pt x="1005825" y="38775"/>
                </a:lnTo>
                <a:lnTo>
                  <a:pt x="1005600" y="39750"/>
                </a:lnTo>
                <a:lnTo>
                  <a:pt x="1005300" y="40875"/>
                </a:lnTo>
                <a:lnTo>
                  <a:pt x="1004925" y="41925"/>
                </a:lnTo>
                <a:lnTo>
                  <a:pt x="1004550" y="42825"/>
                </a:lnTo>
                <a:lnTo>
                  <a:pt x="1004100" y="43875"/>
                </a:lnTo>
                <a:lnTo>
                  <a:pt x="1003650" y="44700"/>
                </a:lnTo>
                <a:lnTo>
                  <a:pt x="1003125" y="45600"/>
                </a:lnTo>
                <a:lnTo>
                  <a:pt x="1002600" y="46425"/>
                </a:lnTo>
                <a:lnTo>
                  <a:pt x="1002000" y="47175"/>
                </a:lnTo>
                <a:lnTo>
                  <a:pt x="1001400" y="47925"/>
                </a:lnTo>
                <a:lnTo>
                  <a:pt x="1000725" y="48675"/>
                </a:lnTo>
                <a:lnTo>
                  <a:pt x="999975" y="49350"/>
                </a:lnTo>
                <a:lnTo>
                  <a:pt x="999225" y="49950"/>
                </a:lnTo>
                <a:lnTo>
                  <a:pt x="998475" y="50475"/>
                </a:lnTo>
                <a:lnTo>
                  <a:pt x="997125" y="51300"/>
                </a:lnTo>
                <a:lnTo>
                  <a:pt x="995775" y="51975"/>
                </a:lnTo>
                <a:lnTo>
                  <a:pt x="994350" y="52500"/>
                </a:lnTo>
                <a:lnTo>
                  <a:pt x="992775" y="52875"/>
                </a:lnTo>
                <a:lnTo>
                  <a:pt x="991200" y="53175"/>
                </a:lnTo>
                <a:lnTo>
                  <a:pt x="989625" y="53250"/>
                </a:lnTo>
                <a:lnTo>
                  <a:pt x="987750" y="53250"/>
                </a:lnTo>
                <a:lnTo>
                  <a:pt x="985800" y="53100"/>
                </a:lnTo>
                <a:lnTo>
                  <a:pt x="984000" y="52800"/>
                </a:lnTo>
                <a:lnTo>
                  <a:pt x="982500" y="52425"/>
                </a:lnTo>
                <a:lnTo>
                  <a:pt x="981000" y="51975"/>
                </a:lnTo>
                <a:lnTo>
                  <a:pt x="979725" y="51375"/>
                </a:lnTo>
                <a:lnTo>
                  <a:pt x="978375" y="50625"/>
                </a:lnTo>
                <a:lnTo>
                  <a:pt x="977325" y="49875"/>
                </a:lnTo>
                <a:lnTo>
                  <a:pt x="976725" y="49350"/>
                </a:lnTo>
                <a:lnTo>
                  <a:pt x="976200" y="48825"/>
                </a:lnTo>
                <a:lnTo>
                  <a:pt x="975300" y="47850"/>
                </a:lnTo>
                <a:lnTo>
                  <a:pt x="974550" y="46800"/>
                </a:lnTo>
                <a:lnTo>
                  <a:pt x="980175" y="45150"/>
                </a:lnTo>
                <a:lnTo>
                  <a:pt x="980625" y="45750"/>
                </a:lnTo>
                <a:lnTo>
                  <a:pt x="981225" y="46425"/>
                </a:lnTo>
                <a:lnTo>
                  <a:pt x="981750" y="47025"/>
                </a:lnTo>
                <a:lnTo>
                  <a:pt x="982500" y="47550"/>
                </a:lnTo>
                <a:lnTo>
                  <a:pt x="983250" y="48000"/>
                </a:lnTo>
                <a:lnTo>
                  <a:pt x="984000" y="48375"/>
                </a:lnTo>
                <a:lnTo>
                  <a:pt x="984825" y="48675"/>
                </a:lnTo>
                <a:lnTo>
                  <a:pt x="985725" y="48825"/>
                </a:lnTo>
                <a:lnTo>
                  <a:pt x="986775" y="49050"/>
                </a:lnTo>
                <a:lnTo>
                  <a:pt x="987975" y="49125"/>
                </a:lnTo>
                <a:lnTo>
                  <a:pt x="989250" y="49125"/>
                </a:lnTo>
                <a:lnTo>
                  <a:pt x="990225" y="49050"/>
                </a:lnTo>
                <a:lnTo>
                  <a:pt x="991200" y="48900"/>
                </a:lnTo>
                <a:lnTo>
                  <a:pt x="992025" y="48675"/>
                </a:lnTo>
                <a:lnTo>
                  <a:pt x="992925" y="48300"/>
                </a:lnTo>
                <a:lnTo>
                  <a:pt x="993675" y="47850"/>
                </a:lnTo>
                <a:lnTo>
                  <a:pt x="994425" y="47400"/>
                </a:lnTo>
                <a:lnTo>
                  <a:pt x="995100" y="46800"/>
                </a:lnTo>
                <a:lnTo>
                  <a:pt x="995775" y="46200"/>
                </a:lnTo>
                <a:lnTo>
                  <a:pt x="996450" y="45450"/>
                </a:lnTo>
                <a:lnTo>
                  <a:pt x="996975" y="44775"/>
                </a:lnTo>
                <a:lnTo>
                  <a:pt x="997575" y="43875"/>
                </a:lnTo>
                <a:lnTo>
                  <a:pt x="998100" y="42975"/>
                </a:lnTo>
                <a:lnTo>
                  <a:pt x="998550" y="42000"/>
                </a:lnTo>
                <a:lnTo>
                  <a:pt x="999000" y="40950"/>
                </a:lnTo>
                <a:lnTo>
                  <a:pt x="999300" y="39900"/>
                </a:lnTo>
                <a:lnTo>
                  <a:pt x="999600" y="38775"/>
                </a:lnTo>
                <a:lnTo>
                  <a:pt x="999900" y="37650"/>
                </a:lnTo>
                <a:lnTo>
                  <a:pt x="1000050" y="36450"/>
                </a:lnTo>
                <a:lnTo>
                  <a:pt x="1000200" y="35325"/>
                </a:lnTo>
                <a:lnTo>
                  <a:pt x="1000275" y="34125"/>
                </a:lnTo>
                <a:lnTo>
                  <a:pt x="1000275" y="32925"/>
                </a:lnTo>
                <a:lnTo>
                  <a:pt x="1000200" y="31725"/>
                </a:lnTo>
                <a:lnTo>
                  <a:pt x="1000125" y="30600"/>
                </a:lnTo>
                <a:lnTo>
                  <a:pt x="999900" y="29400"/>
                </a:lnTo>
                <a:lnTo>
                  <a:pt x="999675" y="28275"/>
                </a:lnTo>
                <a:lnTo>
                  <a:pt x="999375" y="27150"/>
                </a:lnTo>
                <a:lnTo>
                  <a:pt x="999075" y="26100"/>
                </a:lnTo>
                <a:lnTo>
                  <a:pt x="998625" y="25050"/>
                </a:lnTo>
                <a:lnTo>
                  <a:pt x="998250" y="24150"/>
                </a:lnTo>
                <a:lnTo>
                  <a:pt x="997725" y="23250"/>
                </a:lnTo>
                <a:lnTo>
                  <a:pt x="997200" y="22350"/>
                </a:lnTo>
                <a:lnTo>
                  <a:pt x="996675" y="21600"/>
                </a:lnTo>
                <a:lnTo>
                  <a:pt x="996075" y="20850"/>
                </a:lnTo>
                <a:lnTo>
                  <a:pt x="995400" y="20175"/>
                </a:lnTo>
                <a:lnTo>
                  <a:pt x="994650" y="19575"/>
                </a:lnTo>
                <a:lnTo>
                  <a:pt x="993975" y="19050"/>
                </a:lnTo>
                <a:lnTo>
                  <a:pt x="993225" y="18600"/>
                </a:lnTo>
                <a:lnTo>
                  <a:pt x="992475" y="18300"/>
                </a:lnTo>
                <a:lnTo>
                  <a:pt x="991575" y="18000"/>
                </a:lnTo>
                <a:lnTo>
                  <a:pt x="990675" y="17775"/>
                </a:lnTo>
                <a:lnTo>
                  <a:pt x="989775" y="17625"/>
                </a:lnTo>
                <a:lnTo>
                  <a:pt x="988800" y="17625"/>
                </a:lnTo>
                <a:lnTo>
                  <a:pt x="987450" y="17700"/>
                </a:lnTo>
                <a:lnTo>
                  <a:pt x="986325" y="17775"/>
                </a:lnTo>
                <a:lnTo>
                  <a:pt x="985425" y="18000"/>
                </a:lnTo>
                <a:lnTo>
                  <a:pt x="984600" y="18225"/>
                </a:lnTo>
                <a:lnTo>
                  <a:pt x="983775" y="18525"/>
                </a:lnTo>
                <a:lnTo>
                  <a:pt x="983025" y="18900"/>
                </a:lnTo>
                <a:lnTo>
                  <a:pt x="982350" y="19275"/>
                </a:lnTo>
                <a:lnTo>
                  <a:pt x="981750" y="19725"/>
                </a:lnTo>
                <a:lnTo>
                  <a:pt x="981225" y="20325"/>
                </a:lnTo>
                <a:lnTo>
                  <a:pt x="980625" y="21000"/>
                </a:lnTo>
                <a:lnTo>
                  <a:pt x="980175" y="21600"/>
                </a:lnTo>
                <a:lnTo>
                  <a:pt x="974550" y="20025"/>
                </a:lnTo>
                <a:close/>
                <a:moveTo>
                  <a:pt x="1030575" y="63600"/>
                </a:moveTo>
                <a:lnTo>
                  <a:pt x="1032075" y="64650"/>
                </a:lnTo>
                <a:lnTo>
                  <a:pt x="1033800" y="65700"/>
                </a:lnTo>
                <a:lnTo>
                  <a:pt x="1035900" y="66750"/>
                </a:lnTo>
                <a:lnTo>
                  <a:pt x="1029750" y="66750"/>
                </a:lnTo>
                <a:lnTo>
                  <a:pt x="1025925" y="66750"/>
                </a:lnTo>
                <a:lnTo>
                  <a:pt x="1023600" y="66750"/>
                </a:lnTo>
                <a:lnTo>
                  <a:pt x="1023675" y="66300"/>
                </a:lnTo>
                <a:lnTo>
                  <a:pt x="1023600" y="65850"/>
                </a:lnTo>
                <a:lnTo>
                  <a:pt x="1023525" y="65400"/>
                </a:lnTo>
                <a:lnTo>
                  <a:pt x="1023375" y="64950"/>
                </a:lnTo>
                <a:lnTo>
                  <a:pt x="1022925" y="64050"/>
                </a:lnTo>
                <a:lnTo>
                  <a:pt x="1022550" y="63450"/>
                </a:lnTo>
                <a:lnTo>
                  <a:pt x="1022175" y="63000"/>
                </a:lnTo>
                <a:lnTo>
                  <a:pt x="1021575" y="62400"/>
                </a:lnTo>
                <a:lnTo>
                  <a:pt x="1010775" y="51600"/>
                </a:lnTo>
                <a:lnTo>
                  <a:pt x="1010550" y="51375"/>
                </a:lnTo>
                <a:lnTo>
                  <a:pt x="1010400" y="51150"/>
                </a:lnTo>
                <a:lnTo>
                  <a:pt x="1010250" y="50850"/>
                </a:lnTo>
                <a:lnTo>
                  <a:pt x="1010175" y="50625"/>
                </a:lnTo>
                <a:lnTo>
                  <a:pt x="1010175" y="50325"/>
                </a:lnTo>
                <a:lnTo>
                  <a:pt x="1010175" y="50025"/>
                </a:lnTo>
                <a:lnTo>
                  <a:pt x="1010250" y="49725"/>
                </a:lnTo>
                <a:lnTo>
                  <a:pt x="1010400" y="49500"/>
                </a:lnTo>
                <a:lnTo>
                  <a:pt x="1010775" y="48975"/>
                </a:lnTo>
                <a:lnTo>
                  <a:pt x="1011375" y="48600"/>
                </a:lnTo>
                <a:lnTo>
                  <a:pt x="1011675" y="48450"/>
                </a:lnTo>
                <a:lnTo>
                  <a:pt x="1012425" y="48225"/>
                </a:lnTo>
                <a:lnTo>
                  <a:pt x="1014675" y="47925"/>
                </a:lnTo>
                <a:lnTo>
                  <a:pt x="1016625" y="47475"/>
                </a:lnTo>
                <a:lnTo>
                  <a:pt x="1018125" y="47025"/>
                </a:lnTo>
                <a:lnTo>
                  <a:pt x="1019550" y="46500"/>
                </a:lnTo>
                <a:lnTo>
                  <a:pt x="1021125" y="45750"/>
                </a:lnTo>
                <a:lnTo>
                  <a:pt x="1022700" y="44850"/>
                </a:lnTo>
                <a:lnTo>
                  <a:pt x="1023975" y="43950"/>
                </a:lnTo>
                <a:lnTo>
                  <a:pt x="1025250" y="42825"/>
                </a:lnTo>
                <a:lnTo>
                  <a:pt x="1026375" y="41700"/>
                </a:lnTo>
                <a:lnTo>
                  <a:pt x="1027350" y="40425"/>
                </a:lnTo>
                <a:lnTo>
                  <a:pt x="1028175" y="39225"/>
                </a:lnTo>
                <a:lnTo>
                  <a:pt x="1028850" y="37800"/>
                </a:lnTo>
                <a:lnTo>
                  <a:pt x="1029450" y="36375"/>
                </a:lnTo>
                <a:lnTo>
                  <a:pt x="1029825" y="34875"/>
                </a:lnTo>
                <a:lnTo>
                  <a:pt x="1030125" y="33375"/>
                </a:lnTo>
                <a:lnTo>
                  <a:pt x="1030200" y="31875"/>
                </a:lnTo>
                <a:lnTo>
                  <a:pt x="1030200" y="30525"/>
                </a:lnTo>
                <a:lnTo>
                  <a:pt x="1029975" y="29100"/>
                </a:lnTo>
                <a:lnTo>
                  <a:pt x="1029600" y="27675"/>
                </a:lnTo>
                <a:lnTo>
                  <a:pt x="1029150" y="26400"/>
                </a:lnTo>
                <a:lnTo>
                  <a:pt x="1028550" y="25200"/>
                </a:lnTo>
                <a:lnTo>
                  <a:pt x="1027875" y="24075"/>
                </a:lnTo>
                <a:lnTo>
                  <a:pt x="1026975" y="22950"/>
                </a:lnTo>
                <a:lnTo>
                  <a:pt x="1026000" y="22050"/>
                </a:lnTo>
                <a:lnTo>
                  <a:pt x="1025325" y="21525"/>
                </a:lnTo>
                <a:lnTo>
                  <a:pt x="1024725" y="21075"/>
                </a:lnTo>
                <a:lnTo>
                  <a:pt x="1023975" y="20550"/>
                </a:lnTo>
                <a:lnTo>
                  <a:pt x="1023300" y="20175"/>
                </a:lnTo>
                <a:lnTo>
                  <a:pt x="1022400" y="19800"/>
                </a:lnTo>
                <a:lnTo>
                  <a:pt x="1021650" y="19500"/>
                </a:lnTo>
                <a:lnTo>
                  <a:pt x="1020825" y="19275"/>
                </a:lnTo>
                <a:lnTo>
                  <a:pt x="1019925" y="19050"/>
                </a:lnTo>
                <a:lnTo>
                  <a:pt x="1019025" y="18900"/>
                </a:lnTo>
                <a:lnTo>
                  <a:pt x="1018125" y="18750"/>
                </a:lnTo>
                <a:lnTo>
                  <a:pt x="1016175" y="18675"/>
                </a:lnTo>
                <a:lnTo>
                  <a:pt x="1015125" y="18675"/>
                </a:lnTo>
                <a:lnTo>
                  <a:pt x="1014075" y="18675"/>
                </a:lnTo>
                <a:lnTo>
                  <a:pt x="1011975" y="18900"/>
                </a:lnTo>
                <a:lnTo>
                  <a:pt x="1010775" y="14625"/>
                </a:lnTo>
                <a:lnTo>
                  <a:pt x="1012800" y="14400"/>
                </a:lnTo>
                <a:lnTo>
                  <a:pt x="1015050" y="14250"/>
                </a:lnTo>
                <a:lnTo>
                  <a:pt x="1017000" y="14250"/>
                </a:lnTo>
                <a:lnTo>
                  <a:pt x="1019025" y="14400"/>
                </a:lnTo>
                <a:lnTo>
                  <a:pt x="1020825" y="14700"/>
                </a:lnTo>
                <a:lnTo>
                  <a:pt x="1022700" y="15075"/>
                </a:lnTo>
                <a:lnTo>
                  <a:pt x="1024500" y="15600"/>
                </a:lnTo>
                <a:lnTo>
                  <a:pt x="1026150" y="16275"/>
                </a:lnTo>
                <a:lnTo>
                  <a:pt x="1027650" y="17100"/>
                </a:lnTo>
                <a:lnTo>
                  <a:pt x="1029150" y="18000"/>
                </a:lnTo>
                <a:lnTo>
                  <a:pt x="1030500" y="18975"/>
                </a:lnTo>
                <a:lnTo>
                  <a:pt x="1031700" y="20175"/>
                </a:lnTo>
                <a:lnTo>
                  <a:pt x="1032825" y="21375"/>
                </a:lnTo>
                <a:lnTo>
                  <a:pt x="1033275" y="22050"/>
                </a:lnTo>
                <a:lnTo>
                  <a:pt x="1033800" y="22800"/>
                </a:lnTo>
                <a:lnTo>
                  <a:pt x="1034550" y="24150"/>
                </a:lnTo>
                <a:lnTo>
                  <a:pt x="1035225" y="25650"/>
                </a:lnTo>
                <a:lnTo>
                  <a:pt x="1035600" y="26625"/>
                </a:lnTo>
                <a:lnTo>
                  <a:pt x="1035825" y="27525"/>
                </a:lnTo>
                <a:lnTo>
                  <a:pt x="1036050" y="28650"/>
                </a:lnTo>
                <a:lnTo>
                  <a:pt x="1036200" y="29550"/>
                </a:lnTo>
                <a:lnTo>
                  <a:pt x="1036350" y="30675"/>
                </a:lnTo>
                <a:lnTo>
                  <a:pt x="1036350" y="31650"/>
                </a:lnTo>
                <a:lnTo>
                  <a:pt x="1036350" y="32775"/>
                </a:lnTo>
                <a:lnTo>
                  <a:pt x="1036200" y="33750"/>
                </a:lnTo>
                <a:lnTo>
                  <a:pt x="1036050" y="34875"/>
                </a:lnTo>
                <a:lnTo>
                  <a:pt x="1035825" y="35850"/>
                </a:lnTo>
                <a:lnTo>
                  <a:pt x="1035525" y="36975"/>
                </a:lnTo>
                <a:lnTo>
                  <a:pt x="1035225" y="37950"/>
                </a:lnTo>
                <a:lnTo>
                  <a:pt x="1034850" y="38850"/>
                </a:lnTo>
                <a:lnTo>
                  <a:pt x="1034325" y="39975"/>
                </a:lnTo>
                <a:lnTo>
                  <a:pt x="1033875" y="40875"/>
                </a:lnTo>
                <a:lnTo>
                  <a:pt x="1033275" y="41775"/>
                </a:lnTo>
                <a:lnTo>
                  <a:pt x="1032675" y="42675"/>
                </a:lnTo>
                <a:lnTo>
                  <a:pt x="1032000" y="43575"/>
                </a:lnTo>
                <a:lnTo>
                  <a:pt x="1031250" y="44400"/>
                </a:lnTo>
                <a:lnTo>
                  <a:pt x="1030575" y="45150"/>
                </a:lnTo>
                <a:lnTo>
                  <a:pt x="1029750" y="45900"/>
                </a:lnTo>
                <a:lnTo>
                  <a:pt x="1028925" y="46575"/>
                </a:lnTo>
                <a:lnTo>
                  <a:pt x="1027950" y="47325"/>
                </a:lnTo>
                <a:lnTo>
                  <a:pt x="1027125" y="47925"/>
                </a:lnTo>
                <a:lnTo>
                  <a:pt x="1026075" y="48600"/>
                </a:lnTo>
                <a:lnTo>
                  <a:pt x="1025100" y="49125"/>
                </a:lnTo>
                <a:lnTo>
                  <a:pt x="1024050" y="49650"/>
                </a:lnTo>
                <a:lnTo>
                  <a:pt x="1023000" y="50175"/>
                </a:lnTo>
                <a:lnTo>
                  <a:pt x="1021875" y="50625"/>
                </a:lnTo>
                <a:lnTo>
                  <a:pt x="1020750" y="51000"/>
                </a:lnTo>
                <a:lnTo>
                  <a:pt x="1019550" y="51375"/>
                </a:lnTo>
                <a:lnTo>
                  <a:pt x="1018425" y="51675"/>
                </a:lnTo>
                <a:lnTo>
                  <a:pt x="1029375" y="62550"/>
                </a:lnTo>
                <a:close/>
                <a:moveTo>
                  <a:pt x="1047375" y="15675"/>
                </a:moveTo>
                <a:lnTo>
                  <a:pt x="1047450" y="16800"/>
                </a:lnTo>
                <a:lnTo>
                  <a:pt x="1047675" y="17925"/>
                </a:lnTo>
                <a:lnTo>
                  <a:pt x="1047975" y="18975"/>
                </a:lnTo>
                <a:lnTo>
                  <a:pt x="1048275" y="20025"/>
                </a:lnTo>
                <a:lnTo>
                  <a:pt x="1048650" y="21075"/>
                </a:lnTo>
                <a:lnTo>
                  <a:pt x="1049175" y="22050"/>
                </a:lnTo>
                <a:lnTo>
                  <a:pt x="1049775" y="23175"/>
                </a:lnTo>
                <a:lnTo>
                  <a:pt x="1050375" y="24150"/>
                </a:lnTo>
                <a:lnTo>
                  <a:pt x="1051125" y="25200"/>
                </a:lnTo>
                <a:lnTo>
                  <a:pt x="1052025" y="26325"/>
                </a:lnTo>
                <a:lnTo>
                  <a:pt x="1052925" y="27375"/>
                </a:lnTo>
                <a:lnTo>
                  <a:pt x="1053975" y="28425"/>
                </a:lnTo>
                <a:lnTo>
                  <a:pt x="1055025" y="29475"/>
                </a:lnTo>
                <a:lnTo>
                  <a:pt x="1058025" y="32175"/>
                </a:lnTo>
                <a:lnTo>
                  <a:pt x="1058250" y="32400"/>
                </a:lnTo>
                <a:lnTo>
                  <a:pt x="1058400" y="32700"/>
                </a:lnTo>
                <a:lnTo>
                  <a:pt x="1058475" y="32925"/>
                </a:lnTo>
                <a:lnTo>
                  <a:pt x="1058550" y="33225"/>
                </a:lnTo>
                <a:lnTo>
                  <a:pt x="1058550" y="33525"/>
                </a:lnTo>
                <a:lnTo>
                  <a:pt x="1058475" y="33825"/>
                </a:lnTo>
                <a:lnTo>
                  <a:pt x="1058400" y="34050"/>
                </a:lnTo>
                <a:lnTo>
                  <a:pt x="1058250" y="34350"/>
                </a:lnTo>
                <a:lnTo>
                  <a:pt x="1058025" y="34575"/>
                </a:lnTo>
                <a:lnTo>
                  <a:pt x="1056075" y="36375"/>
                </a:lnTo>
                <a:lnTo>
                  <a:pt x="1054725" y="37575"/>
                </a:lnTo>
                <a:lnTo>
                  <a:pt x="1053525" y="38775"/>
                </a:lnTo>
                <a:lnTo>
                  <a:pt x="1052400" y="39975"/>
                </a:lnTo>
                <a:lnTo>
                  <a:pt x="1051650" y="40875"/>
                </a:lnTo>
                <a:lnTo>
                  <a:pt x="1050900" y="41850"/>
                </a:lnTo>
                <a:lnTo>
                  <a:pt x="1050300" y="42750"/>
                </a:lnTo>
                <a:lnTo>
                  <a:pt x="1049775" y="43575"/>
                </a:lnTo>
                <a:lnTo>
                  <a:pt x="1049175" y="44700"/>
                </a:lnTo>
                <a:lnTo>
                  <a:pt x="1048650" y="45675"/>
                </a:lnTo>
                <a:lnTo>
                  <a:pt x="1048200" y="46875"/>
                </a:lnTo>
                <a:lnTo>
                  <a:pt x="1047900" y="47925"/>
                </a:lnTo>
                <a:lnTo>
                  <a:pt x="1047675" y="49050"/>
                </a:lnTo>
                <a:lnTo>
                  <a:pt x="1047450" y="50100"/>
                </a:lnTo>
                <a:lnTo>
                  <a:pt x="1047375" y="51300"/>
                </a:lnTo>
                <a:lnTo>
                  <a:pt x="1047300" y="52500"/>
                </a:lnTo>
                <a:lnTo>
                  <a:pt x="1041150" y="52500"/>
                </a:lnTo>
                <a:lnTo>
                  <a:pt x="1041225" y="51075"/>
                </a:lnTo>
                <a:lnTo>
                  <a:pt x="1041300" y="49950"/>
                </a:lnTo>
                <a:lnTo>
                  <a:pt x="1041525" y="48600"/>
                </a:lnTo>
                <a:lnTo>
                  <a:pt x="1041825" y="47325"/>
                </a:lnTo>
                <a:lnTo>
                  <a:pt x="1042125" y="46200"/>
                </a:lnTo>
                <a:lnTo>
                  <a:pt x="1042575" y="45000"/>
                </a:lnTo>
                <a:lnTo>
                  <a:pt x="1043100" y="43800"/>
                </a:lnTo>
                <a:lnTo>
                  <a:pt x="1043700" y="42600"/>
                </a:lnTo>
                <a:lnTo>
                  <a:pt x="1044375" y="41475"/>
                </a:lnTo>
                <a:lnTo>
                  <a:pt x="1045050" y="40350"/>
                </a:lnTo>
                <a:lnTo>
                  <a:pt x="1045875" y="39225"/>
                </a:lnTo>
                <a:lnTo>
                  <a:pt x="1046850" y="38025"/>
                </a:lnTo>
                <a:lnTo>
                  <a:pt x="1047825" y="36900"/>
                </a:lnTo>
                <a:lnTo>
                  <a:pt x="1048950" y="35700"/>
                </a:lnTo>
                <a:lnTo>
                  <a:pt x="1050150" y="34575"/>
                </a:lnTo>
                <a:lnTo>
                  <a:pt x="1051500" y="33375"/>
                </a:lnTo>
                <a:lnTo>
                  <a:pt x="1049475" y="31500"/>
                </a:lnTo>
                <a:lnTo>
                  <a:pt x="1047675" y="29625"/>
                </a:lnTo>
                <a:lnTo>
                  <a:pt x="1046175" y="27900"/>
                </a:lnTo>
                <a:lnTo>
                  <a:pt x="1044825" y="26025"/>
                </a:lnTo>
                <a:lnTo>
                  <a:pt x="1043775" y="24300"/>
                </a:lnTo>
                <a:lnTo>
                  <a:pt x="1042875" y="22575"/>
                </a:lnTo>
                <a:lnTo>
                  <a:pt x="1042500" y="21525"/>
                </a:lnTo>
                <a:lnTo>
                  <a:pt x="1042200" y="20700"/>
                </a:lnTo>
                <a:lnTo>
                  <a:pt x="1041900" y="19650"/>
                </a:lnTo>
                <a:lnTo>
                  <a:pt x="1041675" y="18825"/>
                </a:lnTo>
                <a:lnTo>
                  <a:pt x="1041450" y="17700"/>
                </a:lnTo>
                <a:lnTo>
                  <a:pt x="1041300" y="16575"/>
                </a:lnTo>
                <a:lnTo>
                  <a:pt x="1041150" y="15450"/>
                </a:lnTo>
                <a:lnTo>
                  <a:pt x="1041150" y="14250"/>
                </a:lnTo>
                <a:lnTo>
                  <a:pt x="1047300" y="14250"/>
                </a:lnTo>
                <a:close/>
                <a:moveTo>
                  <a:pt x="1078050" y="4125"/>
                </a:moveTo>
                <a:lnTo>
                  <a:pt x="1077150" y="4875"/>
                </a:lnTo>
                <a:lnTo>
                  <a:pt x="1076400" y="5700"/>
                </a:lnTo>
                <a:lnTo>
                  <a:pt x="1075950" y="6525"/>
                </a:lnTo>
                <a:lnTo>
                  <a:pt x="1075650" y="7275"/>
                </a:lnTo>
                <a:lnTo>
                  <a:pt x="1075575" y="7650"/>
                </a:lnTo>
                <a:lnTo>
                  <a:pt x="1075500" y="8100"/>
                </a:lnTo>
                <a:lnTo>
                  <a:pt x="1075500" y="8475"/>
                </a:lnTo>
                <a:lnTo>
                  <a:pt x="1075575" y="8925"/>
                </a:lnTo>
                <a:lnTo>
                  <a:pt x="1075875" y="9825"/>
                </a:lnTo>
                <a:lnTo>
                  <a:pt x="1076175" y="10575"/>
                </a:lnTo>
                <a:lnTo>
                  <a:pt x="1076700" y="11475"/>
                </a:lnTo>
                <a:lnTo>
                  <a:pt x="1077300" y="12225"/>
                </a:lnTo>
                <a:lnTo>
                  <a:pt x="1078200" y="13200"/>
                </a:lnTo>
                <a:lnTo>
                  <a:pt x="1079250" y="14250"/>
                </a:lnTo>
                <a:lnTo>
                  <a:pt x="1080525" y="15375"/>
                </a:lnTo>
                <a:lnTo>
                  <a:pt x="1082250" y="16875"/>
                </a:lnTo>
                <a:lnTo>
                  <a:pt x="1084725" y="18750"/>
                </a:lnTo>
                <a:lnTo>
                  <a:pt x="1085925" y="19875"/>
                </a:lnTo>
                <a:lnTo>
                  <a:pt x="1086750" y="20700"/>
                </a:lnTo>
                <a:lnTo>
                  <a:pt x="1087650" y="21750"/>
                </a:lnTo>
                <a:lnTo>
                  <a:pt x="1088400" y="22725"/>
                </a:lnTo>
                <a:lnTo>
                  <a:pt x="1089075" y="23850"/>
                </a:lnTo>
                <a:lnTo>
                  <a:pt x="1089900" y="25275"/>
                </a:lnTo>
                <a:lnTo>
                  <a:pt x="1090575" y="26775"/>
                </a:lnTo>
                <a:lnTo>
                  <a:pt x="1091175" y="28350"/>
                </a:lnTo>
                <a:lnTo>
                  <a:pt x="1091625" y="29925"/>
                </a:lnTo>
                <a:lnTo>
                  <a:pt x="1091925" y="31500"/>
                </a:lnTo>
                <a:lnTo>
                  <a:pt x="1092150" y="33225"/>
                </a:lnTo>
                <a:lnTo>
                  <a:pt x="1092225" y="34800"/>
                </a:lnTo>
                <a:lnTo>
                  <a:pt x="1092225" y="36525"/>
                </a:lnTo>
                <a:lnTo>
                  <a:pt x="1092075" y="38250"/>
                </a:lnTo>
                <a:lnTo>
                  <a:pt x="1091700" y="40125"/>
                </a:lnTo>
                <a:lnTo>
                  <a:pt x="1091325" y="41775"/>
                </a:lnTo>
                <a:lnTo>
                  <a:pt x="1090725" y="43500"/>
                </a:lnTo>
                <a:lnTo>
                  <a:pt x="1090050" y="45000"/>
                </a:lnTo>
                <a:lnTo>
                  <a:pt x="1089225" y="46425"/>
                </a:lnTo>
                <a:lnTo>
                  <a:pt x="1088325" y="47700"/>
                </a:lnTo>
                <a:lnTo>
                  <a:pt x="1087275" y="48975"/>
                </a:lnTo>
                <a:lnTo>
                  <a:pt x="1086675" y="49575"/>
                </a:lnTo>
                <a:lnTo>
                  <a:pt x="1086150" y="50025"/>
                </a:lnTo>
                <a:lnTo>
                  <a:pt x="1084950" y="50925"/>
                </a:lnTo>
                <a:lnTo>
                  <a:pt x="1084275" y="51375"/>
                </a:lnTo>
                <a:lnTo>
                  <a:pt x="1083600" y="51750"/>
                </a:lnTo>
                <a:lnTo>
                  <a:pt x="1082325" y="52350"/>
                </a:lnTo>
                <a:lnTo>
                  <a:pt x="1080900" y="52800"/>
                </a:lnTo>
                <a:lnTo>
                  <a:pt x="1080225" y="52950"/>
                </a:lnTo>
                <a:lnTo>
                  <a:pt x="1079400" y="53100"/>
                </a:lnTo>
                <a:lnTo>
                  <a:pt x="1077900" y="53250"/>
                </a:lnTo>
                <a:lnTo>
                  <a:pt x="1076325" y="53250"/>
                </a:lnTo>
                <a:lnTo>
                  <a:pt x="1074675" y="53100"/>
                </a:lnTo>
                <a:lnTo>
                  <a:pt x="1073250" y="52800"/>
                </a:lnTo>
                <a:lnTo>
                  <a:pt x="1071750" y="52350"/>
                </a:lnTo>
                <a:lnTo>
                  <a:pt x="1070325" y="51825"/>
                </a:lnTo>
                <a:lnTo>
                  <a:pt x="1069050" y="51150"/>
                </a:lnTo>
                <a:lnTo>
                  <a:pt x="1068450" y="50775"/>
                </a:lnTo>
                <a:lnTo>
                  <a:pt x="1067775" y="50250"/>
                </a:lnTo>
                <a:lnTo>
                  <a:pt x="1066800" y="49350"/>
                </a:lnTo>
                <a:lnTo>
                  <a:pt x="1065825" y="48300"/>
                </a:lnTo>
                <a:lnTo>
                  <a:pt x="1065000" y="47175"/>
                </a:lnTo>
                <a:lnTo>
                  <a:pt x="1064250" y="45825"/>
                </a:lnTo>
                <a:lnTo>
                  <a:pt x="1063575" y="44400"/>
                </a:lnTo>
                <a:lnTo>
                  <a:pt x="1063050" y="42750"/>
                </a:lnTo>
                <a:lnTo>
                  <a:pt x="1062675" y="41025"/>
                </a:lnTo>
                <a:lnTo>
                  <a:pt x="1062375" y="39300"/>
                </a:lnTo>
                <a:lnTo>
                  <a:pt x="1062300" y="37575"/>
                </a:lnTo>
                <a:lnTo>
                  <a:pt x="1062300" y="35850"/>
                </a:lnTo>
                <a:lnTo>
                  <a:pt x="1062450" y="34575"/>
                </a:lnTo>
                <a:lnTo>
                  <a:pt x="1062675" y="33075"/>
                </a:lnTo>
                <a:lnTo>
                  <a:pt x="1062900" y="31800"/>
                </a:lnTo>
                <a:lnTo>
                  <a:pt x="1063200" y="30600"/>
                </a:lnTo>
                <a:lnTo>
                  <a:pt x="1063650" y="29475"/>
                </a:lnTo>
                <a:lnTo>
                  <a:pt x="1064100" y="28350"/>
                </a:lnTo>
                <a:lnTo>
                  <a:pt x="1064625" y="27300"/>
                </a:lnTo>
                <a:lnTo>
                  <a:pt x="1065225" y="26400"/>
                </a:lnTo>
                <a:lnTo>
                  <a:pt x="1071300" y="28275"/>
                </a:lnTo>
                <a:lnTo>
                  <a:pt x="1070775" y="29175"/>
                </a:lnTo>
                <a:lnTo>
                  <a:pt x="1070325" y="30075"/>
                </a:lnTo>
                <a:lnTo>
                  <a:pt x="1069950" y="31275"/>
                </a:lnTo>
                <a:lnTo>
                  <a:pt x="1069575" y="32400"/>
                </a:lnTo>
                <a:lnTo>
                  <a:pt x="1069350" y="33600"/>
                </a:lnTo>
                <a:lnTo>
                  <a:pt x="1069200" y="34875"/>
                </a:lnTo>
                <a:lnTo>
                  <a:pt x="1069050" y="36225"/>
                </a:lnTo>
                <a:lnTo>
                  <a:pt x="1069050" y="37500"/>
                </a:lnTo>
                <a:lnTo>
                  <a:pt x="1069125" y="38850"/>
                </a:lnTo>
                <a:lnTo>
                  <a:pt x="1069275" y="40050"/>
                </a:lnTo>
                <a:lnTo>
                  <a:pt x="1069500" y="41325"/>
                </a:lnTo>
                <a:lnTo>
                  <a:pt x="1069800" y="42375"/>
                </a:lnTo>
                <a:lnTo>
                  <a:pt x="1070175" y="43425"/>
                </a:lnTo>
                <a:lnTo>
                  <a:pt x="1070625" y="44400"/>
                </a:lnTo>
                <a:lnTo>
                  <a:pt x="1071150" y="45225"/>
                </a:lnTo>
                <a:lnTo>
                  <a:pt x="1071675" y="46050"/>
                </a:lnTo>
                <a:lnTo>
                  <a:pt x="1072275" y="46725"/>
                </a:lnTo>
                <a:lnTo>
                  <a:pt x="1073025" y="47400"/>
                </a:lnTo>
                <a:lnTo>
                  <a:pt x="1073700" y="47850"/>
                </a:lnTo>
                <a:lnTo>
                  <a:pt x="1074525" y="48225"/>
                </a:lnTo>
                <a:lnTo>
                  <a:pt x="1075350" y="48525"/>
                </a:lnTo>
                <a:lnTo>
                  <a:pt x="1076325" y="48675"/>
                </a:lnTo>
                <a:lnTo>
                  <a:pt x="1077375" y="48750"/>
                </a:lnTo>
                <a:lnTo>
                  <a:pt x="1078125" y="48675"/>
                </a:lnTo>
                <a:lnTo>
                  <a:pt x="1078800" y="48450"/>
                </a:lnTo>
                <a:lnTo>
                  <a:pt x="1079625" y="48075"/>
                </a:lnTo>
                <a:lnTo>
                  <a:pt x="1080375" y="47625"/>
                </a:lnTo>
                <a:lnTo>
                  <a:pt x="1081050" y="47025"/>
                </a:lnTo>
                <a:lnTo>
                  <a:pt x="1081725" y="46350"/>
                </a:lnTo>
                <a:lnTo>
                  <a:pt x="1082400" y="45525"/>
                </a:lnTo>
                <a:lnTo>
                  <a:pt x="1083000" y="44625"/>
                </a:lnTo>
                <a:lnTo>
                  <a:pt x="1083600" y="43650"/>
                </a:lnTo>
                <a:lnTo>
                  <a:pt x="1084050" y="42750"/>
                </a:lnTo>
                <a:lnTo>
                  <a:pt x="1084350" y="41850"/>
                </a:lnTo>
                <a:lnTo>
                  <a:pt x="1084725" y="40875"/>
                </a:lnTo>
                <a:lnTo>
                  <a:pt x="1084950" y="39900"/>
                </a:lnTo>
                <a:lnTo>
                  <a:pt x="1085175" y="38850"/>
                </a:lnTo>
                <a:lnTo>
                  <a:pt x="1085325" y="37875"/>
                </a:lnTo>
                <a:lnTo>
                  <a:pt x="1085475" y="36825"/>
                </a:lnTo>
                <a:lnTo>
                  <a:pt x="1085475" y="35850"/>
                </a:lnTo>
                <a:lnTo>
                  <a:pt x="1085475" y="34875"/>
                </a:lnTo>
                <a:lnTo>
                  <a:pt x="1085475" y="33825"/>
                </a:lnTo>
                <a:lnTo>
                  <a:pt x="1085325" y="32850"/>
                </a:lnTo>
                <a:lnTo>
                  <a:pt x="1085175" y="31800"/>
                </a:lnTo>
                <a:lnTo>
                  <a:pt x="1085025" y="30825"/>
                </a:lnTo>
                <a:lnTo>
                  <a:pt x="1084725" y="29775"/>
                </a:lnTo>
                <a:lnTo>
                  <a:pt x="1084425" y="28800"/>
                </a:lnTo>
                <a:lnTo>
                  <a:pt x="1084050" y="27825"/>
                </a:lnTo>
                <a:lnTo>
                  <a:pt x="1083375" y="26475"/>
                </a:lnTo>
                <a:lnTo>
                  <a:pt x="1082700" y="25275"/>
                </a:lnTo>
                <a:lnTo>
                  <a:pt x="1081800" y="24000"/>
                </a:lnTo>
                <a:lnTo>
                  <a:pt x="1080900" y="22950"/>
                </a:lnTo>
                <a:lnTo>
                  <a:pt x="1080225" y="22350"/>
                </a:lnTo>
                <a:lnTo>
                  <a:pt x="1079625" y="21750"/>
                </a:lnTo>
                <a:lnTo>
                  <a:pt x="1076550" y="19275"/>
                </a:lnTo>
                <a:lnTo>
                  <a:pt x="1074375" y="17475"/>
                </a:lnTo>
                <a:lnTo>
                  <a:pt x="1072725" y="15900"/>
                </a:lnTo>
                <a:lnTo>
                  <a:pt x="1071900" y="15000"/>
                </a:lnTo>
                <a:lnTo>
                  <a:pt x="1071300" y="14250"/>
                </a:lnTo>
                <a:lnTo>
                  <a:pt x="1070325" y="12900"/>
                </a:lnTo>
                <a:lnTo>
                  <a:pt x="1069950" y="12300"/>
                </a:lnTo>
                <a:lnTo>
                  <a:pt x="1069575" y="11625"/>
                </a:lnTo>
                <a:lnTo>
                  <a:pt x="1069350" y="11025"/>
                </a:lnTo>
                <a:lnTo>
                  <a:pt x="1069050" y="10350"/>
                </a:lnTo>
                <a:lnTo>
                  <a:pt x="1068900" y="9675"/>
                </a:lnTo>
                <a:lnTo>
                  <a:pt x="1068825" y="9000"/>
                </a:lnTo>
                <a:lnTo>
                  <a:pt x="1068750" y="8400"/>
                </a:lnTo>
                <a:lnTo>
                  <a:pt x="1068750" y="7800"/>
                </a:lnTo>
                <a:lnTo>
                  <a:pt x="1068825" y="7200"/>
                </a:lnTo>
                <a:lnTo>
                  <a:pt x="1068975" y="6675"/>
                </a:lnTo>
                <a:lnTo>
                  <a:pt x="1069125" y="6075"/>
                </a:lnTo>
                <a:lnTo>
                  <a:pt x="1069350" y="5475"/>
                </a:lnTo>
                <a:lnTo>
                  <a:pt x="1069950" y="4350"/>
                </a:lnTo>
                <a:lnTo>
                  <a:pt x="1070400" y="3750"/>
                </a:lnTo>
                <a:lnTo>
                  <a:pt x="1070775" y="3225"/>
                </a:lnTo>
                <a:lnTo>
                  <a:pt x="1071750" y="2250"/>
                </a:lnTo>
                <a:lnTo>
                  <a:pt x="1072950" y="1125"/>
                </a:lnTo>
                <a:lnTo>
                  <a:pt x="1074450" y="0"/>
                </a:lnTo>
                <a:lnTo>
                  <a:pt x="1079325" y="3150"/>
                </a:lnTo>
                <a:close/>
                <a:moveTo>
                  <a:pt x="1134750" y="63600"/>
                </a:moveTo>
                <a:lnTo>
                  <a:pt x="1136250" y="64650"/>
                </a:lnTo>
                <a:lnTo>
                  <a:pt x="1137975" y="65700"/>
                </a:lnTo>
                <a:lnTo>
                  <a:pt x="1140075" y="66750"/>
                </a:lnTo>
                <a:lnTo>
                  <a:pt x="1133925" y="66750"/>
                </a:lnTo>
                <a:lnTo>
                  <a:pt x="1130100" y="66750"/>
                </a:lnTo>
                <a:lnTo>
                  <a:pt x="1127775" y="66750"/>
                </a:lnTo>
                <a:lnTo>
                  <a:pt x="1127850" y="66300"/>
                </a:lnTo>
                <a:lnTo>
                  <a:pt x="1127775" y="65850"/>
                </a:lnTo>
                <a:lnTo>
                  <a:pt x="1127700" y="65400"/>
                </a:lnTo>
                <a:lnTo>
                  <a:pt x="1127550" y="64950"/>
                </a:lnTo>
                <a:lnTo>
                  <a:pt x="1127100" y="64050"/>
                </a:lnTo>
                <a:lnTo>
                  <a:pt x="1126725" y="63450"/>
                </a:lnTo>
                <a:lnTo>
                  <a:pt x="1126350" y="63000"/>
                </a:lnTo>
                <a:lnTo>
                  <a:pt x="1125750" y="62400"/>
                </a:lnTo>
                <a:lnTo>
                  <a:pt x="1114950" y="51600"/>
                </a:lnTo>
                <a:lnTo>
                  <a:pt x="1114725" y="51375"/>
                </a:lnTo>
                <a:lnTo>
                  <a:pt x="1114575" y="51150"/>
                </a:lnTo>
                <a:lnTo>
                  <a:pt x="1114425" y="50850"/>
                </a:lnTo>
                <a:lnTo>
                  <a:pt x="1114350" y="50625"/>
                </a:lnTo>
                <a:lnTo>
                  <a:pt x="1114350" y="50325"/>
                </a:lnTo>
                <a:lnTo>
                  <a:pt x="1114350" y="50025"/>
                </a:lnTo>
                <a:lnTo>
                  <a:pt x="1114425" y="49725"/>
                </a:lnTo>
                <a:lnTo>
                  <a:pt x="1114575" y="49500"/>
                </a:lnTo>
                <a:lnTo>
                  <a:pt x="1114950" y="48975"/>
                </a:lnTo>
                <a:lnTo>
                  <a:pt x="1115550" y="48600"/>
                </a:lnTo>
                <a:lnTo>
                  <a:pt x="1115850" y="48450"/>
                </a:lnTo>
                <a:lnTo>
                  <a:pt x="1116600" y="48225"/>
                </a:lnTo>
                <a:lnTo>
                  <a:pt x="1118850" y="47925"/>
                </a:lnTo>
                <a:lnTo>
                  <a:pt x="1120800" y="47475"/>
                </a:lnTo>
                <a:lnTo>
                  <a:pt x="1122300" y="47025"/>
                </a:lnTo>
                <a:lnTo>
                  <a:pt x="1123725" y="46500"/>
                </a:lnTo>
                <a:lnTo>
                  <a:pt x="1125300" y="45750"/>
                </a:lnTo>
                <a:lnTo>
                  <a:pt x="1126875" y="44850"/>
                </a:lnTo>
                <a:lnTo>
                  <a:pt x="1128150" y="43950"/>
                </a:lnTo>
                <a:lnTo>
                  <a:pt x="1129425" y="42825"/>
                </a:lnTo>
                <a:lnTo>
                  <a:pt x="1130550" y="41700"/>
                </a:lnTo>
                <a:lnTo>
                  <a:pt x="1131525" y="40425"/>
                </a:lnTo>
                <a:lnTo>
                  <a:pt x="1132350" y="39225"/>
                </a:lnTo>
                <a:lnTo>
                  <a:pt x="1133025" y="37800"/>
                </a:lnTo>
                <a:lnTo>
                  <a:pt x="1133625" y="36375"/>
                </a:lnTo>
                <a:lnTo>
                  <a:pt x="1134000" y="34875"/>
                </a:lnTo>
                <a:lnTo>
                  <a:pt x="1134300" y="33375"/>
                </a:lnTo>
                <a:lnTo>
                  <a:pt x="1134375" y="31875"/>
                </a:lnTo>
                <a:lnTo>
                  <a:pt x="1134375" y="30525"/>
                </a:lnTo>
                <a:lnTo>
                  <a:pt x="1134150" y="29100"/>
                </a:lnTo>
                <a:lnTo>
                  <a:pt x="1133775" y="27675"/>
                </a:lnTo>
                <a:lnTo>
                  <a:pt x="1133325" y="26400"/>
                </a:lnTo>
                <a:lnTo>
                  <a:pt x="1132725" y="25200"/>
                </a:lnTo>
                <a:lnTo>
                  <a:pt x="1132050" y="24075"/>
                </a:lnTo>
                <a:lnTo>
                  <a:pt x="1131150" y="22950"/>
                </a:lnTo>
                <a:lnTo>
                  <a:pt x="1130175" y="22050"/>
                </a:lnTo>
                <a:lnTo>
                  <a:pt x="1129500" y="21525"/>
                </a:lnTo>
                <a:lnTo>
                  <a:pt x="1128900" y="21075"/>
                </a:lnTo>
                <a:lnTo>
                  <a:pt x="1128150" y="20550"/>
                </a:lnTo>
                <a:lnTo>
                  <a:pt x="1127475" y="20175"/>
                </a:lnTo>
                <a:lnTo>
                  <a:pt x="1126575" y="19800"/>
                </a:lnTo>
                <a:lnTo>
                  <a:pt x="1125825" y="19500"/>
                </a:lnTo>
                <a:lnTo>
                  <a:pt x="1125000" y="19275"/>
                </a:lnTo>
                <a:lnTo>
                  <a:pt x="1124100" y="19050"/>
                </a:lnTo>
                <a:lnTo>
                  <a:pt x="1123200" y="18900"/>
                </a:lnTo>
                <a:lnTo>
                  <a:pt x="1122300" y="18750"/>
                </a:lnTo>
                <a:lnTo>
                  <a:pt x="1120350" y="18675"/>
                </a:lnTo>
                <a:lnTo>
                  <a:pt x="1119300" y="18675"/>
                </a:lnTo>
                <a:lnTo>
                  <a:pt x="1118250" y="18675"/>
                </a:lnTo>
                <a:lnTo>
                  <a:pt x="1116150" y="18900"/>
                </a:lnTo>
                <a:lnTo>
                  <a:pt x="1114950" y="14625"/>
                </a:lnTo>
                <a:lnTo>
                  <a:pt x="1116975" y="14400"/>
                </a:lnTo>
                <a:lnTo>
                  <a:pt x="1119225" y="14250"/>
                </a:lnTo>
                <a:lnTo>
                  <a:pt x="1121175" y="14250"/>
                </a:lnTo>
                <a:lnTo>
                  <a:pt x="1123200" y="14400"/>
                </a:lnTo>
                <a:lnTo>
                  <a:pt x="1125000" y="14700"/>
                </a:lnTo>
                <a:lnTo>
                  <a:pt x="1126875" y="15075"/>
                </a:lnTo>
                <a:lnTo>
                  <a:pt x="1128675" y="15600"/>
                </a:lnTo>
                <a:lnTo>
                  <a:pt x="1130325" y="16275"/>
                </a:lnTo>
                <a:lnTo>
                  <a:pt x="1131825" y="17100"/>
                </a:lnTo>
                <a:lnTo>
                  <a:pt x="1133325" y="18000"/>
                </a:lnTo>
                <a:lnTo>
                  <a:pt x="1134675" y="18975"/>
                </a:lnTo>
                <a:lnTo>
                  <a:pt x="1135875" y="20175"/>
                </a:lnTo>
                <a:lnTo>
                  <a:pt x="1137000" y="21375"/>
                </a:lnTo>
                <a:lnTo>
                  <a:pt x="1137450" y="22050"/>
                </a:lnTo>
                <a:lnTo>
                  <a:pt x="1137975" y="22800"/>
                </a:lnTo>
                <a:lnTo>
                  <a:pt x="1138725" y="24150"/>
                </a:lnTo>
                <a:lnTo>
                  <a:pt x="1139400" y="25650"/>
                </a:lnTo>
                <a:lnTo>
                  <a:pt x="1139775" y="26625"/>
                </a:lnTo>
                <a:lnTo>
                  <a:pt x="1140000" y="27525"/>
                </a:lnTo>
                <a:lnTo>
                  <a:pt x="1140225" y="28650"/>
                </a:lnTo>
                <a:lnTo>
                  <a:pt x="1140375" y="29550"/>
                </a:lnTo>
                <a:lnTo>
                  <a:pt x="1140525" y="30675"/>
                </a:lnTo>
                <a:lnTo>
                  <a:pt x="1140525" y="31650"/>
                </a:lnTo>
                <a:lnTo>
                  <a:pt x="1140525" y="32775"/>
                </a:lnTo>
                <a:lnTo>
                  <a:pt x="1140375" y="33750"/>
                </a:lnTo>
                <a:lnTo>
                  <a:pt x="1140225" y="34875"/>
                </a:lnTo>
                <a:lnTo>
                  <a:pt x="1140000" y="35850"/>
                </a:lnTo>
                <a:lnTo>
                  <a:pt x="1139700" y="36975"/>
                </a:lnTo>
                <a:lnTo>
                  <a:pt x="1139400" y="37950"/>
                </a:lnTo>
                <a:lnTo>
                  <a:pt x="1139025" y="38850"/>
                </a:lnTo>
                <a:lnTo>
                  <a:pt x="1138500" y="39975"/>
                </a:lnTo>
                <a:lnTo>
                  <a:pt x="1138050" y="40875"/>
                </a:lnTo>
                <a:lnTo>
                  <a:pt x="1137450" y="41775"/>
                </a:lnTo>
                <a:lnTo>
                  <a:pt x="1136850" y="42675"/>
                </a:lnTo>
                <a:lnTo>
                  <a:pt x="1136175" y="43575"/>
                </a:lnTo>
                <a:lnTo>
                  <a:pt x="1135425" y="44400"/>
                </a:lnTo>
                <a:lnTo>
                  <a:pt x="1134750" y="45150"/>
                </a:lnTo>
                <a:lnTo>
                  <a:pt x="1133925" y="45900"/>
                </a:lnTo>
                <a:lnTo>
                  <a:pt x="1133100" y="46575"/>
                </a:lnTo>
                <a:lnTo>
                  <a:pt x="1132125" y="47325"/>
                </a:lnTo>
                <a:lnTo>
                  <a:pt x="1131300" y="47925"/>
                </a:lnTo>
                <a:lnTo>
                  <a:pt x="1130250" y="48600"/>
                </a:lnTo>
                <a:lnTo>
                  <a:pt x="1129275" y="49125"/>
                </a:lnTo>
                <a:lnTo>
                  <a:pt x="1128225" y="49650"/>
                </a:lnTo>
                <a:lnTo>
                  <a:pt x="1127175" y="50175"/>
                </a:lnTo>
                <a:lnTo>
                  <a:pt x="1126050" y="50625"/>
                </a:lnTo>
                <a:lnTo>
                  <a:pt x="1124925" y="51000"/>
                </a:lnTo>
                <a:lnTo>
                  <a:pt x="1123725" y="51375"/>
                </a:lnTo>
                <a:lnTo>
                  <a:pt x="1122600" y="51675"/>
                </a:lnTo>
                <a:lnTo>
                  <a:pt x="1133550" y="62550"/>
                </a:lnTo>
                <a:close/>
                <a:moveTo>
                  <a:pt x="1173900" y="48600"/>
                </a:moveTo>
                <a:lnTo>
                  <a:pt x="1174350" y="49200"/>
                </a:lnTo>
                <a:lnTo>
                  <a:pt x="1174800" y="49650"/>
                </a:lnTo>
                <a:lnTo>
                  <a:pt x="1175400" y="50250"/>
                </a:lnTo>
                <a:lnTo>
                  <a:pt x="1176675" y="51300"/>
                </a:lnTo>
                <a:lnTo>
                  <a:pt x="1177500" y="51900"/>
                </a:lnTo>
                <a:lnTo>
                  <a:pt x="1178400" y="52500"/>
                </a:lnTo>
                <a:lnTo>
                  <a:pt x="1174200" y="52500"/>
                </a:lnTo>
                <a:lnTo>
                  <a:pt x="1148700" y="52500"/>
                </a:lnTo>
                <a:lnTo>
                  <a:pt x="1148550" y="52350"/>
                </a:lnTo>
                <a:lnTo>
                  <a:pt x="1148325" y="52125"/>
                </a:lnTo>
                <a:lnTo>
                  <a:pt x="1148100" y="51825"/>
                </a:lnTo>
                <a:lnTo>
                  <a:pt x="1148025" y="51600"/>
                </a:lnTo>
                <a:lnTo>
                  <a:pt x="1147950" y="51300"/>
                </a:lnTo>
                <a:lnTo>
                  <a:pt x="1147875" y="51000"/>
                </a:lnTo>
                <a:lnTo>
                  <a:pt x="1147875" y="46500"/>
                </a:lnTo>
                <a:lnTo>
                  <a:pt x="1154025" y="46500"/>
                </a:lnTo>
                <a:lnTo>
                  <a:pt x="1154025" y="48750"/>
                </a:lnTo>
                <a:lnTo>
                  <a:pt x="1167300" y="48750"/>
                </a:lnTo>
                <a:lnTo>
                  <a:pt x="1166925" y="48150"/>
                </a:lnTo>
                <a:lnTo>
                  <a:pt x="1149450" y="18300"/>
                </a:lnTo>
                <a:lnTo>
                  <a:pt x="1149150" y="17850"/>
                </a:lnTo>
                <a:lnTo>
                  <a:pt x="1148700" y="17250"/>
                </a:lnTo>
                <a:lnTo>
                  <a:pt x="1147725" y="16350"/>
                </a:lnTo>
                <a:lnTo>
                  <a:pt x="1146450" y="15300"/>
                </a:lnTo>
                <a:lnTo>
                  <a:pt x="1144875" y="14250"/>
                </a:lnTo>
                <a:lnTo>
                  <a:pt x="1149075" y="14250"/>
                </a:lnTo>
                <a:lnTo>
                  <a:pt x="1174575" y="14250"/>
                </a:lnTo>
                <a:lnTo>
                  <a:pt x="1174800" y="14400"/>
                </a:lnTo>
                <a:lnTo>
                  <a:pt x="1175025" y="14625"/>
                </a:lnTo>
                <a:lnTo>
                  <a:pt x="1175175" y="14925"/>
                </a:lnTo>
                <a:lnTo>
                  <a:pt x="1175325" y="15150"/>
                </a:lnTo>
                <a:lnTo>
                  <a:pt x="1175400" y="15450"/>
                </a:lnTo>
                <a:lnTo>
                  <a:pt x="1175400" y="15750"/>
                </a:lnTo>
                <a:lnTo>
                  <a:pt x="1175400" y="20250"/>
                </a:lnTo>
                <a:lnTo>
                  <a:pt x="1169250" y="20250"/>
                </a:lnTo>
                <a:lnTo>
                  <a:pt x="1169250" y="18000"/>
                </a:lnTo>
                <a:lnTo>
                  <a:pt x="1156050" y="18000"/>
                </a:lnTo>
                <a:lnTo>
                  <a:pt x="1156350" y="18600"/>
                </a:lnTo>
                <a:close/>
                <a:moveTo>
                  <a:pt x="1197300" y="65250"/>
                </a:moveTo>
                <a:lnTo>
                  <a:pt x="1198575" y="64950"/>
                </a:lnTo>
                <a:lnTo>
                  <a:pt x="1199175" y="63675"/>
                </a:lnTo>
                <a:lnTo>
                  <a:pt x="1199550" y="62475"/>
                </a:lnTo>
                <a:lnTo>
                  <a:pt x="1199550" y="27525"/>
                </a:lnTo>
                <a:lnTo>
                  <a:pt x="1199475" y="26325"/>
                </a:lnTo>
                <a:lnTo>
                  <a:pt x="1199400" y="25275"/>
                </a:lnTo>
                <a:lnTo>
                  <a:pt x="1199175" y="24225"/>
                </a:lnTo>
                <a:lnTo>
                  <a:pt x="1198950" y="23325"/>
                </a:lnTo>
                <a:lnTo>
                  <a:pt x="1198650" y="22425"/>
                </a:lnTo>
                <a:lnTo>
                  <a:pt x="1198200" y="21600"/>
                </a:lnTo>
                <a:lnTo>
                  <a:pt x="1197750" y="20850"/>
                </a:lnTo>
                <a:lnTo>
                  <a:pt x="1197225" y="20250"/>
                </a:lnTo>
                <a:lnTo>
                  <a:pt x="1196625" y="19800"/>
                </a:lnTo>
                <a:lnTo>
                  <a:pt x="1195950" y="19350"/>
                </a:lnTo>
                <a:lnTo>
                  <a:pt x="1195575" y="19125"/>
                </a:lnTo>
                <a:lnTo>
                  <a:pt x="1195050" y="18975"/>
                </a:lnTo>
                <a:lnTo>
                  <a:pt x="1194075" y="18750"/>
                </a:lnTo>
                <a:lnTo>
                  <a:pt x="1192950" y="18600"/>
                </a:lnTo>
                <a:lnTo>
                  <a:pt x="1191675" y="18675"/>
                </a:lnTo>
                <a:lnTo>
                  <a:pt x="1190325" y="18825"/>
                </a:lnTo>
                <a:lnTo>
                  <a:pt x="1188900" y="19125"/>
                </a:lnTo>
                <a:lnTo>
                  <a:pt x="1187250" y="19650"/>
                </a:lnTo>
                <a:lnTo>
                  <a:pt x="1185750" y="20175"/>
                </a:lnTo>
                <a:lnTo>
                  <a:pt x="1182750" y="16350"/>
                </a:lnTo>
                <a:lnTo>
                  <a:pt x="1184625" y="15675"/>
                </a:lnTo>
                <a:lnTo>
                  <a:pt x="1186275" y="15225"/>
                </a:lnTo>
                <a:lnTo>
                  <a:pt x="1188075" y="14775"/>
                </a:lnTo>
                <a:lnTo>
                  <a:pt x="1189650" y="14475"/>
                </a:lnTo>
                <a:lnTo>
                  <a:pt x="1191225" y="14325"/>
                </a:lnTo>
                <a:lnTo>
                  <a:pt x="1192725" y="14250"/>
                </a:lnTo>
                <a:lnTo>
                  <a:pt x="1194225" y="14325"/>
                </a:lnTo>
                <a:lnTo>
                  <a:pt x="1195650" y="14475"/>
                </a:lnTo>
                <a:lnTo>
                  <a:pt x="1197000" y="14775"/>
                </a:lnTo>
                <a:lnTo>
                  <a:pt x="1198275" y="15225"/>
                </a:lnTo>
                <a:lnTo>
                  <a:pt x="1199325" y="15675"/>
                </a:lnTo>
                <a:lnTo>
                  <a:pt x="1200450" y="16350"/>
                </a:lnTo>
                <a:lnTo>
                  <a:pt x="1201425" y="17025"/>
                </a:lnTo>
                <a:lnTo>
                  <a:pt x="1202325" y="17850"/>
                </a:lnTo>
                <a:lnTo>
                  <a:pt x="1203150" y="18750"/>
                </a:lnTo>
                <a:lnTo>
                  <a:pt x="1203825" y="19800"/>
                </a:lnTo>
                <a:lnTo>
                  <a:pt x="1204350" y="20850"/>
                </a:lnTo>
                <a:lnTo>
                  <a:pt x="1204875" y="22125"/>
                </a:lnTo>
                <a:lnTo>
                  <a:pt x="1205250" y="23325"/>
                </a:lnTo>
                <a:lnTo>
                  <a:pt x="1205475" y="24825"/>
                </a:lnTo>
                <a:lnTo>
                  <a:pt x="1205625" y="26100"/>
                </a:lnTo>
                <a:lnTo>
                  <a:pt x="1205700" y="27525"/>
                </a:lnTo>
                <a:lnTo>
                  <a:pt x="1205700" y="62475"/>
                </a:lnTo>
                <a:lnTo>
                  <a:pt x="1206075" y="63675"/>
                </a:lnTo>
                <a:lnTo>
                  <a:pt x="1206675" y="64950"/>
                </a:lnTo>
                <a:lnTo>
                  <a:pt x="1207950" y="65250"/>
                </a:lnTo>
                <a:lnTo>
                  <a:pt x="1207950" y="66750"/>
                </a:lnTo>
                <a:lnTo>
                  <a:pt x="1197300" y="66750"/>
                </a:lnTo>
                <a:close/>
              </a:path>
            </a:pathLst>
          </a:custGeom>
          <a:solidFill>
            <a:srgbClr val="000000"/>
          </a:solidFill>
          <a:ln>
            <a:noFill/>
          </a:ln>
        </p:spPr>
        <p:txBody>
          <a:bodyPr rtlCol="0" anchor="ctr"/>
          <a:lstStyle/>
          <a:p>
            <a:pPr algn="ctr"/>
          </a:p>
        </p:txBody>
      </p:sp>
      <p:sp>
        <p:nvSpPr>
          <p:cNvPr id="12" name="Full Kül Tigin D1 / 4"/>
          <p:cNvSpPr/>
          <p:nvPr/>
        </p:nvSpPr>
        <p:spPr>
          <a:xfrm>
            <a:off x="2038541" y="4911090"/>
            <a:ext cx="9464612" cy="508635"/>
          </a:xfrm>
          <a:custGeom>
            <a:avLst/>
            <a:gdLst/>
            <a:ahLst/>
            <a:cxnLst/>
            <a:rect l="l" t="t" r="r" b="b"/>
            <a:pathLst>
              <a:path w="1242075" h="66750" stroke="0">
                <a:moveTo>
                  <a:pt x="0" y="51000"/>
                </a:moveTo>
                <a:lnTo>
                  <a:pt x="1275" y="50700"/>
                </a:lnTo>
                <a:lnTo>
                  <a:pt x="1875" y="49350"/>
                </a:lnTo>
                <a:lnTo>
                  <a:pt x="2250" y="48150"/>
                </a:lnTo>
                <a:lnTo>
                  <a:pt x="2250" y="18600"/>
                </a:lnTo>
                <a:lnTo>
                  <a:pt x="1875" y="17400"/>
                </a:lnTo>
                <a:lnTo>
                  <a:pt x="1275" y="16050"/>
                </a:lnTo>
                <a:lnTo>
                  <a:pt x="0" y="15750"/>
                </a:lnTo>
                <a:lnTo>
                  <a:pt x="0" y="14250"/>
                </a:lnTo>
                <a:lnTo>
                  <a:pt x="10650" y="14250"/>
                </a:lnTo>
                <a:lnTo>
                  <a:pt x="10650" y="15750"/>
                </a:lnTo>
                <a:lnTo>
                  <a:pt x="9375" y="16050"/>
                </a:lnTo>
                <a:lnTo>
                  <a:pt x="8775" y="17400"/>
                </a:lnTo>
                <a:lnTo>
                  <a:pt x="8400" y="18600"/>
                </a:lnTo>
                <a:lnTo>
                  <a:pt x="8400" y="48150"/>
                </a:lnTo>
                <a:lnTo>
                  <a:pt x="8775" y="49350"/>
                </a:lnTo>
                <a:lnTo>
                  <a:pt x="9375" y="50700"/>
                </a:lnTo>
                <a:lnTo>
                  <a:pt x="10650" y="51000"/>
                </a:lnTo>
                <a:lnTo>
                  <a:pt x="10650" y="52500"/>
                </a:lnTo>
                <a:lnTo>
                  <a:pt x="0" y="52500"/>
                </a:lnTo>
                <a:close/>
                <a:moveTo>
                  <a:pt x="36525" y="63600"/>
                </a:moveTo>
                <a:lnTo>
                  <a:pt x="38025" y="64650"/>
                </a:lnTo>
                <a:lnTo>
                  <a:pt x="39750" y="65700"/>
                </a:lnTo>
                <a:lnTo>
                  <a:pt x="41850" y="66750"/>
                </a:lnTo>
                <a:lnTo>
                  <a:pt x="35700" y="66750"/>
                </a:lnTo>
                <a:lnTo>
                  <a:pt x="31875" y="66750"/>
                </a:lnTo>
                <a:lnTo>
                  <a:pt x="29550" y="66750"/>
                </a:lnTo>
                <a:lnTo>
                  <a:pt x="29625" y="66300"/>
                </a:lnTo>
                <a:lnTo>
                  <a:pt x="29550" y="65850"/>
                </a:lnTo>
                <a:lnTo>
                  <a:pt x="29475" y="65400"/>
                </a:lnTo>
                <a:lnTo>
                  <a:pt x="29325" y="64950"/>
                </a:lnTo>
                <a:lnTo>
                  <a:pt x="28875" y="64050"/>
                </a:lnTo>
                <a:lnTo>
                  <a:pt x="28500" y="63450"/>
                </a:lnTo>
                <a:lnTo>
                  <a:pt x="28125" y="63000"/>
                </a:lnTo>
                <a:lnTo>
                  <a:pt x="27525" y="62400"/>
                </a:lnTo>
                <a:lnTo>
                  <a:pt x="16725" y="51600"/>
                </a:lnTo>
                <a:lnTo>
                  <a:pt x="16500" y="51375"/>
                </a:lnTo>
                <a:lnTo>
                  <a:pt x="16350" y="51150"/>
                </a:lnTo>
                <a:lnTo>
                  <a:pt x="16200" y="50850"/>
                </a:lnTo>
                <a:lnTo>
                  <a:pt x="16125" y="50625"/>
                </a:lnTo>
                <a:lnTo>
                  <a:pt x="16125" y="50325"/>
                </a:lnTo>
                <a:lnTo>
                  <a:pt x="16125" y="50025"/>
                </a:lnTo>
                <a:lnTo>
                  <a:pt x="16200" y="49725"/>
                </a:lnTo>
                <a:lnTo>
                  <a:pt x="16350" y="49500"/>
                </a:lnTo>
                <a:lnTo>
                  <a:pt x="16725" y="48975"/>
                </a:lnTo>
                <a:lnTo>
                  <a:pt x="17325" y="48600"/>
                </a:lnTo>
                <a:lnTo>
                  <a:pt x="17625" y="48450"/>
                </a:lnTo>
                <a:lnTo>
                  <a:pt x="18375" y="48225"/>
                </a:lnTo>
                <a:lnTo>
                  <a:pt x="20625" y="47925"/>
                </a:lnTo>
                <a:lnTo>
                  <a:pt x="22575" y="47475"/>
                </a:lnTo>
                <a:lnTo>
                  <a:pt x="24075" y="47025"/>
                </a:lnTo>
                <a:lnTo>
                  <a:pt x="25500" y="46500"/>
                </a:lnTo>
                <a:lnTo>
                  <a:pt x="27075" y="45750"/>
                </a:lnTo>
                <a:lnTo>
                  <a:pt x="28650" y="44850"/>
                </a:lnTo>
                <a:lnTo>
                  <a:pt x="29925" y="43950"/>
                </a:lnTo>
                <a:lnTo>
                  <a:pt x="31200" y="42825"/>
                </a:lnTo>
                <a:lnTo>
                  <a:pt x="32325" y="41700"/>
                </a:lnTo>
                <a:lnTo>
                  <a:pt x="33300" y="40425"/>
                </a:lnTo>
                <a:lnTo>
                  <a:pt x="34125" y="39225"/>
                </a:lnTo>
                <a:lnTo>
                  <a:pt x="34800" y="37800"/>
                </a:lnTo>
                <a:lnTo>
                  <a:pt x="35400" y="36375"/>
                </a:lnTo>
                <a:lnTo>
                  <a:pt x="35775" y="34875"/>
                </a:lnTo>
                <a:lnTo>
                  <a:pt x="36075" y="33375"/>
                </a:lnTo>
                <a:lnTo>
                  <a:pt x="36150" y="31875"/>
                </a:lnTo>
                <a:lnTo>
                  <a:pt x="36150" y="30525"/>
                </a:lnTo>
                <a:lnTo>
                  <a:pt x="35925" y="29100"/>
                </a:lnTo>
                <a:lnTo>
                  <a:pt x="35550" y="27675"/>
                </a:lnTo>
                <a:lnTo>
                  <a:pt x="35100" y="26400"/>
                </a:lnTo>
                <a:lnTo>
                  <a:pt x="34500" y="25200"/>
                </a:lnTo>
                <a:lnTo>
                  <a:pt x="33825" y="24075"/>
                </a:lnTo>
                <a:lnTo>
                  <a:pt x="32925" y="22950"/>
                </a:lnTo>
                <a:lnTo>
                  <a:pt x="31950" y="22050"/>
                </a:lnTo>
                <a:lnTo>
                  <a:pt x="31275" y="21525"/>
                </a:lnTo>
                <a:lnTo>
                  <a:pt x="30675" y="21075"/>
                </a:lnTo>
                <a:lnTo>
                  <a:pt x="29925" y="20550"/>
                </a:lnTo>
                <a:lnTo>
                  <a:pt x="29250" y="20175"/>
                </a:lnTo>
                <a:lnTo>
                  <a:pt x="28350" y="19800"/>
                </a:lnTo>
                <a:lnTo>
                  <a:pt x="27600" y="19500"/>
                </a:lnTo>
                <a:lnTo>
                  <a:pt x="26775" y="19275"/>
                </a:lnTo>
                <a:lnTo>
                  <a:pt x="25875" y="19050"/>
                </a:lnTo>
                <a:lnTo>
                  <a:pt x="24975" y="18900"/>
                </a:lnTo>
                <a:lnTo>
                  <a:pt x="24075" y="18750"/>
                </a:lnTo>
                <a:lnTo>
                  <a:pt x="22125" y="18675"/>
                </a:lnTo>
                <a:lnTo>
                  <a:pt x="21075" y="18675"/>
                </a:lnTo>
                <a:lnTo>
                  <a:pt x="20025" y="18675"/>
                </a:lnTo>
                <a:lnTo>
                  <a:pt x="17925" y="18900"/>
                </a:lnTo>
                <a:lnTo>
                  <a:pt x="16725" y="14625"/>
                </a:lnTo>
                <a:lnTo>
                  <a:pt x="18750" y="14400"/>
                </a:lnTo>
                <a:lnTo>
                  <a:pt x="21000" y="14250"/>
                </a:lnTo>
                <a:lnTo>
                  <a:pt x="22950" y="14250"/>
                </a:lnTo>
                <a:lnTo>
                  <a:pt x="24975" y="14400"/>
                </a:lnTo>
                <a:lnTo>
                  <a:pt x="26775" y="14700"/>
                </a:lnTo>
                <a:lnTo>
                  <a:pt x="28650" y="15075"/>
                </a:lnTo>
                <a:lnTo>
                  <a:pt x="30450" y="15600"/>
                </a:lnTo>
                <a:lnTo>
                  <a:pt x="32100" y="16275"/>
                </a:lnTo>
                <a:lnTo>
                  <a:pt x="33600" y="17100"/>
                </a:lnTo>
                <a:lnTo>
                  <a:pt x="35100" y="18000"/>
                </a:lnTo>
                <a:lnTo>
                  <a:pt x="36450" y="18975"/>
                </a:lnTo>
                <a:lnTo>
                  <a:pt x="37650" y="20175"/>
                </a:lnTo>
                <a:lnTo>
                  <a:pt x="38775" y="21375"/>
                </a:lnTo>
                <a:lnTo>
                  <a:pt x="39225" y="22050"/>
                </a:lnTo>
                <a:lnTo>
                  <a:pt x="39750" y="22800"/>
                </a:lnTo>
                <a:lnTo>
                  <a:pt x="40500" y="24150"/>
                </a:lnTo>
                <a:lnTo>
                  <a:pt x="41175" y="25650"/>
                </a:lnTo>
                <a:lnTo>
                  <a:pt x="41550" y="26625"/>
                </a:lnTo>
                <a:lnTo>
                  <a:pt x="41775" y="27525"/>
                </a:lnTo>
                <a:lnTo>
                  <a:pt x="42000" y="28650"/>
                </a:lnTo>
                <a:lnTo>
                  <a:pt x="42150" y="29550"/>
                </a:lnTo>
                <a:lnTo>
                  <a:pt x="42300" y="30675"/>
                </a:lnTo>
                <a:lnTo>
                  <a:pt x="42300" y="31650"/>
                </a:lnTo>
                <a:lnTo>
                  <a:pt x="42300" y="32775"/>
                </a:lnTo>
                <a:lnTo>
                  <a:pt x="42150" y="33750"/>
                </a:lnTo>
                <a:lnTo>
                  <a:pt x="42000" y="34875"/>
                </a:lnTo>
                <a:lnTo>
                  <a:pt x="41775" y="35850"/>
                </a:lnTo>
                <a:lnTo>
                  <a:pt x="41475" y="36975"/>
                </a:lnTo>
                <a:lnTo>
                  <a:pt x="41175" y="37950"/>
                </a:lnTo>
                <a:lnTo>
                  <a:pt x="40800" y="38850"/>
                </a:lnTo>
                <a:lnTo>
                  <a:pt x="40275" y="39975"/>
                </a:lnTo>
                <a:lnTo>
                  <a:pt x="39825" y="40875"/>
                </a:lnTo>
                <a:lnTo>
                  <a:pt x="39225" y="41775"/>
                </a:lnTo>
                <a:lnTo>
                  <a:pt x="38625" y="42675"/>
                </a:lnTo>
                <a:lnTo>
                  <a:pt x="37950" y="43575"/>
                </a:lnTo>
                <a:lnTo>
                  <a:pt x="37200" y="44400"/>
                </a:lnTo>
                <a:lnTo>
                  <a:pt x="36525" y="45150"/>
                </a:lnTo>
                <a:lnTo>
                  <a:pt x="35700" y="45900"/>
                </a:lnTo>
                <a:lnTo>
                  <a:pt x="34875" y="46575"/>
                </a:lnTo>
                <a:lnTo>
                  <a:pt x="33900" y="47325"/>
                </a:lnTo>
                <a:lnTo>
                  <a:pt x="33075" y="47925"/>
                </a:lnTo>
                <a:lnTo>
                  <a:pt x="32025" y="48600"/>
                </a:lnTo>
                <a:lnTo>
                  <a:pt x="31050" y="49125"/>
                </a:lnTo>
                <a:lnTo>
                  <a:pt x="30000" y="49650"/>
                </a:lnTo>
                <a:lnTo>
                  <a:pt x="28950" y="50175"/>
                </a:lnTo>
                <a:lnTo>
                  <a:pt x="27825" y="50625"/>
                </a:lnTo>
                <a:lnTo>
                  <a:pt x="26700" y="51000"/>
                </a:lnTo>
                <a:lnTo>
                  <a:pt x="25500" y="51375"/>
                </a:lnTo>
                <a:lnTo>
                  <a:pt x="24375" y="51675"/>
                </a:lnTo>
                <a:lnTo>
                  <a:pt x="35325" y="62550"/>
                </a:lnTo>
                <a:close/>
                <a:moveTo>
                  <a:pt x="69075" y="63600"/>
                </a:moveTo>
                <a:lnTo>
                  <a:pt x="69450" y="62400"/>
                </a:lnTo>
                <a:lnTo>
                  <a:pt x="69450" y="27750"/>
                </a:lnTo>
                <a:lnTo>
                  <a:pt x="69525" y="26250"/>
                </a:lnTo>
                <a:lnTo>
                  <a:pt x="69450" y="26250"/>
                </a:lnTo>
                <a:lnTo>
                  <a:pt x="69375" y="25275"/>
                </a:lnTo>
                <a:lnTo>
                  <a:pt x="69300" y="24375"/>
                </a:lnTo>
                <a:lnTo>
                  <a:pt x="69150" y="23625"/>
                </a:lnTo>
                <a:lnTo>
                  <a:pt x="68925" y="22875"/>
                </a:lnTo>
                <a:lnTo>
                  <a:pt x="68550" y="22050"/>
                </a:lnTo>
                <a:lnTo>
                  <a:pt x="68175" y="21375"/>
                </a:lnTo>
                <a:lnTo>
                  <a:pt x="67650" y="20700"/>
                </a:lnTo>
                <a:lnTo>
                  <a:pt x="67125" y="20100"/>
                </a:lnTo>
                <a:lnTo>
                  <a:pt x="66450" y="19650"/>
                </a:lnTo>
                <a:lnTo>
                  <a:pt x="65775" y="19275"/>
                </a:lnTo>
                <a:lnTo>
                  <a:pt x="65025" y="18975"/>
                </a:lnTo>
                <a:lnTo>
                  <a:pt x="64350" y="18825"/>
                </a:lnTo>
                <a:lnTo>
                  <a:pt x="63525" y="18825"/>
                </a:lnTo>
                <a:lnTo>
                  <a:pt x="62850" y="18900"/>
                </a:lnTo>
                <a:lnTo>
                  <a:pt x="62100" y="19050"/>
                </a:lnTo>
                <a:lnTo>
                  <a:pt x="61350" y="19350"/>
                </a:lnTo>
                <a:lnTo>
                  <a:pt x="60675" y="19800"/>
                </a:lnTo>
                <a:lnTo>
                  <a:pt x="60000" y="20325"/>
                </a:lnTo>
                <a:lnTo>
                  <a:pt x="59400" y="20925"/>
                </a:lnTo>
                <a:lnTo>
                  <a:pt x="58875" y="21600"/>
                </a:lnTo>
                <a:lnTo>
                  <a:pt x="58575" y="22125"/>
                </a:lnTo>
                <a:lnTo>
                  <a:pt x="58275" y="22650"/>
                </a:lnTo>
                <a:lnTo>
                  <a:pt x="57825" y="23850"/>
                </a:lnTo>
                <a:lnTo>
                  <a:pt x="57600" y="24600"/>
                </a:lnTo>
                <a:lnTo>
                  <a:pt x="57450" y="25275"/>
                </a:lnTo>
                <a:lnTo>
                  <a:pt x="57300" y="26100"/>
                </a:lnTo>
                <a:lnTo>
                  <a:pt x="57225" y="26775"/>
                </a:lnTo>
                <a:lnTo>
                  <a:pt x="57225" y="27750"/>
                </a:lnTo>
                <a:lnTo>
                  <a:pt x="57225" y="48150"/>
                </a:lnTo>
                <a:lnTo>
                  <a:pt x="57600" y="49350"/>
                </a:lnTo>
                <a:lnTo>
                  <a:pt x="58200" y="50700"/>
                </a:lnTo>
                <a:lnTo>
                  <a:pt x="59475" y="51000"/>
                </a:lnTo>
                <a:lnTo>
                  <a:pt x="59475" y="52500"/>
                </a:lnTo>
                <a:lnTo>
                  <a:pt x="48825" y="52500"/>
                </a:lnTo>
                <a:lnTo>
                  <a:pt x="48825" y="51000"/>
                </a:lnTo>
                <a:lnTo>
                  <a:pt x="50100" y="50700"/>
                </a:lnTo>
                <a:lnTo>
                  <a:pt x="50700" y="49350"/>
                </a:lnTo>
                <a:lnTo>
                  <a:pt x="51075" y="48150"/>
                </a:lnTo>
                <a:lnTo>
                  <a:pt x="51075" y="27750"/>
                </a:lnTo>
                <a:lnTo>
                  <a:pt x="51075" y="26625"/>
                </a:lnTo>
                <a:lnTo>
                  <a:pt x="51300" y="25050"/>
                </a:lnTo>
                <a:lnTo>
                  <a:pt x="51450" y="24300"/>
                </a:lnTo>
                <a:lnTo>
                  <a:pt x="51600" y="23475"/>
                </a:lnTo>
                <a:lnTo>
                  <a:pt x="52050" y="22125"/>
                </a:lnTo>
                <a:lnTo>
                  <a:pt x="52350" y="21375"/>
                </a:lnTo>
                <a:lnTo>
                  <a:pt x="52725" y="20700"/>
                </a:lnTo>
                <a:lnTo>
                  <a:pt x="53100" y="20100"/>
                </a:lnTo>
                <a:lnTo>
                  <a:pt x="53475" y="19500"/>
                </a:lnTo>
                <a:lnTo>
                  <a:pt x="54300" y="18450"/>
                </a:lnTo>
                <a:lnTo>
                  <a:pt x="55350" y="17400"/>
                </a:lnTo>
                <a:lnTo>
                  <a:pt x="56400" y="16575"/>
                </a:lnTo>
                <a:lnTo>
                  <a:pt x="57675" y="15825"/>
                </a:lnTo>
                <a:lnTo>
                  <a:pt x="58875" y="15300"/>
                </a:lnTo>
                <a:lnTo>
                  <a:pt x="60300" y="14775"/>
                </a:lnTo>
                <a:lnTo>
                  <a:pt x="61725" y="14550"/>
                </a:lnTo>
                <a:lnTo>
                  <a:pt x="62475" y="14400"/>
                </a:lnTo>
                <a:lnTo>
                  <a:pt x="63300" y="14400"/>
                </a:lnTo>
                <a:lnTo>
                  <a:pt x="64050" y="14400"/>
                </a:lnTo>
                <a:lnTo>
                  <a:pt x="64875" y="14400"/>
                </a:lnTo>
                <a:lnTo>
                  <a:pt x="65625" y="14550"/>
                </a:lnTo>
                <a:lnTo>
                  <a:pt x="66450" y="14625"/>
                </a:lnTo>
                <a:lnTo>
                  <a:pt x="67200" y="14850"/>
                </a:lnTo>
                <a:lnTo>
                  <a:pt x="67875" y="15075"/>
                </a:lnTo>
                <a:lnTo>
                  <a:pt x="68625" y="15300"/>
                </a:lnTo>
                <a:lnTo>
                  <a:pt x="69300" y="15600"/>
                </a:lnTo>
                <a:lnTo>
                  <a:pt x="69975" y="15975"/>
                </a:lnTo>
                <a:lnTo>
                  <a:pt x="70575" y="16350"/>
                </a:lnTo>
                <a:lnTo>
                  <a:pt x="71175" y="16800"/>
                </a:lnTo>
                <a:lnTo>
                  <a:pt x="71775" y="17250"/>
                </a:lnTo>
                <a:lnTo>
                  <a:pt x="72300" y="17700"/>
                </a:lnTo>
                <a:lnTo>
                  <a:pt x="72825" y="18300"/>
                </a:lnTo>
                <a:lnTo>
                  <a:pt x="73500" y="17625"/>
                </a:lnTo>
                <a:lnTo>
                  <a:pt x="74325" y="16950"/>
                </a:lnTo>
                <a:lnTo>
                  <a:pt x="75075" y="16350"/>
                </a:lnTo>
                <a:lnTo>
                  <a:pt x="76050" y="15825"/>
                </a:lnTo>
                <a:lnTo>
                  <a:pt x="76950" y="15450"/>
                </a:lnTo>
                <a:lnTo>
                  <a:pt x="77850" y="15075"/>
                </a:lnTo>
                <a:lnTo>
                  <a:pt x="78900" y="14775"/>
                </a:lnTo>
                <a:lnTo>
                  <a:pt x="79875" y="14550"/>
                </a:lnTo>
                <a:lnTo>
                  <a:pt x="81300" y="14400"/>
                </a:lnTo>
                <a:lnTo>
                  <a:pt x="82800" y="14400"/>
                </a:lnTo>
                <a:lnTo>
                  <a:pt x="84225" y="14550"/>
                </a:lnTo>
                <a:lnTo>
                  <a:pt x="85575" y="14850"/>
                </a:lnTo>
                <a:lnTo>
                  <a:pt x="85575" y="14250"/>
                </a:lnTo>
                <a:lnTo>
                  <a:pt x="96225" y="14250"/>
                </a:lnTo>
                <a:lnTo>
                  <a:pt x="96225" y="15750"/>
                </a:lnTo>
                <a:lnTo>
                  <a:pt x="94950" y="16050"/>
                </a:lnTo>
                <a:lnTo>
                  <a:pt x="94350" y="17400"/>
                </a:lnTo>
                <a:lnTo>
                  <a:pt x="93975" y="18600"/>
                </a:lnTo>
                <a:lnTo>
                  <a:pt x="93975" y="48150"/>
                </a:lnTo>
                <a:lnTo>
                  <a:pt x="94350" y="49350"/>
                </a:lnTo>
                <a:lnTo>
                  <a:pt x="94950" y="50700"/>
                </a:lnTo>
                <a:lnTo>
                  <a:pt x="96225" y="51000"/>
                </a:lnTo>
                <a:lnTo>
                  <a:pt x="96225" y="52500"/>
                </a:lnTo>
                <a:lnTo>
                  <a:pt x="85575" y="52500"/>
                </a:lnTo>
                <a:lnTo>
                  <a:pt x="85575" y="51000"/>
                </a:lnTo>
                <a:lnTo>
                  <a:pt x="86850" y="50700"/>
                </a:lnTo>
                <a:lnTo>
                  <a:pt x="87450" y="49350"/>
                </a:lnTo>
                <a:lnTo>
                  <a:pt x="87825" y="48150"/>
                </a:lnTo>
                <a:lnTo>
                  <a:pt x="87825" y="26250"/>
                </a:lnTo>
                <a:lnTo>
                  <a:pt x="87750" y="25275"/>
                </a:lnTo>
                <a:lnTo>
                  <a:pt x="87675" y="24375"/>
                </a:lnTo>
                <a:lnTo>
                  <a:pt x="87525" y="23625"/>
                </a:lnTo>
                <a:lnTo>
                  <a:pt x="87300" y="22875"/>
                </a:lnTo>
                <a:lnTo>
                  <a:pt x="87000" y="22200"/>
                </a:lnTo>
                <a:lnTo>
                  <a:pt x="86625" y="21600"/>
                </a:lnTo>
                <a:lnTo>
                  <a:pt x="86250" y="21000"/>
                </a:lnTo>
                <a:lnTo>
                  <a:pt x="85800" y="20475"/>
                </a:lnTo>
                <a:lnTo>
                  <a:pt x="85350" y="20025"/>
                </a:lnTo>
                <a:lnTo>
                  <a:pt x="84825" y="19650"/>
                </a:lnTo>
                <a:lnTo>
                  <a:pt x="84225" y="19275"/>
                </a:lnTo>
                <a:lnTo>
                  <a:pt x="83625" y="19050"/>
                </a:lnTo>
                <a:lnTo>
                  <a:pt x="83100" y="18900"/>
                </a:lnTo>
                <a:lnTo>
                  <a:pt x="82425" y="18825"/>
                </a:lnTo>
                <a:lnTo>
                  <a:pt x="81750" y="18825"/>
                </a:lnTo>
                <a:lnTo>
                  <a:pt x="81225" y="18900"/>
                </a:lnTo>
                <a:lnTo>
                  <a:pt x="80625" y="19050"/>
                </a:lnTo>
                <a:lnTo>
                  <a:pt x="79950" y="19275"/>
                </a:lnTo>
                <a:lnTo>
                  <a:pt x="79125" y="19725"/>
                </a:lnTo>
                <a:lnTo>
                  <a:pt x="78600" y="20100"/>
                </a:lnTo>
                <a:lnTo>
                  <a:pt x="78225" y="20475"/>
                </a:lnTo>
                <a:lnTo>
                  <a:pt x="77475" y="21300"/>
                </a:lnTo>
                <a:lnTo>
                  <a:pt x="76875" y="22200"/>
                </a:lnTo>
                <a:lnTo>
                  <a:pt x="76350" y="23325"/>
                </a:lnTo>
                <a:lnTo>
                  <a:pt x="75975" y="24450"/>
                </a:lnTo>
                <a:lnTo>
                  <a:pt x="75750" y="25725"/>
                </a:lnTo>
                <a:lnTo>
                  <a:pt x="75600" y="27000"/>
                </a:lnTo>
                <a:lnTo>
                  <a:pt x="75600" y="62400"/>
                </a:lnTo>
                <a:lnTo>
                  <a:pt x="75975" y="63600"/>
                </a:lnTo>
                <a:lnTo>
                  <a:pt x="76575" y="64950"/>
                </a:lnTo>
                <a:lnTo>
                  <a:pt x="77850" y="65250"/>
                </a:lnTo>
                <a:lnTo>
                  <a:pt x="77850" y="66750"/>
                </a:lnTo>
                <a:lnTo>
                  <a:pt x="67200" y="66750"/>
                </a:lnTo>
                <a:lnTo>
                  <a:pt x="67200" y="65250"/>
                </a:lnTo>
                <a:lnTo>
                  <a:pt x="68475" y="64950"/>
                </a:lnTo>
                <a:close/>
                <a:moveTo>
                  <a:pt x="104475" y="65250"/>
                </a:moveTo>
                <a:lnTo>
                  <a:pt x="105750" y="64950"/>
                </a:lnTo>
                <a:lnTo>
                  <a:pt x="106350" y="63675"/>
                </a:lnTo>
                <a:lnTo>
                  <a:pt x="106725" y="62475"/>
                </a:lnTo>
                <a:lnTo>
                  <a:pt x="106725" y="26850"/>
                </a:lnTo>
                <a:lnTo>
                  <a:pt x="106875" y="25050"/>
                </a:lnTo>
                <a:lnTo>
                  <a:pt x="107175" y="23325"/>
                </a:lnTo>
                <a:lnTo>
                  <a:pt x="107625" y="21900"/>
                </a:lnTo>
                <a:lnTo>
                  <a:pt x="107850" y="21150"/>
                </a:lnTo>
                <a:lnTo>
                  <a:pt x="108225" y="20475"/>
                </a:lnTo>
                <a:lnTo>
                  <a:pt x="108900" y="19275"/>
                </a:lnTo>
                <a:lnTo>
                  <a:pt x="109650" y="18300"/>
                </a:lnTo>
                <a:lnTo>
                  <a:pt x="110625" y="17325"/>
                </a:lnTo>
                <a:lnTo>
                  <a:pt x="111600" y="16575"/>
                </a:lnTo>
                <a:lnTo>
                  <a:pt x="112650" y="15900"/>
                </a:lnTo>
                <a:lnTo>
                  <a:pt x="113850" y="15300"/>
                </a:lnTo>
                <a:lnTo>
                  <a:pt x="115125" y="14850"/>
                </a:lnTo>
                <a:lnTo>
                  <a:pt x="116550" y="14550"/>
                </a:lnTo>
                <a:lnTo>
                  <a:pt x="117975" y="14325"/>
                </a:lnTo>
                <a:lnTo>
                  <a:pt x="119475" y="14250"/>
                </a:lnTo>
                <a:lnTo>
                  <a:pt x="120975" y="14325"/>
                </a:lnTo>
                <a:lnTo>
                  <a:pt x="122775" y="14475"/>
                </a:lnTo>
                <a:lnTo>
                  <a:pt x="124350" y="14775"/>
                </a:lnTo>
                <a:lnTo>
                  <a:pt x="126150" y="15225"/>
                </a:lnTo>
                <a:lnTo>
                  <a:pt x="127800" y="15675"/>
                </a:lnTo>
                <a:lnTo>
                  <a:pt x="129675" y="16350"/>
                </a:lnTo>
                <a:lnTo>
                  <a:pt x="126675" y="20175"/>
                </a:lnTo>
                <a:lnTo>
                  <a:pt x="125550" y="19800"/>
                </a:lnTo>
                <a:lnTo>
                  <a:pt x="124350" y="19350"/>
                </a:lnTo>
                <a:lnTo>
                  <a:pt x="123375" y="19125"/>
                </a:lnTo>
                <a:lnTo>
                  <a:pt x="122250" y="18900"/>
                </a:lnTo>
                <a:lnTo>
                  <a:pt x="121200" y="18675"/>
                </a:lnTo>
                <a:lnTo>
                  <a:pt x="120300" y="18600"/>
                </a:lnTo>
                <a:lnTo>
                  <a:pt x="119325" y="18600"/>
                </a:lnTo>
                <a:lnTo>
                  <a:pt x="118500" y="18675"/>
                </a:lnTo>
                <a:lnTo>
                  <a:pt x="117750" y="18825"/>
                </a:lnTo>
                <a:lnTo>
                  <a:pt x="117075" y="19050"/>
                </a:lnTo>
                <a:lnTo>
                  <a:pt x="116400" y="19350"/>
                </a:lnTo>
                <a:lnTo>
                  <a:pt x="115875" y="19725"/>
                </a:lnTo>
                <a:lnTo>
                  <a:pt x="115275" y="20175"/>
                </a:lnTo>
                <a:lnTo>
                  <a:pt x="114825" y="20700"/>
                </a:lnTo>
                <a:lnTo>
                  <a:pt x="114375" y="21300"/>
                </a:lnTo>
                <a:lnTo>
                  <a:pt x="114000" y="21975"/>
                </a:lnTo>
                <a:lnTo>
                  <a:pt x="113550" y="23025"/>
                </a:lnTo>
                <a:lnTo>
                  <a:pt x="113175" y="24225"/>
                </a:lnTo>
                <a:lnTo>
                  <a:pt x="112950" y="25575"/>
                </a:lnTo>
                <a:lnTo>
                  <a:pt x="112875" y="26925"/>
                </a:lnTo>
                <a:lnTo>
                  <a:pt x="112875" y="62475"/>
                </a:lnTo>
                <a:lnTo>
                  <a:pt x="113250" y="63675"/>
                </a:lnTo>
                <a:lnTo>
                  <a:pt x="113850" y="64950"/>
                </a:lnTo>
                <a:lnTo>
                  <a:pt x="115125" y="65250"/>
                </a:lnTo>
                <a:lnTo>
                  <a:pt x="115125" y="66750"/>
                </a:lnTo>
                <a:lnTo>
                  <a:pt x="104475" y="66750"/>
                </a:lnTo>
                <a:close/>
                <a:moveTo>
                  <a:pt x="135600" y="65700"/>
                </a:moveTo>
                <a:lnTo>
                  <a:pt x="136725" y="64800"/>
                </a:lnTo>
                <a:lnTo>
                  <a:pt x="137625" y="63900"/>
                </a:lnTo>
                <a:lnTo>
                  <a:pt x="138375" y="63000"/>
                </a:lnTo>
                <a:lnTo>
                  <a:pt x="138750" y="62400"/>
                </a:lnTo>
                <a:lnTo>
                  <a:pt x="145200" y="51000"/>
                </a:lnTo>
                <a:lnTo>
                  <a:pt x="143850" y="50025"/>
                </a:lnTo>
                <a:lnTo>
                  <a:pt x="142650" y="49050"/>
                </a:lnTo>
                <a:lnTo>
                  <a:pt x="141525" y="47925"/>
                </a:lnTo>
                <a:lnTo>
                  <a:pt x="140400" y="46650"/>
                </a:lnTo>
                <a:lnTo>
                  <a:pt x="139500" y="45300"/>
                </a:lnTo>
                <a:lnTo>
                  <a:pt x="138600" y="43800"/>
                </a:lnTo>
                <a:lnTo>
                  <a:pt x="137850" y="42300"/>
                </a:lnTo>
                <a:lnTo>
                  <a:pt x="137250" y="40650"/>
                </a:lnTo>
                <a:lnTo>
                  <a:pt x="136725" y="38925"/>
                </a:lnTo>
                <a:lnTo>
                  <a:pt x="136350" y="37200"/>
                </a:lnTo>
                <a:lnTo>
                  <a:pt x="136125" y="35400"/>
                </a:lnTo>
                <a:lnTo>
                  <a:pt x="136050" y="33675"/>
                </a:lnTo>
                <a:lnTo>
                  <a:pt x="136125" y="31875"/>
                </a:lnTo>
                <a:lnTo>
                  <a:pt x="136275" y="30075"/>
                </a:lnTo>
                <a:lnTo>
                  <a:pt x="136575" y="28350"/>
                </a:lnTo>
                <a:lnTo>
                  <a:pt x="137025" y="26625"/>
                </a:lnTo>
                <a:lnTo>
                  <a:pt x="137475" y="25275"/>
                </a:lnTo>
                <a:lnTo>
                  <a:pt x="138000" y="24000"/>
                </a:lnTo>
                <a:lnTo>
                  <a:pt x="138600" y="22875"/>
                </a:lnTo>
                <a:lnTo>
                  <a:pt x="139275" y="21675"/>
                </a:lnTo>
                <a:lnTo>
                  <a:pt x="140025" y="20550"/>
                </a:lnTo>
                <a:lnTo>
                  <a:pt x="140775" y="19575"/>
                </a:lnTo>
                <a:lnTo>
                  <a:pt x="141600" y="18675"/>
                </a:lnTo>
                <a:lnTo>
                  <a:pt x="142500" y="17775"/>
                </a:lnTo>
                <a:lnTo>
                  <a:pt x="143700" y="16800"/>
                </a:lnTo>
                <a:lnTo>
                  <a:pt x="144750" y="16050"/>
                </a:lnTo>
                <a:lnTo>
                  <a:pt x="146100" y="15225"/>
                </a:lnTo>
                <a:lnTo>
                  <a:pt x="147300" y="14625"/>
                </a:lnTo>
                <a:lnTo>
                  <a:pt x="147975" y="14325"/>
                </a:lnTo>
                <a:lnTo>
                  <a:pt x="148800" y="14250"/>
                </a:lnTo>
                <a:lnTo>
                  <a:pt x="149550" y="14250"/>
                </a:lnTo>
                <a:lnTo>
                  <a:pt x="150300" y="14475"/>
                </a:lnTo>
                <a:lnTo>
                  <a:pt x="151200" y="14850"/>
                </a:lnTo>
                <a:lnTo>
                  <a:pt x="152250" y="15450"/>
                </a:lnTo>
                <a:lnTo>
                  <a:pt x="153150" y="16050"/>
                </a:lnTo>
                <a:lnTo>
                  <a:pt x="154050" y="16650"/>
                </a:lnTo>
                <a:lnTo>
                  <a:pt x="154950" y="17325"/>
                </a:lnTo>
                <a:lnTo>
                  <a:pt x="155700" y="18000"/>
                </a:lnTo>
                <a:lnTo>
                  <a:pt x="156450" y="18750"/>
                </a:lnTo>
                <a:lnTo>
                  <a:pt x="157125" y="19575"/>
                </a:lnTo>
                <a:lnTo>
                  <a:pt x="157800" y="20400"/>
                </a:lnTo>
                <a:lnTo>
                  <a:pt x="158475" y="21375"/>
                </a:lnTo>
                <a:lnTo>
                  <a:pt x="159000" y="22200"/>
                </a:lnTo>
                <a:lnTo>
                  <a:pt x="159525" y="23250"/>
                </a:lnTo>
                <a:lnTo>
                  <a:pt x="159975" y="24150"/>
                </a:lnTo>
                <a:lnTo>
                  <a:pt x="160425" y="25275"/>
                </a:lnTo>
                <a:lnTo>
                  <a:pt x="160800" y="26400"/>
                </a:lnTo>
                <a:lnTo>
                  <a:pt x="161175" y="27525"/>
                </a:lnTo>
                <a:lnTo>
                  <a:pt x="161475" y="29100"/>
                </a:lnTo>
                <a:lnTo>
                  <a:pt x="161775" y="30900"/>
                </a:lnTo>
                <a:lnTo>
                  <a:pt x="161850" y="32625"/>
                </a:lnTo>
                <a:lnTo>
                  <a:pt x="161850" y="34425"/>
                </a:lnTo>
                <a:lnTo>
                  <a:pt x="161700" y="36225"/>
                </a:lnTo>
                <a:lnTo>
                  <a:pt x="161475" y="37800"/>
                </a:lnTo>
                <a:lnTo>
                  <a:pt x="161025" y="39525"/>
                </a:lnTo>
                <a:lnTo>
                  <a:pt x="160575" y="41025"/>
                </a:lnTo>
                <a:lnTo>
                  <a:pt x="159900" y="42675"/>
                </a:lnTo>
                <a:lnTo>
                  <a:pt x="159225" y="44100"/>
                </a:lnTo>
                <a:lnTo>
                  <a:pt x="158325" y="45525"/>
                </a:lnTo>
                <a:lnTo>
                  <a:pt x="157425" y="46800"/>
                </a:lnTo>
                <a:lnTo>
                  <a:pt x="156300" y="48075"/>
                </a:lnTo>
                <a:lnTo>
                  <a:pt x="155250" y="49125"/>
                </a:lnTo>
                <a:lnTo>
                  <a:pt x="154050" y="50025"/>
                </a:lnTo>
                <a:lnTo>
                  <a:pt x="152700" y="51000"/>
                </a:lnTo>
                <a:lnTo>
                  <a:pt x="159225" y="62400"/>
                </a:lnTo>
                <a:lnTo>
                  <a:pt x="159600" y="63000"/>
                </a:lnTo>
                <a:lnTo>
                  <a:pt x="160350" y="63900"/>
                </a:lnTo>
                <a:lnTo>
                  <a:pt x="161400" y="64950"/>
                </a:lnTo>
                <a:lnTo>
                  <a:pt x="162600" y="65850"/>
                </a:lnTo>
                <a:lnTo>
                  <a:pt x="163950" y="66750"/>
                </a:lnTo>
                <a:lnTo>
                  <a:pt x="158325" y="66750"/>
                </a:lnTo>
                <a:lnTo>
                  <a:pt x="155025" y="66750"/>
                </a:lnTo>
                <a:lnTo>
                  <a:pt x="152775" y="66750"/>
                </a:lnTo>
                <a:lnTo>
                  <a:pt x="152925" y="66300"/>
                </a:lnTo>
                <a:lnTo>
                  <a:pt x="153075" y="65850"/>
                </a:lnTo>
                <a:lnTo>
                  <a:pt x="153225" y="65400"/>
                </a:lnTo>
                <a:lnTo>
                  <a:pt x="153225" y="64950"/>
                </a:lnTo>
                <a:lnTo>
                  <a:pt x="153225" y="64200"/>
                </a:lnTo>
                <a:lnTo>
                  <a:pt x="153075" y="63750"/>
                </a:lnTo>
                <a:lnTo>
                  <a:pt x="153000" y="63300"/>
                </a:lnTo>
                <a:lnTo>
                  <a:pt x="152550" y="62400"/>
                </a:lnTo>
                <a:lnTo>
                  <a:pt x="148950" y="56100"/>
                </a:lnTo>
                <a:lnTo>
                  <a:pt x="145425" y="62400"/>
                </a:lnTo>
                <a:lnTo>
                  <a:pt x="144975" y="63300"/>
                </a:lnTo>
                <a:lnTo>
                  <a:pt x="144750" y="64050"/>
                </a:lnTo>
                <a:lnTo>
                  <a:pt x="144750" y="64500"/>
                </a:lnTo>
                <a:lnTo>
                  <a:pt x="144750" y="64950"/>
                </a:lnTo>
                <a:lnTo>
                  <a:pt x="144750" y="65400"/>
                </a:lnTo>
                <a:lnTo>
                  <a:pt x="144825" y="65850"/>
                </a:lnTo>
                <a:lnTo>
                  <a:pt x="144975" y="66300"/>
                </a:lnTo>
                <a:lnTo>
                  <a:pt x="145200" y="66750"/>
                </a:lnTo>
                <a:lnTo>
                  <a:pt x="142950" y="66750"/>
                </a:lnTo>
                <a:lnTo>
                  <a:pt x="139575" y="66750"/>
                </a:lnTo>
                <a:lnTo>
                  <a:pt x="134025" y="66750"/>
                </a:lnTo>
                <a:close/>
                <a:moveTo>
                  <a:pt x="147975" y="20025"/>
                </a:moveTo>
                <a:lnTo>
                  <a:pt x="147225" y="20625"/>
                </a:lnTo>
                <a:lnTo>
                  <a:pt x="146625" y="21225"/>
                </a:lnTo>
                <a:lnTo>
                  <a:pt x="145950" y="21975"/>
                </a:lnTo>
                <a:lnTo>
                  <a:pt x="145425" y="22725"/>
                </a:lnTo>
                <a:lnTo>
                  <a:pt x="144900" y="23475"/>
                </a:lnTo>
                <a:lnTo>
                  <a:pt x="144375" y="24375"/>
                </a:lnTo>
                <a:lnTo>
                  <a:pt x="143850" y="25350"/>
                </a:lnTo>
                <a:lnTo>
                  <a:pt x="143475" y="26325"/>
                </a:lnTo>
                <a:lnTo>
                  <a:pt x="143175" y="27225"/>
                </a:lnTo>
                <a:lnTo>
                  <a:pt x="142875" y="28200"/>
                </a:lnTo>
                <a:lnTo>
                  <a:pt x="142575" y="29325"/>
                </a:lnTo>
                <a:lnTo>
                  <a:pt x="142425" y="30375"/>
                </a:lnTo>
                <a:lnTo>
                  <a:pt x="142275" y="31350"/>
                </a:lnTo>
                <a:lnTo>
                  <a:pt x="142200" y="32400"/>
                </a:lnTo>
                <a:lnTo>
                  <a:pt x="142200" y="33600"/>
                </a:lnTo>
                <a:lnTo>
                  <a:pt x="142275" y="34800"/>
                </a:lnTo>
                <a:lnTo>
                  <a:pt x="142350" y="35850"/>
                </a:lnTo>
                <a:lnTo>
                  <a:pt x="142500" y="36825"/>
                </a:lnTo>
                <a:lnTo>
                  <a:pt x="142725" y="37875"/>
                </a:lnTo>
                <a:lnTo>
                  <a:pt x="143025" y="39000"/>
                </a:lnTo>
                <a:lnTo>
                  <a:pt x="143325" y="39975"/>
                </a:lnTo>
                <a:lnTo>
                  <a:pt x="143700" y="40875"/>
                </a:lnTo>
                <a:lnTo>
                  <a:pt x="144075" y="41775"/>
                </a:lnTo>
                <a:lnTo>
                  <a:pt x="144525" y="42600"/>
                </a:lnTo>
                <a:lnTo>
                  <a:pt x="145050" y="43425"/>
                </a:lnTo>
                <a:lnTo>
                  <a:pt x="145575" y="44250"/>
                </a:lnTo>
                <a:lnTo>
                  <a:pt x="146175" y="45000"/>
                </a:lnTo>
                <a:lnTo>
                  <a:pt x="146775" y="45675"/>
                </a:lnTo>
                <a:lnTo>
                  <a:pt x="147450" y="46275"/>
                </a:lnTo>
                <a:lnTo>
                  <a:pt x="148200" y="46875"/>
                </a:lnTo>
                <a:lnTo>
                  <a:pt x="148950" y="47475"/>
                </a:lnTo>
                <a:lnTo>
                  <a:pt x="149775" y="46875"/>
                </a:lnTo>
                <a:lnTo>
                  <a:pt x="150450" y="46275"/>
                </a:lnTo>
                <a:lnTo>
                  <a:pt x="151125" y="45675"/>
                </a:lnTo>
                <a:lnTo>
                  <a:pt x="151875" y="44850"/>
                </a:lnTo>
                <a:lnTo>
                  <a:pt x="152475" y="44100"/>
                </a:lnTo>
                <a:lnTo>
                  <a:pt x="153000" y="43350"/>
                </a:lnTo>
                <a:lnTo>
                  <a:pt x="153450" y="42525"/>
                </a:lnTo>
                <a:lnTo>
                  <a:pt x="153975" y="41475"/>
                </a:lnTo>
                <a:lnTo>
                  <a:pt x="154425" y="40575"/>
                </a:lnTo>
                <a:lnTo>
                  <a:pt x="154725" y="39600"/>
                </a:lnTo>
                <a:lnTo>
                  <a:pt x="155025" y="38625"/>
                </a:lnTo>
                <a:lnTo>
                  <a:pt x="155325" y="37500"/>
                </a:lnTo>
                <a:lnTo>
                  <a:pt x="155475" y="36525"/>
                </a:lnTo>
                <a:lnTo>
                  <a:pt x="155625" y="35325"/>
                </a:lnTo>
                <a:lnTo>
                  <a:pt x="155700" y="34275"/>
                </a:lnTo>
                <a:lnTo>
                  <a:pt x="155775" y="33075"/>
                </a:lnTo>
                <a:lnTo>
                  <a:pt x="155700" y="31875"/>
                </a:lnTo>
                <a:lnTo>
                  <a:pt x="155625" y="30900"/>
                </a:lnTo>
                <a:lnTo>
                  <a:pt x="155400" y="29700"/>
                </a:lnTo>
                <a:lnTo>
                  <a:pt x="155175" y="28725"/>
                </a:lnTo>
                <a:lnTo>
                  <a:pt x="154875" y="27525"/>
                </a:lnTo>
                <a:lnTo>
                  <a:pt x="154575" y="26625"/>
                </a:lnTo>
                <a:lnTo>
                  <a:pt x="154125" y="25500"/>
                </a:lnTo>
                <a:lnTo>
                  <a:pt x="153675" y="24675"/>
                </a:lnTo>
                <a:lnTo>
                  <a:pt x="153150" y="23625"/>
                </a:lnTo>
                <a:lnTo>
                  <a:pt x="152550" y="22725"/>
                </a:lnTo>
                <a:lnTo>
                  <a:pt x="151875" y="21825"/>
                </a:lnTo>
                <a:lnTo>
                  <a:pt x="151125" y="21000"/>
                </a:lnTo>
                <a:lnTo>
                  <a:pt x="150150" y="20100"/>
                </a:lnTo>
                <a:lnTo>
                  <a:pt x="148950" y="19275"/>
                </a:lnTo>
                <a:close/>
                <a:moveTo>
                  <a:pt x="188400" y="65250"/>
                </a:moveTo>
                <a:lnTo>
                  <a:pt x="189675" y="64950"/>
                </a:lnTo>
                <a:lnTo>
                  <a:pt x="190275" y="63675"/>
                </a:lnTo>
                <a:lnTo>
                  <a:pt x="190650" y="62475"/>
                </a:lnTo>
                <a:lnTo>
                  <a:pt x="190650" y="26850"/>
                </a:lnTo>
                <a:lnTo>
                  <a:pt x="190800" y="25050"/>
                </a:lnTo>
                <a:lnTo>
                  <a:pt x="191100" y="23325"/>
                </a:lnTo>
                <a:lnTo>
                  <a:pt x="191550" y="21900"/>
                </a:lnTo>
                <a:lnTo>
                  <a:pt x="191775" y="21150"/>
                </a:lnTo>
                <a:lnTo>
                  <a:pt x="192150" y="20475"/>
                </a:lnTo>
                <a:lnTo>
                  <a:pt x="192825" y="19275"/>
                </a:lnTo>
                <a:lnTo>
                  <a:pt x="193575" y="18300"/>
                </a:lnTo>
                <a:lnTo>
                  <a:pt x="194550" y="17325"/>
                </a:lnTo>
                <a:lnTo>
                  <a:pt x="195525" y="16575"/>
                </a:lnTo>
                <a:lnTo>
                  <a:pt x="196575" y="15900"/>
                </a:lnTo>
                <a:lnTo>
                  <a:pt x="197775" y="15300"/>
                </a:lnTo>
                <a:lnTo>
                  <a:pt x="199050" y="14850"/>
                </a:lnTo>
                <a:lnTo>
                  <a:pt x="200475" y="14550"/>
                </a:lnTo>
                <a:lnTo>
                  <a:pt x="201900" y="14325"/>
                </a:lnTo>
                <a:lnTo>
                  <a:pt x="203400" y="14250"/>
                </a:lnTo>
                <a:lnTo>
                  <a:pt x="204900" y="14325"/>
                </a:lnTo>
                <a:lnTo>
                  <a:pt x="206700" y="14475"/>
                </a:lnTo>
                <a:lnTo>
                  <a:pt x="208275" y="14775"/>
                </a:lnTo>
                <a:lnTo>
                  <a:pt x="210075" y="15225"/>
                </a:lnTo>
                <a:lnTo>
                  <a:pt x="211725" y="15675"/>
                </a:lnTo>
                <a:lnTo>
                  <a:pt x="213600" y="16350"/>
                </a:lnTo>
                <a:lnTo>
                  <a:pt x="210600" y="20175"/>
                </a:lnTo>
                <a:lnTo>
                  <a:pt x="209475" y="19800"/>
                </a:lnTo>
                <a:lnTo>
                  <a:pt x="208275" y="19350"/>
                </a:lnTo>
                <a:lnTo>
                  <a:pt x="207300" y="19125"/>
                </a:lnTo>
                <a:lnTo>
                  <a:pt x="206175" y="18900"/>
                </a:lnTo>
                <a:lnTo>
                  <a:pt x="205125" y="18675"/>
                </a:lnTo>
                <a:lnTo>
                  <a:pt x="204225" y="18600"/>
                </a:lnTo>
                <a:lnTo>
                  <a:pt x="203250" y="18600"/>
                </a:lnTo>
                <a:lnTo>
                  <a:pt x="202425" y="18675"/>
                </a:lnTo>
                <a:lnTo>
                  <a:pt x="201675" y="18825"/>
                </a:lnTo>
                <a:lnTo>
                  <a:pt x="201000" y="19050"/>
                </a:lnTo>
                <a:lnTo>
                  <a:pt x="200325" y="19350"/>
                </a:lnTo>
                <a:lnTo>
                  <a:pt x="199800" y="19725"/>
                </a:lnTo>
                <a:lnTo>
                  <a:pt x="199200" y="20175"/>
                </a:lnTo>
                <a:lnTo>
                  <a:pt x="198750" y="20700"/>
                </a:lnTo>
                <a:lnTo>
                  <a:pt x="198300" y="21300"/>
                </a:lnTo>
                <a:lnTo>
                  <a:pt x="197925" y="21975"/>
                </a:lnTo>
                <a:lnTo>
                  <a:pt x="197475" y="23025"/>
                </a:lnTo>
                <a:lnTo>
                  <a:pt x="197100" y="24225"/>
                </a:lnTo>
                <a:lnTo>
                  <a:pt x="196875" y="25575"/>
                </a:lnTo>
                <a:lnTo>
                  <a:pt x="196800" y="26925"/>
                </a:lnTo>
                <a:lnTo>
                  <a:pt x="196800" y="62475"/>
                </a:lnTo>
                <a:lnTo>
                  <a:pt x="197175" y="63675"/>
                </a:lnTo>
                <a:lnTo>
                  <a:pt x="197775" y="64950"/>
                </a:lnTo>
                <a:lnTo>
                  <a:pt x="199050" y="65250"/>
                </a:lnTo>
                <a:lnTo>
                  <a:pt x="199050" y="66750"/>
                </a:lnTo>
                <a:lnTo>
                  <a:pt x="188400" y="66750"/>
                </a:lnTo>
                <a:close/>
                <a:moveTo>
                  <a:pt x="222000" y="49350"/>
                </a:moveTo>
                <a:lnTo>
                  <a:pt x="222375" y="48150"/>
                </a:lnTo>
                <a:lnTo>
                  <a:pt x="222375" y="4350"/>
                </a:lnTo>
                <a:lnTo>
                  <a:pt x="222000" y="3150"/>
                </a:lnTo>
                <a:lnTo>
                  <a:pt x="221400" y="1800"/>
                </a:lnTo>
                <a:lnTo>
                  <a:pt x="220125" y="1500"/>
                </a:lnTo>
                <a:lnTo>
                  <a:pt x="220125" y="0"/>
                </a:lnTo>
                <a:lnTo>
                  <a:pt x="230775" y="0"/>
                </a:lnTo>
                <a:lnTo>
                  <a:pt x="230775" y="1500"/>
                </a:lnTo>
                <a:lnTo>
                  <a:pt x="229500" y="1800"/>
                </a:lnTo>
                <a:lnTo>
                  <a:pt x="228900" y="3150"/>
                </a:lnTo>
                <a:lnTo>
                  <a:pt x="228525" y="4350"/>
                </a:lnTo>
                <a:lnTo>
                  <a:pt x="228525" y="27525"/>
                </a:lnTo>
                <a:lnTo>
                  <a:pt x="229875" y="26700"/>
                </a:lnTo>
                <a:lnTo>
                  <a:pt x="231375" y="25650"/>
                </a:lnTo>
                <a:lnTo>
                  <a:pt x="232800" y="24525"/>
                </a:lnTo>
                <a:lnTo>
                  <a:pt x="235875" y="21900"/>
                </a:lnTo>
                <a:lnTo>
                  <a:pt x="237525" y="20625"/>
                </a:lnTo>
                <a:lnTo>
                  <a:pt x="238950" y="19650"/>
                </a:lnTo>
                <a:lnTo>
                  <a:pt x="240300" y="18975"/>
                </a:lnTo>
                <a:lnTo>
                  <a:pt x="241425" y="18525"/>
                </a:lnTo>
                <a:lnTo>
                  <a:pt x="242400" y="18300"/>
                </a:lnTo>
                <a:lnTo>
                  <a:pt x="243375" y="18075"/>
                </a:lnTo>
                <a:lnTo>
                  <a:pt x="244500" y="18075"/>
                </a:lnTo>
                <a:lnTo>
                  <a:pt x="245325" y="18075"/>
                </a:lnTo>
                <a:lnTo>
                  <a:pt x="246075" y="18300"/>
                </a:lnTo>
                <a:lnTo>
                  <a:pt x="246675" y="18675"/>
                </a:lnTo>
                <a:lnTo>
                  <a:pt x="246975" y="18900"/>
                </a:lnTo>
                <a:lnTo>
                  <a:pt x="247200" y="19125"/>
                </a:lnTo>
                <a:lnTo>
                  <a:pt x="247425" y="19350"/>
                </a:lnTo>
                <a:lnTo>
                  <a:pt x="247500" y="19650"/>
                </a:lnTo>
                <a:lnTo>
                  <a:pt x="247650" y="19950"/>
                </a:lnTo>
                <a:lnTo>
                  <a:pt x="247650" y="20175"/>
                </a:lnTo>
                <a:lnTo>
                  <a:pt x="247650" y="20475"/>
                </a:lnTo>
                <a:lnTo>
                  <a:pt x="246900" y="23025"/>
                </a:lnTo>
                <a:lnTo>
                  <a:pt x="246375" y="25200"/>
                </a:lnTo>
                <a:lnTo>
                  <a:pt x="245925" y="27450"/>
                </a:lnTo>
                <a:lnTo>
                  <a:pt x="245625" y="30000"/>
                </a:lnTo>
                <a:lnTo>
                  <a:pt x="245475" y="31875"/>
                </a:lnTo>
                <a:lnTo>
                  <a:pt x="245475" y="33600"/>
                </a:lnTo>
                <a:lnTo>
                  <a:pt x="245475" y="35325"/>
                </a:lnTo>
                <a:lnTo>
                  <a:pt x="245550" y="37050"/>
                </a:lnTo>
                <a:lnTo>
                  <a:pt x="245700" y="39225"/>
                </a:lnTo>
                <a:lnTo>
                  <a:pt x="246000" y="41175"/>
                </a:lnTo>
                <a:lnTo>
                  <a:pt x="246300" y="43050"/>
                </a:lnTo>
                <a:lnTo>
                  <a:pt x="246750" y="44925"/>
                </a:lnTo>
                <a:lnTo>
                  <a:pt x="247275" y="46725"/>
                </a:lnTo>
                <a:lnTo>
                  <a:pt x="247875" y="48450"/>
                </a:lnTo>
                <a:lnTo>
                  <a:pt x="248550" y="50100"/>
                </a:lnTo>
                <a:lnTo>
                  <a:pt x="249300" y="51750"/>
                </a:lnTo>
                <a:lnTo>
                  <a:pt x="246450" y="52500"/>
                </a:lnTo>
                <a:lnTo>
                  <a:pt x="243150" y="52500"/>
                </a:lnTo>
                <a:lnTo>
                  <a:pt x="243075" y="52275"/>
                </a:lnTo>
                <a:lnTo>
                  <a:pt x="242550" y="51075"/>
                </a:lnTo>
                <a:lnTo>
                  <a:pt x="241650" y="48750"/>
                </a:lnTo>
                <a:lnTo>
                  <a:pt x="241200" y="47475"/>
                </a:lnTo>
                <a:lnTo>
                  <a:pt x="240825" y="46125"/>
                </a:lnTo>
                <a:lnTo>
                  <a:pt x="240525" y="44850"/>
                </a:lnTo>
                <a:lnTo>
                  <a:pt x="240150" y="43275"/>
                </a:lnTo>
                <a:lnTo>
                  <a:pt x="239925" y="41850"/>
                </a:lnTo>
                <a:lnTo>
                  <a:pt x="239700" y="40275"/>
                </a:lnTo>
                <a:lnTo>
                  <a:pt x="239550" y="38925"/>
                </a:lnTo>
                <a:lnTo>
                  <a:pt x="239400" y="37275"/>
                </a:lnTo>
                <a:lnTo>
                  <a:pt x="239325" y="35700"/>
                </a:lnTo>
                <a:lnTo>
                  <a:pt x="239250" y="34275"/>
                </a:lnTo>
                <a:lnTo>
                  <a:pt x="239325" y="32700"/>
                </a:lnTo>
                <a:lnTo>
                  <a:pt x="239400" y="31050"/>
                </a:lnTo>
                <a:lnTo>
                  <a:pt x="239550" y="29475"/>
                </a:lnTo>
                <a:lnTo>
                  <a:pt x="239700" y="28125"/>
                </a:lnTo>
                <a:lnTo>
                  <a:pt x="239925" y="26550"/>
                </a:lnTo>
                <a:lnTo>
                  <a:pt x="240150" y="25125"/>
                </a:lnTo>
                <a:lnTo>
                  <a:pt x="236400" y="28275"/>
                </a:lnTo>
                <a:lnTo>
                  <a:pt x="235125" y="29250"/>
                </a:lnTo>
                <a:lnTo>
                  <a:pt x="233775" y="30150"/>
                </a:lnTo>
                <a:lnTo>
                  <a:pt x="232425" y="30900"/>
                </a:lnTo>
                <a:lnTo>
                  <a:pt x="231075" y="31575"/>
                </a:lnTo>
                <a:lnTo>
                  <a:pt x="229800" y="32100"/>
                </a:lnTo>
                <a:lnTo>
                  <a:pt x="228525" y="32475"/>
                </a:lnTo>
                <a:lnTo>
                  <a:pt x="228525" y="48150"/>
                </a:lnTo>
                <a:lnTo>
                  <a:pt x="228900" y="49350"/>
                </a:lnTo>
                <a:lnTo>
                  <a:pt x="229500" y="50700"/>
                </a:lnTo>
                <a:lnTo>
                  <a:pt x="230775" y="51000"/>
                </a:lnTo>
                <a:lnTo>
                  <a:pt x="230775" y="52500"/>
                </a:lnTo>
                <a:lnTo>
                  <a:pt x="220125" y="52500"/>
                </a:lnTo>
                <a:lnTo>
                  <a:pt x="220125" y="51000"/>
                </a:lnTo>
                <a:lnTo>
                  <a:pt x="221400" y="50700"/>
                </a:lnTo>
                <a:close/>
                <a:moveTo>
                  <a:pt x="254775" y="51000"/>
                </a:moveTo>
                <a:lnTo>
                  <a:pt x="256050" y="50700"/>
                </a:lnTo>
                <a:lnTo>
                  <a:pt x="256650" y="49350"/>
                </a:lnTo>
                <a:lnTo>
                  <a:pt x="257025" y="48150"/>
                </a:lnTo>
                <a:lnTo>
                  <a:pt x="257025" y="2400"/>
                </a:lnTo>
                <a:lnTo>
                  <a:pt x="257025" y="2100"/>
                </a:lnTo>
                <a:lnTo>
                  <a:pt x="257175" y="1800"/>
                </a:lnTo>
                <a:lnTo>
                  <a:pt x="257250" y="1500"/>
                </a:lnTo>
                <a:lnTo>
                  <a:pt x="257475" y="1200"/>
                </a:lnTo>
                <a:lnTo>
                  <a:pt x="257700" y="975"/>
                </a:lnTo>
                <a:lnTo>
                  <a:pt x="258000" y="675"/>
                </a:lnTo>
                <a:lnTo>
                  <a:pt x="258375" y="525"/>
                </a:lnTo>
                <a:lnTo>
                  <a:pt x="259125" y="150"/>
                </a:lnTo>
                <a:lnTo>
                  <a:pt x="259500" y="75"/>
                </a:lnTo>
                <a:lnTo>
                  <a:pt x="260400" y="0"/>
                </a:lnTo>
                <a:lnTo>
                  <a:pt x="284025" y="0"/>
                </a:lnTo>
                <a:lnTo>
                  <a:pt x="284925" y="75"/>
                </a:lnTo>
                <a:lnTo>
                  <a:pt x="285300" y="150"/>
                </a:lnTo>
                <a:lnTo>
                  <a:pt x="286050" y="525"/>
                </a:lnTo>
                <a:lnTo>
                  <a:pt x="286425" y="675"/>
                </a:lnTo>
                <a:lnTo>
                  <a:pt x="286725" y="975"/>
                </a:lnTo>
                <a:lnTo>
                  <a:pt x="286950" y="1200"/>
                </a:lnTo>
                <a:lnTo>
                  <a:pt x="287175" y="1500"/>
                </a:lnTo>
                <a:lnTo>
                  <a:pt x="287250" y="1800"/>
                </a:lnTo>
                <a:lnTo>
                  <a:pt x="287400" y="2100"/>
                </a:lnTo>
                <a:lnTo>
                  <a:pt x="287400" y="2400"/>
                </a:lnTo>
                <a:lnTo>
                  <a:pt x="287400" y="7800"/>
                </a:lnTo>
                <a:lnTo>
                  <a:pt x="280650" y="7800"/>
                </a:lnTo>
                <a:lnTo>
                  <a:pt x="280650" y="4800"/>
                </a:lnTo>
                <a:lnTo>
                  <a:pt x="263775" y="4800"/>
                </a:lnTo>
                <a:lnTo>
                  <a:pt x="263775" y="48150"/>
                </a:lnTo>
                <a:lnTo>
                  <a:pt x="264150" y="49350"/>
                </a:lnTo>
                <a:lnTo>
                  <a:pt x="264750" y="50700"/>
                </a:lnTo>
                <a:lnTo>
                  <a:pt x="266025" y="51000"/>
                </a:lnTo>
                <a:lnTo>
                  <a:pt x="266025" y="52500"/>
                </a:lnTo>
                <a:lnTo>
                  <a:pt x="254775" y="52500"/>
                </a:lnTo>
                <a:close/>
                <a:moveTo>
                  <a:pt x="311250" y="51000"/>
                </a:moveTo>
                <a:lnTo>
                  <a:pt x="312525" y="50700"/>
                </a:lnTo>
                <a:lnTo>
                  <a:pt x="313125" y="49350"/>
                </a:lnTo>
                <a:lnTo>
                  <a:pt x="313500" y="48150"/>
                </a:lnTo>
                <a:lnTo>
                  <a:pt x="313500" y="18600"/>
                </a:lnTo>
                <a:lnTo>
                  <a:pt x="313125" y="17400"/>
                </a:lnTo>
                <a:lnTo>
                  <a:pt x="312525" y="16050"/>
                </a:lnTo>
                <a:lnTo>
                  <a:pt x="311250" y="15750"/>
                </a:lnTo>
                <a:lnTo>
                  <a:pt x="311250" y="14250"/>
                </a:lnTo>
                <a:lnTo>
                  <a:pt x="321900" y="14250"/>
                </a:lnTo>
                <a:lnTo>
                  <a:pt x="321900" y="15750"/>
                </a:lnTo>
                <a:lnTo>
                  <a:pt x="320625" y="16050"/>
                </a:lnTo>
                <a:lnTo>
                  <a:pt x="320025" y="17400"/>
                </a:lnTo>
                <a:lnTo>
                  <a:pt x="319650" y="18600"/>
                </a:lnTo>
                <a:lnTo>
                  <a:pt x="319650" y="48150"/>
                </a:lnTo>
                <a:lnTo>
                  <a:pt x="320025" y="49350"/>
                </a:lnTo>
                <a:lnTo>
                  <a:pt x="320625" y="50700"/>
                </a:lnTo>
                <a:lnTo>
                  <a:pt x="321900" y="51000"/>
                </a:lnTo>
                <a:lnTo>
                  <a:pt x="321900" y="52500"/>
                </a:lnTo>
                <a:lnTo>
                  <a:pt x="311250" y="52500"/>
                </a:lnTo>
                <a:close/>
                <a:moveTo>
                  <a:pt x="347775" y="63600"/>
                </a:moveTo>
                <a:lnTo>
                  <a:pt x="349275" y="64650"/>
                </a:lnTo>
                <a:lnTo>
                  <a:pt x="351000" y="65700"/>
                </a:lnTo>
                <a:lnTo>
                  <a:pt x="353100" y="66750"/>
                </a:lnTo>
                <a:lnTo>
                  <a:pt x="346950" y="66750"/>
                </a:lnTo>
                <a:lnTo>
                  <a:pt x="343125" y="66750"/>
                </a:lnTo>
                <a:lnTo>
                  <a:pt x="340800" y="66750"/>
                </a:lnTo>
                <a:lnTo>
                  <a:pt x="340875" y="66300"/>
                </a:lnTo>
                <a:lnTo>
                  <a:pt x="340800" y="65850"/>
                </a:lnTo>
                <a:lnTo>
                  <a:pt x="340725" y="65400"/>
                </a:lnTo>
                <a:lnTo>
                  <a:pt x="340575" y="64950"/>
                </a:lnTo>
                <a:lnTo>
                  <a:pt x="340125" y="64050"/>
                </a:lnTo>
                <a:lnTo>
                  <a:pt x="339750" y="63450"/>
                </a:lnTo>
                <a:lnTo>
                  <a:pt x="339375" y="63000"/>
                </a:lnTo>
                <a:lnTo>
                  <a:pt x="338775" y="62400"/>
                </a:lnTo>
                <a:lnTo>
                  <a:pt x="327975" y="51600"/>
                </a:lnTo>
                <a:lnTo>
                  <a:pt x="327750" y="51375"/>
                </a:lnTo>
                <a:lnTo>
                  <a:pt x="327600" y="51150"/>
                </a:lnTo>
                <a:lnTo>
                  <a:pt x="327450" y="50850"/>
                </a:lnTo>
                <a:lnTo>
                  <a:pt x="327375" y="50625"/>
                </a:lnTo>
                <a:lnTo>
                  <a:pt x="327375" y="50325"/>
                </a:lnTo>
                <a:lnTo>
                  <a:pt x="327375" y="50025"/>
                </a:lnTo>
                <a:lnTo>
                  <a:pt x="327450" y="49725"/>
                </a:lnTo>
                <a:lnTo>
                  <a:pt x="327600" y="49500"/>
                </a:lnTo>
                <a:lnTo>
                  <a:pt x="327975" y="48975"/>
                </a:lnTo>
                <a:lnTo>
                  <a:pt x="328575" y="48600"/>
                </a:lnTo>
                <a:lnTo>
                  <a:pt x="328875" y="48450"/>
                </a:lnTo>
                <a:lnTo>
                  <a:pt x="329625" y="48225"/>
                </a:lnTo>
                <a:lnTo>
                  <a:pt x="331875" y="47925"/>
                </a:lnTo>
                <a:lnTo>
                  <a:pt x="333825" y="47475"/>
                </a:lnTo>
                <a:lnTo>
                  <a:pt x="335325" y="47025"/>
                </a:lnTo>
                <a:lnTo>
                  <a:pt x="336750" y="46500"/>
                </a:lnTo>
                <a:lnTo>
                  <a:pt x="338325" y="45750"/>
                </a:lnTo>
                <a:lnTo>
                  <a:pt x="339900" y="44850"/>
                </a:lnTo>
                <a:lnTo>
                  <a:pt x="341175" y="43950"/>
                </a:lnTo>
                <a:lnTo>
                  <a:pt x="342450" y="42825"/>
                </a:lnTo>
                <a:lnTo>
                  <a:pt x="343575" y="41700"/>
                </a:lnTo>
                <a:lnTo>
                  <a:pt x="344550" y="40425"/>
                </a:lnTo>
                <a:lnTo>
                  <a:pt x="345375" y="39225"/>
                </a:lnTo>
                <a:lnTo>
                  <a:pt x="346050" y="37800"/>
                </a:lnTo>
                <a:lnTo>
                  <a:pt x="346650" y="36375"/>
                </a:lnTo>
                <a:lnTo>
                  <a:pt x="347025" y="34875"/>
                </a:lnTo>
                <a:lnTo>
                  <a:pt x="347325" y="33375"/>
                </a:lnTo>
                <a:lnTo>
                  <a:pt x="347400" y="31875"/>
                </a:lnTo>
                <a:lnTo>
                  <a:pt x="347400" y="30525"/>
                </a:lnTo>
                <a:lnTo>
                  <a:pt x="347175" y="29100"/>
                </a:lnTo>
                <a:lnTo>
                  <a:pt x="346800" y="27675"/>
                </a:lnTo>
                <a:lnTo>
                  <a:pt x="346350" y="26400"/>
                </a:lnTo>
                <a:lnTo>
                  <a:pt x="345750" y="25200"/>
                </a:lnTo>
                <a:lnTo>
                  <a:pt x="345075" y="24075"/>
                </a:lnTo>
                <a:lnTo>
                  <a:pt x="344175" y="22950"/>
                </a:lnTo>
                <a:lnTo>
                  <a:pt x="343200" y="22050"/>
                </a:lnTo>
                <a:lnTo>
                  <a:pt x="342525" y="21525"/>
                </a:lnTo>
                <a:lnTo>
                  <a:pt x="341925" y="21075"/>
                </a:lnTo>
                <a:lnTo>
                  <a:pt x="341175" y="20550"/>
                </a:lnTo>
                <a:lnTo>
                  <a:pt x="340500" y="20175"/>
                </a:lnTo>
                <a:lnTo>
                  <a:pt x="339600" y="19800"/>
                </a:lnTo>
                <a:lnTo>
                  <a:pt x="338850" y="19500"/>
                </a:lnTo>
                <a:lnTo>
                  <a:pt x="338025" y="19275"/>
                </a:lnTo>
                <a:lnTo>
                  <a:pt x="337125" y="19050"/>
                </a:lnTo>
                <a:lnTo>
                  <a:pt x="336225" y="18900"/>
                </a:lnTo>
                <a:lnTo>
                  <a:pt x="335325" y="18750"/>
                </a:lnTo>
                <a:lnTo>
                  <a:pt x="333375" y="18675"/>
                </a:lnTo>
                <a:lnTo>
                  <a:pt x="332325" y="18675"/>
                </a:lnTo>
                <a:lnTo>
                  <a:pt x="331275" y="18675"/>
                </a:lnTo>
                <a:lnTo>
                  <a:pt x="329175" y="18900"/>
                </a:lnTo>
                <a:lnTo>
                  <a:pt x="327975" y="14625"/>
                </a:lnTo>
                <a:lnTo>
                  <a:pt x="330000" y="14400"/>
                </a:lnTo>
                <a:lnTo>
                  <a:pt x="332250" y="14250"/>
                </a:lnTo>
                <a:lnTo>
                  <a:pt x="334200" y="14250"/>
                </a:lnTo>
                <a:lnTo>
                  <a:pt x="336225" y="14400"/>
                </a:lnTo>
                <a:lnTo>
                  <a:pt x="338025" y="14700"/>
                </a:lnTo>
                <a:lnTo>
                  <a:pt x="339900" y="15075"/>
                </a:lnTo>
                <a:lnTo>
                  <a:pt x="341700" y="15600"/>
                </a:lnTo>
                <a:lnTo>
                  <a:pt x="343350" y="16275"/>
                </a:lnTo>
                <a:lnTo>
                  <a:pt x="344850" y="17100"/>
                </a:lnTo>
                <a:lnTo>
                  <a:pt x="346350" y="18000"/>
                </a:lnTo>
                <a:lnTo>
                  <a:pt x="347700" y="18975"/>
                </a:lnTo>
                <a:lnTo>
                  <a:pt x="348900" y="20175"/>
                </a:lnTo>
                <a:lnTo>
                  <a:pt x="350025" y="21375"/>
                </a:lnTo>
                <a:lnTo>
                  <a:pt x="350475" y="22050"/>
                </a:lnTo>
                <a:lnTo>
                  <a:pt x="351000" y="22800"/>
                </a:lnTo>
                <a:lnTo>
                  <a:pt x="351750" y="24150"/>
                </a:lnTo>
                <a:lnTo>
                  <a:pt x="352425" y="25650"/>
                </a:lnTo>
                <a:lnTo>
                  <a:pt x="352800" y="26625"/>
                </a:lnTo>
                <a:lnTo>
                  <a:pt x="353025" y="27525"/>
                </a:lnTo>
                <a:lnTo>
                  <a:pt x="353250" y="28650"/>
                </a:lnTo>
                <a:lnTo>
                  <a:pt x="353400" y="29550"/>
                </a:lnTo>
                <a:lnTo>
                  <a:pt x="353550" y="30675"/>
                </a:lnTo>
                <a:lnTo>
                  <a:pt x="353550" y="31650"/>
                </a:lnTo>
                <a:lnTo>
                  <a:pt x="353550" y="32775"/>
                </a:lnTo>
                <a:lnTo>
                  <a:pt x="353400" y="33750"/>
                </a:lnTo>
                <a:lnTo>
                  <a:pt x="353250" y="34875"/>
                </a:lnTo>
                <a:lnTo>
                  <a:pt x="353025" y="35850"/>
                </a:lnTo>
                <a:lnTo>
                  <a:pt x="352725" y="36975"/>
                </a:lnTo>
                <a:lnTo>
                  <a:pt x="352425" y="37950"/>
                </a:lnTo>
                <a:lnTo>
                  <a:pt x="352050" y="38850"/>
                </a:lnTo>
                <a:lnTo>
                  <a:pt x="351525" y="39975"/>
                </a:lnTo>
                <a:lnTo>
                  <a:pt x="351075" y="40875"/>
                </a:lnTo>
                <a:lnTo>
                  <a:pt x="350475" y="41775"/>
                </a:lnTo>
                <a:lnTo>
                  <a:pt x="349875" y="42675"/>
                </a:lnTo>
                <a:lnTo>
                  <a:pt x="349200" y="43575"/>
                </a:lnTo>
                <a:lnTo>
                  <a:pt x="348450" y="44400"/>
                </a:lnTo>
                <a:lnTo>
                  <a:pt x="347775" y="45150"/>
                </a:lnTo>
                <a:lnTo>
                  <a:pt x="346950" y="45900"/>
                </a:lnTo>
                <a:lnTo>
                  <a:pt x="346125" y="46575"/>
                </a:lnTo>
                <a:lnTo>
                  <a:pt x="345150" y="47325"/>
                </a:lnTo>
                <a:lnTo>
                  <a:pt x="344325" y="47925"/>
                </a:lnTo>
                <a:lnTo>
                  <a:pt x="343275" y="48600"/>
                </a:lnTo>
                <a:lnTo>
                  <a:pt x="342300" y="49125"/>
                </a:lnTo>
                <a:lnTo>
                  <a:pt x="341250" y="49650"/>
                </a:lnTo>
                <a:lnTo>
                  <a:pt x="340200" y="50175"/>
                </a:lnTo>
                <a:lnTo>
                  <a:pt x="339075" y="50625"/>
                </a:lnTo>
                <a:lnTo>
                  <a:pt x="337950" y="51000"/>
                </a:lnTo>
                <a:lnTo>
                  <a:pt x="336750" y="51375"/>
                </a:lnTo>
                <a:lnTo>
                  <a:pt x="335625" y="51675"/>
                </a:lnTo>
                <a:lnTo>
                  <a:pt x="346575" y="62550"/>
                </a:lnTo>
                <a:close/>
                <a:moveTo>
                  <a:pt x="380325" y="63600"/>
                </a:moveTo>
                <a:lnTo>
                  <a:pt x="380700" y="62400"/>
                </a:lnTo>
                <a:lnTo>
                  <a:pt x="380700" y="27750"/>
                </a:lnTo>
                <a:lnTo>
                  <a:pt x="380775" y="26250"/>
                </a:lnTo>
                <a:lnTo>
                  <a:pt x="380700" y="26250"/>
                </a:lnTo>
                <a:lnTo>
                  <a:pt x="380625" y="25275"/>
                </a:lnTo>
                <a:lnTo>
                  <a:pt x="380550" y="24375"/>
                </a:lnTo>
                <a:lnTo>
                  <a:pt x="380400" y="23625"/>
                </a:lnTo>
                <a:lnTo>
                  <a:pt x="380175" y="22875"/>
                </a:lnTo>
                <a:lnTo>
                  <a:pt x="379800" y="22050"/>
                </a:lnTo>
                <a:lnTo>
                  <a:pt x="379425" y="21375"/>
                </a:lnTo>
                <a:lnTo>
                  <a:pt x="378900" y="20700"/>
                </a:lnTo>
                <a:lnTo>
                  <a:pt x="378375" y="20100"/>
                </a:lnTo>
                <a:lnTo>
                  <a:pt x="377700" y="19650"/>
                </a:lnTo>
                <a:lnTo>
                  <a:pt x="377025" y="19275"/>
                </a:lnTo>
                <a:lnTo>
                  <a:pt x="376275" y="18975"/>
                </a:lnTo>
                <a:lnTo>
                  <a:pt x="375600" y="18825"/>
                </a:lnTo>
                <a:lnTo>
                  <a:pt x="374775" y="18825"/>
                </a:lnTo>
                <a:lnTo>
                  <a:pt x="374100" y="18900"/>
                </a:lnTo>
                <a:lnTo>
                  <a:pt x="373350" y="19050"/>
                </a:lnTo>
                <a:lnTo>
                  <a:pt x="372600" y="19350"/>
                </a:lnTo>
                <a:lnTo>
                  <a:pt x="371925" y="19800"/>
                </a:lnTo>
                <a:lnTo>
                  <a:pt x="371250" y="20325"/>
                </a:lnTo>
                <a:lnTo>
                  <a:pt x="370650" y="20925"/>
                </a:lnTo>
                <a:lnTo>
                  <a:pt x="370125" y="21600"/>
                </a:lnTo>
                <a:lnTo>
                  <a:pt x="369825" y="22125"/>
                </a:lnTo>
                <a:lnTo>
                  <a:pt x="369525" y="22650"/>
                </a:lnTo>
                <a:lnTo>
                  <a:pt x="369075" y="23850"/>
                </a:lnTo>
                <a:lnTo>
                  <a:pt x="368850" y="24600"/>
                </a:lnTo>
                <a:lnTo>
                  <a:pt x="368700" y="25275"/>
                </a:lnTo>
                <a:lnTo>
                  <a:pt x="368550" y="26100"/>
                </a:lnTo>
                <a:lnTo>
                  <a:pt x="368475" y="26775"/>
                </a:lnTo>
                <a:lnTo>
                  <a:pt x="368475" y="27750"/>
                </a:lnTo>
                <a:lnTo>
                  <a:pt x="368475" y="48150"/>
                </a:lnTo>
                <a:lnTo>
                  <a:pt x="368850" y="49350"/>
                </a:lnTo>
                <a:lnTo>
                  <a:pt x="369450" y="50700"/>
                </a:lnTo>
                <a:lnTo>
                  <a:pt x="370725" y="51000"/>
                </a:lnTo>
                <a:lnTo>
                  <a:pt x="370725" y="52500"/>
                </a:lnTo>
                <a:lnTo>
                  <a:pt x="360075" y="52500"/>
                </a:lnTo>
                <a:lnTo>
                  <a:pt x="360075" y="51000"/>
                </a:lnTo>
                <a:lnTo>
                  <a:pt x="361350" y="50700"/>
                </a:lnTo>
                <a:lnTo>
                  <a:pt x="361950" y="49350"/>
                </a:lnTo>
                <a:lnTo>
                  <a:pt x="362325" y="48150"/>
                </a:lnTo>
                <a:lnTo>
                  <a:pt x="362325" y="27750"/>
                </a:lnTo>
                <a:lnTo>
                  <a:pt x="362325" y="26625"/>
                </a:lnTo>
                <a:lnTo>
                  <a:pt x="362550" y="25050"/>
                </a:lnTo>
                <a:lnTo>
                  <a:pt x="362700" y="24300"/>
                </a:lnTo>
                <a:lnTo>
                  <a:pt x="362850" y="23475"/>
                </a:lnTo>
                <a:lnTo>
                  <a:pt x="363300" y="22125"/>
                </a:lnTo>
                <a:lnTo>
                  <a:pt x="363600" y="21375"/>
                </a:lnTo>
                <a:lnTo>
                  <a:pt x="363975" y="20700"/>
                </a:lnTo>
                <a:lnTo>
                  <a:pt x="364350" y="20100"/>
                </a:lnTo>
                <a:lnTo>
                  <a:pt x="364725" y="19500"/>
                </a:lnTo>
                <a:lnTo>
                  <a:pt x="365550" y="18450"/>
                </a:lnTo>
                <a:lnTo>
                  <a:pt x="366600" y="17400"/>
                </a:lnTo>
                <a:lnTo>
                  <a:pt x="367650" y="16575"/>
                </a:lnTo>
                <a:lnTo>
                  <a:pt x="368925" y="15825"/>
                </a:lnTo>
                <a:lnTo>
                  <a:pt x="370125" y="15300"/>
                </a:lnTo>
                <a:lnTo>
                  <a:pt x="371550" y="14775"/>
                </a:lnTo>
                <a:lnTo>
                  <a:pt x="372975" y="14550"/>
                </a:lnTo>
                <a:lnTo>
                  <a:pt x="373725" y="14400"/>
                </a:lnTo>
                <a:lnTo>
                  <a:pt x="374550" y="14400"/>
                </a:lnTo>
                <a:lnTo>
                  <a:pt x="375300" y="14400"/>
                </a:lnTo>
                <a:lnTo>
                  <a:pt x="376125" y="14400"/>
                </a:lnTo>
                <a:lnTo>
                  <a:pt x="376875" y="14550"/>
                </a:lnTo>
                <a:lnTo>
                  <a:pt x="377700" y="14625"/>
                </a:lnTo>
                <a:lnTo>
                  <a:pt x="378450" y="14850"/>
                </a:lnTo>
                <a:lnTo>
                  <a:pt x="379125" y="15075"/>
                </a:lnTo>
                <a:lnTo>
                  <a:pt x="379875" y="15300"/>
                </a:lnTo>
                <a:lnTo>
                  <a:pt x="380550" y="15600"/>
                </a:lnTo>
                <a:lnTo>
                  <a:pt x="381225" y="15975"/>
                </a:lnTo>
                <a:lnTo>
                  <a:pt x="381825" y="16350"/>
                </a:lnTo>
                <a:lnTo>
                  <a:pt x="382425" y="16800"/>
                </a:lnTo>
                <a:lnTo>
                  <a:pt x="383025" y="17250"/>
                </a:lnTo>
                <a:lnTo>
                  <a:pt x="383550" y="17700"/>
                </a:lnTo>
                <a:lnTo>
                  <a:pt x="384075" y="18300"/>
                </a:lnTo>
                <a:lnTo>
                  <a:pt x="384750" y="17625"/>
                </a:lnTo>
                <a:lnTo>
                  <a:pt x="385575" y="16950"/>
                </a:lnTo>
                <a:lnTo>
                  <a:pt x="386325" y="16350"/>
                </a:lnTo>
                <a:lnTo>
                  <a:pt x="387300" y="15825"/>
                </a:lnTo>
                <a:lnTo>
                  <a:pt x="388200" y="15450"/>
                </a:lnTo>
                <a:lnTo>
                  <a:pt x="389100" y="15075"/>
                </a:lnTo>
                <a:lnTo>
                  <a:pt x="390150" y="14775"/>
                </a:lnTo>
                <a:lnTo>
                  <a:pt x="391125" y="14550"/>
                </a:lnTo>
                <a:lnTo>
                  <a:pt x="392550" y="14400"/>
                </a:lnTo>
                <a:lnTo>
                  <a:pt x="394050" y="14400"/>
                </a:lnTo>
                <a:lnTo>
                  <a:pt x="395475" y="14550"/>
                </a:lnTo>
                <a:lnTo>
                  <a:pt x="396825" y="14850"/>
                </a:lnTo>
                <a:lnTo>
                  <a:pt x="396825" y="14250"/>
                </a:lnTo>
                <a:lnTo>
                  <a:pt x="407475" y="14250"/>
                </a:lnTo>
                <a:lnTo>
                  <a:pt x="407475" y="15750"/>
                </a:lnTo>
                <a:lnTo>
                  <a:pt x="406200" y="16050"/>
                </a:lnTo>
                <a:lnTo>
                  <a:pt x="405600" y="17400"/>
                </a:lnTo>
                <a:lnTo>
                  <a:pt x="405225" y="18600"/>
                </a:lnTo>
                <a:lnTo>
                  <a:pt x="405225" y="48150"/>
                </a:lnTo>
                <a:lnTo>
                  <a:pt x="405600" y="49350"/>
                </a:lnTo>
                <a:lnTo>
                  <a:pt x="406200" y="50700"/>
                </a:lnTo>
                <a:lnTo>
                  <a:pt x="407475" y="51000"/>
                </a:lnTo>
                <a:lnTo>
                  <a:pt x="407475" y="52500"/>
                </a:lnTo>
                <a:lnTo>
                  <a:pt x="396825" y="52500"/>
                </a:lnTo>
                <a:lnTo>
                  <a:pt x="396825" y="51000"/>
                </a:lnTo>
                <a:lnTo>
                  <a:pt x="398100" y="50700"/>
                </a:lnTo>
                <a:lnTo>
                  <a:pt x="398700" y="49350"/>
                </a:lnTo>
                <a:lnTo>
                  <a:pt x="399075" y="48150"/>
                </a:lnTo>
                <a:lnTo>
                  <a:pt x="399075" y="26250"/>
                </a:lnTo>
                <a:lnTo>
                  <a:pt x="399000" y="25275"/>
                </a:lnTo>
                <a:lnTo>
                  <a:pt x="398925" y="24375"/>
                </a:lnTo>
                <a:lnTo>
                  <a:pt x="398775" y="23625"/>
                </a:lnTo>
                <a:lnTo>
                  <a:pt x="398550" y="22875"/>
                </a:lnTo>
                <a:lnTo>
                  <a:pt x="398250" y="22200"/>
                </a:lnTo>
                <a:lnTo>
                  <a:pt x="397875" y="21600"/>
                </a:lnTo>
                <a:lnTo>
                  <a:pt x="397500" y="21000"/>
                </a:lnTo>
                <a:lnTo>
                  <a:pt x="397050" y="20475"/>
                </a:lnTo>
                <a:lnTo>
                  <a:pt x="396600" y="20025"/>
                </a:lnTo>
                <a:lnTo>
                  <a:pt x="396075" y="19650"/>
                </a:lnTo>
                <a:lnTo>
                  <a:pt x="395475" y="19275"/>
                </a:lnTo>
                <a:lnTo>
                  <a:pt x="394875" y="19050"/>
                </a:lnTo>
                <a:lnTo>
                  <a:pt x="394350" y="18900"/>
                </a:lnTo>
                <a:lnTo>
                  <a:pt x="393675" y="18825"/>
                </a:lnTo>
                <a:lnTo>
                  <a:pt x="393000" y="18825"/>
                </a:lnTo>
                <a:lnTo>
                  <a:pt x="392475" y="18900"/>
                </a:lnTo>
                <a:lnTo>
                  <a:pt x="391875" y="19050"/>
                </a:lnTo>
                <a:lnTo>
                  <a:pt x="391200" y="19275"/>
                </a:lnTo>
                <a:lnTo>
                  <a:pt x="390375" y="19725"/>
                </a:lnTo>
                <a:lnTo>
                  <a:pt x="389850" y="20100"/>
                </a:lnTo>
                <a:lnTo>
                  <a:pt x="389475" y="20475"/>
                </a:lnTo>
                <a:lnTo>
                  <a:pt x="388725" y="21300"/>
                </a:lnTo>
                <a:lnTo>
                  <a:pt x="388125" y="22200"/>
                </a:lnTo>
                <a:lnTo>
                  <a:pt x="387600" y="23325"/>
                </a:lnTo>
                <a:lnTo>
                  <a:pt x="387225" y="24450"/>
                </a:lnTo>
                <a:lnTo>
                  <a:pt x="387000" y="25725"/>
                </a:lnTo>
                <a:lnTo>
                  <a:pt x="386850" y="27000"/>
                </a:lnTo>
                <a:lnTo>
                  <a:pt x="386850" y="62400"/>
                </a:lnTo>
                <a:lnTo>
                  <a:pt x="387225" y="63600"/>
                </a:lnTo>
                <a:lnTo>
                  <a:pt x="387825" y="64950"/>
                </a:lnTo>
                <a:lnTo>
                  <a:pt x="389100" y="65250"/>
                </a:lnTo>
                <a:lnTo>
                  <a:pt x="389100" y="66750"/>
                </a:lnTo>
                <a:lnTo>
                  <a:pt x="378450" y="66750"/>
                </a:lnTo>
                <a:lnTo>
                  <a:pt x="378450" y="65250"/>
                </a:lnTo>
                <a:lnTo>
                  <a:pt x="379725" y="64950"/>
                </a:lnTo>
                <a:close/>
                <a:moveTo>
                  <a:pt x="415725" y="65250"/>
                </a:moveTo>
                <a:lnTo>
                  <a:pt x="417000" y="64950"/>
                </a:lnTo>
                <a:lnTo>
                  <a:pt x="417600" y="63675"/>
                </a:lnTo>
                <a:lnTo>
                  <a:pt x="417975" y="62475"/>
                </a:lnTo>
                <a:lnTo>
                  <a:pt x="417975" y="26850"/>
                </a:lnTo>
                <a:lnTo>
                  <a:pt x="418125" y="25050"/>
                </a:lnTo>
                <a:lnTo>
                  <a:pt x="418425" y="23325"/>
                </a:lnTo>
                <a:lnTo>
                  <a:pt x="418875" y="21900"/>
                </a:lnTo>
                <a:lnTo>
                  <a:pt x="419100" y="21150"/>
                </a:lnTo>
                <a:lnTo>
                  <a:pt x="419475" y="20475"/>
                </a:lnTo>
                <a:lnTo>
                  <a:pt x="420150" y="19275"/>
                </a:lnTo>
                <a:lnTo>
                  <a:pt x="420900" y="18300"/>
                </a:lnTo>
                <a:lnTo>
                  <a:pt x="421875" y="17325"/>
                </a:lnTo>
                <a:lnTo>
                  <a:pt x="422850" y="16575"/>
                </a:lnTo>
                <a:lnTo>
                  <a:pt x="423900" y="15900"/>
                </a:lnTo>
                <a:lnTo>
                  <a:pt x="425100" y="15300"/>
                </a:lnTo>
                <a:lnTo>
                  <a:pt x="426375" y="14850"/>
                </a:lnTo>
                <a:lnTo>
                  <a:pt x="427800" y="14550"/>
                </a:lnTo>
                <a:lnTo>
                  <a:pt x="429225" y="14325"/>
                </a:lnTo>
                <a:lnTo>
                  <a:pt x="430725" y="14250"/>
                </a:lnTo>
                <a:lnTo>
                  <a:pt x="432225" y="14325"/>
                </a:lnTo>
                <a:lnTo>
                  <a:pt x="434025" y="14475"/>
                </a:lnTo>
                <a:lnTo>
                  <a:pt x="435600" y="14775"/>
                </a:lnTo>
                <a:lnTo>
                  <a:pt x="437400" y="15225"/>
                </a:lnTo>
                <a:lnTo>
                  <a:pt x="439050" y="15675"/>
                </a:lnTo>
                <a:lnTo>
                  <a:pt x="440925" y="16350"/>
                </a:lnTo>
                <a:lnTo>
                  <a:pt x="437925" y="20175"/>
                </a:lnTo>
                <a:lnTo>
                  <a:pt x="436800" y="19800"/>
                </a:lnTo>
                <a:lnTo>
                  <a:pt x="435600" y="19350"/>
                </a:lnTo>
                <a:lnTo>
                  <a:pt x="434625" y="19125"/>
                </a:lnTo>
                <a:lnTo>
                  <a:pt x="433500" y="18900"/>
                </a:lnTo>
                <a:lnTo>
                  <a:pt x="432450" y="18675"/>
                </a:lnTo>
                <a:lnTo>
                  <a:pt x="431550" y="18600"/>
                </a:lnTo>
                <a:lnTo>
                  <a:pt x="430575" y="18600"/>
                </a:lnTo>
                <a:lnTo>
                  <a:pt x="429750" y="18675"/>
                </a:lnTo>
                <a:lnTo>
                  <a:pt x="429000" y="18825"/>
                </a:lnTo>
                <a:lnTo>
                  <a:pt x="428325" y="19050"/>
                </a:lnTo>
                <a:lnTo>
                  <a:pt x="427650" y="19350"/>
                </a:lnTo>
                <a:lnTo>
                  <a:pt x="427125" y="19725"/>
                </a:lnTo>
                <a:lnTo>
                  <a:pt x="426525" y="20175"/>
                </a:lnTo>
                <a:lnTo>
                  <a:pt x="426075" y="20700"/>
                </a:lnTo>
                <a:lnTo>
                  <a:pt x="425625" y="21300"/>
                </a:lnTo>
                <a:lnTo>
                  <a:pt x="425250" y="21975"/>
                </a:lnTo>
                <a:lnTo>
                  <a:pt x="424800" y="23025"/>
                </a:lnTo>
                <a:lnTo>
                  <a:pt x="424425" y="24225"/>
                </a:lnTo>
                <a:lnTo>
                  <a:pt x="424200" y="25575"/>
                </a:lnTo>
                <a:lnTo>
                  <a:pt x="424125" y="26925"/>
                </a:lnTo>
                <a:lnTo>
                  <a:pt x="424125" y="62475"/>
                </a:lnTo>
                <a:lnTo>
                  <a:pt x="424500" y="63675"/>
                </a:lnTo>
                <a:lnTo>
                  <a:pt x="425100" y="64950"/>
                </a:lnTo>
                <a:lnTo>
                  <a:pt x="426375" y="65250"/>
                </a:lnTo>
                <a:lnTo>
                  <a:pt x="426375" y="66750"/>
                </a:lnTo>
                <a:lnTo>
                  <a:pt x="415725" y="66750"/>
                </a:lnTo>
                <a:close/>
                <a:moveTo>
                  <a:pt x="446850" y="65700"/>
                </a:moveTo>
                <a:lnTo>
                  <a:pt x="447975" y="64800"/>
                </a:lnTo>
                <a:lnTo>
                  <a:pt x="448875" y="63900"/>
                </a:lnTo>
                <a:lnTo>
                  <a:pt x="449625" y="63000"/>
                </a:lnTo>
                <a:lnTo>
                  <a:pt x="450000" y="62400"/>
                </a:lnTo>
                <a:lnTo>
                  <a:pt x="456450" y="51000"/>
                </a:lnTo>
                <a:lnTo>
                  <a:pt x="455100" y="50025"/>
                </a:lnTo>
                <a:lnTo>
                  <a:pt x="453900" y="49050"/>
                </a:lnTo>
                <a:lnTo>
                  <a:pt x="452775" y="47925"/>
                </a:lnTo>
                <a:lnTo>
                  <a:pt x="451650" y="46650"/>
                </a:lnTo>
                <a:lnTo>
                  <a:pt x="450750" y="45300"/>
                </a:lnTo>
                <a:lnTo>
                  <a:pt x="449850" y="43800"/>
                </a:lnTo>
                <a:lnTo>
                  <a:pt x="449100" y="42300"/>
                </a:lnTo>
                <a:lnTo>
                  <a:pt x="448500" y="40650"/>
                </a:lnTo>
                <a:lnTo>
                  <a:pt x="447975" y="38925"/>
                </a:lnTo>
                <a:lnTo>
                  <a:pt x="447600" y="37200"/>
                </a:lnTo>
                <a:lnTo>
                  <a:pt x="447375" y="35400"/>
                </a:lnTo>
                <a:lnTo>
                  <a:pt x="447300" y="33675"/>
                </a:lnTo>
                <a:lnTo>
                  <a:pt x="447375" y="31875"/>
                </a:lnTo>
                <a:lnTo>
                  <a:pt x="447525" y="30075"/>
                </a:lnTo>
                <a:lnTo>
                  <a:pt x="447825" y="28350"/>
                </a:lnTo>
                <a:lnTo>
                  <a:pt x="448275" y="26625"/>
                </a:lnTo>
                <a:lnTo>
                  <a:pt x="448725" y="25275"/>
                </a:lnTo>
                <a:lnTo>
                  <a:pt x="449250" y="24000"/>
                </a:lnTo>
                <a:lnTo>
                  <a:pt x="449850" y="22875"/>
                </a:lnTo>
                <a:lnTo>
                  <a:pt x="450525" y="21675"/>
                </a:lnTo>
                <a:lnTo>
                  <a:pt x="451275" y="20550"/>
                </a:lnTo>
                <a:lnTo>
                  <a:pt x="452025" y="19575"/>
                </a:lnTo>
                <a:lnTo>
                  <a:pt x="452850" y="18675"/>
                </a:lnTo>
                <a:lnTo>
                  <a:pt x="453750" y="17775"/>
                </a:lnTo>
                <a:lnTo>
                  <a:pt x="454950" y="16800"/>
                </a:lnTo>
                <a:lnTo>
                  <a:pt x="456000" y="16050"/>
                </a:lnTo>
                <a:lnTo>
                  <a:pt x="457350" y="15225"/>
                </a:lnTo>
                <a:lnTo>
                  <a:pt x="458550" y="14625"/>
                </a:lnTo>
                <a:lnTo>
                  <a:pt x="459225" y="14325"/>
                </a:lnTo>
                <a:lnTo>
                  <a:pt x="460050" y="14250"/>
                </a:lnTo>
                <a:lnTo>
                  <a:pt x="460800" y="14250"/>
                </a:lnTo>
                <a:lnTo>
                  <a:pt x="461550" y="14475"/>
                </a:lnTo>
                <a:lnTo>
                  <a:pt x="462450" y="14850"/>
                </a:lnTo>
                <a:lnTo>
                  <a:pt x="463500" y="15450"/>
                </a:lnTo>
                <a:lnTo>
                  <a:pt x="464400" y="16050"/>
                </a:lnTo>
                <a:lnTo>
                  <a:pt x="465300" y="16650"/>
                </a:lnTo>
                <a:lnTo>
                  <a:pt x="466200" y="17325"/>
                </a:lnTo>
                <a:lnTo>
                  <a:pt x="466950" y="18000"/>
                </a:lnTo>
                <a:lnTo>
                  <a:pt x="467700" y="18750"/>
                </a:lnTo>
                <a:lnTo>
                  <a:pt x="468375" y="19575"/>
                </a:lnTo>
                <a:lnTo>
                  <a:pt x="469050" y="20400"/>
                </a:lnTo>
                <a:lnTo>
                  <a:pt x="469725" y="21375"/>
                </a:lnTo>
                <a:lnTo>
                  <a:pt x="470250" y="22200"/>
                </a:lnTo>
                <a:lnTo>
                  <a:pt x="470775" y="23250"/>
                </a:lnTo>
                <a:lnTo>
                  <a:pt x="471225" y="24150"/>
                </a:lnTo>
                <a:lnTo>
                  <a:pt x="471675" y="25275"/>
                </a:lnTo>
                <a:lnTo>
                  <a:pt x="472050" y="26400"/>
                </a:lnTo>
                <a:lnTo>
                  <a:pt x="472425" y="27525"/>
                </a:lnTo>
                <a:lnTo>
                  <a:pt x="472725" y="29100"/>
                </a:lnTo>
                <a:lnTo>
                  <a:pt x="473025" y="30900"/>
                </a:lnTo>
                <a:lnTo>
                  <a:pt x="473100" y="32625"/>
                </a:lnTo>
                <a:lnTo>
                  <a:pt x="473100" y="34425"/>
                </a:lnTo>
                <a:lnTo>
                  <a:pt x="472950" y="36225"/>
                </a:lnTo>
                <a:lnTo>
                  <a:pt x="472725" y="37800"/>
                </a:lnTo>
                <a:lnTo>
                  <a:pt x="472275" y="39525"/>
                </a:lnTo>
                <a:lnTo>
                  <a:pt x="471825" y="41025"/>
                </a:lnTo>
                <a:lnTo>
                  <a:pt x="471150" y="42675"/>
                </a:lnTo>
                <a:lnTo>
                  <a:pt x="470475" y="44100"/>
                </a:lnTo>
                <a:lnTo>
                  <a:pt x="469575" y="45525"/>
                </a:lnTo>
                <a:lnTo>
                  <a:pt x="468675" y="46800"/>
                </a:lnTo>
                <a:lnTo>
                  <a:pt x="467550" y="48075"/>
                </a:lnTo>
                <a:lnTo>
                  <a:pt x="466500" y="49125"/>
                </a:lnTo>
                <a:lnTo>
                  <a:pt x="465300" y="50025"/>
                </a:lnTo>
                <a:lnTo>
                  <a:pt x="463950" y="51000"/>
                </a:lnTo>
                <a:lnTo>
                  <a:pt x="470475" y="62400"/>
                </a:lnTo>
                <a:lnTo>
                  <a:pt x="470850" y="63000"/>
                </a:lnTo>
                <a:lnTo>
                  <a:pt x="471600" y="63900"/>
                </a:lnTo>
                <a:lnTo>
                  <a:pt x="472650" y="64950"/>
                </a:lnTo>
                <a:lnTo>
                  <a:pt x="473850" y="65850"/>
                </a:lnTo>
                <a:lnTo>
                  <a:pt x="475200" y="66750"/>
                </a:lnTo>
                <a:lnTo>
                  <a:pt x="469575" y="66750"/>
                </a:lnTo>
                <a:lnTo>
                  <a:pt x="466275" y="66750"/>
                </a:lnTo>
                <a:lnTo>
                  <a:pt x="464025" y="66750"/>
                </a:lnTo>
                <a:lnTo>
                  <a:pt x="464175" y="66300"/>
                </a:lnTo>
                <a:lnTo>
                  <a:pt x="464325" y="65850"/>
                </a:lnTo>
                <a:lnTo>
                  <a:pt x="464475" y="65400"/>
                </a:lnTo>
                <a:lnTo>
                  <a:pt x="464475" y="64950"/>
                </a:lnTo>
                <a:lnTo>
                  <a:pt x="464475" y="64200"/>
                </a:lnTo>
                <a:lnTo>
                  <a:pt x="464325" y="63750"/>
                </a:lnTo>
                <a:lnTo>
                  <a:pt x="464250" y="63300"/>
                </a:lnTo>
                <a:lnTo>
                  <a:pt x="463800" y="62400"/>
                </a:lnTo>
                <a:lnTo>
                  <a:pt x="460200" y="56100"/>
                </a:lnTo>
                <a:lnTo>
                  <a:pt x="456675" y="62400"/>
                </a:lnTo>
                <a:lnTo>
                  <a:pt x="456225" y="63300"/>
                </a:lnTo>
                <a:lnTo>
                  <a:pt x="456000" y="64050"/>
                </a:lnTo>
                <a:lnTo>
                  <a:pt x="456000" y="64500"/>
                </a:lnTo>
                <a:lnTo>
                  <a:pt x="456000" y="64950"/>
                </a:lnTo>
                <a:lnTo>
                  <a:pt x="456000" y="65400"/>
                </a:lnTo>
                <a:lnTo>
                  <a:pt x="456075" y="65850"/>
                </a:lnTo>
                <a:lnTo>
                  <a:pt x="456225" y="66300"/>
                </a:lnTo>
                <a:lnTo>
                  <a:pt x="456450" y="66750"/>
                </a:lnTo>
                <a:lnTo>
                  <a:pt x="454200" y="66750"/>
                </a:lnTo>
                <a:lnTo>
                  <a:pt x="450825" y="66750"/>
                </a:lnTo>
                <a:lnTo>
                  <a:pt x="445275" y="66750"/>
                </a:lnTo>
                <a:close/>
                <a:moveTo>
                  <a:pt x="459225" y="20025"/>
                </a:moveTo>
                <a:lnTo>
                  <a:pt x="458475" y="20625"/>
                </a:lnTo>
                <a:lnTo>
                  <a:pt x="457875" y="21225"/>
                </a:lnTo>
                <a:lnTo>
                  <a:pt x="457200" y="21975"/>
                </a:lnTo>
                <a:lnTo>
                  <a:pt x="456675" y="22725"/>
                </a:lnTo>
                <a:lnTo>
                  <a:pt x="456150" y="23475"/>
                </a:lnTo>
                <a:lnTo>
                  <a:pt x="455625" y="24375"/>
                </a:lnTo>
                <a:lnTo>
                  <a:pt x="455100" y="25350"/>
                </a:lnTo>
                <a:lnTo>
                  <a:pt x="454725" y="26325"/>
                </a:lnTo>
                <a:lnTo>
                  <a:pt x="454425" y="27225"/>
                </a:lnTo>
                <a:lnTo>
                  <a:pt x="454125" y="28200"/>
                </a:lnTo>
                <a:lnTo>
                  <a:pt x="453825" y="29325"/>
                </a:lnTo>
                <a:lnTo>
                  <a:pt x="453675" y="30375"/>
                </a:lnTo>
                <a:lnTo>
                  <a:pt x="453525" y="31350"/>
                </a:lnTo>
                <a:lnTo>
                  <a:pt x="453450" y="32400"/>
                </a:lnTo>
                <a:lnTo>
                  <a:pt x="453450" y="33600"/>
                </a:lnTo>
                <a:lnTo>
                  <a:pt x="453525" y="34800"/>
                </a:lnTo>
                <a:lnTo>
                  <a:pt x="453600" y="35850"/>
                </a:lnTo>
                <a:lnTo>
                  <a:pt x="453750" y="36825"/>
                </a:lnTo>
                <a:lnTo>
                  <a:pt x="453975" y="37875"/>
                </a:lnTo>
                <a:lnTo>
                  <a:pt x="454275" y="39000"/>
                </a:lnTo>
                <a:lnTo>
                  <a:pt x="454575" y="39975"/>
                </a:lnTo>
                <a:lnTo>
                  <a:pt x="454950" y="40875"/>
                </a:lnTo>
                <a:lnTo>
                  <a:pt x="455325" y="41775"/>
                </a:lnTo>
                <a:lnTo>
                  <a:pt x="455775" y="42600"/>
                </a:lnTo>
                <a:lnTo>
                  <a:pt x="456300" y="43425"/>
                </a:lnTo>
                <a:lnTo>
                  <a:pt x="456825" y="44250"/>
                </a:lnTo>
                <a:lnTo>
                  <a:pt x="457425" y="45000"/>
                </a:lnTo>
                <a:lnTo>
                  <a:pt x="458025" y="45675"/>
                </a:lnTo>
                <a:lnTo>
                  <a:pt x="458700" y="46275"/>
                </a:lnTo>
                <a:lnTo>
                  <a:pt x="459450" y="46875"/>
                </a:lnTo>
                <a:lnTo>
                  <a:pt x="460200" y="47475"/>
                </a:lnTo>
                <a:lnTo>
                  <a:pt x="461025" y="46875"/>
                </a:lnTo>
                <a:lnTo>
                  <a:pt x="461700" y="46275"/>
                </a:lnTo>
                <a:lnTo>
                  <a:pt x="462375" y="45675"/>
                </a:lnTo>
                <a:lnTo>
                  <a:pt x="463125" y="44850"/>
                </a:lnTo>
                <a:lnTo>
                  <a:pt x="463725" y="44100"/>
                </a:lnTo>
                <a:lnTo>
                  <a:pt x="464250" y="43350"/>
                </a:lnTo>
                <a:lnTo>
                  <a:pt x="464700" y="42525"/>
                </a:lnTo>
                <a:lnTo>
                  <a:pt x="465225" y="41475"/>
                </a:lnTo>
                <a:lnTo>
                  <a:pt x="465675" y="40575"/>
                </a:lnTo>
                <a:lnTo>
                  <a:pt x="465975" y="39600"/>
                </a:lnTo>
                <a:lnTo>
                  <a:pt x="466275" y="38625"/>
                </a:lnTo>
                <a:lnTo>
                  <a:pt x="466575" y="37500"/>
                </a:lnTo>
                <a:lnTo>
                  <a:pt x="466725" y="36525"/>
                </a:lnTo>
                <a:lnTo>
                  <a:pt x="466875" y="35325"/>
                </a:lnTo>
                <a:lnTo>
                  <a:pt x="466950" y="34275"/>
                </a:lnTo>
                <a:lnTo>
                  <a:pt x="467025" y="33075"/>
                </a:lnTo>
                <a:lnTo>
                  <a:pt x="466950" y="31875"/>
                </a:lnTo>
                <a:lnTo>
                  <a:pt x="466875" y="30900"/>
                </a:lnTo>
                <a:lnTo>
                  <a:pt x="466650" y="29700"/>
                </a:lnTo>
                <a:lnTo>
                  <a:pt x="466425" y="28725"/>
                </a:lnTo>
                <a:lnTo>
                  <a:pt x="466125" y="27525"/>
                </a:lnTo>
                <a:lnTo>
                  <a:pt x="465825" y="26625"/>
                </a:lnTo>
                <a:lnTo>
                  <a:pt x="465375" y="25500"/>
                </a:lnTo>
                <a:lnTo>
                  <a:pt x="464925" y="24675"/>
                </a:lnTo>
                <a:lnTo>
                  <a:pt x="464400" y="23625"/>
                </a:lnTo>
                <a:lnTo>
                  <a:pt x="463800" y="22725"/>
                </a:lnTo>
                <a:lnTo>
                  <a:pt x="463125" y="21825"/>
                </a:lnTo>
                <a:lnTo>
                  <a:pt x="462375" y="21000"/>
                </a:lnTo>
                <a:lnTo>
                  <a:pt x="461400" y="20100"/>
                </a:lnTo>
                <a:lnTo>
                  <a:pt x="460200" y="19275"/>
                </a:lnTo>
                <a:close/>
                <a:moveTo>
                  <a:pt x="526500" y="48600"/>
                </a:moveTo>
                <a:lnTo>
                  <a:pt x="526950" y="49200"/>
                </a:lnTo>
                <a:lnTo>
                  <a:pt x="527400" y="49650"/>
                </a:lnTo>
                <a:lnTo>
                  <a:pt x="528000" y="50250"/>
                </a:lnTo>
                <a:lnTo>
                  <a:pt x="529275" y="51300"/>
                </a:lnTo>
                <a:lnTo>
                  <a:pt x="530100" y="51900"/>
                </a:lnTo>
                <a:lnTo>
                  <a:pt x="531000" y="52500"/>
                </a:lnTo>
                <a:lnTo>
                  <a:pt x="526800" y="52500"/>
                </a:lnTo>
                <a:lnTo>
                  <a:pt x="501300" y="52500"/>
                </a:lnTo>
                <a:lnTo>
                  <a:pt x="501150" y="52350"/>
                </a:lnTo>
                <a:lnTo>
                  <a:pt x="500925" y="52125"/>
                </a:lnTo>
                <a:lnTo>
                  <a:pt x="500700" y="51825"/>
                </a:lnTo>
                <a:lnTo>
                  <a:pt x="500625" y="51600"/>
                </a:lnTo>
                <a:lnTo>
                  <a:pt x="500550" y="51300"/>
                </a:lnTo>
                <a:lnTo>
                  <a:pt x="500475" y="51000"/>
                </a:lnTo>
                <a:lnTo>
                  <a:pt x="500475" y="46500"/>
                </a:lnTo>
                <a:lnTo>
                  <a:pt x="506625" y="46500"/>
                </a:lnTo>
                <a:lnTo>
                  <a:pt x="506625" y="48750"/>
                </a:lnTo>
                <a:lnTo>
                  <a:pt x="519900" y="48750"/>
                </a:lnTo>
                <a:lnTo>
                  <a:pt x="519525" y="48150"/>
                </a:lnTo>
                <a:lnTo>
                  <a:pt x="502050" y="18300"/>
                </a:lnTo>
                <a:lnTo>
                  <a:pt x="501750" y="17850"/>
                </a:lnTo>
                <a:lnTo>
                  <a:pt x="501300" y="17250"/>
                </a:lnTo>
                <a:lnTo>
                  <a:pt x="500325" y="16350"/>
                </a:lnTo>
                <a:lnTo>
                  <a:pt x="499050" y="15300"/>
                </a:lnTo>
                <a:lnTo>
                  <a:pt x="497475" y="14250"/>
                </a:lnTo>
                <a:lnTo>
                  <a:pt x="501675" y="14250"/>
                </a:lnTo>
                <a:lnTo>
                  <a:pt x="527175" y="14250"/>
                </a:lnTo>
                <a:lnTo>
                  <a:pt x="527400" y="14400"/>
                </a:lnTo>
                <a:lnTo>
                  <a:pt x="527625" y="14625"/>
                </a:lnTo>
                <a:lnTo>
                  <a:pt x="527775" y="14925"/>
                </a:lnTo>
                <a:lnTo>
                  <a:pt x="527925" y="15150"/>
                </a:lnTo>
                <a:lnTo>
                  <a:pt x="528000" y="15450"/>
                </a:lnTo>
                <a:lnTo>
                  <a:pt x="528000" y="15750"/>
                </a:lnTo>
                <a:lnTo>
                  <a:pt x="528000" y="20250"/>
                </a:lnTo>
                <a:lnTo>
                  <a:pt x="521850" y="20250"/>
                </a:lnTo>
                <a:lnTo>
                  <a:pt x="521850" y="18000"/>
                </a:lnTo>
                <a:lnTo>
                  <a:pt x="508650" y="18000"/>
                </a:lnTo>
                <a:lnTo>
                  <a:pt x="508950" y="18600"/>
                </a:lnTo>
                <a:close/>
                <a:moveTo>
                  <a:pt x="542400" y="50700"/>
                </a:moveTo>
                <a:lnTo>
                  <a:pt x="543000" y="49350"/>
                </a:lnTo>
                <a:lnTo>
                  <a:pt x="543375" y="48150"/>
                </a:lnTo>
                <a:lnTo>
                  <a:pt x="543375" y="4425"/>
                </a:lnTo>
                <a:lnTo>
                  <a:pt x="537075" y="4425"/>
                </a:lnTo>
                <a:lnTo>
                  <a:pt x="537075" y="0"/>
                </a:lnTo>
                <a:lnTo>
                  <a:pt x="568575" y="0"/>
                </a:lnTo>
                <a:lnTo>
                  <a:pt x="568575" y="4425"/>
                </a:lnTo>
                <a:lnTo>
                  <a:pt x="549525" y="4425"/>
                </a:lnTo>
                <a:lnTo>
                  <a:pt x="549525" y="14175"/>
                </a:lnTo>
                <a:lnTo>
                  <a:pt x="551100" y="14325"/>
                </a:lnTo>
                <a:lnTo>
                  <a:pt x="552675" y="14475"/>
                </a:lnTo>
                <a:lnTo>
                  <a:pt x="554100" y="14700"/>
                </a:lnTo>
                <a:lnTo>
                  <a:pt x="555600" y="15075"/>
                </a:lnTo>
                <a:lnTo>
                  <a:pt x="556875" y="15450"/>
                </a:lnTo>
                <a:lnTo>
                  <a:pt x="558225" y="15975"/>
                </a:lnTo>
                <a:lnTo>
                  <a:pt x="559500" y="16575"/>
                </a:lnTo>
                <a:lnTo>
                  <a:pt x="560700" y="17250"/>
                </a:lnTo>
                <a:lnTo>
                  <a:pt x="561900" y="18000"/>
                </a:lnTo>
                <a:lnTo>
                  <a:pt x="563025" y="18900"/>
                </a:lnTo>
                <a:lnTo>
                  <a:pt x="564000" y="19725"/>
                </a:lnTo>
                <a:lnTo>
                  <a:pt x="564975" y="20700"/>
                </a:lnTo>
                <a:lnTo>
                  <a:pt x="565875" y="21750"/>
                </a:lnTo>
                <a:lnTo>
                  <a:pt x="566700" y="22875"/>
                </a:lnTo>
                <a:lnTo>
                  <a:pt x="567375" y="24000"/>
                </a:lnTo>
                <a:lnTo>
                  <a:pt x="567975" y="25200"/>
                </a:lnTo>
                <a:lnTo>
                  <a:pt x="568350" y="26175"/>
                </a:lnTo>
                <a:lnTo>
                  <a:pt x="568800" y="27225"/>
                </a:lnTo>
                <a:lnTo>
                  <a:pt x="569100" y="28350"/>
                </a:lnTo>
                <a:lnTo>
                  <a:pt x="569400" y="29475"/>
                </a:lnTo>
                <a:lnTo>
                  <a:pt x="569550" y="30450"/>
                </a:lnTo>
                <a:lnTo>
                  <a:pt x="569700" y="31575"/>
                </a:lnTo>
                <a:lnTo>
                  <a:pt x="569775" y="32700"/>
                </a:lnTo>
                <a:lnTo>
                  <a:pt x="569775" y="33900"/>
                </a:lnTo>
                <a:lnTo>
                  <a:pt x="569700" y="35025"/>
                </a:lnTo>
                <a:lnTo>
                  <a:pt x="569550" y="36150"/>
                </a:lnTo>
                <a:lnTo>
                  <a:pt x="569400" y="37275"/>
                </a:lnTo>
                <a:lnTo>
                  <a:pt x="569175" y="38250"/>
                </a:lnTo>
                <a:lnTo>
                  <a:pt x="568800" y="39375"/>
                </a:lnTo>
                <a:lnTo>
                  <a:pt x="568425" y="40425"/>
                </a:lnTo>
                <a:lnTo>
                  <a:pt x="568050" y="41400"/>
                </a:lnTo>
                <a:lnTo>
                  <a:pt x="567525" y="42450"/>
                </a:lnTo>
                <a:lnTo>
                  <a:pt x="566550" y="43950"/>
                </a:lnTo>
                <a:lnTo>
                  <a:pt x="565500" y="45450"/>
                </a:lnTo>
                <a:lnTo>
                  <a:pt x="564900" y="46125"/>
                </a:lnTo>
                <a:lnTo>
                  <a:pt x="564225" y="46800"/>
                </a:lnTo>
                <a:lnTo>
                  <a:pt x="562950" y="47925"/>
                </a:lnTo>
                <a:lnTo>
                  <a:pt x="561450" y="49050"/>
                </a:lnTo>
                <a:lnTo>
                  <a:pt x="559950" y="49950"/>
                </a:lnTo>
                <a:lnTo>
                  <a:pt x="559050" y="50400"/>
                </a:lnTo>
                <a:lnTo>
                  <a:pt x="558225" y="50775"/>
                </a:lnTo>
                <a:lnTo>
                  <a:pt x="556500" y="51375"/>
                </a:lnTo>
                <a:lnTo>
                  <a:pt x="555375" y="51750"/>
                </a:lnTo>
                <a:lnTo>
                  <a:pt x="554250" y="51975"/>
                </a:lnTo>
                <a:lnTo>
                  <a:pt x="553125" y="52200"/>
                </a:lnTo>
                <a:lnTo>
                  <a:pt x="551775" y="52425"/>
                </a:lnTo>
                <a:lnTo>
                  <a:pt x="551775" y="52500"/>
                </a:lnTo>
                <a:lnTo>
                  <a:pt x="550500" y="52500"/>
                </a:lnTo>
                <a:lnTo>
                  <a:pt x="546825" y="52500"/>
                </a:lnTo>
                <a:lnTo>
                  <a:pt x="541125" y="52500"/>
                </a:lnTo>
                <a:lnTo>
                  <a:pt x="541125" y="51000"/>
                </a:lnTo>
                <a:close/>
                <a:moveTo>
                  <a:pt x="551100" y="48000"/>
                </a:moveTo>
                <a:lnTo>
                  <a:pt x="552525" y="47775"/>
                </a:lnTo>
                <a:lnTo>
                  <a:pt x="553875" y="47400"/>
                </a:lnTo>
                <a:lnTo>
                  <a:pt x="555225" y="46875"/>
                </a:lnTo>
                <a:lnTo>
                  <a:pt x="556425" y="46275"/>
                </a:lnTo>
                <a:lnTo>
                  <a:pt x="557625" y="45600"/>
                </a:lnTo>
                <a:lnTo>
                  <a:pt x="558600" y="44775"/>
                </a:lnTo>
                <a:lnTo>
                  <a:pt x="559575" y="43875"/>
                </a:lnTo>
                <a:lnTo>
                  <a:pt x="560475" y="42825"/>
                </a:lnTo>
                <a:lnTo>
                  <a:pt x="561300" y="41625"/>
                </a:lnTo>
                <a:lnTo>
                  <a:pt x="561975" y="40425"/>
                </a:lnTo>
                <a:lnTo>
                  <a:pt x="562575" y="39000"/>
                </a:lnTo>
                <a:lnTo>
                  <a:pt x="563025" y="37650"/>
                </a:lnTo>
                <a:lnTo>
                  <a:pt x="563400" y="36300"/>
                </a:lnTo>
                <a:lnTo>
                  <a:pt x="563550" y="34875"/>
                </a:lnTo>
                <a:lnTo>
                  <a:pt x="563625" y="33300"/>
                </a:lnTo>
                <a:lnTo>
                  <a:pt x="563550" y="31725"/>
                </a:lnTo>
                <a:lnTo>
                  <a:pt x="563325" y="30375"/>
                </a:lnTo>
                <a:lnTo>
                  <a:pt x="563025" y="28950"/>
                </a:lnTo>
                <a:lnTo>
                  <a:pt x="562575" y="27600"/>
                </a:lnTo>
                <a:lnTo>
                  <a:pt x="561975" y="26325"/>
                </a:lnTo>
                <a:lnTo>
                  <a:pt x="561300" y="25125"/>
                </a:lnTo>
                <a:lnTo>
                  <a:pt x="560475" y="23925"/>
                </a:lnTo>
                <a:lnTo>
                  <a:pt x="559575" y="22875"/>
                </a:lnTo>
                <a:lnTo>
                  <a:pt x="558600" y="21975"/>
                </a:lnTo>
                <a:lnTo>
                  <a:pt x="557475" y="21075"/>
                </a:lnTo>
                <a:lnTo>
                  <a:pt x="556275" y="20400"/>
                </a:lnTo>
                <a:lnTo>
                  <a:pt x="555150" y="19800"/>
                </a:lnTo>
                <a:lnTo>
                  <a:pt x="553875" y="19350"/>
                </a:lnTo>
                <a:lnTo>
                  <a:pt x="552525" y="18975"/>
                </a:lnTo>
                <a:lnTo>
                  <a:pt x="551100" y="18750"/>
                </a:lnTo>
                <a:lnTo>
                  <a:pt x="549525" y="18600"/>
                </a:lnTo>
                <a:lnTo>
                  <a:pt x="549525" y="48150"/>
                </a:lnTo>
                <a:close/>
                <a:moveTo>
                  <a:pt x="580800" y="15675"/>
                </a:moveTo>
                <a:lnTo>
                  <a:pt x="580875" y="16800"/>
                </a:lnTo>
                <a:lnTo>
                  <a:pt x="581100" y="17925"/>
                </a:lnTo>
                <a:lnTo>
                  <a:pt x="581400" y="18975"/>
                </a:lnTo>
                <a:lnTo>
                  <a:pt x="581700" y="20025"/>
                </a:lnTo>
                <a:lnTo>
                  <a:pt x="582075" y="21075"/>
                </a:lnTo>
                <a:lnTo>
                  <a:pt x="582600" y="22050"/>
                </a:lnTo>
                <a:lnTo>
                  <a:pt x="583200" y="23175"/>
                </a:lnTo>
                <a:lnTo>
                  <a:pt x="583800" y="24150"/>
                </a:lnTo>
                <a:lnTo>
                  <a:pt x="584550" y="25200"/>
                </a:lnTo>
                <a:lnTo>
                  <a:pt x="585450" y="26325"/>
                </a:lnTo>
                <a:lnTo>
                  <a:pt x="586350" y="27375"/>
                </a:lnTo>
                <a:lnTo>
                  <a:pt x="587400" y="28425"/>
                </a:lnTo>
                <a:lnTo>
                  <a:pt x="588450" y="29475"/>
                </a:lnTo>
                <a:lnTo>
                  <a:pt x="591450" y="32175"/>
                </a:lnTo>
                <a:lnTo>
                  <a:pt x="591675" y="32400"/>
                </a:lnTo>
                <a:lnTo>
                  <a:pt x="591825" y="32700"/>
                </a:lnTo>
                <a:lnTo>
                  <a:pt x="591900" y="32925"/>
                </a:lnTo>
                <a:lnTo>
                  <a:pt x="591975" y="33225"/>
                </a:lnTo>
                <a:lnTo>
                  <a:pt x="591975" y="33525"/>
                </a:lnTo>
                <a:lnTo>
                  <a:pt x="591900" y="33825"/>
                </a:lnTo>
                <a:lnTo>
                  <a:pt x="591825" y="34050"/>
                </a:lnTo>
                <a:lnTo>
                  <a:pt x="591675" y="34350"/>
                </a:lnTo>
                <a:lnTo>
                  <a:pt x="591450" y="34575"/>
                </a:lnTo>
                <a:lnTo>
                  <a:pt x="589500" y="36375"/>
                </a:lnTo>
                <a:lnTo>
                  <a:pt x="588150" y="37575"/>
                </a:lnTo>
                <a:lnTo>
                  <a:pt x="586950" y="38775"/>
                </a:lnTo>
                <a:lnTo>
                  <a:pt x="585825" y="39975"/>
                </a:lnTo>
                <a:lnTo>
                  <a:pt x="585075" y="40875"/>
                </a:lnTo>
                <a:lnTo>
                  <a:pt x="584325" y="41850"/>
                </a:lnTo>
                <a:lnTo>
                  <a:pt x="583725" y="42750"/>
                </a:lnTo>
                <a:lnTo>
                  <a:pt x="583200" y="43575"/>
                </a:lnTo>
                <a:lnTo>
                  <a:pt x="582600" y="44700"/>
                </a:lnTo>
                <a:lnTo>
                  <a:pt x="582075" y="45675"/>
                </a:lnTo>
                <a:lnTo>
                  <a:pt x="581625" y="46875"/>
                </a:lnTo>
                <a:lnTo>
                  <a:pt x="581325" y="47925"/>
                </a:lnTo>
                <a:lnTo>
                  <a:pt x="581100" y="49050"/>
                </a:lnTo>
                <a:lnTo>
                  <a:pt x="580875" y="50100"/>
                </a:lnTo>
                <a:lnTo>
                  <a:pt x="580800" y="51300"/>
                </a:lnTo>
                <a:lnTo>
                  <a:pt x="580725" y="52500"/>
                </a:lnTo>
                <a:lnTo>
                  <a:pt x="574575" y="52500"/>
                </a:lnTo>
                <a:lnTo>
                  <a:pt x="574650" y="51075"/>
                </a:lnTo>
                <a:lnTo>
                  <a:pt x="574725" y="49950"/>
                </a:lnTo>
                <a:lnTo>
                  <a:pt x="574950" y="48600"/>
                </a:lnTo>
                <a:lnTo>
                  <a:pt x="575250" y="47325"/>
                </a:lnTo>
                <a:lnTo>
                  <a:pt x="575550" y="46200"/>
                </a:lnTo>
                <a:lnTo>
                  <a:pt x="576000" y="45000"/>
                </a:lnTo>
                <a:lnTo>
                  <a:pt x="576525" y="43800"/>
                </a:lnTo>
                <a:lnTo>
                  <a:pt x="577125" y="42600"/>
                </a:lnTo>
                <a:lnTo>
                  <a:pt x="577800" y="41475"/>
                </a:lnTo>
                <a:lnTo>
                  <a:pt x="578475" y="40350"/>
                </a:lnTo>
                <a:lnTo>
                  <a:pt x="579300" y="39225"/>
                </a:lnTo>
                <a:lnTo>
                  <a:pt x="580275" y="38025"/>
                </a:lnTo>
                <a:lnTo>
                  <a:pt x="581250" y="36900"/>
                </a:lnTo>
                <a:lnTo>
                  <a:pt x="582375" y="35700"/>
                </a:lnTo>
                <a:lnTo>
                  <a:pt x="583575" y="34575"/>
                </a:lnTo>
                <a:lnTo>
                  <a:pt x="584925" y="33375"/>
                </a:lnTo>
                <a:lnTo>
                  <a:pt x="582900" y="31500"/>
                </a:lnTo>
                <a:lnTo>
                  <a:pt x="581100" y="29625"/>
                </a:lnTo>
                <a:lnTo>
                  <a:pt x="579600" y="27900"/>
                </a:lnTo>
                <a:lnTo>
                  <a:pt x="578250" y="26025"/>
                </a:lnTo>
                <a:lnTo>
                  <a:pt x="577200" y="24300"/>
                </a:lnTo>
                <a:lnTo>
                  <a:pt x="576300" y="22575"/>
                </a:lnTo>
                <a:lnTo>
                  <a:pt x="575925" y="21525"/>
                </a:lnTo>
                <a:lnTo>
                  <a:pt x="575625" y="20700"/>
                </a:lnTo>
                <a:lnTo>
                  <a:pt x="575325" y="19650"/>
                </a:lnTo>
                <a:lnTo>
                  <a:pt x="575100" y="18825"/>
                </a:lnTo>
                <a:lnTo>
                  <a:pt x="574875" y="17700"/>
                </a:lnTo>
                <a:lnTo>
                  <a:pt x="574725" y="16575"/>
                </a:lnTo>
                <a:lnTo>
                  <a:pt x="574575" y="15450"/>
                </a:lnTo>
                <a:lnTo>
                  <a:pt x="574575" y="14250"/>
                </a:lnTo>
                <a:lnTo>
                  <a:pt x="580725" y="14250"/>
                </a:lnTo>
                <a:close/>
                <a:moveTo>
                  <a:pt x="602775" y="50700"/>
                </a:moveTo>
                <a:lnTo>
                  <a:pt x="603375" y="49350"/>
                </a:lnTo>
                <a:lnTo>
                  <a:pt x="603750" y="48150"/>
                </a:lnTo>
                <a:lnTo>
                  <a:pt x="603750" y="4425"/>
                </a:lnTo>
                <a:lnTo>
                  <a:pt x="597450" y="4425"/>
                </a:lnTo>
                <a:lnTo>
                  <a:pt x="597450" y="0"/>
                </a:lnTo>
                <a:lnTo>
                  <a:pt x="628950" y="0"/>
                </a:lnTo>
                <a:lnTo>
                  <a:pt x="628950" y="4425"/>
                </a:lnTo>
                <a:lnTo>
                  <a:pt x="609900" y="4425"/>
                </a:lnTo>
                <a:lnTo>
                  <a:pt x="609900" y="14175"/>
                </a:lnTo>
                <a:lnTo>
                  <a:pt x="611475" y="14325"/>
                </a:lnTo>
                <a:lnTo>
                  <a:pt x="613050" y="14475"/>
                </a:lnTo>
                <a:lnTo>
                  <a:pt x="614475" y="14700"/>
                </a:lnTo>
                <a:lnTo>
                  <a:pt x="615975" y="15075"/>
                </a:lnTo>
                <a:lnTo>
                  <a:pt x="617250" y="15450"/>
                </a:lnTo>
                <a:lnTo>
                  <a:pt x="618600" y="15975"/>
                </a:lnTo>
                <a:lnTo>
                  <a:pt x="619875" y="16575"/>
                </a:lnTo>
                <a:lnTo>
                  <a:pt x="621075" y="17250"/>
                </a:lnTo>
                <a:lnTo>
                  <a:pt x="622275" y="18000"/>
                </a:lnTo>
                <a:lnTo>
                  <a:pt x="623400" y="18900"/>
                </a:lnTo>
                <a:lnTo>
                  <a:pt x="624375" y="19725"/>
                </a:lnTo>
                <a:lnTo>
                  <a:pt x="625350" y="20700"/>
                </a:lnTo>
                <a:lnTo>
                  <a:pt x="626250" y="21750"/>
                </a:lnTo>
                <a:lnTo>
                  <a:pt x="627075" y="22875"/>
                </a:lnTo>
                <a:lnTo>
                  <a:pt x="627750" y="24000"/>
                </a:lnTo>
                <a:lnTo>
                  <a:pt x="628350" y="25200"/>
                </a:lnTo>
                <a:lnTo>
                  <a:pt x="628725" y="26175"/>
                </a:lnTo>
                <a:lnTo>
                  <a:pt x="629175" y="27225"/>
                </a:lnTo>
                <a:lnTo>
                  <a:pt x="629475" y="28350"/>
                </a:lnTo>
                <a:lnTo>
                  <a:pt x="629775" y="29475"/>
                </a:lnTo>
                <a:lnTo>
                  <a:pt x="629925" y="30450"/>
                </a:lnTo>
                <a:lnTo>
                  <a:pt x="630075" y="31575"/>
                </a:lnTo>
                <a:lnTo>
                  <a:pt x="630150" y="32700"/>
                </a:lnTo>
                <a:lnTo>
                  <a:pt x="630150" y="33900"/>
                </a:lnTo>
                <a:lnTo>
                  <a:pt x="630075" y="35025"/>
                </a:lnTo>
                <a:lnTo>
                  <a:pt x="629925" y="36150"/>
                </a:lnTo>
                <a:lnTo>
                  <a:pt x="629775" y="37275"/>
                </a:lnTo>
                <a:lnTo>
                  <a:pt x="629550" y="38250"/>
                </a:lnTo>
                <a:lnTo>
                  <a:pt x="629175" y="39375"/>
                </a:lnTo>
                <a:lnTo>
                  <a:pt x="628800" y="40425"/>
                </a:lnTo>
                <a:lnTo>
                  <a:pt x="628425" y="41400"/>
                </a:lnTo>
                <a:lnTo>
                  <a:pt x="627900" y="42450"/>
                </a:lnTo>
                <a:lnTo>
                  <a:pt x="626925" y="43950"/>
                </a:lnTo>
                <a:lnTo>
                  <a:pt x="625875" y="45450"/>
                </a:lnTo>
                <a:lnTo>
                  <a:pt x="625275" y="46125"/>
                </a:lnTo>
                <a:lnTo>
                  <a:pt x="624600" y="46800"/>
                </a:lnTo>
                <a:lnTo>
                  <a:pt x="623325" y="47925"/>
                </a:lnTo>
                <a:lnTo>
                  <a:pt x="621825" y="49050"/>
                </a:lnTo>
                <a:lnTo>
                  <a:pt x="620325" y="49950"/>
                </a:lnTo>
                <a:lnTo>
                  <a:pt x="619425" y="50400"/>
                </a:lnTo>
                <a:lnTo>
                  <a:pt x="618600" y="50775"/>
                </a:lnTo>
                <a:lnTo>
                  <a:pt x="616875" y="51375"/>
                </a:lnTo>
                <a:lnTo>
                  <a:pt x="615750" y="51750"/>
                </a:lnTo>
                <a:lnTo>
                  <a:pt x="614625" y="51975"/>
                </a:lnTo>
                <a:lnTo>
                  <a:pt x="613500" y="52200"/>
                </a:lnTo>
                <a:lnTo>
                  <a:pt x="612150" y="52425"/>
                </a:lnTo>
                <a:lnTo>
                  <a:pt x="612150" y="52500"/>
                </a:lnTo>
                <a:lnTo>
                  <a:pt x="610875" y="52500"/>
                </a:lnTo>
                <a:lnTo>
                  <a:pt x="607200" y="52500"/>
                </a:lnTo>
                <a:lnTo>
                  <a:pt x="601500" y="52500"/>
                </a:lnTo>
                <a:lnTo>
                  <a:pt x="601500" y="51000"/>
                </a:lnTo>
                <a:close/>
                <a:moveTo>
                  <a:pt x="611475" y="48000"/>
                </a:moveTo>
                <a:lnTo>
                  <a:pt x="612900" y="47775"/>
                </a:lnTo>
                <a:lnTo>
                  <a:pt x="614250" y="47400"/>
                </a:lnTo>
                <a:lnTo>
                  <a:pt x="615600" y="46875"/>
                </a:lnTo>
                <a:lnTo>
                  <a:pt x="616800" y="46275"/>
                </a:lnTo>
                <a:lnTo>
                  <a:pt x="618000" y="45600"/>
                </a:lnTo>
                <a:lnTo>
                  <a:pt x="618975" y="44775"/>
                </a:lnTo>
                <a:lnTo>
                  <a:pt x="619950" y="43875"/>
                </a:lnTo>
                <a:lnTo>
                  <a:pt x="620850" y="42825"/>
                </a:lnTo>
                <a:lnTo>
                  <a:pt x="621675" y="41625"/>
                </a:lnTo>
                <a:lnTo>
                  <a:pt x="622350" y="40425"/>
                </a:lnTo>
                <a:lnTo>
                  <a:pt x="622950" y="39000"/>
                </a:lnTo>
                <a:lnTo>
                  <a:pt x="623400" y="37650"/>
                </a:lnTo>
                <a:lnTo>
                  <a:pt x="623775" y="36300"/>
                </a:lnTo>
                <a:lnTo>
                  <a:pt x="623925" y="34875"/>
                </a:lnTo>
                <a:lnTo>
                  <a:pt x="624000" y="33300"/>
                </a:lnTo>
                <a:lnTo>
                  <a:pt x="623925" y="31725"/>
                </a:lnTo>
                <a:lnTo>
                  <a:pt x="623700" y="30375"/>
                </a:lnTo>
                <a:lnTo>
                  <a:pt x="623400" y="28950"/>
                </a:lnTo>
                <a:lnTo>
                  <a:pt x="622950" y="27600"/>
                </a:lnTo>
                <a:lnTo>
                  <a:pt x="622350" y="26325"/>
                </a:lnTo>
                <a:lnTo>
                  <a:pt x="621675" y="25125"/>
                </a:lnTo>
                <a:lnTo>
                  <a:pt x="620850" y="23925"/>
                </a:lnTo>
                <a:lnTo>
                  <a:pt x="619950" y="22875"/>
                </a:lnTo>
                <a:lnTo>
                  <a:pt x="618975" y="21975"/>
                </a:lnTo>
                <a:lnTo>
                  <a:pt x="617850" y="21075"/>
                </a:lnTo>
                <a:lnTo>
                  <a:pt x="616650" y="20400"/>
                </a:lnTo>
                <a:lnTo>
                  <a:pt x="615525" y="19800"/>
                </a:lnTo>
                <a:lnTo>
                  <a:pt x="614250" y="19350"/>
                </a:lnTo>
                <a:lnTo>
                  <a:pt x="612900" y="18975"/>
                </a:lnTo>
                <a:lnTo>
                  <a:pt x="611475" y="18750"/>
                </a:lnTo>
                <a:lnTo>
                  <a:pt x="609900" y="18600"/>
                </a:lnTo>
                <a:lnTo>
                  <a:pt x="609900" y="48150"/>
                </a:lnTo>
                <a:close/>
                <a:moveTo>
                  <a:pt x="656925" y="49350"/>
                </a:moveTo>
                <a:lnTo>
                  <a:pt x="657300" y="48150"/>
                </a:lnTo>
                <a:lnTo>
                  <a:pt x="657300" y="27750"/>
                </a:lnTo>
                <a:lnTo>
                  <a:pt x="657300" y="26850"/>
                </a:lnTo>
                <a:lnTo>
                  <a:pt x="657450" y="25875"/>
                </a:lnTo>
                <a:lnTo>
                  <a:pt x="657525" y="25050"/>
                </a:lnTo>
                <a:lnTo>
                  <a:pt x="657750" y="24075"/>
                </a:lnTo>
                <a:lnTo>
                  <a:pt x="658050" y="23175"/>
                </a:lnTo>
                <a:lnTo>
                  <a:pt x="658425" y="22275"/>
                </a:lnTo>
                <a:lnTo>
                  <a:pt x="658725" y="21525"/>
                </a:lnTo>
                <a:lnTo>
                  <a:pt x="659250" y="20700"/>
                </a:lnTo>
                <a:lnTo>
                  <a:pt x="659700" y="19950"/>
                </a:lnTo>
                <a:lnTo>
                  <a:pt x="660300" y="19275"/>
                </a:lnTo>
                <a:lnTo>
                  <a:pt x="661050" y="18450"/>
                </a:lnTo>
                <a:lnTo>
                  <a:pt x="661950" y="17700"/>
                </a:lnTo>
                <a:lnTo>
                  <a:pt x="663000" y="16950"/>
                </a:lnTo>
                <a:lnTo>
                  <a:pt x="663975" y="16275"/>
                </a:lnTo>
                <a:lnTo>
                  <a:pt x="665175" y="15750"/>
                </a:lnTo>
                <a:lnTo>
                  <a:pt x="666300" y="15300"/>
                </a:lnTo>
                <a:lnTo>
                  <a:pt x="667575" y="14925"/>
                </a:lnTo>
                <a:lnTo>
                  <a:pt x="668775" y="14625"/>
                </a:lnTo>
                <a:lnTo>
                  <a:pt x="669750" y="14475"/>
                </a:lnTo>
                <a:lnTo>
                  <a:pt x="670875" y="14400"/>
                </a:lnTo>
                <a:lnTo>
                  <a:pt x="671925" y="14400"/>
                </a:lnTo>
                <a:lnTo>
                  <a:pt x="673050" y="14400"/>
                </a:lnTo>
                <a:lnTo>
                  <a:pt x="674100" y="14475"/>
                </a:lnTo>
                <a:lnTo>
                  <a:pt x="675150" y="14700"/>
                </a:lnTo>
                <a:lnTo>
                  <a:pt x="676200" y="14925"/>
                </a:lnTo>
                <a:lnTo>
                  <a:pt x="677175" y="15225"/>
                </a:lnTo>
                <a:lnTo>
                  <a:pt x="677175" y="14250"/>
                </a:lnTo>
                <a:lnTo>
                  <a:pt x="687825" y="14250"/>
                </a:lnTo>
                <a:lnTo>
                  <a:pt x="687825" y="15750"/>
                </a:lnTo>
                <a:lnTo>
                  <a:pt x="686550" y="16050"/>
                </a:lnTo>
                <a:lnTo>
                  <a:pt x="685950" y="17400"/>
                </a:lnTo>
                <a:lnTo>
                  <a:pt x="685575" y="18600"/>
                </a:lnTo>
                <a:lnTo>
                  <a:pt x="685575" y="48150"/>
                </a:lnTo>
                <a:lnTo>
                  <a:pt x="685950" y="49350"/>
                </a:lnTo>
                <a:lnTo>
                  <a:pt x="686550" y="50700"/>
                </a:lnTo>
                <a:lnTo>
                  <a:pt x="687825" y="51000"/>
                </a:lnTo>
                <a:lnTo>
                  <a:pt x="687825" y="52500"/>
                </a:lnTo>
                <a:lnTo>
                  <a:pt x="677175" y="52500"/>
                </a:lnTo>
                <a:lnTo>
                  <a:pt x="677175" y="51000"/>
                </a:lnTo>
                <a:lnTo>
                  <a:pt x="678450" y="50700"/>
                </a:lnTo>
                <a:lnTo>
                  <a:pt x="679050" y="49350"/>
                </a:lnTo>
                <a:lnTo>
                  <a:pt x="679425" y="48150"/>
                </a:lnTo>
                <a:lnTo>
                  <a:pt x="679425" y="26250"/>
                </a:lnTo>
                <a:lnTo>
                  <a:pt x="679425" y="25650"/>
                </a:lnTo>
                <a:lnTo>
                  <a:pt x="679350" y="24975"/>
                </a:lnTo>
                <a:lnTo>
                  <a:pt x="679200" y="24300"/>
                </a:lnTo>
                <a:lnTo>
                  <a:pt x="679050" y="23700"/>
                </a:lnTo>
                <a:lnTo>
                  <a:pt x="678825" y="23100"/>
                </a:lnTo>
                <a:lnTo>
                  <a:pt x="678600" y="22575"/>
                </a:lnTo>
                <a:lnTo>
                  <a:pt x="678300" y="22050"/>
                </a:lnTo>
                <a:lnTo>
                  <a:pt x="677925" y="21525"/>
                </a:lnTo>
                <a:lnTo>
                  <a:pt x="677550" y="21150"/>
                </a:lnTo>
                <a:lnTo>
                  <a:pt x="677100" y="20700"/>
                </a:lnTo>
                <a:lnTo>
                  <a:pt x="676650" y="20325"/>
                </a:lnTo>
                <a:lnTo>
                  <a:pt x="676200" y="19950"/>
                </a:lnTo>
                <a:lnTo>
                  <a:pt x="675675" y="19650"/>
                </a:lnTo>
                <a:lnTo>
                  <a:pt x="675000" y="19350"/>
                </a:lnTo>
                <a:lnTo>
                  <a:pt x="674475" y="19200"/>
                </a:lnTo>
                <a:lnTo>
                  <a:pt x="673800" y="18975"/>
                </a:lnTo>
                <a:lnTo>
                  <a:pt x="673125" y="18900"/>
                </a:lnTo>
                <a:lnTo>
                  <a:pt x="672375" y="18825"/>
                </a:lnTo>
                <a:lnTo>
                  <a:pt x="671550" y="18825"/>
                </a:lnTo>
                <a:lnTo>
                  <a:pt x="670875" y="18825"/>
                </a:lnTo>
                <a:lnTo>
                  <a:pt x="670050" y="18975"/>
                </a:lnTo>
                <a:lnTo>
                  <a:pt x="669375" y="19125"/>
                </a:lnTo>
                <a:lnTo>
                  <a:pt x="668700" y="19425"/>
                </a:lnTo>
                <a:lnTo>
                  <a:pt x="668025" y="19725"/>
                </a:lnTo>
                <a:lnTo>
                  <a:pt x="667350" y="20100"/>
                </a:lnTo>
                <a:lnTo>
                  <a:pt x="666675" y="20475"/>
                </a:lnTo>
                <a:lnTo>
                  <a:pt x="666075" y="21000"/>
                </a:lnTo>
                <a:lnTo>
                  <a:pt x="665625" y="21525"/>
                </a:lnTo>
                <a:lnTo>
                  <a:pt x="665175" y="22050"/>
                </a:lnTo>
                <a:lnTo>
                  <a:pt x="664725" y="22650"/>
                </a:lnTo>
                <a:lnTo>
                  <a:pt x="664350" y="23325"/>
                </a:lnTo>
                <a:lnTo>
                  <a:pt x="664125" y="23925"/>
                </a:lnTo>
                <a:lnTo>
                  <a:pt x="663825" y="24750"/>
                </a:lnTo>
                <a:lnTo>
                  <a:pt x="663675" y="25500"/>
                </a:lnTo>
                <a:lnTo>
                  <a:pt x="663525" y="26550"/>
                </a:lnTo>
                <a:lnTo>
                  <a:pt x="663450" y="27600"/>
                </a:lnTo>
                <a:lnTo>
                  <a:pt x="663450" y="48150"/>
                </a:lnTo>
                <a:lnTo>
                  <a:pt x="663825" y="49350"/>
                </a:lnTo>
                <a:lnTo>
                  <a:pt x="664425" y="50700"/>
                </a:lnTo>
                <a:lnTo>
                  <a:pt x="665700" y="51000"/>
                </a:lnTo>
                <a:lnTo>
                  <a:pt x="665700" y="52500"/>
                </a:lnTo>
                <a:lnTo>
                  <a:pt x="655050" y="52500"/>
                </a:lnTo>
                <a:lnTo>
                  <a:pt x="655050" y="51000"/>
                </a:lnTo>
                <a:lnTo>
                  <a:pt x="656325" y="50700"/>
                </a:lnTo>
                <a:close/>
                <a:moveTo>
                  <a:pt x="696075" y="65250"/>
                </a:moveTo>
                <a:lnTo>
                  <a:pt x="697350" y="64950"/>
                </a:lnTo>
                <a:lnTo>
                  <a:pt x="697950" y="63675"/>
                </a:lnTo>
                <a:lnTo>
                  <a:pt x="698325" y="62475"/>
                </a:lnTo>
                <a:lnTo>
                  <a:pt x="698325" y="26850"/>
                </a:lnTo>
                <a:lnTo>
                  <a:pt x="698475" y="25050"/>
                </a:lnTo>
                <a:lnTo>
                  <a:pt x="698775" y="23325"/>
                </a:lnTo>
                <a:lnTo>
                  <a:pt x="699225" y="21900"/>
                </a:lnTo>
                <a:lnTo>
                  <a:pt x="699450" y="21150"/>
                </a:lnTo>
                <a:lnTo>
                  <a:pt x="699825" y="20475"/>
                </a:lnTo>
                <a:lnTo>
                  <a:pt x="700500" y="19275"/>
                </a:lnTo>
                <a:lnTo>
                  <a:pt x="701250" y="18300"/>
                </a:lnTo>
                <a:lnTo>
                  <a:pt x="702225" y="17325"/>
                </a:lnTo>
                <a:lnTo>
                  <a:pt x="703200" y="16575"/>
                </a:lnTo>
                <a:lnTo>
                  <a:pt x="704250" y="15900"/>
                </a:lnTo>
                <a:lnTo>
                  <a:pt x="705450" y="15300"/>
                </a:lnTo>
                <a:lnTo>
                  <a:pt x="706725" y="14850"/>
                </a:lnTo>
                <a:lnTo>
                  <a:pt x="708150" y="14550"/>
                </a:lnTo>
                <a:lnTo>
                  <a:pt x="709575" y="14325"/>
                </a:lnTo>
                <a:lnTo>
                  <a:pt x="711075" y="14250"/>
                </a:lnTo>
                <a:lnTo>
                  <a:pt x="712575" y="14325"/>
                </a:lnTo>
                <a:lnTo>
                  <a:pt x="714375" y="14475"/>
                </a:lnTo>
                <a:lnTo>
                  <a:pt x="715950" y="14775"/>
                </a:lnTo>
                <a:lnTo>
                  <a:pt x="717750" y="15225"/>
                </a:lnTo>
                <a:lnTo>
                  <a:pt x="719400" y="15675"/>
                </a:lnTo>
                <a:lnTo>
                  <a:pt x="721275" y="16350"/>
                </a:lnTo>
                <a:lnTo>
                  <a:pt x="718275" y="20175"/>
                </a:lnTo>
                <a:lnTo>
                  <a:pt x="717150" y="19800"/>
                </a:lnTo>
                <a:lnTo>
                  <a:pt x="715950" y="19350"/>
                </a:lnTo>
                <a:lnTo>
                  <a:pt x="714975" y="19125"/>
                </a:lnTo>
                <a:lnTo>
                  <a:pt x="713850" y="18900"/>
                </a:lnTo>
                <a:lnTo>
                  <a:pt x="712800" y="18675"/>
                </a:lnTo>
                <a:lnTo>
                  <a:pt x="711900" y="18600"/>
                </a:lnTo>
                <a:lnTo>
                  <a:pt x="710925" y="18600"/>
                </a:lnTo>
                <a:lnTo>
                  <a:pt x="710100" y="18675"/>
                </a:lnTo>
                <a:lnTo>
                  <a:pt x="709350" y="18825"/>
                </a:lnTo>
                <a:lnTo>
                  <a:pt x="708675" y="19050"/>
                </a:lnTo>
                <a:lnTo>
                  <a:pt x="708000" y="19350"/>
                </a:lnTo>
                <a:lnTo>
                  <a:pt x="707475" y="19725"/>
                </a:lnTo>
                <a:lnTo>
                  <a:pt x="706875" y="20175"/>
                </a:lnTo>
                <a:lnTo>
                  <a:pt x="706425" y="20700"/>
                </a:lnTo>
                <a:lnTo>
                  <a:pt x="705975" y="21300"/>
                </a:lnTo>
                <a:lnTo>
                  <a:pt x="705600" y="21975"/>
                </a:lnTo>
                <a:lnTo>
                  <a:pt x="705150" y="23025"/>
                </a:lnTo>
                <a:lnTo>
                  <a:pt x="704775" y="24225"/>
                </a:lnTo>
                <a:lnTo>
                  <a:pt x="704550" y="25575"/>
                </a:lnTo>
                <a:lnTo>
                  <a:pt x="704475" y="26925"/>
                </a:lnTo>
                <a:lnTo>
                  <a:pt x="704475" y="62475"/>
                </a:lnTo>
                <a:lnTo>
                  <a:pt x="704850" y="63675"/>
                </a:lnTo>
                <a:lnTo>
                  <a:pt x="705450" y="64950"/>
                </a:lnTo>
                <a:lnTo>
                  <a:pt x="706725" y="65250"/>
                </a:lnTo>
                <a:lnTo>
                  <a:pt x="706725" y="66750"/>
                </a:lnTo>
                <a:lnTo>
                  <a:pt x="696075" y="66750"/>
                </a:lnTo>
                <a:close/>
                <a:moveTo>
                  <a:pt x="727800" y="51000"/>
                </a:moveTo>
                <a:lnTo>
                  <a:pt x="729075" y="50700"/>
                </a:lnTo>
                <a:lnTo>
                  <a:pt x="729675" y="49350"/>
                </a:lnTo>
                <a:lnTo>
                  <a:pt x="730050" y="48150"/>
                </a:lnTo>
                <a:lnTo>
                  <a:pt x="730050" y="18600"/>
                </a:lnTo>
                <a:lnTo>
                  <a:pt x="729675" y="17400"/>
                </a:lnTo>
                <a:lnTo>
                  <a:pt x="729075" y="16050"/>
                </a:lnTo>
                <a:lnTo>
                  <a:pt x="727800" y="15750"/>
                </a:lnTo>
                <a:lnTo>
                  <a:pt x="727800" y="14250"/>
                </a:lnTo>
                <a:lnTo>
                  <a:pt x="738450" y="14250"/>
                </a:lnTo>
                <a:lnTo>
                  <a:pt x="738450" y="15750"/>
                </a:lnTo>
                <a:lnTo>
                  <a:pt x="737175" y="16050"/>
                </a:lnTo>
                <a:lnTo>
                  <a:pt x="736575" y="17400"/>
                </a:lnTo>
                <a:lnTo>
                  <a:pt x="736200" y="18600"/>
                </a:lnTo>
                <a:lnTo>
                  <a:pt x="736200" y="48150"/>
                </a:lnTo>
                <a:lnTo>
                  <a:pt x="736575" y="49350"/>
                </a:lnTo>
                <a:lnTo>
                  <a:pt x="737175" y="50700"/>
                </a:lnTo>
                <a:lnTo>
                  <a:pt x="738450" y="51000"/>
                </a:lnTo>
                <a:lnTo>
                  <a:pt x="738450" y="52500"/>
                </a:lnTo>
                <a:lnTo>
                  <a:pt x="727800" y="52500"/>
                </a:lnTo>
                <a:close/>
                <a:moveTo>
                  <a:pt x="746700" y="65250"/>
                </a:moveTo>
                <a:lnTo>
                  <a:pt x="747975" y="64950"/>
                </a:lnTo>
                <a:lnTo>
                  <a:pt x="748575" y="63600"/>
                </a:lnTo>
                <a:lnTo>
                  <a:pt x="748950" y="62400"/>
                </a:lnTo>
                <a:lnTo>
                  <a:pt x="748950" y="14250"/>
                </a:lnTo>
                <a:lnTo>
                  <a:pt x="757200" y="14250"/>
                </a:lnTo>
                <a:lnTo>
                  <a:pt x="757650" y="14700"/>
                </a:lnTo>
                <a:lnTo>
                  <a:pt x="758175" y="15375"/>
                </a:lnTo>
                <a:lnTo>
                  <a:pt x="758700" y="16125"/>
                </a:lnTo>
                <a:lnTo>
                  <a:pt x="759450" y="17325"/>
                </a:lnTo>
                <a:lnTo>
                  <a:pt x="760125" y="18675"/>
                </a:lnTo>
                <a:lnTo>
                  <a:pt x="760950" y="20325"/>
                </a:lnTo>
                <a:lnTo>
                  <a:pt x="761625" y="22050"/>
                </a:lnTo>
                <a:lnTo>
                  <a:pt x="762375" y="23925"/>
                </a:lnTo>
                <a:lnTo>
                  <a:pt x="763125" y="26100"/>
                </a:lnTo>
                <a:lnTo>
                  <a:pt x="765900" y="34350"/>
                </a:lnTo>
                <a:lnTo>
                  <a:pt x="767100" y="37650"/>
                </a:lnTo>
                <a:lnTo>
                  <a:pt x="768375" y="40875"/>
                </a:lnTo>
                <a:lnTo>
                  <a:pt x="768975" y="42375"/>
                </a:lnTo>
                <a:lnTo>
                  <a:pt x="769575" y="43500"/>
                </a:lnTo>
                <a:lnTo>
                  <a:pt x="769575" y="18600"/>
                </a:lnTo>
                <a:lnTo>
                  <a:pt x="769200" y="17400"/>
                </a:lnTo>
                <a:lnTo>
                  <a:pt x="768600" y="16050"/>
                </a:lnTo>
                <a:lnTo>
                  <a:pt x="767325" y="15750"/>
                </a:lnTo>
                <a:lnTo>
                  <a:pt x="767325" y="14250"/>
                </a:lnTo>
                <a:lnTo>
                  <a:pt x="777975" y="14250"/>
                </a:lnTo>
                <a:lnTo>
                  <a:pt x="777975" y="15750"/>
                </a:lnTo>
                <a:lnTo>
                  <a:pt x="776700" y="16050"/>
                </a:lnTo>
                <a:lnTo>
                  <a:pt x="776100" y="17400"/>
                </a:lnTo>
                <a:lnTo>
                  <a:pt x="775725" y="18600"/>
                </a:lnTo>
                <a:lnTo>
                  <a:pt x="775725" y="50250"/>
                </a:lnTo>
                <a:lnTo>
                  <a:pt x="775725" y="50550"/>
                </a:lnTo>
                <a:lnTo>
                  <a:pt x="775650" y="50850"/>
                </a:lnTo>
                <a:lnTo>
                  <a:pt x="775500" y="51150"/>
                </a:lnTo>
                <a:lnTo>
                  <a:pt x="775275" y="51450"/>
                </a:lnTo>
                <a:lnTo>
                  <a:pt x="775050" y="51675"/>
                </a:lnTo>
                <a:lnTo>
                  <a:pt x="774750" y="51900"/>
                </a:lnTo>
                <a:lnTo>
                  <a:pt x="774450" y="52050"/>
                </a:lnTo>
                <a:lnTo>
                  <a:pt x="773700" y="52350"/>
                </a:lnTo>
                <a:lnTo>
                  <a:pt x="773325" y="52425"/>
                </a:lnTo>
                <a:lnTo>
                  <a:pt x="772875" y="52500"/>
                </a:lnTo>
                <a:lnTo>
                  <a:pt x="772050" y="52425"/>
                </a:lnTo>
                <a:lnTo>
                  <a:pt x="771375" y="52350"/>
                </a:lnTo>
                <a:lnTo>
                  <a:pt x="770700" y="52125"/>
                </a:lnTo>
                <a:lnTo>
                  <a:pt x="769950" y="51900"/>
                </a:lnTo>
                <a:lnTo>
                  <a:pt x="769200" y="51525"/>
                </a:lnTo>
                <a:lnTo>
                  <a:pt x="768525" y="51075"/>
                </a:lnTo>
                <a:lnTo>
                  <a:pt x="767850" y="50625"/>
                </a:lnTo>
                <a:lnTo>
                  <a:pt x="767250" y="50100"/>
                </a:lnTo>
                <a:lnTo>
                  <a:pt x="766650" y="49425"/>
                </a:lnTo>
                <a:lnTo>
                  <a:pt x="766050" y="48750"/>
                </a:lnTo>
                <a:lnTo>
                  <a:pt x="765525" y="47925"/>
                </a:lnTo>
                <a:lnTo>
                  <a:pt x="764550" y="46500"/>
                </a:lnTo>
                <a:lnTo>
                  <a:pt x="763725" y="44925"/>
                </a:lnTo>
                <a:lnTo>
                  <a:pt x="762825" y="42975"/>
                </a:lnTo>
                <a:lnTo>
                  <a:pt x="761925" y="40950"/>
                </a:lnTo>
                <a:lnTo>
                  <a:pt x="761250" y="39000"/>
                </a:lnTo>
                <a:lnTo>
                  <a:pt x="760350" y="36525"/>
                </a:lnTo>
                <a:lnTo>
                  <a:pt x="756825" y="26100"/>
                </a:lnTo>
                <a:lnTo>
                  <a:pt x="755925" y="23700"/>
                </a:lnTo>
                <a:lnTo>
                  <a:pt x="755100" y="21750"/>
                </a:lnTo>
                <a:lnTo>
                  <a:pt x="755100" y="62400"/>
                </a:lnTo>
                <a:lnTo>
                  <a:pt x="755475" y="63600"/>
                </a:lnTo>
                <a:lnTo>
                  <a:pt x="756075" y="64950"/>
                </a:lnTo>
                <a:lnTo>
                  <a:pt x="757350" y="65250"/>
                </a:lnTo>
                <a:lnTo>
                  <a:pt x="757350" y="66750"/>
                </a:lnTo>
                <a:lnTo>
                  <a:pt x="746700" y="66750"/>
                </a:lnTo>
                <a:close/>
                <a:moveTo>
                  <a:pt x="806475" y="63600"/>
                </a:moveTo>
                <a:lnTo>
                  <a:pt x="806850" y="62400"/>
                </a:lnTo>
                <a:lnTo>
                  <a:pt x="806850" y="27750"/>
                </a:lnTo>
                <a:lnTo>
                  <a:pt x="806925" y="26250"/>
                </a:lnTo>
                <a:lnTo>
                  <a:pt x="806850" y="26250"/>
                </a:lnTo>
                <a:lnTo>
                  <a:pt x="806775" y="25275"/>
                </a:lnTo>
                <a:lnTo>
                  <a:pt x="806700" y="24375"/>
                </a:lnTo>
                <a:lnTo>
                  <a:pt x="806550" y="23625"/>
                </a:lnTo>
                <a:lnTo>
                  <a:pt x="806325" y="22875"/>
                </a:lnTo>
                <a:lnTo>
                  <a:pt x="805950" y="22050"/>
                </a:lnTo>
                <a:lnTo>
                  <a:pt x="805575" y="21375"/>
                </a:lnTo>
                <a:lnTo>
                  <a:pt x="805050" y="20700"/>
                </a:lnTo>
                <a:lnTo>
                  <a:pt x="804525" y="20100"/>
                </a:lnTo>
                <a:lnTo>
                  <a:pt x="803850" y="19650"/>
                </a:lnTo>
                <a:lnTo>
                  <a:pt x="803175" y="19275"/>
                </a:lnTo>
                <a:lnTo>
                  <a:pt x="802425" y="18975"/>
                </a:lnTo>
                <a:lnTo>
                  <a:pt x="801750" y="18825"/>
                </a:lnTo>
                <a:lnTo>
                  <a:pt x="800925" y="18825"/>
                </a:lnTo>
                <a:lnTo>
                  <a:pt x="800250" y="18900"/>
                </a:lnTo>
                <a:lnTo>
                  <a:pt x="799500" y="19050"/>
                </a:lnTo>
                <a:lnTo>
                  <a:pt x="798750" y="19350"/>
                </a:lnTo>
                <a:lnTo>
                  <a:pt x="798075" y="19800"/>
                </a:lnTo>
                <a:lnTo>
                  <a:pt x="797400" y="20325"/>
                </a:lnTo>
                <a:lnTo>
                  <a:pt x="796800" y="20925"/>
                </a:lnTo>
                <a:lnTo>
                  <a:pt x="796275" y="21600"/>
                </a:lnTo>
                <a:lnTo>
                  <a:pt x="795975" y="22125"/>
                </a:lnTo>
                <a:lnTo>
                  <a:pt x="795675" y="22650"/>
                </a:lnTo>
                <a:lnTo>
                  <a:pt x="795225" y="23850"/>
                </a:lnTo>
                <a:lnTo>
                  <a:pt x="795000" y="24600"/>
                </a:lnTo>
                <a:lnTo>
                  <a:pt x="794850" y="25275"/>
                </a:lnTo>
                <a:lnTo>
                  <a:pt x="794700" y="26100"/>
                </a:lnTo>
                <a:lnTo>
                  <a:pt x="794625" y="26775"/>
                </a:lnTo>
                <a:lnTo>
                  <a:pt x="794625" y="27750"/>
                </a:lnTo>
                <a:lnTo>
                  <a:pt x="794625" y="48150"/>
                </a:lnTo>
                <a:lnTo>
                  <a:pt x="795000" y="49350"/>
                </a:lnTo>
                <a:lnTo>
                  <a:pt x="795600" y="50700"/>
                </a:lnTo>
                <a:lnTo>
                  <a:pt x="796875" y="51000"/>
                </a:lnTo>
                <a:lnTo>
                  <a:pt x="796875" y="52500"/>
                </a:lnTo>
                <a:lnTo>
                  <a:pt x="786225" y="52500"/>
                </a:lnTo>
                <a:lnTo>
                  <a:pt x="786225" y="51000"/>
                </a:lnTo>
                <a:lnTo>
                  <a:pt x="787500" y="50700"/>
                </a:lnTo>
                <a:lnTo>
                  <a:pt x="788100" y="49350"/>
                </a:lnTo>
                <a:lnTo>
                  <a:pt x="788475" y="48150"/>
                </a:lnTo>
                <a:lnTo>
                  <a:pt x="788475" y="27750"/>
                </a:lnTo>
                <a:lnTo>
                  <a:pt x="788475" y="26625"/>
                </a:lnTo>
                <a:lnTo>
                  <a:pt x="788700" y="25050"/>
                </a:lnTo>
                <a:lnTo>
                  <a:pt x="788850" y="24300"/>
                </a:lnTo>
                <a:lnTo>
                  <a:pt x="789000" y="23475"/>
                </a:lnTo>
                <a:lnTo>
                  <a:pt x="789450" y="22125"/>
                </a:lnTo>
                <a:lnTo>
                  <a:pt x="789750" y="21375"/>
                </a:lnTo>
                <a:lnTo>
                  <a:pt x="790125" y="20700"/>
                </a:lnTo>
                <a:lnTo>
                  <a:pt x="790500" y="20100"/>
                </a:lnTo>
                <a:lnTo>
                  <a:pt x="790875" y="19500"/>
                </a:lnTo>
                <a:lnTo>
                  <a:pt x="791700" y="18450"/>
                </a:lnTo>
                <a:lnTo>
                  <a:pt x="792750" y="17400"/>
                </a:lnTo>
                <a:lnTo>
                  <a:pt x="793800" y="16575"/>
                </a:lnTo>
                <a:lnTo>
                  <a:pt x="795075" y="15825"/>
                </a:lnTo>
                <a:lnTo>
                  <a:pt x="796275" y="15300"/>
                </a:lnTo>
                <a:lnTo>
                  <a:pt x="797700" y="14775"/>
                </a:lnTo>
                <a:lnTo>
                  <a:pt x="799125" y="14550"/>
                </a:lnTo>
                <a:lnTo>
                  <a:pt x="799875" y="14400"/>
                </a:lnTo>
                <a:lnTo>
                  <a:pt x="800700" y="14400"/>
                </a:lnTo>
                <a:lnTo>
                  <a:pt x="801450" y="14400"/>
                </a:lnTo>
                <a:lnTo>
                  <a:pt x="802275" y="14400"/>
                </a:lnTo>
                <a:lnTo>
                  <a:pt x="803025" y="14550"/>
                </a:lnTo>
                <a:lnTo>
                  <a:pt x="803850" y="14625"/>
                </a:lnTo>
                <a:lnTo>
                  <a:pt x="804600" y="14850"/>
                </a:lnTo>
                <a:lnTo>
                  <a:pt x="805275" y="15075"/>
                </a:lnTo>
                <a:lnTo>
                  <a:pt x="806025" y="15300"/>
                </a:lnTo>
                <a:lnTo>
                  <a:pt x="806700" y="15600"/>
                </a:lnTo>
                <a:lnTo>
                  <a:pt x="807375" y="15975"/>
                </a:lnTo>
                <a:lnTo>
                  <a:pt x="807975" y="16350"/>
                </a:lnTo>
                <a:lnTo>
                  <a:pt x="808575" y="16800"/>
                </a:lnTo>
                <a:lnTo>
                  <a:pt x="809175" y="17250"/>
                </a:lnTo>
                <a:lnTo>
                  <a:pt x="809700" y="17700"/>
                </a:lnTo>
                <a:lnTo>
                  <a:pt x="810225" y="18300"/>
                </a:lnTo>
                <a:lnTo>
                  <a:pt x="810900" y="17625"/>
                </a:lnTo>
                <a:lnTo>
                  <a:pt x="811725" y="16950"/>
                </a:lnTo>
                <a:lnTo>
                  <a:pt x="812475" y="16350"/>
                </a:lnTo>
                <a:lnTo>
                  <a:pt x="813450" y="15825"/>
                </a:lnTo>
                <a:lnTo>
                  <a:pt x="814350" y="15450"/>
                </a:lnTo>
                <a:lnTo>
                  <a:pt x="815250" y="15075"/>
                </a:lnTo>
                <a:lnTo>
                  <a:pt x="816300" y="14775"/>
                </a:lnTo>
                <a:lnTo>
                  <a:pt x="817275" y="14550"/>
                </a:lnTo>
                <a:lnTo>
                  <a:pt x="818700" y="14400"/>
                </a:lnTo>
                <a:lnTo>
                  <a:pt x="820200" y="14400"/>
                </a:lnTo>
                <a:lnTo>
                  <a:pt x="821625" y="14550"/>
                </a:lnTo>
                <a:lnTo>
                  <a:pt x="822975" y="14850"/>
                </a:lnTo>
                <a:lnTo>
                  <a:pt x="822975" y="14250"/>
                </a:lnTo>
                <a:lnTo>
                  <a:pt x="833625" y="14250"/>
                </a:lnTo>
                <a:lnTo>
                  <a:pt x="833625" y="15750"/>
                </a:lnTo>
                <a:lnTo>
                  <a:pt x="832350" y="16050"/>
                </a:lnTo>
                <a:lnTo>
                  <a:pt x="831750" y="17400"/>
                </a:lnTo>
                <a:lnTo>
                  <a:pt x="831375" y="18600"/>
                </a:lnTo>
                <a:lnTo>
                  <a:pt x="831375" y="48150"/>
                </a:lnTo>
                <a:lnTo>
                  <a:pt x="831750" y="49350"/>
                </a:lnTo>
                <a:lnTo>
                  <a:pt x="832350" y="50700"/>
                </a:lnTo>
                <a:lnTo>
                  <a:pt x="833625" y="51000"/>
                </a:lnTo>
                <a:lnTo>
                  <a:pt x="833625" y="52500"/>
                </a:lnTo>
                <a:lnTo>
                  <a:pt x="822975" y="52500"/>
                </a:lnTo>
                <a:lnTo>
                  <a:pt x="822975" y="51000"/>
                </a:lnTo>
                <a:lnTo>
                  <a:pt x="824250" y="50700"/>
                </a:lnTo>
                <a:lnTo>
                  <a:pt x="824850" y="49350"/>
                </a:lnTo>
                <a:lnTo>
                  <a:pt x="825225" y="48150"/>
                </a:lnTo>
                <a:lnTo>
                  <a:pt x="825225" y="26250"/>
                </a:lnTo>
                <a:lnTo>
                  <a:pt x="825150" y="25275"/>
                </a:lnTo>
                <a:lnTo>
                  <a:pt x="825075" y="24375"/>
                </a:lnTo>
                <a:lnTo>
                  <a:pt x="824925" y="23625"/>
                </a:lnTo>
                <a:lnTo>
                  <a:pt x="824700" y="22875"/>
                </a:lnTo>
                <a:lnTo>
                  <a:pt x="824400" y="22200"/>
                </a:lnTo>
                <a:lnTo>
                  <a:pt x="824025" y="21600"/>
                </a:lnTo>
                <a:lnTo>
                  <a:pt x="823650" y="21000"/>
                </a:lnTo>
                <a:lnTo>
                  <a:pt x="823200" y="20475"/>
                </a:lnTo>
                <a:lnTo>
                  <a:pt x="822750" y="20025"/>
                </a:lnTo>
                <a:lnTo>
                  <a:pt x="822225" y="19650"/>
                </a:lnTo>
                <a:lnTo>
                  <a:pt x="821625" y="19275"/>
                </a:lnTo>
                <a:lnTo>
                  <a:pt x="821025" y="19050"/>
                </a:lnTo>
                <a:lnTo>
                  <a:pt x="820500" y="18900"/>
                </a:lnTo>
                <a:lnTo>
                  <a:pt x="819825" y="18825"/>
                </a:lnTo>
                <a:lnTo>
                  <a:pt x="819150" y="18825"/>
                </a:lnTo>
                <a:lnTo>
                  <a:pt x="818625" y="18900"/>
                </a:lnTo>
                <a:lnTo>
                  <a:pt x="818025" y="19050"/>
                </a:lnTo>
                <a:lnTo>
                  <a:pt x="817350" y="19275"/>
                </a:lnTo>
                <a:lnTo>
                  <a:pt x="816525" y="19725"/>
                </a:lnTo>
                <a:lnTo>
                  <a:pt x="816000" y="20100"/>
                </a:lnTo>
                <a:lnTo>
                  <a:pt x="815625" y="20475"/>
                </a:lnTo>
                <a:lnTo>
                  <a:pt x="814875" y="21300"/>
                </a:lnTo>
                <a:lnTo>
                  <a:pt x="814275" y="22200"/>
                </a:lnTo>
                <a:lnTo>
                  <a:pt x="813750" y="23325"/>
                </a:lnTo>
                <a:lnTo>
                  <a:pt x="813375" y="24450"/>
                </a:lnTo>
                <a:lnTo>
                  <a:pt x="813150" y="25725"/>
                </a:lnTo>
                <a:lnTo>
                  <a:pt x="813000" y="27000"/>
                </a:lnTo>
                <a:lnTo>
                  <a:pt x="813000" y="62400"/>
                </a:lnTo>
                <a:lnTo>
                  <a:pt x="813375" y="63600"/>
                </a:lnTo>
                <a:lnTo>
                  <a:pt x="813975" y="64950"/>
                </a:lnTo>
                <a:lnTo>
                  <a:pt x="815250" y="65250"/>
                </a:lnTo>
                <a:lnTo>
                  <a:pt x="815250" y="66750"/>
                </a:lnTo>
                <a:lnTo>
                  <a:pt x="804600" y="66750"/>
                </a:lnTo>
                <a:lnTo>
                  <a:pt x="804600" y="65250"/>
                </a:lnTo>
                <a:lnTo>
                  <a:pt x="805875" y="64950"/>
                </a:lnTo>
                <a:close/>
                <a:moveTo>
                  <a:pt x="841875" y="65250"/>
                </a:moveTo>
                <a:lnTo>
                  <a:pt x="843150" y="64950"/>
                </a:lnTo>
                <a:lnTo>
                  <a:pt x="843750" y="63600"/>
                </a:lnTo>
                <a:lnTo>
                  <a:pt x="844125" y="62400"/>
                </a:lnTo>
                <a:lnTo>
                  <a:pt x="844125" y="14250"/>
                </a:lnTo>
                <a:lnTo>
                  <a:pt x="852375" y="14250"/>
                </a:lnTo>
                <a:lnTo>
                  <a:pt x="852825" y="14700"/>
                </a:lnTo>
                <a:lnTo>
                  <a:pt x="853350" y="15375"/>
                </a:lnTo>
                <a:lnTo>
                  <a:pt x="853875" y="16125"/>
                </a:lnTo>
                <a:lnTo>
                  <a:pt x="854625" y="17325"/>
                </a:lnTo>
                <a:lnTo>
                  <a:pt x="855300" y="18675"/>
                </a:lnTo>
                <a:lnTo>
                  <a:pt x="856125" y="20325"/>
                </a:lnTo>
                <a:lnTo>
                  <a:pt x="856800" y="22050"/>
                </a:lnTo>
                <a:lnTo>
                  <a:pt x="857550" y="23925"/>
                </a:lnTo>
                <a:lnTo>
                  <a:pt x="858300" y="26100"/>
                </a:lnTo>
                <a:lnTo>
                  <a:pt x="861075" y="34350"/>
                </a:lnTo>
                <a:lnTo>
                  <a:pt x="862275" y="37650"/>
                </a:lnTo>
                <a:lnTo>
                  <a:pt x="863550" y="40875"/>
                </a:lnTo>
                <a:lnTo>
                  <a:pt x="864150" y="42375"/>
                </a:lnTo>
                <a:lnTo>
                  <a:pt x="864750" y="43500"/>
                </a:lnTo>
                <a:lnTo>
                  <a:pt x="864750" y="18600"/>
                </a:lnTo>
                <a:lnTo>
                  <a:pt x="864375" y="17400"/>
                </a:lnTo>
                <a:lnTo>
                  <a:pt x="863775" y="16050"/>
                </a:lnTo>
                <a:lnTo>
                  <a:pt x="862500" y="15750"/>
                </a:lnTo>
                <a:lnTo>
                  <a:pt x="862500" y="14250"/>
                </a:lnTo>
                <a:lnTo>
                  <a:pt x="873150" y="14250"/>
                </a:lnTo>
                <a:lnTo>
                  <a:pt x="873150" y="15750"/>
                </a:lnTo>
                <a:lnTo>
                  <a:pt x="871875" y="16050"/>
                </a:lnTo>
                <a:lnTo>
                  <a:pt x="871275" y="17400"/>
                </a:lnTo>
                <a:lnTo>
                  <a:pt x="870900" y="18600"/>
                </a:lnTo>
                <a:lnTo>
                  <a:pt x="870900" y="50250"/>
                </a:lnTo>
                <a:lnTo>
                  <a:pt x="870900" y="50550"/>
                </a:lnTo>
                <a:lnTo>
                  <a:pt x="870825" y="50850"/>
                </a:lnTo>
                <a:lnTo>
                  <a:pt x="870675" y="51150"/>
                </a:lnTo>
                <a:lnTo>
                  <a:pt x="870450" y="51450"/>
                </a:lnTo>
                <a:lnTo>
                  <a:pt x="870225" y="51675"/>
                </a:lnTo>
                <a:lnTo>
                  <a:pt x="869925" y="51900"/>
                </a:lnTo>
                <a:lnTo>
                  <a:pt x="869625" y="52050"/>
                </a:lnTo>
                <a:lnTo>
                  <a:pt x="868875" y="52350"/>
                </a:lnTo>
                <a:lnTo>
                  <a:pt x="868500" y="52425"/>
                </a:lnTo>
                <a:lnTo>
                  <a:pt x="868050" y="52500"/>
                </a:lnTo>
                <a:lnTo>
                  <a:pt x="867225" y="52425"/>
                </a:lnTo>
                <a:lnTo>
                  <a:pt x="866550" y="52350"/>
                </a:lnTo>
                <a:lnTo>
                  <a:pt x="865875" y="52125"/>
                </a:lnTo>
                <a:lnTo>
                  <a:pt x="865125" y="51900"/>
                </a:lnTo>
                <a:lnTo>
                  <a:pt x="864375" y="51525"/>
                </a:lnTo>
                <a:lnTo>
                  <a:pt x="863700" y="51075"/>
                </a:lnTo>
                <a:lnTo>
                  <a:pt x="863025" y="50625"/>
                </a:lnTo>
                <a:lnTo>
                  <a:pt x="862425" y="50100"/>
                </a:lnTo>
                <a:lnTo>
                  <a:pt x="861825" y="49425"/>
                </a:lnTo>
                <a:lnTo>
                  <a:pt x="861225" y="48750"/>
                </a:lnTo>
                <a:lnTo>
                  <a:pt x="860700" y="47925"/>
                </a:lnTo>
                <a:lnTo>
                  <a:pt x="859725" y="46500"/>
                </a:lnTo>
                <a:lnTo>
                  <a:pt x="858900" y="44925"/>
                </a:lnTo>
                <a:lnTo>
                  <a:pt x="858000" y="42975"/>
                </a:lnTo>
                <a:lnTo>
                  <a:pt x="857100" y="40950"/>
                </a:lnTo>
                <a:lnTo>
                  <a:pt x="856425" y="39000"/>
                </a:lnTo>
                <a:lnTo>
                  <a:pt x="855525" y="36525"/>
                </a:lnTo>
                <a:lnTo>
                  <a:pt x="852000" y="26100"/>
                </a:lnTo>
                <a:lnTo>
                  <a:pt x="851100" y="23700"/>
                </a:lnTo>
                <a:lnTo>
                  <a:pt x="850275" y="21750"/>
                </a:lnTo>
                <a:lnTo>
                  <a:pt x="850275" y="62400"/>
                </a:lnTo>
                <a:lnTo>
                  <a:pt x="850650" y="63600"/>
                </a:lnTo>
                <a:lnTo>
                  <a:pt x="851250" y="64950"/>
                </a:lnTo>
                <a:lnTo>
                  <a:pt x="852525" y="65250"/>
                </a:lnTo>
                <a:lnTo>
                  <a:pt x="852525" y="66750"/>
                </a:lnTo>
                <a:lnTo>
                  <a:pt x="841875" y="66750"/>
                </a:lnTo>
                <a:close/>
                <a:moveTo>
                  <a:pt x="883275" y="49350"/>
                </a:moveTo>
                <a:lnTo>
                  <a:pt x="883650" y="48150"/>
                </a:lnTo>
                <a:lnTo>
                  <a:pt x="883650" y="4350"/>
                </a:lnTo>
                <a:lnTo>
                  <a:pt x="883275" y="3150"/>
                </a:lnTo>
                <a:lnTo>
                  <a:pt x="882675" y="1800"/>
                </a:lnTo>
                <a:lnTo>
                  <a:pt x="881400" y="1500"/>
                </a:lnTo>
                <a:lnTo>
                  <a:pt x="881400" y="0"/>
                </a:lnTo>
                <a:lnTo>
                  <a:pt x="892050" y="0"/>
                </a:lnTo>
                <a:lnTo>
                  <a:pt x="892050" y="1500"/>
                </a:lnTo>
                <a:lnTo>
                  <a:pt x="890775" y="1800"/>
                </a:lnTo>
                <a:lnTo>
                  <a:pt x="890175" y="3150"/>
                </a:lnTo>
                <a:lnTo>
                  <a:pt x="889800" y="4350"/>
                </a:lnTo>
                <a:lnTo>
                  <a:pt x="889800" y="27525"/>
                </a:lnTo>
                <a:lnTo>
                  <a:pt x="891150" y="26700"/>
                </a:lnTo>
                <a:lnTo>
                  <a:pt x="892650" y="25650"/>
                </a:lnTo>
                <a:lnTo>
                  <a:pt x="894075" y="24525"/>
                </a:lnTo>
                <a:lnTo>
                  <a:pt x="897150" y="21900"/>
                </a:lnTo>
                <a:lnTo>
                  <a:pt x="898800" y="20625"/>
                </a:lnTo>
                <a:lnTo>
                  <a:pt x="900225" y="19650"/>
                </a:lnTo>
                <a:lnTo>
                  <a:pt x="901575" y="18975"/>
                </a:lnTo>
                <a:lnTo>
                  <a:pt x="902700" y="18525"/>
                </a:lnTo>
                <a:lnTo>
                  <a:pt x="903675" y="18300"/>
                </a:lnTo>
                <a:lnTo>
                  <a:pt x="904650" y="18075"/>
                </a:lnTo>
                <a:lnTo>
                  <a:pt x="905775" y="18075"/>
                </a:lnTo>
                <a:lnTo>
                  <a:pt x="906600" y="18075"/>
                </a:lnTo>
                <a:lnTo>
                  <a:pt x="907350" y="18300"/>
                </a:lnTo>
                <a:lnTo>
                  <a:pt x="907950" y="18675"/>
                </a:lnTo>
                <a:lnTo>
                  <a:pt x="908250" y="18900"/>
                </a:lnTo>
                <a:lnTo>
                  <a:pt x="908475" y="19125"/>
                </a:lnTo>
                <a:lnTo>
                  <a:pt x="908700" y="19350"/>
                </a:lnTo>
                <a:lnTo>
                  <a:pt x="908775" y="19650"/>
                </a:lnTo>
                <a:lnTo>
                  <a:pt x="908925" y="19950"/>
                </a:lnTo>
                <a:lnTo>
                  <a:pt x="908925" y="20175"/>
                </a:lnTo>
                <a:lnTo>
                  <a:pt x="908925" y="20475"/>
                </a:lnTo>
                <a:lnTo>
                  <a:pt x="908175" y="23025"/>
                </a:lnTo>
                <a:lnTo>
                  <a:pt x="907650" y="25200"/>
                </a:lnTo>
                <a:lnTo>
                  <a:pt x="907200" y="27450"/>
                </a:lnTo>
                <a:lnTo>
                  <a:pt x="906900" y="30000"/>
                </a:lnTo>
                <a:lnTo>
                  <a:pt x="906750" y="31875"/>
                </a:lnTo>
                <a:lnTo>
                  <a:pt x="906750" y="33600"/>
                </a:lnTo>
                <a:lnTo>
                  <a:pt x="906750" y="35325"/>
                </a:lnTo>
                <a:lnTo>
                  <a:pt x="906825" y="37050"/>
                </a:lnTo>
                <a:lnTo>
                  <a:pt x="906975" y="39225"/>
                </a:lnTo>
                <a:lnTo>
                  <a:pt x="907275" y="41175"/>
                </a:lnTo>
                <a:lnTo>
                  <a:pt x="907575" y="43050"/>
                </a:lnTo>
                <a:lnTo>
                  <a:pt x="908025" y="44925"/>
                </a:lnTo>
                <a:lnTo>
                  <a:pt x="908550" y="46725"/>
                </a:lnTo>
                <a:lnTo>
                  <a:pt x="909150" y="48450"/>
                </a:lnTo>
                <a:lnTo>
                  <a:pt x="909825" y="50100"/>
                </a:lnTo>
                <a:lnTo>
                  <a:pt x="910575" y="51750"/>
                </a:lnTo>
                <a:lnTo>
                  <a:pt x="907725" y="52500"/>
                </a:lnTo>
                <a:lnTo>
                  <a:pt x="904425" y="52500"/>
                </a:lnTo>
                <a:lnTo>
                  <a:pt x="904350" y="52275"/>
                </a:lnTo>
                <a:lnTo>
                  <a:pt x="903825" y="51075"/>
                </a:lnTo>
                <a:lnTo>
                  <a:pt x="902925" y="48750"/>
                </a:lnTo>
                <a:lnTo>
                  <a:pt x="902475" y="47475"/>
                </a:lnTo>
                <a:lnTo>
                  <a:pt x="902100" y="46125"/>
                </a:lnTo>
                <a:lnTo>
                  <a:pt x="901800" y="44850"/>
                </a:lnTo>
                <a:lnTo>
                  <a:pt x="901425" y="43275"/>
                </a:lnTo>
                <a:lnTo>
                  <a:pt x="901200" y="41850"/>
                </a:lnTo>
                <a:lnTo>
                  <a:pt x="900975" y="40275"/>
                </a:lnTo>
                <a:lnTo>
                  <a:pt x="900825" y="38925"/>
                </a:lnTo>
                <a:lnTo>
                  <a:pt x="900675" y="37275"/>
                </a:lnTo>
                <a:lnTo>
                  <a:pt x="900600" y="35700"/>
                </a:lnTo>
                <a:lnTo>
                  <a:pt x="900525" y="34275"/>
                </a:lnTo>
                <a:lnTo>
                  <a:pt x="900600" y="32700"/>
                </a:lnTo>
                <a:lnTo>
                  <a:pt x="900675" y="31050"/>
                </a:lnTo>
                <a:lnTo>
                  <a:pt x="900825" y="29475"/>
                </a:lnTo>
                <a:lnTo>
                  <a:pt x="900975" y="28125"/>
                </a:lnTo>
                <a:lnTo>
                  <a:pt x="901200" y="26550"/>
                </a:lnTo>
                <a:lnTo>
                  <a:pt x="901425" y="25125"/>
                </a:lnTo>
                <a:lnTo>
                  <a:pt x="897675" y="28275"/>
                </a:lnTo>
                <a:lnTo>
                  <a:pt x="896400" y="29250"/>
                </a:lnTo>
                <a:lnTo>
                  <a:pt x="895050" y="30150"/>
                </a:lnTo>
                <a:lnTo>
                  <a:pt x="893700" y="30900"/>
                </a:lnTo>
                <a:lnTo>
                  <a:pt x="892350" y="31575"/>
                </a:lnTo>
                <a:lnTo>
                  <a:pt x="891075" y="32100"/>
                </a:lnTo>
                <a:lnTo>
                  <a:pt x="889800" y="32475"/>
                </a:lnTo>
                <a:lnTo>
                  <a:pt x="889800" y="48150"/>
                </a:lnTo>
                <a:lnTo>
                  <a:pt x="890175" y="49350"/>
                </a:lnTo>
                <a:lnTo>
                  <a:pt x="890775" y="50700"/>
                </a:lnTo>
                <a:lnTo>
                  <a:pt x="892050" y="51000"/>
                </a:lnTo>
                <a:lnTo>
                  <a:pt x="892050" y="52500"/>
                </a:lnTo>
                <a:lnTo>
                  <a:pt x="881400" y="52500"/>
                </a:lnTo>
                <a:lnTo>
                  <a:pt x="881400" y="51000"/>
                </a:lnTo>
                <a:lnTo>
                  <a:pt x="882675" y="50700"/>
                </a:lnTo>
                <a:close/>
                <a:moveTo>
                  <a:pt x="936300" y="49350"/>
                </a:moveTo>
                <a:lnTo>
                  <a:pt x="936675" y="48150"/>
                </a:lnTo>
                <a:lnTo>
                  <a:pt x="936675" y="27750"/>
                </a:lnTo>
                <a:lnTo>
                  <a:pt x="936675" y="26850"/>
                </a:lnTo>
                <a:lnTo>
                  <a:pt x="936825" y="25875"/>
                </a:lnTo>
                <a:lnTo>
                  <a:pt x="936900" y="25050"/>
                </a:lnTo>
                <a:lnTo>
                  <a:pt x="937125" y="24075"/>
                </a:lnTo>
                <a:lnTo>
                  <a:pt x="937425" y="23175"/>
                </a:lnTo>
                <a:lnTo>
                  <a:pt x="937800" y="22275"/>
                </a:lnTo>
                <a:lnTo>
                  <a:pt x="938100" y="21525"/>
                </a:lnTo>
                <a:lnTo>
                  <a:pt x="938625" y="20700"/>
                </a:lnTo>
                <a:lnTo>
                  <a:pt x="939075" y="19950"/>
                </a:lnTo>
                <a:lnTo>
                  <a:pt x="939675" y="19275"/>
                </a:lnTo>
                <a:lnTo>
                  <a:pt x="940425" y="18450"/>
                </a:lnTo>
                <a:lnTo>
                  <a:pt x="941325" y="17700"/>
                </a:lnTo>
                <a:lnTo>
                  <a:pt x="942375" y="16950"/>
                </a:lnTo>
                <a:lnTo>
                  <a:pt x="943350" y="16275"/>
                </a:lnTo>
                <a:lnTo>
                  <a:pt x="944550" y="15750"/>
                </a:lnTo>
                <a:lnTo>
                  <a:pt x="945675" y="15300"/>
                </a:lnTo>
                <a:lnTo>
                  <a:pt x="946950" y="14925"/>
                </a:lnTo>
                <a:lnTo>
                  <a:pt x="948150" y="14625"/>
                </a:lnTo>
                <a:lnTo>
                  <a:pt x="949125" y="14475"/>
                </a:lnTo>
                <a:lnTo>
                  <a:pt x="950250" y="14400"/>
                </a:lnTo>
                <a:lnTo>
                  <a:pt x="951300" y="14400"/>
                </a:lnTo>
                <a:lnTo>
                  <a:pt x="952425" y="14400"/>
                </a:lnTo>
                <a:lnTo>
                  <a:pt x="953475" y="14475"/>
                </a:lnTo>
                <a:lnTo>
                  <a:pt x="954525" y="14700"/>
                </a:lnTo>
                <a:lnTo>
                  <a:pt x="955575" y="14925"/>
                </a:lnTo>
                <a:lnTo>
                  <a:pt x="956550" y="15225"/>
                </a:lnTo>
                <a:lnTo>
                  <a:pt x="956550" y="14250"/>
                </a:lnTo>
                <a:lnTo>
                  <a:pt x="967200" y="14250"/>
                </a:lnTo>
                <a:lnTo>
                  <a:pt x="967200" y="15750"/>
                </a:lnTo>
                <a:lnTo>
                  <a:pt x="965925" y="16050"/>
                </a:lnTo>
                <a:lnTo>
                  <a:pt x="965325" y="17400"/>
                </a:lnTo>
                <a:lnTo>
                  <a:pt x="964950" y="18600"/>
                </a:lnTo>
                <a:lnTo>
                  <a:pt x="964950" y="48150"/>
                </a:lnTo>
                <a:lnTo>
                  <a:pt x="965325" y="49350"/>
                </a:lnTo>
                <a:lnTo>
                  <a:pt x="965925" y="50700"/>
                </a:lnTo>
                <a:lnTo>
                  <a:pt x="967200" y="51000"/>
                </a:lnTo>
                <a:lnTo>
                  <a:pt x="967200" y="52500"/>
                </a:lnTo>
                <a:lnTo>
                  <a:pt x="956550" y="52500"/>
                </a:lnTo>
                <a:lnTo>
                  <a:pt x="956550" y="51000"/>
                </a:lnTo>
                <a:lnTo>
                  <a:pt x="957825" y="50700"/>
                </a:lnTo>
                <a:lnTo>
                  <a:pt x="958425" y="49350"/>
                </a:lnTo>
                <a:lnTo>
                  <a:pt x="958800" y="48150"/>
                </a:lnTo>
                <a:lnTo>
                  <a:pt x="958800" y="26250"/>
                </a:lnTo>
                <a:lnTo>
                  <a:pt x="958800" y="25650"/>
                </a:lnTo>
                <a:lnTo>
                  <a:pt x="958725" y="24975"/>
                </a:lnTo>
                <a:lnTo>
                  <a:pt x="958575" y="24300"/>
                </a:lnTo>
                <a:lnTo>
                  <a:pt x="958425" y="23700"/>
                </a:lnTo>
                <a:lnTo>
                  <a:pt x="958200" y="23100"/>
                </a:lnTo>
                <a:lnTo>
                  <a:pt x="957975" y="22575"/>
                </a:lnTo>
                <a:lnTo>
                  <a:pt x="957675" y="22050"/>
                </a:lnTo>
                <a:lnTo>
                  <a:pt x="957300" y="21525"/>
                </a:lnTo>
                <a:lnTo>
                  <a:pt x="956925" y="21150"/>
                </a:lnTo>
                <a:lnTo>
                  <a:pt x="956475" y="20700"/>
                </a:lnTo>
                <a:lnTo>
                  <a:pt x="956025" y="20325"/>
                </a:lnTo>
                <a:lnTo>
                  <a:pt x="955575" y="19950"/>
                </a:lnTo>
                <a:lnTo>
                  <a:pt x="955050" y="19650"/>
                </a:lnTo>
                <a:lnTo>
                  <a:pt x="954375" y="19350"/>
                </a:lnTo>
                <a:lnTo>
                  <a:pt x="953850" y="19200"/>
                </a:lnTo>
                <a:lnTo>
                  <a:pt x="953175" y="18975"/>
                </a:lnTo>
                <a:lnTo>
                  <a:pt x="952500" y="18900"/>
                </a:lnTo>
                <a:lnTo>
                  <a:pt x="951750" y="18825"/>
                </a:lnTo>
                <a:lnTo>
                  <a:pt x="950925" y="18825"/>
                </a:lnTo>
                <a:lnTo>
                  <a:pt x="950250" y="18825"/>
                </a:lnTo>
                <a:lnTo>
                  <a:pt x="949425" y="18975"/>
                </a:lnTo>
                <a:lnTo>
                  <a:pt x="948750" y="19125"/>
                </a:lnTo>
                <a:lnTo>
                  <a:pt x="948075" y="19425"/>
                </a:lnTo>
                <a:lnTo>
                  <a:pt x="947400" y="19725"/>
                </a:lnTo>
                <a:lnTo>
                  <a:pt x="946725" y="20100"/>
                </a:lnTo>
                <a:lnTo>
                  <a:pt x="946050" y="20475"/>
                </a:lnTo>
                <a:lnTo>
                  <a:pt x="945450" y="21000"/>
                </a:lnTo>
                <a:lnTo>
                  <a:pt x="945000" y="21525"/>
                </a:lnTo>
                <a:lnTo>
                  <a:pt x="944550" y="22050"/>
                </a:lnTo>
                <a:lnTo>
                  <a:pt x="944100" y="22650"/>
                </a:lnTo>
                <a:lnTo>
                  <a:pt x="943725" y="23325"/>
                </a:lnTo>
                <a:lnTo>
                  <a:pt x="943500" y="23925"/>
                </a:lnTo>
                <a:lnTo>
                  <a:pt x="943200" y="24750"/>
                </a:lnTo>
                <a:lnTo>
                  <a:pt x="943050" y="25500"/>
                </a:lnTo>
                <a:lnTo>
                  <a:pt x="942900" y="26550"/>
                </a:lnTo>
                <a:lnTo>
                  <a:pt x="942825" y="27600"/>
                </a:lnTo>
                <a:lnTo>
                  <a:pt x="942825" y="48150"/>
                </a:lnTo>
                <a:lnTo>
                  <a:pt x="943200" y="49350"/>
                </a:lnTo>
                <a:lnTo>
                  <a:pt x="943800" y="50700"/>
                </a:lnTo>
                <a:lnTo>
                  <a:pt x="945075" y="51000"/>
                </a:lnTo>
                <a:lnTo>
                  <a:pt x="945075" y="52500"/>
                </a:lnTo>
                <a:lnTo>
                  <a:pt x="934425" y="52500"/>
                </a:lnTo>
                <a:lnTo>
                  <a:pt x="934425" y="51000"/>
                </a:lnTo>
                <a:lnTo>
                  <a:pt x="935700" y="50700"/>
                </a:lnTo>
                <a:close/>
                <a:moveTo>
                  <a:pt x="975450" y="65250"/>
                </a:moveTo>
                <a:lnTo>
                  <a:pt x="976725" y="64950"/>
                </a:lnTo>
                <a:lnTo>
                  <a:pt x="977325" y="63675"/>
                </a:lnTo>
                <a:lnTo>
                  <a:pt x="977700" y="62475"/>
                </a:lnTo>
                <a:lnTo>
                  <a:pt x="977700" y="26850"/>
                </a:lnTo>
                <a:lnTo>
                  <a:pt x="977850" y="25050"/>
                </a:lnTo>
                <a:lnTo>
                  <a:pt x="978150" y="23325"/>
                </a:lnTo>
                <a:lnTo>
                  <a:pt x="978600" y="21900"/>
                </a:lnTo>
                <a:lnTo>
                  <a:pt x="978825" y="21150"/>
                </a:lnTo>
                <a:lnTo>
                  <a:pt x="979200" y="20475"/>
                </a:lnTo>
                <a:lnTo>
                  <a:pt x="979875" y="19275"/>
                </a:lnTo>
                <a:lnTo>
                  <a:pt x="980625" y="18300"/>
                </a:lnTo>
                <a:lnTo>
                  <a:pt x="981600" y="17325"/>
                </a:lnTo>
                <a:lnTo>
                  <a:pt x="982575" y="16575"/>
                </a:lnTo>
                <a:lnTo>
                  <a:pt x="983625" y="15900"/>
                </a:lnTo>
                <a:lnTo>
                  <a:pt x="984825" y="15300"/>
                </a:lnTo>
                <a:lnTo>
                  <a:pt x="986100" y="14850"/>
                </a:lnTo>
                <a:lnTo>
                  <a:pt x="987525" y="14550"/>
                </a:lnTo>
                <a:lnTo>
                  <a:pt x="988950" y="14325"/>
                </a:lnTo>
                <a:lnTo>
                  <a:pt x="990450" y="14250"/>
                </a:lnTo>
                <a:lnTo>
                  <a:pt x="991950" y="14325"/>
                </a:lnTo>
                <a:lnTo>
                  <a:pt x="993750" y="14475"/>
                </a:lnTo>
                <a:lnTo>
                  <a:pt x="995325" y="14775"/>
                </a:lnTo>
                <a:lnTo>
                  <a:pt x="997125" y="15225"/>
                </a:lnTo>
                <a:lnTo>
                  <a:pt x="998775" y="15675"/>
                </a:lnTo>
                <a:lnTo>
                  <a:pt x="1000650" y="16350"/>
                </a:lnTo>
                <a:lnTo>
                  <a:pt x="997650" y="20175"/>
                </a:lnTo>
                <a:lnTo>
                  <a:pt x="996525" y="19800"/>
                </a:lnTo>
                <a:lnTo>
                  <a:pt x="995325" y="19350"/>
                </a:lnTo>
                <a:lnTo>
                  <a:pt x="994350" y="19125"/>
                </a:lnTo>
                <a:lnTo>
                  <a:pt x="993225" y="18900"/>
                </a:lnTo>
                <a:lnTo>
                  <a:pt x="992175" y="18675"/>
                </a:lnTo>
                <a:lnTo>
                  <a:pt x="991275" y="18600"/>
                </a:lnTo>
                <a:lnTo>
                  <a:pt x="990300" y="18600"/>
                </a:lnTo>
                <a:lnTo>
                  <a:pt x="989475" y="18675"/>
                </a:lnTo>
                <a:lnTo>
                  <a:pt x="988725" y="18825"/>
                </a:lnTo>
                <a:lnTo>
                  <a:pt x="988050" y="19050"/>
                </a:lnTo>
                <a:lnTo>
                  <a:pt x="987375" y="19350"/>
                </a:lnTo>
                <a:lnTo>
                  <a:pt x="986850" y="19725"/>
                </a:lnTo>
                <a:lnTo>
                  <a:pt x="986250" y="20175"/>
                </a:lnTo>
                <a:lnTo>
                  <a:pt x="985800" y="20700"/>
                </a:lnTo>
                <a:lnTo>
                  <a:pt x="985350" y="21300"/>
                </a:lnTo>
                <a:lnTo>
                  <a:pt x="984975" y="21975"/>
                </a:lnTo>
                <a:lnTo>
                  <a:pt x="984525" y="23025"/>
                </a:lnTo>
                <a:lnTo>
                  <a:pt x="984150" y="24225"/>
                </a:lnTo>
                <a:lnTo>
                  <a:pt x="983925" y="25575"/>
                </a:lnTo>
                <a:lnTo>
                  <a:pt x="983850" y="26925"/>
                </a:lnTo>
                <a:lnTo>
                  <a:pt x="983850" y="62475"/>
                </a:lnTo>
                <a:lnTo>
                  <a:pt x="984225" y="63675"/>
                </a:lnTo>
                <a:lnTo>
                  <a:pt x="984825" y="64950"/>
                </a:lnTo>
                <a:lnTo>
                  <a:pt x="986100" y="65250"/>
                </a:lnTo>
                <a:lnTo>
                  <a:pt x="986100" y="66750"/>
                </a:lnTo>
                <a:lnTo>
                  <a:pt x="975450" y="66750"/>
                </a:lnTo>
                <a:close/>
                <a:moveTo>
                  <a:pt x="1017975" y="64950"/>
                </a:moveTo>
                <a:lnTo>
                  <a:pt x="1018575" y="63600"/>
                </a:lnTo>
                <a:lnTo>
                  <a:pt x="1018950" y="62400"/>
                </a:lnTo>
                <a:lnTo>
                  <a:pt x="1018950" y="50100"/>
                </a:lnTo>
                <a:lnTo>
                  <a:pt x="1008525" y="18300"/>
                </a:lnTo>
                <a:lnTo>
                  <a:pt x="1008075" y="17400"/>
                </a:lnTo>
                <a:lnTo>
                  <a:pt x="1007700" y="16800"/>
                </a:lnTo>
                <a:lnTo>
                  <a:pt x="1007325" y="16350"/>
                </a:lnTo>
                <a:lnTo>
                  <a:pt x="1006800" y="15750"/>
                </a:lnTo>
                <a:lnTo>
                  <a:pt x="1006275" y="15300"/>
                </a:lnTo>
                <a:lnTo>
                  <a:pt x="1005000" y="14250"/>
                </a:lnTo>
                <a:lnTo>
                  <a:pt x="1010400" y="14250"/>
                </a:lnTo>
                <a:lnTo>
                  <a:pt x="1013550" y="14250"/>
                </a:lnTo>
                <a:lnTo>
                  <a:pt x="1015800" y="14250"/>
                </a:lnTo>
                <a:lnTo>
                  <a:pt x="1015275" y="15150"/>
                </a:lnTo>
                <a:lnTo>
                  <a:pt x="1015050" y="15600"/>
                </a:lnTo>
                <a:lnTo>
                  <a:pt x="1014900" y="16200"/>
                </a:lnTo>
                <a:lnTo>
                  <a:pt x="1014825" y="16650"/>
                </a:lnTo>
                <a:lnTo>
                  <a:pt x="1014750" y="17250"/>
                </a:lnTo>
                <a:lnTo>
                  <a:pt x="1014825" y="17700"/>
                </a:lnTo>
                <a:lnTo>
                  <a:pt x="1014900" y="18300"/>
                </a:lnTo>
                <a:lnTo>
                  <a:pt x="1022025" y="40200"/>
                </a:lnTo>
                <a:lnTo>
                  <a:pt x="1029150" y="18300"/>
                </a:lnTo>
                <a:lnTo>
                  <a:pt x="1029225" y="17850"/>
                </a:lnTo>
                <a:lnTo>
                  <a:pt x="1029300" y="17250"/>
                </a:lnTo>
                <a:lnTo>
                  <a:pt x="1029300" y="16800"/>
                </a:lnTo>
                <a:lnTo>
                  <a:pt x="1029150" y="16200"/>
                </a:lnTo>
                <a:lnTo>
                  <a:pt x="1029000" y="15600"/>
                </a:lnTo>
                <a:lnTo>
                  <a:pt x="1028775" y="15150"/>
                </a:lnTo>
                <a:lnTo>
                  <a:pt x="1028250" y="14250"/>
                </a:lnTo>
                <a:lnTo>
                  <a:pt x="1030500" y="14250"/>
                </a:lnTo>
                <a:lnTo>
                  <a:pt x="1033650" y="14250"/>
                </a:lnTo>
                <a:lnTo>
                  <a:pt x="1039050" y="14250"/>
                </a:lnTo>
                <a:lnTo>
                  <a:pt x="1037925" y="15150"/>
                </a:lnTo>
                <a:lnTo>
                  <a:pt x="1036875" y="16200"/>
                </a:lnTo>
                <a:lnTo>
                  <a:pt x="1036350" y="16800"/>
                </a:lnTo>
                <a:lnTo>
                  <a:pt x="1036050" y="17250"/>
                </a:lnTo>
                <a:lnTo>
                  <a:pt x="1035825" y="17700"/>
                </a:lnTo>
                <a:lnTo>
                  <a:pt x="1035525" y="18300"/>
                </a:lnTo>
                <a:lnTo>
                  <a:pt x="1025100" y="50100"/>
                </a:lnTo>
                <a:lnTo>
                  <a:pt x="1025100" y="62400"/>
                </a:lnTo>
                <a:lnTo>
                  <a:pt x="1025475" y="63600"/>
                </a:lnTo>
                <a:lnTo>
                  <a:pt x="1026075" y="64950"/>
                </a:lnTo>
                <a:lnTo>
                  <a:pt x="1027350" y="65250"/>
                </a:lnTo>
                <a:lnTo>
                  <a:pt x="1027350" y="66750"/>
                </a:lnTo>
                <a:lnTo>
                  <a:pt x="1016700" y="66750"/>
                </a:lnTo>
                <a:lnTo>
                  <a:pt x="1016700" y="65250"/>
                </a:lnTo>
                <a:close/>
                <a:moveTo>
                  <a:pt x="1045125" y="65250"/>
                </a:moveTo>
                <a:lnTo>
                  <a:pt x="1046400" y="64950"/>
                </a:lnTo>
                <a:lnTo>
                  <a:pt x="1047000" y="63675"/>
                </a:lnTo>
                <a:lnTo>
                  <a:pt x="1047375" y="62475"/>
                </a:lnTo>
                <a:lnTo>
                  <a:pt x="1047375" y="26850"/>
                </a:lnTo>
                <a:lnTo>
                  <a:pt x="1047525" y="25050"/>
                </a:lnTo>
                <a:lnTo>
                  <a:pt x="1047825" y="23325"/>
                </a:lnTo>
                <a:lnTo>
                  <a:pt x="1048275" y="21900"/>
                </a:lnTo>
                <a:lnTo>
                  <a:pt x="1048500" y="21150"/>
                </a:lnTo>
                <a:lnTo>
                  <a:pt x="1048875" y="20475"/>
                </a:lnTo>
                <a:lnTo>
                  <a:pt x="1049550" y="19275"/>
                </a:lnTo>
                <a:lnTo>
                  <a:pt x="1050300" y="18300"/>
                </a:lnTo>
                <a:lnTo>
                  <a:pt x="1051275" y="17325"/>
                </a:lnTo>
                <a:lnTo>
                  <a:pt x="1052250" y="16575"/>
                </a:lnTo>
                <a:lnTo>
                  <a:pt x="1053300" y="15900"/>
                </a:lnTo>
                <a:lnTo>
                  <a:pt x="1054500" y="15300"/>
                </a:lnTo>
                <a:lnTo>
                  <a:pt x="1055775" y="14850"/>
                </a:lnTo>
                <a:lnTo>
                  <a:pt x="1057200" y="14550"/>
                </a:lnTo>
                <a:lnTo>
                  <a:pt x="1058625" y="14325"/>
                </a:lnTo>
                <a:lnTo>
                  <a:pt x="1060125" y="14250"/>
                </a:lnTo>
                <a:lnTo>
                  <a:pt x="1061625" y="14325"/>
                </a:lnTo>
                <a:lnTo>
                  <a:pt x="1063425" y="14475"/>
                </a:lnTo>
                <a:lnTo>
                  <a:pt x="1065000" y="14775"/>
                </a:lnTo>
                <a:lnTo>
                  <a:pt x="1066800" y="15225"/>
                </a:lnTo>
                <a:lnTo>
                  <a:pt x="1068450" y="15675"/>
                </a:lnTo>
                <a:lnTo>
                  <a:pt x="1070325" y="16350"/>
                </a:lnTo>
                <a:lnTo>
                  <a:pt x="1067325" y="20175"/>
                </a:lnTo>
                <a:lnTo>
                  <a:pt x="1066200" y="19800"/>
                </a:lnTo>
                <a:lnTo>
                  <a:pt x="1065000" y="19350"/>
                </a:lnTo>
                <a:lnTo>
                  <a:pt x="1064025" y="19125"/>
                </a:lnTo>
                <a:lnTo>
                  <a:pt x="1062900" y="18900"/>
                </a:lnTo>
                <a:lnTo>
                  <a:pt x="1061850" y="18675"/>
                </a:lnTo>
                <a:lnTo>
                  <a:pt x="1060950" y="18600"/>
                </a:lnTo>
                <a:lnTo>
                  <a:pt x="1059975" y="18600"/>
                </a:lnTo>
                <a:lnTo>
                  <a:pt x="1059150" y="18675"/>
                </a:lnTo>
                <a:lnTo>
                  <a:pt x="1058400" y="18825"/>
                </a:lnTo>
                <a:lnTo>
                  <a:pt x="1057725" y="19050"/>
                </a:lnTo>
                <a:lnTo>
                  <a:pt x="1057050" y="19350"/>
                </a:lnTo>
                <a:lnTo>
                  <a:pt x="1056525" y="19725"/>
                </a:lnTo>
                <a:lnTo>
                  <a:pt x="1055925" y="20175"/>
                </a:lnTo>
                <a:lnTo>
                  <a:pt x="1055475" y="20700"/>
                </a:lnTo>
                <a:lnTo>
                  <a:pt x="1055025" y="21300"/>
                </a:lnTo>
                <a:lnTo>
                  <a:pt x="1054650" y="21975"/>
                </a:lnTo>
                <a:lnTo>
                  <a:pt x="1054200" y="23025"/>
                </a:lnTo>
                <a:lnTo>
                  <a:pt x="1053825" y="24225"/>
                </a:lnTo>
                <a:lnTo>
                  <a:pt x="1053600" y="25575"/>
                </a:lnTo>
                <a:lnTo>
                  <a:pt x="1053525" y="26925"/>
                </a:lnTo>
                <a:lnTo>
                  <a:pt x="1053525" y="62475"/>
                </a:lnTo>
                <a:lnTo>
                  <a:pt x="1053900" y="63675"/>
                </a:lnTo>
                <a:lnTo>
                  <a:pt x="1054500" y="64950"/>
                </a:lnTo>
                <a:lnTo>
                  <a:pt x="1055775" y="65250"/>
                </a:lnTo>
                <a:lnTo>
                  <a:pt x="1055775" y="66750"/>
                </a:lnTo>
                <a:lnTo>
                  <a:pt x="1045125" y="66750"/>
                </a:lnTo>
                <a:close/>
                <a:moveTo>
                  <a:pt x="1104600" y="49350"/>
                </a:moveTo>
                <a:lnTo>
                  <a:pt x="1104975" y="48150"/>
                </a:lnTo>
                <a:lnTo>
                  <a:pt x="1104975" y="34125"/>
                </a:lnTo>
                <a:lnTo>
                  <a:pt x="1103175" y="33450"/>
                </a:lnTo>
                <a:lnTo>
                  <a:pt x="1102200" y="33000"/>
                </a:lnTo>
                <a:lnTo>
                  <a:pt x="1101300" y="32475"/>
                </a:lnTo>
                <a:lnTo>
                  <a:pt x="1100250" y="31875"/>
                </a:lnTo>
                <a:lnTo>
                  <a:pt x="1099275" y="31275"/>
                </a:lnTo>
                <a:lnTo>
                  <a:pt x="1096050" y="29025"/>
                </a:lnTo>
                <a:lnTo>
                  <a:pt x="1094925" y="28275"/>
                </a:lnTo>
                <a:lnTo>
                  <a:pt x="1094250" y="27900"/>
                </a:lnTo>
                <a:lnTo>
                  <a:pt x="1093575" y="27600"/>
                </a:lnTo>
                <a:lnTo>
                  <a:pt x="1093050" y="27375"/>
                </a:lnTo>
                <a:lnTo>
                  <a:pt x="1092450" y="27225"/>
                </a:lnTo>
                <a:lnTo>
                  <a:pt x="1094400" y="23025"/>
                </a:lnTo>
                <a:lnTo>
                  <a:pt x="1095375" y="23325"/>
                </a:lnTo>
                <a:lnTo>
                  <a:pt x="1096350" y="23625"/>
                </a:lnTo>
                <a:lnTo>
                  <a:pt x="1097250" y="24000"/>
                </a:lnTo>
                <a:lnTo>
                  <a:pt x="1098300" y="24525"/>
                </a:lnTo>
                <a:lnTo>
                  <a:pt x="1099725" y="25425"/>
                </a:lnTo>
                <a:lnTo>
                  <a:pt x="1103250" y="27900"/>
                </a:lnTo>
                <a:lnTo>
                  <a:pt x="1104975" y="28950"/>
                </a:lnTo>
                <a:lnTo>
                  <a:pt x="1104975" y="4350"/>
                </a:lnTo>
                <a:lnTo>
                  <a:pt x="1104600" y="3150"/>
                </a:lnTo>
                <a:lnTo>
                  <a:pt x="1104000" y="1800"/>
                </a:lnTo>
                <a:lnTo>
                  <a:pt x="1102725" y="1500"/>
                </a:lnTo>
                <a:lnTo>
                  <a:pt x="1102725" y="0"/>
                </a:lnTo>
                <a:lnTo>
                  <a:pt x="1113375" y="0"/>
                </a:lnTo>
                <a:lnTo>
                  <a:pt x="1113375" y="1500"/>
                </a:lnTo>
                <a:lnTo>
                  <a:pt x="1112100" y="1800"/>
                </a:lnTo>
                <a:lnTo>
                  <a:pt x="1111500" y="3150"/>
                </a:lnTo>
                <a:lnTo>
                  <a:pt x="1111125" y="4350"/>
                </a:lnTo>
                <a:lnTo>
                  <a:pt x="1111125" y="48150"/>
                </a:lnTo>
                <a:lnTo>
                  <a:pt x="1111500" y="49350"/>
                </a:lnTo>
                <a:lnTo>
                  <a:pt x="1112100" y="50700"/>
                </a:lnTo>
                <a:lnTo>
                  <a:pt x="1113375" y="51000"/>
                </a:lnTo>
                <a:lnTo>
                  <a:pt x="1113375" y="52500"/>
                </a:lnTo>
                <a:lnTo>
                  <a:pt x="1102725" y="52500"/>
                </a:lnTo>
                <a:lnTo>
                  <a:pt x="1102725" y="51000"/>
                </a:lnTo>
                <a:lnTo>
                  <a:pt x="1104000" y="50700"/>
                </a:lnTo>
                <a:close/>
                <a:moveTo>
                  <a:pt x="1119450" y="19125"/>
                </a:moveTo>
                <a:lnTo>
                  <a:pt x="1120125" y="18300"/>
                </a:lnTo>
                <a:lnTo>
                  <a:pt x="1120650" y="17700"/>
                </a:lnTo>
                <a:lnTo>
                  <a:pt x="1121400" y="17100"/>
                </a:lnTo>
                <a:lnTo>
                  <a:pt x="1122075" y="16575"/>
                </a:lnTo>
                <a:lnTo>
                  <a:pt x="1122900" y="15975"/>
                </a:lnTo>
                <a:lnTo>
                  <a:pt x="1123575" y="15600"/>
                </a:lnTo>
                <a:lnTo>
                  <a:pt x="1124550" y="15150"/>
                </a:lnTo>
                <a:lnTo>
                  <a:pt x="1125450" y="14775"/>
                </a:lnTo>
                <a:lnTo>
                  <a:pt x="1126425" y="14400"/>
                </a:lnTo>
                <a:lnTo>
                  <a:pt x="1127475" y="14100"/>
                </a:lnTo>
                <a:lnTo>
                  <a:pt x="1128525" y="13875"/>
                </a:lnTo>
                <a:lnTo>
                  <a:pt x="1129575" y="13725"/>
                </a:lnTo>
                <a:lnTo>
                  <a:pt x="1130850" y="13575"/>
                </a:lnTo>
                <a:lnTo>
                  <a:pt x="1132050" y="13500"/>
                </a:lnTo>
                <a:lnTo>
                  <a:pt x="1133250" y="13500"/>
                </a:lnTo>
                <a:lnTo>
                  <a:pt x="1134225" y="13500"/>
                </a:lnTo>
                <a:lnTo>
                  <a:pt x="1135200" y="13575"/>
                </a:lnTo>
                <a:lnTo>
                  <a:pt x="1136100" y="13725"/>
                </a:lnTo>
                <a:lnTo>
                  <a:pt x="1137150" y="13875"/>
                </a:lnTo>
                <a:lnTo>
                  <a:pt x="1138050" y="14100"/>
                </a:lnTo>
                <a:lnTo>
                  <a:pt x="1139025" y="14400"/>
                </a:lnTo>
                <a:lnTo>
                  <a:pt x="1139925" y="14700"/>
                </a:lnTo>
                <a:lnTo>
                  <a:pt x="1140750" y="15075"/>
                </a:lnTo>
                <a:lnTo>
                  <a:pt x="1141575" y="15525"/>
                </a:lnTo>
                <a:lnTo>
                  <a:pt x="1142400" y="15975"/>
                </a:lnTo>
                <a:lnTo>
                  <a:pt x="1143075" y="16500"/>
                </a:lnTo>
                <a:lnTo>
                  <a:pt x="1143900" y="17100"/>
                </a:lnTo>
                <a:lnTo>
                  <a:pt x="1144575" y="17700"/>
                </a:lnTo>
                <a:lnTo>
                  <a:pt x="1145250" y="18375"/>
                </a:lnTo>
                <a:lnTo>
                  <a:pt x="1145850" y="18975"/>
                </a:lnTo>
                <a:lnTo>
                  <a:pt x="1146450" y="19725"/>
                </a:lnTo>
                <a:lnTo>
                  <a:pt x="1147050" y="20475"/>
                </a:lnTo>
                <a:lnTo>
                  <a:pt x="1147575" y="21300"/>
                </a:lnTo>
                <a:lnTo>
                  <a:pt x="1148025" y="22200"/>
                </a:lnTo>
                <a:lnTo>
                  <a:pt x="1148550" y="23175"/>
                </a:lnTo>
                <a:lnTo>
                  <a:pt x="1148925" y="24075"/>
                </a:lnTo>
                <a:lnTo>
                  <a:pt x="1149375" y="25125"/>
                </a:lnTo>
                <a:lnTo>
                  <a:pt x="1149675" y="26175"/>
                </a:lnTo>
                <a:lnTo>
                  <a:pt x="1149975" y="27300"/>
                </a:lnTo>
                <a:lnTo>
                  <a:pt x="1150275" y="28425"/>
                </a:lnTo>
                <a:lnTo>
                  <a:pt x="1150425" y="29550"/>
                </a:lnTo>
                <a:lnTo>
                  <a:pt x="1150575" y="30750"/>
                </a:lnTo>
                <a:lnTo>
                  <a:pt x="1150650" y="31875"/>
                </a:lnTo>
                <a:lnTo>
                  <a:pt x="1150725" y="33075"/>
                </a:lnTo>
                <a:lnTo>
                  <a:pt x="1150725" y="34200"/>
                </a:lnTo>
                <a:lnTo>
                  <a:pt x="1150650" y="35400"/>
                </a:lnTo>
                <a:lnTo>
                  <a:pt x="1150500" y="36525"/>
                </a:lnTo>
                <a:lnTo>
                  <a:pt x="1150350" y="37650"/>
                </a:lnTo>
                <a:lnTo>
                  <a:pt x="1150125" y="38775"/>
                </a:lnTo>
                <a:lnTo>
                  <a:pt x="1149900" y="39750"/>
                </a:lnTo>
                <a:lnTo>
                  <a:pt x="1149600" y="40875"/>
                </a:lnTo>
                <a:lnTo>
                  <a:pt x="1149225" y="41925"/>
                </a:lnTo>
                <a:lnTo>
                  <a:pt x="1148850" y="42825"/>
                </a:lnTo>
                <a:lnTo>
                  <a:pt x="1148400" y="43875"/>
                </a:lnTo>
                <a:lnTo>
                  <a:pt x="1147950" y="44700"/>
                </a:lnTo>
                <a:lnTo>
                  <a:pt x="1147425" y="45600"/>
                </a:lnTo>
                <a:lnTo>
                  <a:pt x="1146900" y="46425"/>
                </a:lnTo>
                <a:lnTo>
                  <a:pt x="1146300" y="47175"/>
                </a:lnTo>
                <a:lnTo>
                  <a:pt x="1145700" y="47925"/>
                </a:lnTo>
                <a:lnTo>
                  <a:pt x="1145025" y="48675"/>
                </a:lnTo>
                <a:lnTo>
                  <a:pt x="1144275" y="49350"/>
                </a:lnTo>
                <a:lnTo>
                  <a:pt x="1143525" y="49950"/>
                </a:lnTo>
                <a:lnTo>
                  <a:pt x="1142775" y="50475"/>
                </a:lnTo>
                <a:lnTo>
                  <a:pt x="1141425" y="51300"/>
                </a:lnTo>
                <a:lnTo>
                  <a:pt x="1140075" y="51975"/>
                </a:lnTo>
                <a:lnTo>
                  <a:pt x="1138650" y="52500"/>
                </a:lnTo>
                <a:lnTo>
                  <a:pt x="1137075" y="52875"/>
                </a:lnTo>
                <a:lnTo>
                  <a:pt x="1135500" y="53175"/>
                </a:lnTo>
                <a:lnTo>
                  <a:pt x="1133925" y="53250"/>
                </a:lnTo>
                <a:lnTo>
                  <a:pt x="1132050" y="53250"/>
                </a:lnTo>
                <a:lnTo>
                  <a:pt x="1130100" y="53100"/>
                </a:lnTo>
                <a:lnTo>
                  <a:pt x="1128300" y="52800"/>
                </a:lnTo>
                <a:lnTo>
                  <a:pt x="1126800" y="52425"/>
                </a:lnTo>
                <a:lnTo>
                  <a:pt x="1125300" y="51975"/>
                </a:lnTo>
                <a:lnTo>
                  <a:pt x="1124025" y="51375"/>
                </a:lnTo>
                <a:lnTo>
                  <a:pt x="1122675" y="50625"/>
                </a:lnTo>
                <a:lnTo>
                  <a:pt x="1121625" y="49875"/>
                </a:lnTo>
                <a:lnTo>
                  <a:pt x="1121025" y="49350"/>
                </a:lnTo>
                <a:lnTo>
                  <a:pt x="1120500" y="48825"/>
                </a:lnTo>
                <a:lnTo>
                  <a:pt x="1119600" y="47850"/>
                </a:lnTo>
                <a:lnTo>
                  <a:pt x="1118850" y="46800"/>
                </a:lnTo>
                <a:lnTo>
                  <a:pt x="1124475" y="45150"/>
                </a:lnTo>
                <a:lnTo>
                  <a:pt x="1124925" y="45750"/>
                </a:lnTo>
                <a:lnTo>
                  <a:pt x="1125525" y="46425"/>
                </a:lnTo>
                <a:lnTo>
                  <a:pt x="1126050" y="47025"/>
                </a:lnTo>
                <a:lnTo>
                  <a:pt x="1126800" y="47550"/>
                </a:lnTo>
                <a:lnTo>
                  <a:pt x="1127550" y="48000"/>
                </a:lnTo>
                <a:lnTo>
                  <a:pt x="1128300" y="48375"/>
                </a:lnTo>
                <a:lnTo>
                  <a:pt x="1129125" y="48675"/>
                </a:lnTo>
                <a:lnTo>
                  <a:pt x="1130025" y="48825"/>
                </a:lnTo>
                <a:lnTo>
                  <a:pt x="1131075" y="49050"/>
                </a:lnTo>
                <a:lnTo>
                  <a:pt x="1132275" y="49125"/>
                </a:lnTo>
                <a:lnTo>
                  <a:pt x="1133550" y="49125"/>
                </a:lnTo>
                <a:lnTo>
                  <a:pt x="1134525" y="49050"/>
                </a:lnTo>
                <a:lnTo>
                  <a:pt x="1135500" y="48900"/>
                </a:lnTo>
                <a:lnTo>
                  <a:pt x="1136325" y="48675"/>
                </a:lnTo>
                <a:lnTo>
                  <a:pt x="1137225" y="48300"/>
                </a:lnTo>
                <a:lnTo>
                  <a:pt x="1137975" y="47850"/>
                </a:lnTo>
                <a:lnTo>
                  <a:pt x="1138725" y="47400"/>
                </a:lnTo>
                <a:lnTo>
                  <a:pt x="1139400" y="46800"/>
                </a:lnTo>
                <a:lnTo>
                  <a:pt x="1140075" y="46200"/>
                </a:lnTo>
                <a:lnTo>
                  <a:pt x="1140750" y="45450"/>
                </a:lnTo>
                <a:lnTo>
                  <a:pt x="1141275" y="44775"/>
                </a:lnTo>
                <a:lnTo>
                  <a:pt x="1141875" y="43875"/>
                </a:lnTo>
                <a:lnTo>
                  <a:pt x="1142400" y="42975"/>
                </a:lnTo>
                <a:lnTo>
                  <a:pt x="1142850" y="42000"/>
                </a:lnTo>
                <a:lnTo>
                  <a:pt x="1143300" y="40950"/>
                </a:lnTo>
                <a:lnTo>
                  <a:pt x="1143600" y="39900"/>
                </a:lnTo>
                <a:lnTo>
                  <a:pt x="1143900" y="38775"/>
                </a:lnTo>
                <a:lnTo>
                  <a:pt x="1144200" y="37650"/>
                </a:lnTo>
                <a:lnTo>
                  <a:pt x="1144350" y="36450"/>
                </a:lnTo>
                <a:lnTo>
                  <a:pt x="1144500" y="35325"/>
                </a:lnTo>
                <a:lnTo>
                  <a:pt x="1144575" y="34125"/>
                </a:lnTo>
                <a:lnTo>
                  <a:pt x="1144575" y="32925"/>
                </a:lnTo>
                <a:lnTo>
                  <a:pt x="1144500" y="31725"/>
                </a:lnTo>
                <a:lnTo>
                  <a:pt x="1144425" y="30600"/>
                </a:lnTo>
                <a:lnTo>
                  <a:pt x="1144200" y="29400"/>
                </a:lnTo>
                <a:lnTo>
                  <a:pt x="1143975" y="28275"/>
                </a:lnTo>
                <a:lnTo>
                  <a:pt x="1143675" y="27150"/>
                </a:lnTo>
                <a:lnTo>
                  <a:pt x="1143375" y="26100"/>
                </a:lnTo>
                <a:lnTo>
                  <a:pt x="1142925" y="25050"/>
                </a:lnTo>
                <a:lnTo>
                  <a:pt x="1142550" y="24150"/>
                </a:lnTo>
                <a:lnTo>
                  <a:pt x="1142025" y="23250"/>
                </a:lnTo>
                <a:lnTo>
                  <a:pt x="1141500" y="22350"/>
                </a:lnTo>
                <a:lnTo>
                  <a:pt x="1140975" y="21600"/>
                </a:lnTo>
                <a:lnTo>
                  <a:pt x="1140375" y="20850"/>
                </a:lnTo>
                <a:lnTo>
                  <a:pt x="1139700" y="20175"/>
                </a:lnTo>
                <a:lnTo>
                  <a:pt x="1138950" y="19575"/>
                </a:lnTo>
                <a:lnTo>
                  <a:pt x="1138275" y="19050"/>
                </a:lnTo>
                <a:lnTo>
                  <a:pt x="1137525" y="18600"/>
                </a:lnTo>
                <a:lnTo>
                  <a:pt x="1136775" y="18300"/>
                </a:lnTo>
                <a:lnTo>
                  <a:pt x="1135875" y="18000"/>
                </a:lnTo>
                <a:lnTo>
                  <a:pt x="1134975" y="17775"/>
                </a:lnTo>
                <a:lnTo>
                  <a:pt x="1134075" y="17625"/>
                </a:lnTo>
                <a:lnTo>
                  <a:pt x="1133100" y="17625"/>
                </a:lnTo>
                <a:lnTo>
                  <a:pt x="1131750" y="17700"/>
                </a:lnTo>
                <a:lnTo>
                  <a:pt x="1130625" y="17775"/>
                </a:lnTo>
                <a:lnTo>
                  <a:pt x="1129725" y="18000"/>
                </a:lnTo>
                <a:lnTo>
                  <a:pt x="1128900" y="18225"/>
                </a:lnTo>
                <a:lnTo>
                  <a:pt x="1128075" y="18525"/>
                </a:lnTo>
                <a:lnTo>
                  <a:pt x="1127325" y="18900"/>
                </a:lnTo>
                <a:lnTo>
                  <a:pt x="1126650" y="19275"/>
                </a:lnTo>
                <a:lnTo>
                  <a:pt x="1126050" y="19725"/>
                </a:lnTo>
                <a:lnTo>
                  <a:pt x="1125525" y="20325"/>
                </a:lnTo>
                <a:lnTo>
                  <a:pt x="1124925" y="21000"/>
                </a:lnTo>
                <a:lnTo>
                  <a:pt x="1124475" y="21600"/>
                </a:lnTo>
                <a:lnTo>
                  <a:pt x="1118850" y="20025"/>
                </a:lnTo>
                <a:close/>
                <a:moveTo>
                  <a:pt x="1159125" y="49350"/>
                </a:moveTo>
                <a:lnTo>
                  <a:pt x="1159500" y="48150"/>
                </a:lnTo>
                <a:lnTo>
                  <a:pt x="1159500" y="18600"/>
                </a:lnTo>
                <a:lnTo>
                  <a:pt x="1159125" y="17400"/>
                </a:lnTo>
                <a:lnTo>
                  <a:pt x="1158525" y="16050"/>
                </a:lnTo>
                <a:lnTo>
                  <a:pt x="1157250" y="15750"/>
                </a:lnTo>
                <a:lnTo>
                  <a:pt x="1157250" y="14250"/>
                </a:lnTo>
                <a:lnTo>
                  <a:pt x="1180200" y="14325"/>
                </a:lnTo>
                <a:lnTo>
                  <a:pt x="1181700" y="14325"/>
                </a:lnTo>
                <a:lnTo>
                  <a:pt x="1182675" y="14475"/>
                </a:lnTo>
                <a:lnTo>
                  <a:pt x="1183725" y="14625"/>
                </a:lnTo>
                <a:lnTo>
                  <a:pt x="1184625" y="14925"/>
                </a:lnTo>
                <a:lnTo>
                  <a:pt x="1185525" y="15225"/>
                </a:lnTo>
                <a:lnTo>
                  <a:pt x="1186425" y="15600"/>
                </a:lnTo>
                <a:lnTo>
                  <a:pt x="1187175" y="15975"/>
                </a:lnTo>
                <a:lnTo>
                  <a:pt x="1187925" y="16500"/>
                </a:lnTo>
                <a:lnTo>
                  <a:pt x="1188525" y="17025"/>
                </a:lnTo>
                <a:lnTo>
                  <a:pt x="1189275" y="17775"/>
                </a:lnTo>
                <a:lnTo>
                  <a:pt x="1189950" y="18675"/>
                </a:lnTo>
                <a:lnTo>
                  <a:pt x="1190475" y="19575"/>
                </a:lnTo>
                <a:lnTo>
                  <a:pt x="1190775" y="20625"/>
                </a:lnTo>
                <a:lnTo>
                  <a:pt x="1191000" y="21525"/>
                </a:lnTo>
                <a:lnTo>
                  <a:pt x="1191075" y="22650"/>
                </a:lnTo>
                <a:lnTo>
                  <a:pt x="1190925" y="23775"/>
                </a:lnTo>
                <a:lnTo>
                  <a:pt x="1190700" y="24825"/>
                </a:lnTo>
                <a:lnTo>
                  <a:pt x="1190250" y="25950"/>
                </a:lnTo>
                <a:lnTo>
                  <a:pt x="1189650" y="27075"/>
                </a:lnTo>
                <a:lnTo>
                  <a:pt x="1189050" y="27975"/>
                </a:lnTo>
                <a:lnTo>
                  <a:pt x="1188150" y="29025"/>
                </a:lnTo>
                <a:lnTo>
                  <a:pt x="1187250" y="29925"/>
                </a:lnTo>
                <a:lnTo>
                  <a:pt x="1186125" y="30900"/>
                </a:lnTo>
                <a:lnTo>
                  <a:pt x="1185000" y="31650"/>
                </a:lnTo>
                <a:lnTo>
                  <a:pt x="1183725" y="32400"/>
                </a:lnTo>
                <a:lnTo>
                  <a:pt x="1185225" y="33150"/>
                </a:lnTo>
                <a:lnTo>
                  <a:pt x="1186575" y="34050"/>
                </a:lnTo>
                <a:lnTo>
                  <a:pt x="1187850" y="35025"/>
                </a:lnTo>
                <a:lnTo>
                  <a:pt x="1188825" y="35925"/>
                </a:lnTo>
                <a:lnTo>
                  <a:pt x="1189800" y="37050"/>
                </a:lnTo>
                <a:lnTo>
                  <a:pt x="1190625" y="38250"/>
                </a:lnTo>
                <a:lnTo>
                  <a:pt x="1191300" y="39450"/>
                </a:lnTo>
                <a:lnTo>
                  <a:pt x="1191825" y="40650"/>
                </a:lnTo>
                <a:lnTo>
                  <a:pt x="1192050" y="41325"/>
                </a:lnTo>
                <a:lnTo>
                  <a:pt x="1192200" y="42075"/>
                </a:lnTo>
                <a:lnTo>
                  <a:pt x="1192425" y="43275"/>
                </a:lnTo>
                <a:lnTo>
                  <a:pt x="1192425" y="44025"/>
                </a:lnTo>
                <a:lnTo>
                  <a:pt x="1192425" y="44700"/>
                </a:lnTo>
                <a:lnTo>
                  <a:pt x="1192275" y="45900"/>
                </a:lnTo>
                <a:lnTo>
                  <a:pt x="1192125" y="46650"/>
                </a:lnTo>
                <a:lnTo>
                  <a:pt x="1191900" y="47250"/>
                </a:lnTo>
                <a:lnTo>
                  <a:pt x="1191450" y="48375"/>
                </a:lnTo>
                <a:lnTo>
                  <a:pt x="1190775" y="49500"/>
                </a:lnTo>
                <a:lnTo>
                  <a:pt x="1189950" y="50550"/>
                </a:lnTo>
                <a:lnTo>
                  <a:pt x="1189050" y="51375"/>
                </a:lnTo>
                <a:lnTo>
                  <a:pt x="1187925" y="52275"/>
                </a:lnTo>
                <a:lnTo>
                  <a:pt x="1187550" y="52500"/>
                </a:lnTo>
                <a:lnTo>
                  <a:pt x="1171200" y="52500"/>
                </a:lnTo>
                <a:lnTo>
                  <a:pt x="1170225" y="51675"/>
                </a:lnTo>
                <a:lnTo>
                  <a:pt x="1169325" y="50625"/>
                </a:lnTo>
                <a:lnTo>
                  <a:pt x="1174575" y="48375"/>
                </a:lnTo>
                <a:lnTo>
                  <a:pt x="1175175" y="49050"/>
                </a:lnTo>
                <a:lnTo>
                  <a:pt x="1175850" y="49575"/>
                </a:lnTo>
                <a:lnTo>
                  <a:pt x="1176375" y="49875"/>
                </a:lnTo>
                <a:lnTo>
                  <a:pt x="1176975" y="50100"/>
                </a:lnTo>
                <a:lnTo>
                  <a:pt x="1177950" y="50250"/>
                </a:lnTo>
                <a:lnTo>
                  <a:pt x="1179225" y="50250"/>
                </a:lnTo>
                <a:lnTo>
                  <a:pt x="1180275" y="50250"/>
                </a:lnTo>
                <a:lnTo>
                  <a:pt x="1181400" y="50025"/>
                </a:lnTo>
                <a:lnTo>
                  <a:pt x="1182000" y="49875"/>
                </a:lnTo>
                <a:lnTo>
                  <a:pt x="1182675" y="49650"/>
                </a:lnTo>
                <a:lnTo>
                  <a:pt x="1183275" y="49350"/>
                </a:lnTo>
                <a:lnTo>
                  <a:pt x="1183875" y="48975"/>
                </a:lnTo>
                <a:lnTo>
                  <a:pt x="1184400" y="48525"/>
                </a:lnTo>
                <a:lnTo>
                  <a:pt x="1184850" y="48075"/>
                </a:lnTo>
                <a:lnTo>
                  <a:pt x="1185225" y="47550"/>
                </a:lnTo>
                <a:lnTo>
                  <a:pt x="1185525" y="47025"/>
                </a:lnTo>
                <a:lnTo>
                  <a:pt x="1185900" y="46200"/>
                </a:lnTo>
                <a:lnTo>
                  <a:pt x="1186200" y="45225"/>
                </a:lnTo>
                <a:lnTo>
                  <a:pt x="1186275" y="44175"/>
                </a:lnTo>
                <a:lnTo>
                  <a:pt x="1186200" y="43125"/>
                </a:lnTo>
                <a:lnTo>
                  <a:pt x="1185975" y="42075"/>
                </a:lnTo>
                <a:lnTo>
                  <a:pt x="1185600" y="41100"/>
                </a:lnTo>
                <a:lnTo>
                  <a:pt x="1185075" y="40050"/>
                </a:lnTo>
                <a:lnTo>
                  <a:pt x="1184400" y="39150"/>
                </a:lnTo>
                <a:lnTo>
                  <a:pt x="1183650" y="38325"/>
                </a:lnTo>
                <a:lnTo>
                  <a:pt x="1182825" y="37575"/>
                </a:lnTo>
                <a:lnTo>
                  <a:pt x="1181775" y="36900"/>
                </a:lnTo>
                <a:lnTo>
                  <a:pt x="1180725" y="36300"/>
                </a:lnTo>
                <a:lnTo>
                  <a:pt x="1179675" y="35850"/>
                </a:lnTo>
                <a:lnTo>
                  <a:pt x="1178625" y="35400"/>
                </a:lnTo>
                <a:lnTo>
                  <a:pt x="1177350" y="35025"/>
                </a:lnTo>
                <a:lnTo>
                  <a:pt x="1175700" y="34650"/>
                </a:lnTo>
                <a:lnTo>
                  <a:pt x="1174950" y="34350"/>
                </a:lnTo>
                <a:lnTo>
                  <a:pt x="1174650" y="34200"/>
                </a:lnTo>
                <a:lnTo>
                  <a:pt x="1174350" y="33975"/>
                </a:lnTo>
                <a:lnTo>
                  <a:pt x="1174125" y="33750"/>
                </a:lnTo>
                <a:lnTo>
                  <a:pt x="1173975" y="33450"/>
                </a:lnTo>
                <a:lnTo>
                  <a:pt x="1173825" y="33150"/>
                </a:lnTo>
                <a:lnTo>
                  <a:pt x="1173750" y="32850"/>
                </a:lnTo>
                <a:lnTo>
                  <a:pt x="1173750" y="32625"/>
                </a:lnTo>
                <a:lnTo>
                  <a:pt x="1173750" y="32325"/>
                </a:lnTo>
                <a:lnTo>
                  <a:pt x="1173900" y="32025"/>
                </a:lnTo>
                <a:lnTo>
                  <a:pt x="1173975" y="31725"/>
                </a:lnTo>
                <a:lnTo>
                  <a:pt x="1174200" y="31500"/>
                </a:lnTo>
                <a:lnTo>
                  <a:pt x="1174425" y="31200"/>
                </a:lnTo>
                <a:lnTo>
                  <a:pt x="1174725" y="31050"/>
                </a:lnTo>
                <a:lnTo>
                  <a:pt x="1175400" y="30675"/>
                </a:lnTo>
                <a:lnTo>
                  <a:pt x="1177575" y="30000"/>
                </a:lnTo>
                <a:lnTo>
                  <a:pt x="1178550" y="29625"/>
                </a:lnTo>
                <a:lnTo>
                  <a:pt x="1179525" y="29175"/>
                </a:lnTo>
                <a:lnTo>
                  <a:pt x="1180425" y="28650"/>
                </a:lnTo>
                <a:lnTo>
                  <a:pt x="1181250" y="28125"/>
                </a:lnTo>
                <a:lnTo>
                  <a:pt x="1182000" y="27600"/>
                </a:lnTo>
                <a:lnTo>
                  <a:pt x="1182675" y="27000"/>
                </a:lnTo>
                <a:lnTo>
                  <a:pt x="1183200" y="26400"/>
                </a:lnTo>
                <a:lnTo>
                  <a:pt x="1183725" y="25800"/>
                </a:lnTo>
                <a:lnTo>
                  <a:pt x="1184100" y="25200"/>
                </a:lnTo>
                <a:lnTo>
                  <a:pt x="1184475" y="24450"/>
                </a:lnTo>
                <a:lnTo>
                  <a:pt x="1184700" y="23850"/>
                </a:lnTo>
                <a:lnTo>
                  <a:pt x="1184850" y="23175"/>
                </a:lnTo>
                <a:lnTo>
                  <a:pt x="1184925" y="22575"/>
                </a:lnTo>
                <a:lnTo>
                  <a:pt x="1184850" y="21900"/>
                </a:lnTo>
                <a:lnTo>
                  <a:pt x="1184775" y="21375"/>
                </a:lnTo>
                <a:lnTo>
                  <a:pt x="1184550" y="20775"/>
                </a:lnTo>
                <a:lnTo>
                  <a:pt x="1184175" y="20250"/>
                </a:lnTo>
                <a:lnTo>
                  <a:pt x="1183800" y="19800"/>
                </a:lnTo>
                <a:lnTo>
                  <a:pt x="1183350" y="19500"/>
                </a:lnTo>
                <a:lnTo>
                  <a:pt x="1182825" y="19200"/>
                </a:lnTo>
                <a:lnTo>
                  <a:pt x="1182150" y="18975"/>
                </a:lnTo>
                <a:lnTo>
                  <a:pt x="1181475" y="18825"/>
                </a:lnTo>
                <a:lnTo>
                  <a:pt x="1180875" y="18750"/>
                </a:lnTo>
                <a:lnTo>
                  <a:pt x="1180200" y="18750"/>
                </a:lnTo>
                <a:lnTo>
                  <a:pt x="1165650" y="18750"/>
                </a:lnTo>
                <a:lnTo>
                  <a:pt x="1165650" y="48150"/>
                </a:lnTo>
                <a:lnTo>
                  <a:pt x="1166025" y="49350"/>
                </a:lnTo>
                <a:lnTo>
                  <a:pt x="1166625" y="50700"/>
                </a:lnTo>
                <a:lnTo>
                  <a:pt x="1167900" y="51000"/>
                </a:lnTo>
                <a:lnTo>
                  <a:pt x="1167900" y="52500"/>
                </a:lnTo>
                <a:lnTo>
                  <a:pt x="1157250" y="52500"/>
                </a:lnTo>
                <a:lnTo>
                  <a:pt x="1157250" y="51000"/>
                </a:lnTo>
                <a:lnTo>
                  <a:pt x="1158525" y="50700"/>
                </a:lnTo>
                <a:close/>
                <a:moveTo>
                  <a:pt x="1203450" y="15675"/>
                </a:moveTo>
                <a:lnTo>
                  <a:pt x="1203525" y="16800"/>
                </a:lnTo>
                <a:lnTo>
                  <a:pt x="1203750" y="17925"/>
                </a:lnTo>
                <a:lnTo>
                  <a:pt x="1204050" y="18975"/>
                </a:lnTo>
                <a:lnTo>
                  <a:pt x="1204350" y="20025"/>
                </a:lnTo>
                <a:lnTo>
                  <a:pt x="1204725" y="21075"/>
                </a:lnTo>
                <a:lnTo>
                  <a:pt x="1205250" y="22050"/>
                </a:lnTo>
                <a:lnTo>
                  <a:pt x="1205850" y="23175"/>
                </a:lnTo>
                <a:lnTo>
                  <a:pt x="1206450" y="24150"/>
                </a:lnTo>
                <a:lnTo>
                  <a:pt x="1207200" y="25200"/>
                </a:lnTo>
                <a:lnTo>
                  <a:pt x="1208100" y="26325"/>
                </a:lnTo>
                <a:lnTo>
                  <a:pt x="1209000" y="27375"/>
                </a:lnTo>
                <a:lnTo>
                  <a:pt x="1210050" y="28425"/>
                </a:lnTo>
                <a:lnTo>
                  <a:pt x="1211100" y="29475"/>
                </a:lnTo>
                <a:lnTo>
                  <a:pt x="1214100" y="32175"/>
                </a:lnTo>
                <a:lnTo>
                  <a:pt x="1214325" y="32400"/>
                </a:lnTo>
                <a:lnTo>
                  <a:pt x="1214475" y="32700"/>
                </a:lnTo>
                <a:lnTo>
                  <a:pt x="1214550" y="32925"/>
                </a:lnTo>
                <a:lnTo>
                  <a:pt x="1214625" y="33225"/>
                </a:lnTo>
                <a:lnTo>
                  <a:pt x="1214625" y="33525"/>
                </a:lnTo>
                <a:lnTo>
                  <a:pt x="1214550" y="33825"/>
                </a:lnTo>
                <a:lnTo>
                  <a:pt x="1214475" y="34050"/>
                </a:lnTo>
                <a:lnTo>
                  <a:pt x="1214325" y="34350"/>
                </a:lnTo>
                <a:lnTo>
                  <a:pt x="1214100" y="34575"/>
                </a:lnTo>
                <a:lnTo>
                  <a:pt x="1212150" y="36375"/>
                </a:lnTo>
                <a:lnTo>
                  <a:pt x="1210800" y="37575"/>
                </a:lnTo>
                <a:lnTo>
                  <a:pt x="1209600" y="38775"/>
                </a:lnTo>
                <a:lnTo>
                  <a:pt x="1208475" y="39975"/>
                </a:lnTo>
                <a:lnTo>
                  <a:pt x="1207725" y="40875"/>
                </a:lnTo>
                <a:lnTo>
                  <a:pt x="1206975" y="41850"/>
                </a:lnTo>
                <a:lnTo>
                  <a:pt x="1206375" y="42750"/>
                </a:lnTo>
                <a:lnTo>
                  <a:pt x="1205850" y="43575"/>
                </a:lnTo>
                <a:lnTo>
                  <a:pt x="1205250" y="44700"/>
                </a:lnTo>
                <a:lnTo>
                  <a:pt x="1204725" y="45675"/>
                </a:lnTo>
                <a:lnTo>
                  <a:pt x="1204275" y="46875"/>
                </a:lnTo>
                <a:lnTo>
                  <a:pt x="1203975" y="47925"/>
                </a:lnTo>
                <a:lnTo>
                  <a:pt x="1203750" y="49050"/>
                </a:lnTo>
                <a:lnTo>
                  <a:pt x="1203525" y="50100"/>
                </a:lnTo>
                <a:lnTo>
                  <a:pt x="1203450" y="51300"/>
                </a:lnTo>
                <a:lnTo>
                  <a:pt x="1203375" y="52500"/>
                </a:lnTo>
                <a:lnTo>
                  <a:pt x="1197225" y="52500"/>
                </a:lnTo>
                <a:lnTo>
                  <a:pt x="1197300" y="51075"/>
                </a:lnTo>
                <a:lnTo>
                  <a:pt x="1197375" y="49950"/>
                </a:lnTo>
                <a:lnTo>
                  <a:pt x="1197600" y="48600"/>
                </a:lnTo>
                <a:lnTo>
                  <a:pt x="1197900" y="47325"/>
                </a:lnTo>
                <a:lnTo>
                  <a:pt x="1198200" y="46200"/>
                </a:lnTo>
                <a:lnTo>
                  <a:pt x="1198650" y="45000"/>
                </a:lnTo>
                <a:lnTo>
                  <a:pt x="1199175" y="43800"/>
                </a:lnTo>
                <a:lnTo>
                  <a:pt x="1199775" y="42600"/>
                </a:lnTo>
                <a:lnTo>
                  <a:pt x="1200450" y="41475"/>
                </a:lnTo>
                <a:lnTo>
                  <a:pt x="1201125" y="40350"/>
                </a:lnTo>
                <a:lnTo>
                  <a:pt x="1201950" y="39225"/>
                </a:lnTo>
                <a:lnTo>
                  <a:pt x="1202925" y="38025"/>
                </a:lnTo>
                <a:lnTo>
                  <a:pt x="1203900" y="36900"/>
                </a:lnTo>
                <a:lnTo>
                  <a:pt x="1205025" y="35700"/>
                </a:lnTo>
                <a:lnTo>
                  <a:pt x="1206225" y="34575"/>
                </a:lnTo>
                <a:lnTo>
                  <a:pt x="1207575" y="33375"/>
                </a:lnTo>
                <a:lnTo>
                  <a:pt x="1205550" y="31500"/>
                </a:lnTo>
                <a:lnTo>
                  <a:pt x="1203750" y="29625"/>
                </a:lnTo>
                <a:lnTo>
                  <a:pt x="1202250" y="27900"/>
                </a:lnTo>
                <a:lnTo>
                  <a:pt x="1200900" y="26025"/>
                </a:lnTo>
                <a:lnTo>
                  <a:pt x="1199850" y="24300"/>
                </a:lnTo>
                <a:lnTo>
                  <a:pt x="1198950" y="22575"/>
                </a:lnTo>
                <a:lnTo>
                  <a:pt x="1198575" y="21525"/>
                </a:lnTo>
                <a:lnTo>
                  <a:pt x="1198275" y="20700"/>
                </a:lnTo>
                <a:lnTo>
                  <a:pt x="1197975" y="19650"/>
                </a:lnTo>
                <a:lnTo>
                  <a:pt x="1197750" y="18825"/>
                </a:lnTo>
                <a:lnTo>
                  <a:pt x="1197525" y="17700"/>
                </a:lnTo>
                <a:lnTo>
                  <a:pt x="1197375" y="16575"/>
                </a:lnTo>
                <a:lnTo>
                  <a:pt x="1197225" y="15450"/>
                </a:lnTo>
                <a:lnTo>
                  <a:pt x="1197225" y="14250"/>
                </a:lnTo>
                <a:lnTo>
                  <a:pt x="1203375" y="14250"/>
                </a:lnTo>
                <a:close/>
                <a:moveTo>
                  <a:pt x="1229925" y="18000"/>
                </a:moveTo>
                <a:lnTo>
                  <a:pt x="1229025" y="18750"/>
                </a:lnTo>
                <a:lnTo>
                  <a:pt x="1228350" y="19500"/>
                </a:lnTo>
                <a:lnTo>
                  <a:pt x="1228125" y="19875"/>
                </a:lnTo>
                <a:lnTo>
                  <a:pt x="1227900" y="20250"/>
                </a:lnTo>
                <a:lnTo>
                  <a:pt x="1227600" y="21000"/>
                </a:lnTo>
                <a:lnTo>
                  <a:pt x="1227525" y="21675"/>
                </a:lnTo>
                <a:lnTo>
                  <a:pt x="1227600" y="22425"/>
                </a:lnTo>
                <a:lnTo>
                  <a:pt x="1227900" y="23175"/>
                </a:lnTo>
                <a:lnTo>
                  <a:pt x="1228275" y="23850"/>
                </a:lnTo>
                <a:lnTo>
                  <a:pt x="1228725" y="24525"/>
                </a:lnTo>
                <a:lnTo>
                  <a:pt x="1229400" y="25200"/>
                </a:lnTo>
                <a:lnTo>
                  <a:pt x="1230150" y="25950"/>
                </a:lnTo>
                <a:lnTo>
                  <a:pt x="1231200" y="26700"/>
                </a:lnTo>
                <a:lnTo>
                  <a:pt x="1232475" y="27600"/>
                </a:lnTo>
                <a:lnTo>
                  <a:pt x="1233825" y="28425"/>
                </a:lnTo>
                <a:lnTo>
                  <a:pt x="1235625" y="29400"/>
                </a:lnTo>
                <a:lnTo>
                  <a:pt x="1236075" y="29700"/>
                </a:lnTo>
                <a:lnTo>
                  <a:pt x="1236975" y="30450"/>
                </a:lnTo>
                <a:lnTo>
                  <a:pt x="1237800" y="31200"/>
                </a:lnTo>
                <a:lnTo>
                  <a:pt x="1238625" y="32025"/>
                </a:lnTo>
                <a:lnTo>
                  <a:pt x="1239300" y="32925"/>
                </a:lnTo>
                <a:lnTo>
                  <a:pt x="1239975" y="33975"/>
                </a:lnTo>
                <a:lnTo>
                  <a:pt x="1240575" y="35025"/>
                </a:lnTo>
                <a:lnTo>
                  <a:pt x="1241100" y="36150"/>
                </a:lnTo>
                <a:lnTo>
                  <a:pt x="1241550" y="37425"/>
                </a:lnTo>
                <a:lnTo>
                  <a:pt x="1241775" y="38550"/>
                </a:lnTo>
                <a:lnTo>
                  <a:pt x="1242000" y="39825"/>
                </a:lnTo>
                <a:lnTo>
                  <a:pt x="1242075" y="40950"/>
                </a:lnTo>
                <a:lnTo>
                  <a:pt x="1242000" y="42150"/>
                </a:lnTo>
                <a:lnTo>
                  <a:pt x="1241850" y="43425"/>
                </a:lnTo>
                <a:lnTo>
                  <a:pt x="1241550" y="44625"/>
                </a:lnTo>
                <a:lnTo>
                  <a:pt x="1241175" y="45825"/>
                </a:lnTo>
                <a:lnTo>
                  <a:pt x="1240725" y="46800"/>
                </a:lnTo>
                <a:lnTo>
                  <a:pt x="1240050" y="47850"/>
                </a:lnTo>
                <a:lnTo>
                  <a:pt x="1239375" y="48750"/>
                </a:lnTo>
                <a:lnTo>
                  <a:pt x="1238550" y="49725"/>
                </a:lnTo>
                <a:lnTo>
                  <a:pt x="1237650" y="50550"/>
                </a:lnTo>
                <a:lnTo>
                  <a:pt x="1236600" y="51225"/>
                </a:lnTo>
                <a:lnTo>
                  <a:pt x="1235550" y="51825"/>
                </a:lnTo>
                <a:lnTo>
                  <a:pt x="1234500" y="52275"/>
                </a:lnTo>
                <a:lnTo>
                  <a:pt x="1233225" y="52725"/>
                </a:lnTo>
                <a:lnTo>
                  <a:pt x="1232025" y="53025"/>
                </a:lnTo>
                <a:lnTo>
                  <a:pt x="1230750" y="53175"/>
                </a:lnTo>
                <a:lnTo>
                  <a:pt x="1229475" y="53250"/>
                </a:lnTo>
                <a:lnTo>
                  <a:pt x="1227975" y="53175"/>
                </a:lnTo>
                <a:lnTo>
                  <a:pt x="1226700" y="53100"/>
                </a:lnTo>
                <a:lnTo>
                  <a:pt x="1225725" y="52875"/>
                </a:lnTo>
                <a:lnTo>
                  <a:pt x="1224675" y="52650"/>
                </a:lnTo>
                <a:lnTo>
                  <a:pt x="1223775" y="52275"/>
                </a:lnTo>
                <a:lnTo>
                  <a:pt x="1222875" y="51900"/>
                </a:lnTo>
                <a:lnTo>
                  <a:pt x="1221975" y="51375"/>
                </a:lnTo>
                <a:lnTo>
                  <a:pt x="1221225" y="50775"/>
                </a:lnTo>
                <a:lnTo>
                  <a:pt x="1220550" y="50175"/>
                </a:lnTo>
                <a:lnTo>
                  <a:pt x="1220025" y="49575"/>
                </a:lnTo>
                <a:lnTo>
                  <a:pt x="1219500" y="48825"/>
                </a:lnTo>
                <a:lnTo>
                  <a:pt x="1219125" y="48000"/>
                </a:lnTo>
                <a:lnTo>
                  <a:pt x="1218825" y="47250"/>
                </a:lnTo>
                <a:lnTo>
                  <a:pt x="1218600" y="46350"/>
                </a:lnTo>
                <a:lnTo>
                  <a:pt x="1218450" y="45375"/>
                </a:lnTo>
                <a:lnTo>
                  <a:pt x="1218375" y="44475"/>
                </a:lnTo>
                <a:lnTo>
                  <a:pt x="1218450" y="43350"/>
                </a:lnTo>
                <a:lnTo>
                  <a:pt x="1218600" y="42075"/>
                </a:lnTo>
                <a:lnTo>
                  <a:pt x="1218900" y="40725"/>
                </a:lnTo>
                <a:lnTo>
                  <a:pt x="1219350" y="39450"/>
                </a:lnTo>
                <a:lnTo>
                  <a:pt x="1219950" y="38025"/>
                </a:lnTo>
                <a:lnTo>
                  <a:pt x="1225800" y="39300"/>
                </a:lnTo>
                <a:lnTo>
                  <a:pt x="1225500" y="40050"/>
                </a:lnTo>
                <a:lnTo>
                  <a:pt x="1225200" y="40725"/>
                </a:lnTo>
                <a:lnTo>
                  <a:pt x="1224975" y="41475"/>
                </a:lnTo>
                <a:lnTo>
                  <a:pt x="1224750" y="42225"/>
                </a:lnTo>
                <a:lnTo>
                  <a:pt x="1224600" y="42975"/>
                </a:lnTo>
                <a:lnTo>
                  <a:pt x="1224525" y="43725"/>
                </a:lnTo>
                <a:lnTo>
                  <a:pt x="1224525" y="44475"/>
                </a:lnTo>
                <a:lnTo>
                  <a:pt x="1224600" y="45150"/>
                </a:lnTo>
                <a:lnTo>
                  <a:pt x="1224675" y="45675"/>
                </a:lnTo>
                <a:lnTo>
                  <a:pt x="1224825" y="46275"/>
                </a:lnTo>
                <a:lnTo>
                  <a:pt x="1224975" y="46800"/>
                </a:lnTo>
                <a:lnTo>
                  <a:pt x="1225275" y="47325"/>
                </a:lnTo>
                <a:lnTo>
                  <a:pt x="1225575" y="47775"/>
                </a:lnTo>
                <a:lnTo>
                  <a:pt x="1225875" y="48075"/>
                </a:lnTo>
                <a:lnTo>
                  <a:pt x="1226250" y="48375"/>
                </a:lnTo>
                <a:lnTo>
                  <a:pt x="1226700" y="48675"/>
                </a:lnTo>
                <a:lnTo>
                  <a:pt x="1227225" y="48900"/>
                </a:lnTo>
                <a:lnTo>
                  <a:pt x="1227750" y="49050"/>
                </a:lnTo>
                <a:lnTo>
                  <a:pt x="1228425" y="49125"/>
                </a:lnTo>
                <a:lnTo>
                  <a:pt x="1229100" y="49125"/>
                </a:lnTo>
                <a:lnTo>
                  <a:pt x="1229775" y="49125"/>
                </a:lnTo>
                <a:lnTo>
                  <a:pt x="1230375" y="49050"/>
                </a:lnTo>
                <a:lnTo>
                  <a:pt x="1230975" y="48900"/>
                </a:lnTo>
                <a:lnTo>
                  <a:pt x="1231500" y="48750"/>
                </a:lnTo>
                <a:lnTo>
                  <a:pt x="1232025" y="48450"/>
                </a:lnTo>
                <a:lnTo>
                  <a:pt x="1232550" y="48150"/>
                </a:lnTo>
                <a:lnTo>
                  <a:pt x="1233075" y="47700"/>
                </a:lnTo>
                <a:lnTo>
                  <a:pt x="1233525" y="47325"/>
                </a:lnTo>
                <a:lnTo>
                  <a:pt x="1233975" y="46800"/>
                </a:lnTo>
                <a:lnTo>
                  <a:pt x="1234350" y="46350"/>
                </a:lnTo>
                <a:lnTo>
                  <a:pt x="1234725" y="45825"/>
                </a:lnTo>
                <a:lnTo>
                  <a:pt x="1235025" y="45225"/>
                </a:lnTo>
                <a:lnTo>
                  <a:pt x="1235475" y="44100"/>
                </a:lnTo>
                <a:lnTo>
                  <a:pt x="1235775" y="42900"/>
                </a:lnTo>
                <a:lnTo>
                  <a:pt x="1235850" y="41700"/>
                </a:lnTo>
                <a:lnTo>
                  <a:pt x="1235850" y="40500"/>
                </a:lnTo>
                <a:lnTo>
                  <a:pt x="1235700" y="39225"/>
                </a:lnTo>
                <a:lnTo>
                  <a:pt x="1235400" y="38025"/>
                </a:lnTo>
                <a:lnTo>
                  <a:pt x="1234950" y="36750"/>
                </a:lnTo>
                <a:lnTo>
                  <a:pt x="1234350" y="35700"/>
                </a:lnTo>
                <a:lnTo>
                  <a:pt x="1233750" y="34725"/>
                </a:lnTo>
                <a:lnTo>
                  <a:pt x="1233150" y="33975"/>
                </a:lnTo>
                <a:lnTo>
                  <a:pt x="1232475" y="33225"/>
                </a:lnTo>
                <a:lnTo>
                  <a:pt x="1231725" y="32550"/>
                </a:lnTo>
                <a:lnTo>
                  <a:pt x="1229250" y="31200"/>
                </a:lnTo>
                <a:lnTo>
                  <a:pt x="1227300" y="30000"/>
                </a:lnTo>
                <a:lnTo>
                  <a:pt x="1226475" y="29325"/>
                </a:lnTo>
                <a:lnTo>
                  <a:pt x="1225650" y="28725"/>
                </a:lnTo>
                <a:lnTo>
                  <a:pt x="1224825" y="28050"/>
                </a:lnTo>
                <a:lnTo>
                  <a:pt x="1224150" y="27375"/>
                </a:lnTo>
                <a:lnTo>
                  <a:pt x="1223625" y="26775"/>
                </a:lnTo>
                <a:lnTo>
                  <a:pt x="1223100" y="26175"/>
                </a:lnTo>
                <a:lnTo>
                  <a:pt x="1222650" y="25575"/>
                </a:lnTo>
                <a:lnTo>
                  <a:pt x="1222275" y="24975"/>
                </a:lnTo>
                <a:lnTo>
                  <a:pt x="1221975" y="24375"/>
                </a:lnTo>
                <a:lnTo>
                  <a:pt x="1221750" y="23775"/>
                </a:lnTo>
                <a:lnTo>
                  <a:pt x="1221525" y="23100"/>
                </a:lnTo>
                <a:lnTo>
                  <a:pt x="1221450" y="22575"/>
                </a:lnTo>
                <a:lnTo>
                  <a:pt x="1221375" y="21900"/>
                </a:lnTo>
                <a:lnTo>
                  <a:pt x="1221375" y="21375"/>
                </a:lnTo>
                <a:lnTo>
                  <a:pt x="1221450" y="20850"/>
                </a:lnTo>
                <a:lnTo>
                  <a:pt x="1221525" y="20325"/>
                </a:lnTo>
                <a:lnTo>
                  <a:pt x="1221675" y="19800"/>
                </a:lnTo>
                <a:lnTo>
                  <a:pt x="1221900" y="19275"/>
                </a:lnTo>
                <a:lnTo>
                  <a:pt x="1222125" y="18750"/>
                </a:lnTo>
                <a:lnTo>
                  <a:pt x="1222425" y="18225"/>
                </a:lnTo>
                <a:lnTo>
                  <a:pt x="1223175" y="17250"/>
                </a:lnTo>
                <a:lnTo>
                  <a:pt x="1224075" y="16275"/>
                </a:lnTo>
                <a:lnTo>
                  <a:pt x="1224825" y="15675"/>
                </a:lnTo>
                <a:lnTo>
                  <a:pt x="1225425" y="15150"/>
                </a:lnTo>
                <a:lnTo>
                  <a:pt x="1226700" y="14250"/>
                </a:lnTo>
                <a:lnTo>
                  <a:pt x="1231050" y="17175"/>
                </a:lnTo>
                <a:close/>
              </a:path>
            </a:pathLst>
          </a:custGeom>
          <a:solidFill>
            <a:srgbClr val="000000"/>
          </a:solidFill>
          <a:ln>
            <a:noFill/>
          </a:ln>
        </p:spPr>
        <p:txBody>
          <a:bodyPr rtlCol="0" anchor="ctr"/>
          <a:lstStyle/>
          <a:p>
            <a:pPr algn="ctr"/>
          </a:p>
        </p:txBody>
      </p:sp>
      <p:sp>
        <p:nvSpPr>
          <p:cNvPr id="13" name="KÜL TİGİN / EAST FACE / D1"/>
          <p:cNvSpPr txBox="1"/>
          <p:nvPr/>
        </p:nvSpPr>
        <p:spPr>
          <a:xfrm>
            <a:off x="670560" y="5918149"/>
            <a:ext cx="2072640"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KÜL TİGİN / EAST FACE / D1</a:t>
            </a:r>
          </a:p>
        </p:txBody>
      </p:sp>
      <p:sp>
        <p:nvSpPr>
          <p:cNvPr id="14" name="Editorial case · typeset line breaks"/>
          <p:cNvSpPr txBox="1"/>
          <p:nvPr/>
        </p:nvSpPr>
        <p:spPr>
          <a:xfrm>
            <a:off x="9313255" y="5909843"/>
            <a:ext cx="2266097" cy="217170"/>
          </a:xfrm>
          <a:prstGeom prst="rect">
            <a:avLst/>
          </a:prstGeom>
          <a:noFill/>
        </p:spPr>
        <p:txBody>
          <a:bodyPr wrap="none" tIns="0" bIns="0" lIns="0" rIns="0" anchor="t">
            <a:spAutoFit/>
          </a:bodyPr>
          <a:lstStyle/>
          <a:p>
            <a:pPr>
              <a:lnSpc>
                <a:spcPct val="100000"/>
              </a:lnSpc>
              <a:spcBef>
                <a:spcPts val="0"/>
              </a:spcBef>
              <a:spcAft>
                <a:spcPts val="0"/>
              </a:spcAft>
            </a:pPr>
            <a:r>
              <a:rPr sz="1140" kern="400000">
                <a:solidFill>
                  <a:srgbClr val="000000"/>
                </a:solidFill>
                <a:latin typeface="Instrument Sans"/>
              </a:rPr>
              <a:t>Editorial case · typeset line breaks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SANS / 0.16.2"/>
          <p:cNvSpPr txBox="1"/>
          <p:nvPr/>
        </p:nvSpPr>
        <p:spPr>
          <a:xfrm>
            <a:off x="10689336" y="348386"/>
            <a:ext cx="874776"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SANS / 0.16.2</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2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02 / 14</a:t>
            </a:r>
          </a:p>
        </p:txBody>
      </p:sp>
      <p:sp>
        <p:nvSpPr>
          <p:cNvPr id="6" name="New Orkhon Sans"/>
          <p:cNvSpPr txBox="1"/>
          <p:nvPr/>
        </p:nvSpPr>
        <p:spPr>
          <a:xfrm>
            <a:off x="624840" y="580949"/>
            <a:ext cx="7042892" cy="1234440"/>
          </a:xfrm>
          <a:prstGeom prst="rect">
            <a:avLst/>
          </a:prstGeom>
          <a:noFill/>
        </p:spPr>
        <p:txBody>
          <a:bodyPr wrap="none" tIns="0" bIns="0" lIns="0" rIns="0" anchor="t">
            <a:spAutoFit/>
          </a:bodyPr>
          <a:lstStyle/>
          <a:p>
            <a:pPr>
              <a:lnSpc>
                <a:spcPct val="100000"/>
              </a:lnSpc>
              <a:spcBef>
                <a:spcPts val="0"/>
              </a:spcBef>
              <a:spcAft>
                <a:spcPts val="0"/>
              </a:spcAft>
            </a:pPr>
            <a:r>
              <a:rPr sz="6480" kern="400000">
                <a:solidFill>
                  <a:srgbClr val="000000"/>
                </a:solidFill>
                <a:latin typeface="Instrument Sans"/>
              </a:rPr>
              <a:t>New Orkhon Sans</a:t>
            </a:r>
          </a:p>
        </p:txBody>
      </p:sp>
      <p:sp>
        <p:nvSpPr>
          <p:cNvPr id="7" name="Kül Tigin / east face / D1"/>
          <p:cNvSpPr txBox="1"/>
          <p:nvPr/>
        </p:nvSpPr>
        <p:spPr>
          <a:xfrm>
            <a:off x="670560" y="1606601"/>
            <a:ext cx="2435291" cy="320040"/>
          </a:xfrm>
          <a:prstGeom prst="rect">
            <a:avLst/>
          </a:prstGeom>
          <a:noFill/>
        </p:spPr>
        <p:txBody>
          <a:bodyPr wrap="none" tIns="0" bIns="0" lIns="0" rIns="0" anchor="t">
            <a:spAutoFit/>
          </a:bodyPr>
          <a:lstStyle/>
          <a:p>
            <a:pPr>
              <a:lnSpc>
                <a:spcPct val="100000"/>
              </a:lnSpc>
              <a:spcBef>
                <a:spcPts val="0"/>
              </a:spcBef>
              <a:spcAft>
                <a:spcPts val="0"/>
              </a:spcAft>
            </a:pPr>
            <a:r>
              <a:rPr sz="1680" kern="400000">
                <a:solidFill>
                  <a:srgbClr val="000000"/>
                </a:solidFill>
                <a:latin typeface="Instrument Sans"/>
              </a:rPr>
              <a:t>Kül Tigin / east face / D1</a:t>
            </a:r>
          </a:p>
        </p:txBody>
      </p:sp>
      <p:sp>
        <p:nvSpPr>
          <p:cNvPr id="8" name="Rule"/>
          <p:cNvSpPr/>
          <p:nvPr/>
        </p:nvSpPr>
        <p:spPr>
          <a:xfrm>
            <a:off x="670560" y="2087880"/>
            <a:ext cx="10850880" cy="8"/>
          </a:xfrm>
          <a:custGeom>
            <a:avLst/>
            <a:gdLst/>
            <a:ahLst/>
            <a:cxnLst/>
            <a:rect l="l" t="t" r="r" b="b"/>
            <a:pathLst>
              <a:path w="1424000" h="1" stroke="1" fill="none">
                <a:moveTo>
                  <a:pt x="0" y="0"/>
                </a:moveTo>
                <a:lnTo>
                  <a:pt x="1424000" y="0"/>
                </a:lnTo>
              </a:path>
            </a:pathLst>
          </a:custGeom>
          <a:noFill/>
          <a:ln w="7620">
            <a:solidFill>
              <a:srgbClr val="000000"/>
            </a:solidFill>
          </a:ln>
        </p:spPr>
        <p:txBody>
          <a:bodyPr rtlCol="0" anchor="ctr"/>
          <a:lstStyle/>
          <a:p>
            <a:pPr algn="ctr"/>
          </a:p>
        </p:txBody>
      </p:sp>
      <p:sp>
        <p:nvSpPr>
          <p:cNvPr id="9" name="Full Kül Tigin D1 / Sans / 1"/>
          <p:cNvSpPr/>
          <p:nvPr/>
        </p:nvSpPr>
        <p:spPr>
          <a:xfrm>
            <a:off x="3477578" y="2510790"/>
            <a:ext cx="8019860" cy="508635"/>
          </a:xfrm>
          <a:custGeom>
            <a:avLst/>
            <a:gdLst/>
            <a:ahLst/>
            <a:cxnLst/>
            <a:rect l="l" t="t" r="r" b="b"/>
            <a:pathLst>
              <a:path w="1052475" h="66750" stroke="0">
                <a:moveTo>
                  <a:pt x="27825" y="52500"/>
                </a:moveTo>
                <a:lnTo>
                  <a:pt x="22125" y="52500"/>
                </a:lnTo>
                <a:lnTo>
                  <a:pt x="22125" y="25650"/>
                </a:lnTo>
                <a:lnTo>
                  <a:pt x="22050" y="25500"/>
                </a:lnTo>
                <a:lnTo>
                  <a:pt x="22050" y="25125"/>
                </a:lnTo>
                <a:lnTo>
                  <a:pt x="21975" y="25050"/>
                </a:lnTo>
                <a:lnTo>
                  <a:pt x="21975" y="24825"/>
                </a:lnTo>
                <a:lnTo>
                  <a:pt x="21900" y="24675"/>
                </a:lnTo>
                <a:lnTo>
                  <a:pt x="21900" y="24450"/>
                </a:lnTo>
                <a:lnTo>
                  <a:pt x="21825" y="24375"/>
                </a:lnTo>
                <a:lnTo>
                  <a:pt x="21825" y="24225"/>
                </a:lnTo>
                <a:lnTo>
                  <a:pt x="21750" y="24150"/>
                </a:lnTo>
                <a:lnTo>
                  <a:pt x="21750" y="24000"/>
                </a:lnTo>
                <a:lnTo>
                  <a:pt x="21675" y="23925"/>
                </a:lnTo>
                <a:lnTo>
                  <a:pt x="21600" y="23625"/>
                </a:lnTo>
                <a:lnTo>
                  <a:pt x="21525" y="23550"/>
                </a:lnTo>
                <a:lnTo>
                  <a:pt x="21525" y="23400"/>
                </a:lnTo>
                <a:lnTo>
                  <a:pt x="21450" y="23325"/>
                </a:lnTo>
                <a:lnTo>
                  <a:pt x="21450" y="23250"/>
                </a:lnTo>
                <a:lnTo>
                  <a:pt x="21300" y="23100"/>
                </a:lnTo>
                <a:lnTo>
                  <a:pt x="21300" y="22950"/>
                </a:lnTo>
                <a:lnTo>
                  <a:pt x="21075" y="22725"/>
                </a:lnTo>
                <a:lnTo>
                  <a:pt x="21075" y="22650"/>
                </a:lnTo>
                <a:lnTo>
                  <a:pt x="20850" y="22425"/>
                </a:lnTo>
                <a:lnTo>
                  <a:pt x="20850" y="22275"/>
                </a:lnTo>
                <a:lnTo>
                  <a:pt x="20475" y="21900"/>
                </a:lnTo>
                <a:lnTo>
                  <a:pt x="20475" y="21825"/>
                </a:lnTo>
                <a:lnTo>
                  <a:pt x="20400" y="21750"/>
                </a:lnTo>
                <a:lnTo>
                  <a:pt x="20325" y="21750"/>
                </a:lnTo>
                <a:lnTo>
                  <a:pt x="19725" y="21150"/>
                </a:lnTo>
                <a:lnTo>
                  <a:pt x="19650" y="21150"/>
                </a:lnTo>
                <a:lnTo>
                  <a:pt x="19500" y="21000"/>
                </a:lnTo>
                <a:lnTo>
                  <a:pt x="19350" y="20925"/>
                </a:lnTo>
                <a:lnTo>
                  <a:pt x="19275" y="20925"/>
                </a:lnTo>
                <a:lnTo>
                  <a:pt x="19050" y="20700"/>
                </a:lnTo>
                <a:lnTo>
                  <a:pt x="18975" y="20700"/>
                </a:lnTo>
                <a:lnTo>
                  <a:pt x="18750" y="20550"/>
                </a:lnTo>
                <a:lnTo>
                  <a:pt x="18675" y="20550"/>
                </a:lnTo>
                <a:lnTo>
                  <a:pt x="18525" y="20400"/>
                </a:lnTo>
                <a:lnTo>
                  <a:pt x="18375" y="20400"/>
                </a:lnTo>
                <a:lnTo>
                  <a:pt x="18300" y="20325"/>
                </a:lnTo>
                <a:lnTo>
                  <a:pt x="18225" y="20325"/>
                </a:lnTo>
                <a:lnTo>
                  <a:pt x="18000" y="20175"/>
                </a:lnTo>
                <a:lnTo>
                  <a:pt x="17925" y="20175"/>
                </a:lnTo>
                <a:lnTo>
                  <a:pt x="17850" y="20100"/>
                </a:lnTo>
                <a:lnTo>
                  <a:pt x="17700" y="20100"/>
                </a:lnTo>
                <a:lnTo>
                  <a:pt x="17625" y="20025"/>
                </a:lnTo>
                <a:lnTo>
                  <a:pt x="17475" y="20025"/>
                </a:lnTo>
                <a:lnTo>
                  <a:pt x="17400" y="19950"/>
                </a:lnTo>
                <a:lnTo>
                  <a:pt x="17175" y="19950"/>
                </a:lnTo>
                <a:lnTo>
                  <a:pt x="17100" y="19875"/>
                </a:lnTo>
                <a:lnTo>
                  <a:pt x="17025" y="19875"/>
                </a:lnTo>
                <a:lnTo>
                  <a:pt x="16875" y="19800"/>
                </a:lnTo>
                <a:lnTo>
                  <a:pt x="16650" y="19800"/>
                </a:lnTo>
                <a:lnTo>
                  <a:pt x="16575" y="19725"/>
                </a:lnTo>
                <a:lnTo>
                  <a:pt x="16350" y="19725"/>
                </a:lnTo>
                <a:lnTo>
                  <a:pt x="16200" y="19650"/>
                </a:lnTo>
                <a:lnTo>
                  <a:pt x="15900" y="19650"/>
                </a:lnTo>
                <a:lnTo>
                  <a:pt x="15750" y="19575"/>
                </a:lnTo>
                <a:lnTo>
                  <a:pt x="15300" y="19575"/>
                </a:lnTo>
                <a:lnTo>
                  <a:pt x="15225" y="19500"/>
                </a:lnTo>
                <a:lnTo>
                  <a:pt x="13500" y="19500"/>
                </a:lnTo>
                <a:lnTo>
                  <a:pt x="13350" y="19575"/>
                </a:lnTo>
                <a:lnTo>
                  <a:pt x="12900" y="19575"/>
                </a:lnTo>
                <a:lnTo>
                  <a:pt x="12825" y="19650"/>
                </a:lnTo>
                <a:lnTo>
                  <a:pt x="12450" y="19650"/>
                </a:lnTo>
                <a:lnTo>
                  <a:pt x="12375" y="19725"/>
                </a:lnTo>
                <a:lnTo>
                  <a:pt x="12150" y="19725"/>
                </a:lnTo>
                <a:lnTo>
                  <a:pt x="12000" y="19800"/>
                </a:lnTo>
                <a:lnTo>
                  <a:pt x="11775" y="19800"/>
                </a:lnTo>
                <a:lnTo>
                  <a:pt x="11700" y="19875"/>
                </a:lnTo>
                <a:lnTo>
                  <a:pt x="11550" y="19875"/>
                </a:lnTo>
                <a:lnTo>
                  <a:pt x="11475" y="19950"/>
                </a:lnTo>
                <a:lnTo>
                  <a:pt x="11325" y="19950"/>
                </a:lnTo>
                <a:lnTo>
                  <a:pt x="11250" y="20025"/>
                </a:lnTo>
                <a:lnTo>
                  <a:pt x="11025" y="20025"/>
                </a:lnTo>
                <a:lnTo>
                  <a:pt x="10800" y="20175"/>
                </a:lnTo>
                <a:lnTo>
                  <a:pt x="10500" y="20250"/>
                </a:lnTo>
                <a:lnTo>
                  <a:pt x="10425" y="20325"/>
                </a:lnTo>
                <a:lnTo>
                  <a:pt x="10275" y="20325"/>
                </a:lnTo>
                <a:lnTo>
                  <a:pt x="10125" y="20475"/>
                </a:lnTo>
                <a:lnTo>
                  <a:pt x="9975" y="20475"/>
                </a:lnTo>
                <a:lnTo>
                  <a:pt x="9825" y="20625"/>
                </a:lnTo>
                <a:lnTo>
                  <a:pt x="9675" y="20625"/>
                </a:lnTo>
                <a:lnTo>
                  <a:pt x="9450" y="20850"/>
                </a:lnTo>
                <a:lnTo>
                  <a:pt x="9300" y="20850"/>
                </a:lnTo>
                <a:lnTo>
                  <a:pt x="9075" y="21075"/>
                </a:lnTo>
                <a:lnTo>
                  <a:pt x="8850" y="21225"/>
                </a:lnTo>
                <a:lnTo>
                  <a:pt x="8775" y="21225"/>
                </a:lnTo>
                <a:lnTo>
                  <a:pt x="8550" y="21450"/>
                </a:lnTo>
                <a:lnTo>
                  <a:pt x="8400" y="21525"/>
                </a:lnTo>
                <a:lnTo>
                  <a:pt x="7575" y="22350"/>
                </a:lnTo>
                <a:lnTo>
                  <a:pt x="7500" y="22500"/>
                </a:lnTo>
                <a:lnTo>
                  <a:pt x="7200" y="22800"/>
                </a:lnTo>
                <a:lnTo>
                  <a:pt x="7125" y="22950"/>
                </a:lnTo>
                <a:lnTo>
                  <a:pt x="7125" y="23025"/>
                </a:lnTo>
                <a:lnTo>
                  <a:pt x="6750" y="23475"/>
                </a:lnTo>
                <a:lnTo>
                  <a:pt x="6750" y="23625"/>
                </a:lnTo>
                <a:lnTo>
                  <a:pt x="6600" y="23775"/>
                </a:lnTo>
                <a:lnTo>
                  <a:pt x="6525" y="23925"/>
                </a:lnTo>
                <a:lnTo>
                  <a:pt x="6525" y="24000"/>
                </a:lnTo>
                <a:lnTo>
                  <a:pt x="6375" y="24225"/>
                </a:lnTo>
                <a:lnTo>
                  <a:pt x="6375" y="24375"/>
                </a:lnTo>
                <a:lnTo>
                  <a:pt x="6300" y="24450"/>
                </a:lnTo>
                <a:lnTo>
                  <a:pt x="6300" y="24600"/>
                </a:lnTo>
                <a:lnTo>
                  <a:pt x="6150" y="24825"/>
                </a:lnTo>
                <a:lnTo>
                  <a:pt x="6150" y="24975"/>
                </a:lnTo>
                <a:lnTo>
                  <a:pt x="6075" y="25050"/>
                </a:lnTo>
                <a:lnTo>
                  <a:pt x="6075" y="25200"/>
                </a:lnTo>
                <a:lnTo>
                  <a:pt x="6000" y="25350"/>
                </a:lnTo>
                <a:lnTo>
                  <a:pt x="6000" y="25575"/>
                </a:lnTo>
                <a:lnTo>
                  <a:pt x="5925" y="25725"/>
                </a:lnTo>
                <a:lnTo>
                  <a:pt x="5925" y="25875"/>
                </a:lnTo>
                <a:lnTo>
                  <a:pt x="5850" y="26025"/>
                </a:lnTo>
                <a:lnTo>
                  <a:pt x="5850" y="26250"/>
                </a:lnTo>
                <a:lnTo>
                  <a:pt x="5775" y="26400"/>
                </a:lnTo>
                <a:lnTo>
                  <a:pt x="5775" y="27000"/>
                </a:lnTo>
                <a:lnTo>
                  <a:pt x="5700" y="27150"/>
                </a:lnTo>
                <a:lnTo>
                  <a:pt x="5700" y="52500"/>
                </a:lnTo>
                <a:lnTo>
                  <a:pt x="0" y="52500"/>
                </a:lnTo>
                <a:lnTo>
                  <a:pt x="0" y="27000"/>
                </a:lnTo>
                <a:lnTo>
                  <a:pt x="75" y="26850"/>
                </a:lnTo>
                <a:lnTo>
                  <a:pt x="75" y="26100"/>
                </a:lnTo>
                <a:lnTo>
                  <a:pt x="150" y="25950"/>
                </a:lnTo>
                <a:lnTo>
                  <a:pt x="150" y="25500"/>
                </a:lnTo>
                <a:lnTo>
                  <a:pt x="225" y="25500"/>
                </a:lnTo>
                <a:lnTo>
                  <a:pt x="225" y="25125"/>
                </a:lnTo>
                <a:lnTo>
                  <a:pt x="300" y="25050"/>
                </a:lnTo>
                <a:lnTo>
                  <a:pt x="300" y="24825"/>
                </a:lnTo>
                <a:lnTo>
                  <a:pt x="375" y="24675"/>
                </a:lnTo>
                <a:lnTo>
                  <a:pt x="375" y="24450"/>
                </a:lnTo>
                <a:lnTo>
                  <a:pt x="525" y="24075"/>
                </a:lnTo>
                <a:lnTo>
                  <a:pt x="525" y="23850"/>
                </a:lnTo>
                <a:lnTo>
                  <a:pt x="600" y="23850"/>
                </a:lnTo>
                <a:lnTo>
                  <a:pt x="600" y="23625"/>
                </a:lnTo>
                <a:lnTo>
                  <a:pt x="675" y="23475"/>
                </a:lnTo>
                <a:lnTo>
                  <a:pt x="675" y="23400"/>
                </a:lnTo>
                <a:lnTo>
                  <a:pt x="825" y="23100"/>
                </a:lnTo>
                <a:lnTo>
                  <a:pt x="825" y="23025"/>
                </a:lnTo>
                <a:lnTo>
                  <a:pt x="975" y="22725"/>
                </a:lnTo>
                <a:lnTo>
                  <a:pt x="975" y="22650"/>
                </a:lnTo>
                <a:lnTo>
                  <a:pt x="1125" y="22350"/>
                </a:lnTo>
                <a:lnTo>
                  <a:pt x="1125" y="22275"/>
                </a:lnTo>
                <a:lnTo>
                  <a:pt x="1275" y="21975"/>
                </a:lnTo>
                <a:lnTo>
                  <a:pt x="1275" y="21900"/>
                </a:lnTo>
                <a:lnTo>
                  <a:pt x="1800" y="20925"/>
                </a:lnTo>
                <a:lnTo>
                  <a:pt x="1875" y="20850"/>
                </a:lnTo>
                <a:lnTo>
                  <a:pt x="2025" y="20550"/>
                </a:lnTo>
                <a:lnTo>
                  <a:pt x="2175" y="20400"/>
                </a:lnTo>
                <a:lnTo>
                  <a:pt x="2250" y="20250"/>
                </a:lnTo>
                <a:lnTo>
                  <a:pt x="2250" y="20175"/>
                </a:lnTo>
                <a:lnTo>
                  <a:pt x="2475" y="19950"/>
                </a:lnTo>
                <a:lnTo>
                  <a:pt x="2475" y="19875"/>
                </a:lnTo>
                <a:lnTo>
                  <a:pt x="2625" y="19725"/>
                </a:lnTo>
                <a:lnTo>
                  <a:pt x="2925" y="19275"/>
                </a:lnTo>
                <a:lnTo>
                  <a:pt x="3000" y="19275"/>
                </a:lnTo>
                <a:lnTo>
                  <a:pt x="3075" y="19125"/>
                </a:lnTo>
                <a:lnTo>
                  <a:pt x="3450" y="18750"/>
                </a:lnTo>
                <a:lnTo>
                  <a:pt x="3450" y="18675"/>
                </a:lnTo>
                <a:lnTo>
                  <a:pt x="3600" y="18600"/>
                </a:lnTo>
                <a:lnTo>
                  <a:pt x="3600" y="18525"/>
                </a:lnTo>
                <a:lnTo>
                  <a:pt x="3750" y="18450"/>
                </a:lnTo>
                <a:lnTo>
                  <a:pt x="3825" y="18300"/>
                </a:lnTo>
                <a:lnTo>
                  <a:pt x="3900" y="18300"/>
                </a:lnTo>
                <a:lnTo>
                  <a:pt x="3975" y="18150"/>
                </a:lnTo>
                <a:lnTo>
                  <a:pt x="4050" y="18150"/>
                </a:lnTo>
                <a:lnTo>
                  <a:pt x="4425" y="17775"/>
                </a:lnTo>
                <a:lnTo>
                  <a:pt x="4575" y="17700"/>
                </a:lnTo>
                <a:lnTo>
                  <a:pt x="4575" y="17625"/>
                </a:lnTo>
                <a:lnTo>
                  <a:pt x="5025" y="17325"/>
                </a:lnTo>
                <a:lnTo>
                  <a:pt x="5025" y="17250"/>
                </a:lnTo>
                <a:lnTo>
                  <a:pt x="5325" y="17100"/>
                </a:lnTo>
                <a:lnTo>
                  <a:pt x="5325" y="17025"/>
                </a:lnTo>
                <a:lnTo>
                  <a:pt x="5625" y="16875"/>
                </a:lnTo>
                <a:lnTo>
                  <a:pt x="5775" y="16725"/>
                </a:lnTo>
                <a:lnTo>
                  <a:pt x="5850" y="16725"/>
                </a:lnTo>
                <a:lnTo>
                  <a:pt x="5925" y="16650"/>
                </a:lnTo>
                <a:lnTo>
                  <a:pt x="6000" y="16650"/>
                </a:lnTo>
                <a:lnTo>
                  <a:pt x="6225" y="16425"/>
                </a:lnTo>
                <a:lnTo>
                  <a:pt x="6300" y="16425"/>
                </a:lnTo>
                <a:lnTo>
                  <a:pt x="6750" y="16200"/>
                </a:lnTo>
                <a:lnTo>
                  <a:pt x="6750" y="16125"/>
                </a:lnTo>
                <a:lnTo>
                  <a:pt x="6900" y="16050"/>
                </a:lnTo>
                <a:lnTo>
                  <a:pt x="6975" y="16050"/>
                </a:lnTo>
                <a:lnTo>
                  <a:pt x="7050" y="15975"/>
                </a:lnTo>
                <a:lnTo>
                  <a:pt x="7125" y="15975"/>
                </a:lnTo>
                <a:lnTo>
                  <a:pt x="7575" y="15750"/>
                </a:lnTo>
                <a:lnTo>
                  <a:pt x="7650" y="15750"/>
                </a:lnTo>
                <a:lnTo>
                  <a:pt x="7725" y="15675"/>
                </a:lnTo>
                <a:lnTo>
                  <a:pt x="7800" y="15675"/>
                </a:lnTo>
                <a:lnTo>
                  <a:pt x="8250" y="15450"/>
                </a:lnTo>
                <a:lnTo>
                  <a:pt x="8325" y="15450"/>
                </a:lnTo>
                <a:lnTo>
                  <a:pt x="9150" y="15075"/>
                </a:lnTo>
                <a:lnTo>
                  <a:pt x="9300" y="15075"/>
                </a:lnTo>
                <a:lnTo>
                  <a:pt x="9375" y="15000"/>
                </a:lnTo>
                <a:lnTo>
                  <a:pt x="9525" y="15000"/>
                </a:lnTo>
                <a:lnTo>
                  <a:pt x="9675" y="14925"/>
                </a:lnTo>
                <a:lnTo>
                  <a:pt x="9750" y="14925"/>
                </a:lnTo>
                <a:lnTo>
                  <a:pt x="9825" y="14850"/>
                </a:lnTo>
                <a:lnTo>
                  <a:pt x="10050" y="14850"/>
                </a:lnTo>
                <a:lnTo>
                  <a:pt x="10425" y="14700"/>
                </a:lnTo>
                <a:lnTo>
                  <a:pt x="10575" y="14700"/>
                </a:lnTo>
                <a:lnTo>
                  <a:pt x="10725" y="14625"/>
                </a:lnTo>
                <a:lnTo>
                  <a:pt x="10950" y="14625"/>
                </a:lnTo>
                <a:lnTo>
                  <a:pt x="11100" y="14550"/>
                </a:lnTo>
                <a:lnTo>
                  <a:pt x="11325" y="14550"/>
                </a:lnTo>
                <a:lnTo>
                  <a:pt x="11475" y="14475"/>
                </a:lnTo>
                <a:lnTo>
                  <a:pt x="11850" y="14475"/>
                </a:lnTo>
                <a:lnTo>
                  <a:pt x="11925" y="14400"/>
                </a:lnTo>
                <a:lnTo>
                  <a:pt x="12375" y="14400"/>
                </a:lnTo>
                <a:lnTo>
                  <a:pt x="12450" y="14325"/>
                </a:lnTo>
                <a:lnTo>
                  <a:pt x="13200" y="14325"/>
                </a:lnTo>
                <a:lnTo>
                  <a:pt x="13350" y="14250"/>
                </a:lnTo>
                <a:lnTo>
                  <a:pt x="15375" y="14250"/>
                </a:lnTo>
                <a:lnTo>
                  <a:pt x="15525" y="14325"/>
                </a:lnTo>
                <a:lnTo>
                  <a:pt x="16125" y="14325"/>
                </a:lnTo>
                <a:lnTo>
                  <a:pt x="16275" y="14400"/>
                </a:lnTo>
                <a:lnTo>
                  <a:pt x="16800" y="14400"/>
                </a:lnTo>
                <a:lnTo>
                  <a:pt x="16875" y="14475"/>
                </a:lnTo>
                <a:lnTo>
                  <a:pt x="17250" y="14475"/>
                </a:lnTo>
                <a:lnTo>
                  <a:pt x="17400" y="14550"/>
                </a:lnTo>
                <a:lnTo>
                  <a:pt x="17550" y="14550"/>
                </a:lnTo>
                <a:lnTo>
                  <a:pt x="17700" y="14625"/>
                </a:lnTo>
                <a:lnTo>
                  <a:pt x="17925" y="14625"/>
                </a:lnTo>
                <a:lnTo>
                  <a:pt x="18075" y="14700"/>
                </a:lnTo>
                <a:lnTo>
                  <a:pt x="18300" y="14700"/>
                </a:lnTo>
                <a:lnTo>
                  <a:pt x="18600" y="14850"/>
                </a:lnTo>
                <a:lnTo>
                  <a:pt x="18825" y="14850"/>
                </a:lnTo>
                <a:lnTo>
                  <a:pt x="19125" y="15000"/>
                </a:lnTo>
                <a:lnTo>
                  <a:pt x="19350" y="15000"/>
                </a:lnTo>
                <a:lnTo>
                  <a:pt x="19350" y="15075"/>
                </a:lnTo>
                <a:lnTo>
                  <a:pt x="19500" y="15075"/>
                </a:lnTo>
                <a:lnTo>
                  <a:pt x="19650" y="15150"/>
                </a:lnTo>
                <a:lnTo>
                  <a:pt x="19725" y="15150"/>
                </a:lnTo>
                <a:lnTo>
                  <a:pt x="20175" y="15375"/>
                </a:lnTo>
                <a:lnTo>
                  <a:pt x="20250" y="15375"/>
                </a:lnTo>
                <a:lnTo>
                  <a:pt x="20325" y="15450"/>
                </a:lnTo>
                <a:lnTo>
                  <a:pt x="20400" y="15450"/>
                </a:lnTo>
                <a:lnTo>
                  <a:pt x="20850" y="15675"/>
                </a:lnTo>
                <a:lnTo>
                  <a:pt x="20925" y="15675"/>
                </a:lnTo>
                <a:lnTo>
                  <a:pt x="21000" y="15750"/>
                </a:lnTo>
                <a:lnTo>
                  <a:pt x="21075" y="15750"/>
                </a:lnTo>
                <a:lnTo>
                  <a:pt x="21675" y="16050"/>
                </a:lnTo>
                <a:lnTo>
                  <a:pt x="21750" y="16050"/>
                </a:lnTo>
                <a:lnTo>
                  <a:pt x="21975" y="16275"/>
                </a:lnTo>
                <a:lnTo>
                  <a:pt x="22050" y="16275"/>
                </a:lnTo>
                <a:lnTo>
                  <a:pt x="22125" y="16350"/>
                </a:lnTo>
                <a:lnTo>
                  <a:pt x="22125" y="14250"/>
                </a:lnTo>
                <a:lnTo>
                  <a:pt x="27825" y="14250"/>
                </a:lnTo>
                <a:close/>
                <a:moveTo>
                  <a:pt x="34125" y="66750"/>
                </a:moveTo>
                <a:lnTo>
                  <a:pt x="34125" y="26625"/>
                </a:lnTo>
                <a:lnTo>
                  <a:pt x="34200" y="26475"/>
                </a:lnTo>
                <a:lnTo>
                  <a:pt x="34200" y="25725"/>
                </a:lnTo>
                <a:lnTo>
                  <a:pt x="34275" y="25500"/>
                </a:lnTo>
                <a:lnTo>
                  <a:pt x="34275" y="25275"/>
                </a:lnTo>
                <a:lnTo>
                  <a:pt x="34350" y="25050"/>
                </a:lnTo>
                <a:lnTo>
                  <a:pt x="34350" y="24600"/>
                </a:lnTo>
                <a:lnTo>
                  <a:pt x="34425" y="24600"/>
                </a:lnTo>
                <a:lnTo>
                  <a:pt x="34425" y="24375"/>
                </a:lnTo>
                <a:lnTo>
                  <a:pt x="34500" y="24150"/>
                </a:lnTo>
                <a:lnTo>
                  <a:pt x="34500" y="23925"/>
                </a:lnTo>
                <a:lnTo>
                  <a:pt x="34575" y="23700"/>
                </a:lnTo>
                <a:lnTo>
                  <a:pt x="34575" y="23475"/>
                </a:lnTo>
                <a:lnTo>
                  <a:pt x="34650" y="23475"/>
                </a:lnTo>
                <a:lnTo>
                  <a:pt x="34650" y="23250"/>
                </a:lnTo>
                <a:lnTo>
                  <a:pt x="34875" y="22650"/>
                </a:lnTo>
                <a:lnTo>
                  <a:pt x="34875" y="22425"/>
                </a:lnTo>
                <a:lnTo>
                  <a:pt x="34950" y="22425"/>
                </a:lnTo>
                <a:lnTo>
                  <a:pt x="34950" y="22200"/>
                </a:lnTo>
                <a:lnTo>
                  <a:pt x="35025" y="22050"/>
                </a:lnTo>
                <a:lnTo>
                  <a:pt x="35025" y="21975"/>
                </a:lnTo>
                <a:lnTo>
                  <a:pt x="35175" y="21600"/>
                </a:lnTo>
                <a:lnTo>
                  <a:pt x="35325" y="21375"/>
                </a:lnTo>
                <a:lnTo>
                  <a:pt x="35325" y="21225"/>
                </a:lnTo>
                <a:lnTo>
                  <a:pt x="35400" y="21225"/>
                </a:lnTo>
                <a:lnTo>
                  <a:pt x="35475" y="21075"/>
                </a:lnTo>
                <a:lnTo>
                  <a:pt x="35550" y="20775"/>
                </a:lnTo>
                <a:lnTo>
                  <a:pt x="35700" y="20475"/>
                </a:lnTo>
                <a:lnTo>
                  <a:pt x="35775" y="20400"/>
                </a:lnTo>
                <a:lnTo>
                  <a:pt x="35925" y="20100"/>
                </a:lnTo>
                <a:lnTo>
                  <a:pt x="35925" y="20025"/>
                </a:lnTo>
                <a:lnTo>
                  <a:pt x="36075" y="19875"/>
                </a:lnTo>
                <a:lnTo>
                  <a:pt x="36450" y="19200"/>
                </a:lnTo>
                <a:lnTo>
                  <a:pt x="36525" y="19200"/>
                </a:lnTo>
                <a:lnTo>
                  <a:pt x="36600" y="19050"/>
                </a:lnTo>
                <a:lnTo>
                  <a:pt x="36600" y="18975"/>
                </a:lnTo>
                <a:lnTo>
                  <a:pt x="36750" y="18900"/>
                </a:lnTo>
                <a:lnTo>
                  <a:pt x="36750" y="18825"/>
                </a:lnTo>
                <a:lnTo>
                  <a:pt x="36825" y="18675"/>
                </a:lnTo>
                <a:lnTo>
                  <a:pt x="36900" y="18675"/>
                </a:lnTo>
                <a:lnTo>
                  <a:pt x="37200" y="18225"/>
                </a:lnTo>
                <a:lnTo>
                  <a:pt x="38250" y="17175"/>
                </a:lnTo>
                <a:lnTo>
                  <a:pt x="38325" y="17175"/>
                </a:lnTo>
                <a:lnTo>
                  <a:pt x="38400" y="17025"/>
                </a:lnTo>
                <a:lnTo>
                  <a:pt x="38475" y="17025"/>
                </a:lnTo>
                <a:lnTo>
                  <a:pt x="38625" y="16875"/>
                </a:lnTo>
                <a:lnTo>
                  <a:pt x="38775" y="16800"/>
                </a:lnTo>
                <a:lnTo>
                  <a:pt x="38775" y="16725"/>
                </a:lnTo>
                <a:lnTo>
                  <a:pt x="38925" y="16650"/>
                </a:lnTo>
                <a:lnTo>
                  <a:pt x="39000" y="16650"/>
                </a:lnTo>
                <a:lnTo>
                  <a:pt x="39075" y="16500"/>
                </a:lnTo>
                <a:lnTo>
                  <a:pt x="39150" y="16500"/>
                </a:lnTo>
                <a:lnTo>
                  <a:pt x="39300" y="16425"/>
                </a:lnTo>
                <a:lnTo>
                  <a:pt x="39300" y="16350"/>
                </a:lnTo>
                <a:lnTo>
                  <a:pt x="39450" y="16275"/>
                </a:lnTo>
                <a:lnTo>
                  <a:pt x="39525" y="16275"/>
                </a:lnTo>
                <a:lnTo>
                  <a:pt x="39675" y="16125"/>
                </a:lnTo>
                <a:lnTo>
                  <a:pt x="39975" y="15975"/>
                </a:lnTo>
                <a:lnTo>
                  <a:pt x="40050" y="15900"/>
                </a:lnTo>
                <a:lnTo>
                  <a:pt x="40575" y="15675"/>
                </a:lnTo>
                <a:lnTo>
                  <a:pt x="40575" y="15600"/>
                </a:lnTo>
                <a:lnTo>
                  <a:pt x="40725" y="15525"/>
                </a:lnTo>
                <a:lnTo>
                  <a:pt x="41025" y="15450"/>
                </a:lnTo>
                <a:lnTo>
                  <a:pt x="41100" y="15375"/>
                </a:lnTo>
                <a:lnTo>
                  <a:pt x="41400" y="15300"/>
                </a:lnTo>
                <a:lnTo>
                  <a:pt x="41550" y="15225"/>
                </a:lnTo>
                <a:lnTo>
                  <a:pt x="41550" y="15150"/>
                </a:lnTo>
                <a:lnTo>
                  <a:pt x="41775" y="15150"/>
                </a:lnTo>
                <a:lnTo>
                  <a:pt x="41775" y="15075"/>
                </a:lnTo>
                <a:lnTo>
                  <a:pt x="41925" y="15075"/>
                </a:lnTo>
                <a:lnTo>
                  <a:pt x="42000" y="15000"/>
                </a:lnTo>
                <a:lnTo>
                  <a:pt x="42150" y="15000"/>
                </a:lnTo>
                <a:lnTo>
                  <a:pt x="42225" y="14925"/>
                </a:lnTo>
                <a:lnTo>
                  <a:pt x="42375" y="14925"/>
                </a:lnTo>
                <a:lnTo>
                  <a:pt x="42975" y="14700"/>
                </a:lnTo>
                <a:lnTo>
                  <a:pt x="43200" y="14700"/>
                </a:lnTo>
                <a:lnTo>
                  <a:pt x="43275" y="14625"/>
                </a:lnTo>
                <a:lnTo>
                  <a:pt x="43500" y="14625"/>
                </a:lnTo>
                <a:lnTo>
                  <a:pt x="43650" y="14550"/>
                </a:lnTo>
                <a:lnTo>
                  <a:pt x="43875" y="14550"/>
                </a:lnTo>
                <a:lnTo>
                  <a:pt x="44100" y="14475"/>
                </a:lnTo>
                <a:lnTo>
                  <a:pt x="44325" y="14475"/>
                </a:lnTo>
                <a:lnTo>
                  <a:pt x="44550" y="14400"/>
                </a:lnTo>
                <a:lnTo>
                  <a:pt x="44775" y="14400"/>
                </a:lnTo>
                <a:lnTo>
                  <a:pt x="45000" y="14325"/>
                </a:lnTo>
                <a:lnTo>
                  <a:pt x="45675" y="14325"/>
                </a:lnTo>
                <a:lnTo>
                  <a:pt x="45900" y="14250"/>
                </a:lnTo>
                <a:lnTo>
                  <a:pt x="48000" y="14250"/>
                </a:lnTo>
                <a:lnTo>
                  <a:pt x="48225" y="14325"/>
                </a:lnTo>
                <a:lnTo>
                  <a:pt x="48750" y="14325"/>
                </a:lnTo>
                <a:lnTo>
                  <a:pt x="48975" y="14400"/>
                </a:lnTo>
                <a:lnTo>
                  <a:pt x="49500" y="14400"/>
                </a:lnTo>
                <a:lnTo>
                  <a:pt x="49725" y="14475"/>
                </a:lnTo>
                <a:lnTo>
                  <a:pt x="49950" y="14475"/>
                </a:lnTo>
                <a:lnTo>
                  <a:pt x="50175" y="14550"/>
                </a:lnTo>
                <a:lnTo>
                  <a:pt x="50475" y="14550"/>
                </a:lnTo>
                <a:lnTo>
                  <a:pt x="50700" y="14625"/>
                </a:lnTo>
                <a:lnTo>
                  <a:pt x="50925" y="14625"/>
                </a:lnTo>
                <a:lnTo>
                  <a:pt x="51000" y="14700"/>
                </a:lnTo>
                <a:lnTo>
                  <a:pt x="51225" y="14700"/>
                </a:lnTo>
                <a:lnTo>
                  <a:pt x="51675" y="14850"/>
                </a:lnTo>
                <a:lnTo>
                  <a:pt x="51975" y="14850"/>
                </a:lnTo>
                <a:lnTo>
                  <a:pt x="54600" y="15600"/>
                </a:lnTo>
                <a:lnTo>
                  <a:pt x="55125" y="15825"/>
                </a:lnTo>
                <a:lnTo>
                  <a:pt x="55875" y="16050"/>
                </a:lnTo>
                <a:lnTo>
                  <a:pt x="55950" y="16125"/>
                </a:lnTo>
                <a:lnTo>
                  <a:pt x="56475" y="16275"/>
                </a:lnTo>
                <a:lnTo>
                  <a:pt x="54225" y="21150"/>
                </a:lnTo>
                <a:lnTo>
                  <a:pt x="54000" y="21075"/>
                </a:lnTo>
                <a:lnTo>
                  <a:pt x="53775" y="20925"/>
                </a:lnTo>
                <a:lnTo>
                  <a:pt x="52050" y="20325"/>
                </a:lnTo>
                <a:lnTo>
                  <a:pt x="51825" y="20325"/>
                </a:lnTo>
                <a:lnTo>
                  <a:pt x="51150" y="20100"/>
                </a:lnTo>
                <a:lnTo>
                  <a:pt x="51000" y="20100"/>
                </a:lnTo>
                <a:lnTo>
                  <a:pt x="50550" y="19950"/>
                </a:lnTo>
                <a:lnTo>
                  <a:pt x="50400" y="19950"/>
                </a:lnTo>
                <a:lnTo>
                  <a:pt x="50175" y="19875"/>
                </a:lnTo>
                <a:lnTo>
                  <a:pt x="49950" y="19875"/>
                </a:lnTo>
                <a:lnTo>
                  <a:pt x="49800" y="19800"/>
                </a:lnTo>
                <a:lnTo>
                  <a:pt x="49575" y="19800"/>
                </a:lnTo>
                <a:lnTo>
                  <a:pt x="49425" y="19725"/>
                </a:lnTo>
                <a:lnTo>
                  <a:pt x="49200" y="19725"/>
                </a:lnTo>
                <a:lnTo>
                  <a:pt x="49050" y="19650"/>
                </a:lnTo>
                <a:lnTo>
                  <a:pt x="48675" y="19650"/>
                </a:lnTo>
                <a:lnTo>
                  <a:pt x="48525" y="19575"/>
                </a:lnTo>
                <a:lnTo>
                  <a:pt x="48000" y="19575"/>
                </a:lnTo>
                <a:lnTo>
                  <a:pt x="47850" y="19500"/>
                </a:lnTo>
                <a:lnTo>
                  <a:pt x="46125" y="19500"/>
                </a:lnTo>
                <a:lnTo>
                  <a:pt x="45975" y="19575"/>
                </a:lnTo>
                <a:lnTo>
                  <a:pt x="45450" y="19575"/>
                </a:lnTo>
                <a:lnTo>
                  <a:pt x="45300" y="19650"/>
                </a:lnTo>
                <a:lnTo>
                  <a:pt x="45075" y="19650"/>
                </a:lnTo>
                <a:lnTo>
                  <a:pt x="44925" y="19725"/>
                </a:lnTo>
                <a:lnTo>
                  <a:pt x="44700" y="19725"/>
                </a:lnTo>
                <a:lnTo>
                  <a:pt x="44550" y="19800"/>
                </a:lnTo>
                <a:lnTo>
                  <a:pt x="44325" y="19800"/>
                </a:lnTo>
                <a:lnTo>
                  <a:pt x="44250" y="19875"/>
                </a:lnTo>
                <a:lnTo>
                  <a:pt x="44100" y="19875"/>
                </a:lnTo>
                <a:lnTo>
                  <a:pt x="44025" y="19950"/>
                </a:lnTo>
                <a:lnTo>
                  <a:pt x="43875" y="19950"/>
                </a:lnTo>
                <a:lnTo>
                  <a:pt x="43800" y="20025"/>
                </a:lnTo>
                <a:lnTo>
                  <a:pt x="43725" y="20025"/>
                </a:lnTo>
                <a:lnTo>
                  <a:pt x="43500" y="20175"/>
                </a:lnTo>
                <a:lnTo>
                  <a:pt x="43200" y="20250"/>
                </a:lnTo>
                <a:lnTo>
                  <a:pt x="42975" y="20475"/>
                </a:lnTo>
                <a:lnTo>
                  <a:pt x="42825" y="20475"/>
                </a:lnTo>
                <a:lnTo>
                  <a:pt x="42675" y="20625"/>
                </a:lnTo>
                <a:lnTo>
                  <a:pt x="42600" y="20625"/>
                </a:lnTo>
                <a:lnTo>
                  <a:pt x="42075" y="21150"/>
                </a:lnTo>
                <a:lnTo>
                  <a:pt x="42000" y="21150"/>
                </a:lnTo>
                <a:lnTo>
                  <a:pt x="41775" y="21375"/>
                </a:lnTo>
                <a:lnTo>
                  <a:pt x="41700" y="21525"/>
                </a:lnTo>
                <a:lnTo>
                  <a:pt x="41325" y="21900"/>
                </a:lnTo>
                <a:lnTo>
                  <a:pt x="41325" y="21975"/>
                </a:lnTo>
                <a:lnTo>
                  <a:pt x="41250" y="22125"/>
                </a:lnTo>
                <a:lnTo>
                  <a:pt x="41100" y="22275"/>
                </a:lnTo>
                <a:lnTo>
                  <a:pt x="41025" y="22425"/>
                </a:lnTo>
                <a:lnTo>
                  <a:pt x="41025" y="22500"/>
                </a:lnTo>
                <a:lnTo>
                  <a:pt x="40800" y="22800"/>
                </a:lnTo>
                <a:lnTo>
                  <a:pt x="40800" y="22950"/>
                </a:lnTo>
                <a:lnTo>
                  <a:pt x="40575" y="23250"/>
                </a:lnTo>
                <a:lnTo>
                  <a:pt x="40575" y="23400"/>
                </a:lnTo>
                <a:lnTo>
                  <a:pt x="40350" y="23925"/>
                </a:lnTo>
                <a:lnTo>
                  <a:pt x="40350" y="24075"/>
                </a:lnTo>
                <a:lnTo>
                  <a:pt x="40200" y="24450"/>
                </a:lnTo>
                <a:lnTo>
                  <a:pt x="40200" y="24600"/>
                </a:lnTo>
                <a:lnTo>
                  <a:pt x="40125" y="24750"/>
                </a:lnTo>
                <a:lnTo>
                  <a:pt x="40125" y="24900"/>
                </a:lnTo>
                <a:lnTo>
                  <a:pt x="40050" y="25050"/>
                </a:lnTo>
                <a:lnTo>
                  <a:pt x="40050" y="25425"/>
                </a:lnTo>
                <a:lnTo>
                  <a:pt x="39975" y="25575"/>
                </a:lnTo>
                <a:lnTo>
                  <a:pt x="39975" y="25875"/>
                </a:lnTo>
                <a:lnTo>
                  <a:pt x="39900" y="26025"/>
                </a:lnTo>
                <a:lnTo>
                  <a:pt x="39900" y="26550"/>
                </a:lnTo>
                <a:lnTo>
                  <a:pt x="39825" y="26775"/>
                </a:lnTo>
                <a:lnTo>
                  <a:pt x="39825" y="66750"/>
                </a:lnTo>
                <a:close/>
                <a:moveTo>
                  <a:pt x="93825" y="66750"/>
                </a:moveTo>
                <a:lnTo>
                  <a:pt x="88125" y="66750"/>
                </a:lnTo>
                <a:lnTo>
                  <a:pt x="88125" y="47925"/>
                </a:lnTo>
                <a:lnTo>
                  <a:pt x="87900" y="48075"/>
                </a:lnTo>
                <a:lnTo>
                  <a:pt x="87450" y="48525"/>
                </a:lnTo>
                <a:lnTo>
                  <a:pt x="87000" y="48825"/>
                </a:lnTo>
                <a:lnTo>
                  <a:pt x="86850" y="48975"/>
                </a:lnTo>
                <a:lnTo>
                  <a:pt x="86775" y="48975"/>
                </a:lnTo>
                <a:lnTo>
                  <a:pt x="86775" y="49050"/>
                </a:lnTo>
                <a:lnTo>
                  <a:pt x="86700" y="49050"/>
                </a:lnTo>
                <a:lnTo>
                  <a:pt x="86625" y="49125"/>
                </a:lnTo>
                <a:lnTo>
                  <a:pt x="86550" y="49125"/>
                </a:lnTo>
                <a:lnTo>
                  <a:pt x="86550" y="49200"/>
                </a:lnTo>
                <a:lnTo>
                  <a:pt x="86475" y="49200"/>
                </a:lnTo>
                <a:lnTo>
                  <a:pt x="86400" y="49275"/>
                </a:lnTo>
                <a:lnTo>
                  <a:pt x="86325" y="49275"/>
                </a:lnTo>
                <a:lnTo>
                  <a:pt x="86325" y="49350"/>
                </a:lnTo>
                <a:lnTo>
                  <a:pt x="86100" y="49425"/>
                </a:lnTo>
                <a:lnTo>
                  <a:pt x="85950" y="49575"/>
                </a:lnTo>
                <a:lnTo>
                  <a:pt x="85875" y="49575"/>
                </a:lnTo>
                <a:lnTo>
                  <a:pt x="85650" y="49725"/>
                </a:lnTo>
                <a:lnTo>
                  <a:pt x="85500" y="49800"/>
                </a:lnTo>
                <a:lnTo>
                  <a:pt x="85425" y="49800"/>
                </a:lnTo>
                <a:lnTo>
                  <a:pt x="85275" y="49950"/>
                </a:lnTo>
                <a:lnTo>
                  <a:pt x="85050" y="50025"/>
                </a:lnTo>
                <a:lnTo>
                  <a:pt x="84825" y="50175"/>
                </a:lnTo>
                <a:lnTo>
                  <a:pt x="84375" y="50325"/>
                </a:lnTo>
                <a:lnTo>
                  <a:pt x="84375" y="50400"/>
                </a:lnTo>
                <a:lnTo>
                  <a:pt x="83925" y="50550"/>
                </a:lnTo>
                <a:lnTo>
                  <a:pt x="83550" y="50775"/>
                </a:lnTo>
                <a:lnTo>
                  <a:pt x="83025" y="50925"/>
                </a:lnTo>
                <a:lnTo>
                  <a:pt x="82650" y="51150"/>
                </a:lnTo>
                <a:lnTo>
                  <a:pt x="82575" y="51150"/>
                </a:lnTo>
                <a:lnTo>
                  <a:pt x="82425" y="51225"/>
                </a:lnTo>
                <a:lnTo>
                  <a:pt x="82350" y="51225"/>
                </a:lnTo>
                <a:lnTo>
                  <a:pt x="82200" y="51300"/>
                </a:lnTo>
                <a:lnTo>
                  <a:pt x="82125" y="51300"/>
                </a:lnTo>
                <a:lnTo>
                  <a:pt x="80775" y="51750"/>
                </a:lnTo>
                <a:lnTo>
                  <a:pt x="80550" y="51750"/>
                </a:lnTo>
                <a:lnTo>
                  <a:pt x="80550" y="51825"/>
                </a:lnTo>
                <a:lnTo>
                  <a:pt x="80325" y="51825"/>
                </a:lnTo>
                <a:lnTo>
                  <a:pt x="79875" y="51975"/>
                </a:lnTo>
                <a:lnTo>
                  <a:pt x="79575" y="51975"/>
                </a:lnTo>
                <a:lnTo>
                  <a:pt x="79575" y="52050"/>
                </a:lnTo>
                <a:lnTo>
                  <a:pt x="79350" y="52050"/>
                </a:lnTo>
                <a:lnTo>
                  <a:pt x="79200" y="52125"/>
                </a:lnTo>
                <a:lnTo>
                  <a:pt x="78900" y="52125"/>
                </a:lnTo>
                <a:lnTo>
                  <a:pt x="78750" y="52200"/>
                </a:lnTo>
                <a:lnTo>
                  <a:pt x="78450" y="52200"/>
                </a:lnTo>
                <a:lnTo>
                  <a:pt x="78225" y="52275"/>
                </a:lnTo>
                <a:lnTo>
                  <a:pt x="78000" y="52275"/>
                </a:lnTo>
                <a:lnTo>
                  <a:pt x="77775" y="52350"/>
                </a:lnTo>
                <a:lnTo>
                  <a:pt x="77325" y="52350"/>
                </a:lnTo>
                <a:lnTo>
                  <a:pt x="77325" y="52425"/>
                </a:lnTo>
                <a:lnTo>
                  <a:pt x="76350" y="52425"/>
                </a:lnTo>
                <a:lnTo>
                  <a:pt x="76350" y="52500"/>
                </a:lnTo>
                <a:lnTo>
                  <a:pt x="74325" y="52500"/>
                </a:lnTo>
                <a:lnTo>
                  <a:pt x="74250" y="52425"/>
                </a:lnTo>
                <a:lnTo>
                  <a:pt x="73575" y="52425"/>
                </a:lnTo>
                <a:lnTo>
                  <a:pt x="73350" y="52350"/>
                </a:lnTo>
                <a:lnTo>
                  <a:pt x="73050" y="52350"/>
                </a:lnTo>
                <a:lnTo>
                  <a:pt x="72900" y="52275"/>
                </a:lnTo>
                <a:lnTo>
                  <a:pt x="72600" y="52275"/>
                </a:lnTo>
                <a:lnTo>
                  <a:pt x="72225" y="52125"/>
                </a:lnTo>
                <a:lnTo>
                  <a:pt x="72000" y="52125"/>
                </a:lnTo>
                <a:lnTo>
                  <a:pt x="71925" y="52050"/>
                </a:lnTo>
                <a:lnTo>
                  <a:pt x="71775" y="52050"/>
                </a:lnTo>
                <a:lnTo>
                  <a:pt x="71175" y="51825"/>
                </a:lnTo>
                <a:lnTo>
                  <a:pt x="70650" y="51675"/>
                </a:lnTo>
                <a:lnTo>
                  <a:pt x="70350" y="51525"/>
                </a:lnTo>
                <a:lnTo>
                  <a:pt x="70050" y="51450"/>
                </a:lnTo>
                <a:lnTo>
                  <a:pt x="69900" y="51375"/>
                </a:lnTo>
                <a:lnTo>
                  <a:pt x="69900" y="51300"/>
                </a:lnTo>
                <a:lnTo>
                  <a:pt x="69750" y="51225"/>
                </a:lnTo>
                <a:lnTo>
                  <a:pt x="69450" y="51150"/>
                </a:lnTo>
                <a:lnTo>
                  <a:pt x="69300" y="51075"/>
                </a:lnTo>
                <a:lnTo>
                  <a:pt x="69300" y="51000"/>
                </a:lnTo>
                <a:lnTo>
                  <a:pt x="69150" y="50925"/>
                </a:lnTo>
                <a:lnTo>
                  <a:pt x="69075" y="50925"/>
                </a:lnTo>
                <a:lnTo>
                  <a:pt x="68775" y="50775"/>
                </a:lnTo>
                <a:lnTo>
                  <a:pt x="68775" y="50700"/>
                </a:lnTo>
                <a:lnTo>
                  <a:pt x="68700" y="50700"/>
                </a:lnTo>
                <a:lnTo>
                  <a:pt x="68625" y="50625"/>
                </a:lnTo>
                <a:lnTo>
                  <a:pt x="68550" y="50625"/>
                </a:lnTo>
                <a:lnTo>
                  <a:pt x="68400" y="50550"/>
                </a:lnTo>
                <a:lnTo>
                  <a:pt x="68400" y="50475"/>
                </a:lnTo>
                <a:lnTo>
                  <a:pt x="68250" y="50400"/>
                </a:lnTo>
                <a:lnTo>
                  <a:pt x="68175" y="50400"/>
                </a:lnTo>
                <a:lnTo>
                  <a:pt x="68025" y="50250"/>
                </a:lnTo>
                <a:lnTo>
                  <a:pt x="67875" y="50175"/>
                </a:lnTo>
                <a:lnTo>
                  <a:pt x="67875" y="50100"/>
                </a:lnTo>
                <a:lnTo>
                  <a:pt x="67725" y="50025"/>
                </a:lnTo>
                <a:lnTo>
                  <a:pt x="67650" y="50025"/>
                </a:lnTo>
                <a:lnTo>
                  <a:pt x="67575" y="49875"/>
                </a:lnTo>
                <a:lnTo>
                  <a:pt x="67500" y="49875"/>
                </a:lnTo>
                <a:lnTo>
                  <a:pt x="67425" y="49800"/>
                </a:lnTo>
                <a:lnTo>
                  <a:pt x="67350" y="49800"/>
                </a:lnTo>
                <a:lnTo>
                  <a:pt x="67350" y="49725"/>
                </a:lnTo>
                <a:lnTo>
                  <a:pt x="67200" y="49650"/>
                </a:lnTo>
                <a:lnTo>
                  <a:pt x="67200" y="49575"/>
                </a:lnTo>
                <a:lnTo>
                  <a:pt x="67050" y="49500"/>
                </a:lnTo>
                <a:lnTo>
                  <a:pt x="66600" y="49050"/>
                </a:lnTo>
                <a:lnTo>
                  <a:pt x="66450" y="48975"/>
                </a:lnTo>
                <a:lnTo>
                  <a:pt x="66450" y="48900"/>
                </a:lnTo>
                <a:lnTo>
                  <a:pt x="66300" y="48825"/>
                </a:lnTo>
                <a:lnTo>
                  <a:pt x="66300" y="48750"/>
                </a:lnTo>
                <a:lnTo>
                  <a:pt x="66150" y="48675"/>
                </a:lnTo>
                <a:lnTo>
                  <a:pt x="66150" y="48600"/>
                </a:lnTo>
                <a:lnTo>
                  <a:pt x="66000" y="48525"/>
                </a:lnTo>
                <a:lnTo>
                  <a:pt x="66000" y="48450"/>
                </a:lnTo>
                <a:lnTo>
                  <a:pt x="65850" y="48375"/>
                </a:lnTo>
                <a:lnTo>
                  <a:pt x="65850" y="48300"/>
                </a:lnTo>
                <a:lnTo>
                  <a:pt x="65625" y="48075"/>
                </a:lnTo>
                <a:lnTo>
                  <a:pt x="65625" y="48000"/>
                </a:lnTo>
                <a:lnTo>
                  <a:pt x="65550" y="48000"/>
                </a:lnTo>
                <a:lnTo>
                  <a:pt x="65250" y="47550"/>
                </a:lnTo>
                <a:lnTo>
                  <a:pt x="65175" y="47550"/>
                </a:lnTo>
                <a:lnTo>
                  <a:pt x="65100" y="47400"/>
                </a:lnTo>
                <a:lnTo>
                  <a:pt x="64950" y="47250"/>
                </a:lnTo>
                <a:lnTo>
                  <a:pt x="64950" y="47175"/>
                </a:lnTo>
                <a:lnTo>
                  <a:pt x="64800" y="47025"/>
                </a:lnTo>
                <a:lnTo>
                  <a:pt x="64725" y="46875"/>
                </a:lnTo>
                <a:lnTo>
                  <a:pt x="64350" y="46425"/>
                </a:lnTo>
                <a:lnTo>
                  <a:pt x="64350" y="46350"/>
                </a:lnTo>
                <a:lnTo>
                  <a:pt x="64275" y="46200"/>
                </a:lnTo>
                <a:lnTo>
                  <a:pt x="64125" y="46050"/>
                </a:lnTo>
                <a:lnTo>
                  <a:pt x="63975" y="45675"/>
                </a:lnTo>
                <a:lnTo>
                  <a:pt x="63900" y="45675"/>
                </a:lnTo>
                <a:lnTo>
                  <a:pt x="63675" y="45150"/>
                </a:lnTo>
                <a:lnTo>
                  <a:pt x="63600" y="45150"/>
                </a:lnTo>
                <a:lnTo>
                  <a:pt x="63375" y="44625"/>
                </a:lnTo>
                <a:lnTo>
                  <a:pt x="63300" y="44625"/>
                </a:lnTo>
                <a:lnTo>
                  <a:pt x="63075" y="44100"/>
                </a:lnTo>
                <a:lnTo>
                  <a:pt x="63075" y="44025"/>
                </a:lnTo>
                <a:lnTo>
                  <a:pt x="62925" y="43725"/>
                </a:lnTo>
                <a:lnTo>
                  <a:pt x="62925" y="43650"/>
                </a:lnTo>
                <a:lnTo>
                  <a:pt x="62775" y="43350"/>
                </a:lnTo>
                <a:lnTo>
                  <a:pt x="62775" y="43275"/>
                </a:lnTo>
                <a:lnTo>
                  <a:pt x="62700" y="43275"/>
                </a:lnTo>
                <a:lnTo>
                  <a:pt x="62700" y="43125"/>
                </a:lnTo>
                <a:lnTo>
                  <a:pt x="62625" y="43125"/>
                </a:lnTo>
                <a:lnTo>
                  <a:pt x="62475" y="42750"/>
                </a:lnTo>
                <a:lnTo>
                  <a:pt x="62475" y="42525"/>
                </a:lnTo>
                <a:lnTo>
                  <a:pt x="62400" y="42525"/>
                </a:lnTo>
                <a:lnTo>
                  <a:pt x="62400" y="42375"/>
                </a:lnTo>
                <a:lnTo>
                  <a:pt x="62325" y="42375"/>
                </a:lnTo>
                <a:lnTo>
                  <a:pt x="62325" y="42150"/>
                </a:lnTo>
                <a:lnTo>
                  <a:pt x="62250" y="42150"/>
                </a:lnTo>
                <a:lnTo>
                  <a:pt x="62250" y="41925"/>
                </a:lnTo>
                <a:lnTo>
                  <a:pt x="62175" y="41925"/>
                </a:lnTo>
                <a:lnTo>
                  <a:pt x="62175" y="41775"/>
                </a:lnTo>
                <a:lnTo>
                  <a:pt x="61800" y="40725"/>
                </a:lnTo>
                <a:lnTo>
                  <a:pt x="61800" y="40575"/>
                </a:lnTo>
                <a:lnTo>
                  <a:pt x="61650" y="40125"/>
                </a:lnTo>
                <a:lnTo>
                  <a:pt x="61650" y="39900"/>
                </a:lnTo>
                <a:lnTo>
                  <a:pt x="61575" y="39900"/>
                </a:lnTo>
                <a:lnTo>
                  <a:pt x="61575" y="39750"/>
                </a:lnTo>
                <a:lnTo>
                  <a:pt x="61500" y="39525"/>
                </a:lnTo>
                <a:lnTo>
                  <a:pt x="61500" y="39300"/>
                </a:lnTo>
                <a:lnTo>
                  <a:pt x="61425" y="39300"/>
                </a:lnTo>
                <a:lnTo>
                  <a:pt x="61425" y="39075"/>
                </a:lnTo>
                <a:lnTo>
                  <a:pt x="61350" y="38925"/>
                </a:lnTo>
                <a:lnTo>
                  <a:pt x="61350" y="38700"/>
                </a:lnTo>
                <a:lnTo>
                  <a:pt x="61275" y="38475"/>
                </a:lnTo>
                <a:lnTo>
                  <a:pt x="61275" y="38250"/>
                </a:lnTo>
                <a:lnTo>
                  <a:pt x="61200" y="38100"/>
                </a:lnTo>
                <a:lnTo>
                  <a:pt x="61200" y="37875"/>
                </a:lnTo>
                <a:lnTo>
                  <a:pt x="61125" y="37875"/>
                </a:lnTo>
                <a:lnTo>
                  <a:pt x="61125" y="37425"/>
                </a:lnTo>
                <a:lnTo>
                  <a:pt x="61050" y="37275"/>
                </a:lnTo>
                <a:lnTo>
                  <a:pt x="61050" y="37050"/>
                </a:lnTo>
                <a:lnTo>
                  <a:pt x="60975" y="36825"/>
                </a:lnTo>
                <a:lnTo>
                  <a:pt x="60975" y="36375"/>
                </a:lnTo>
                <a:lnTo>
                  <a:pt x="60900" y="36375"/>
                </a:lnTo>
                <a:lnTo>
                  <a:pt x="60900" y="35775"/>
                </a:lnTo>
                <a:lnTo>
                  <a:pt x="60825" y="35775"/>
                </a:lnTo>
                <a:lnTo>
                  <a:pt x="60825" y="35100"/>
                </a:lnTo>
                <a:lnTo>
                  <a:pt x="60750" y="34950"/>
                </a:lnTo>
                <a:lnTo>
                  <a:pt x="60750" y="33900"/>
                </a:lnTo>
                <a:lnTo>
                  <a:pt x="60675" y="33900"/>
                </a:lnTo>
                <a:lnTo>
                  <a:pt x="60675" y="30900"/>
                </a:lnTo>
                <a:lnTo>
                  <a:pt x="60750" y="30750"/>
                </a:lnTo>
                <a:lnTo>
                  <a:pt x="60750" y="29700"/>
                </a:lnTo>
                <a:lnTo>
                  <a:pt x="60825" y="29475"/>
                </a:lnTo>
                <a:lnTo>
                  <a:pt x="60825" y="29025"/>
                </a:lnTo>
                <a:lnTo>
                  <a:pt x="60900" y="28875"/>
                </a:lnTo>
                <a:lnTo>
                  <a:pt x="60900" y="28425"/>
                </a:lnTo>
                <a:lnTo>
                  <a:pt x="60975" y="28275"/>
                </a:lnTo>
                <a:lnTo>
                  <a:pt x="60975" y="27825"/>
                </a:lnTo>
                <a:lnTo>
                  <a:pt x="61050" y="27675"/>
                </a:lnTo>
                <a:lnTo>
                  <a:pt x="61050" y="27450"/>
                </a:lnTo>
                <a:lnTo>
                  <a:pt x="61125" y="27300"/>
                </a:lnTo>
                <a:lnTo>
                  <a:pt x="61125" y="26850"/>
                </a:lnTo>
                <a:lnTo>
                  <a:pt x="61200" y="26850"/>
                </a:lnTo>
                <a:lnTo>
                  <a:pt x="61200" y="26475"/>
                </a:lnTo>
                <a:lnTo>
                  <a:pt x="61275" y="26475"/>
                </a:lnTo>
                <a:lnTo>
                  <a:pt x="61275" y="26250"/>
                </a:lnTo>
                <a:lnTo>
                  <a:pt x="61350" y="26100"/>
                </a:lnTo>
                <a:lnTo>
                  <a:pt x="61350" y="25875"/>
                </a:lnTo>
                <a:lnTo>
                  <a:pt x="61425" y="25725"/>
                </a:lnTo>
                <a:lnTo>
                  <a:pt x="61425" y="25500"/>
                </a:lnTo>
                <a:lnTo>
                  <a:pt x="61575" y="25125"/>
                </a:lnTo>
                <a:lnTo>
                  <a:pt x="61575" y="24900"/>
                </a:lnTo>
                <a:lnTo>
                  <a:pt x="61725" y="24600"/>
                </a:lnTo>
                <a:lnTo>
                  <a:pt x="61725" y="24375"/>
                </a:lnTo>
                <a:lnTo>
                  <a:pt x="61950" y="23850"/>
                </a:lnTo>
                <a:lnTo>
                  <a:pt x="61950" y="23625"/>
                </a:lnTo>
                <a:lnTo>
                  <a:pt x="62025" y="23625"/>
                </a:lnTo>
                <a:lnTo>
                  <a:pt x="62025" y="23475"/>
                </a:lnTo>
                <a:lnTo>
                  <a:pt x="62250" y="22950"/>
                </a:lnTo>
                <a:lnTo>
                  <a:pt x="62250" y="22875"/>
                </a:lnTo>
                <a:lnTo>
                  <a:pt x="62775" y="21750"/>
                </a:lnTo>
                <a:lnTo>
                  <a:pt x="62775" y="21675"/>
                </a:lnTo>
                <a:lnTo>
                  <a:pt x="63150" y="20925"/>
                </a:lnTo>
                <a:lnTo>
                  <a:pt x="63150" y="20850"/>
                </a:lnTo>
                <a:lnTo>
                  <a:pt x="63225" y="20775"/>
                </a:lnTo>
                <a:lnTo>
                  <a:pt x="63225" y="20700"/>
                </a:lnTo>
                <a:lnTo>
                  <a:pt x="63300" y="20700"/>
                </a:lnTo>
                <a:lnTo>
                  <a:pt x="63300" y="20550"/>
                </a:lnTo>
                <a:lnTo>
                  <a:pt x="63375" y="20550"/>
                </a:lnTo>
                <a:lnTo>
                  <a:pt x="63675" y="19950"/>
                </a:lnTo>
                <a:lnTo>
                  <a:pt x="63750" y="19950"/>
                </a:lnTo>
                <a:lnTo>
                  <a:pt x="63975" y="19500"/>
                </a:lnTo>
                <a:lnTo>
                  <a:pt x="64050" y="19500"/>
                </a:lnTo>
                <a:lnTo>
                  <a:pt x="64200" y="19200"/>
                </a:lnTo>
                <a:lnTo>
                  <a:pt x="64275" y="19200"/>
                </a:lnTo>
                <a:lnTo>
                  <a:pt x="64425" y="18975"/>
                </a:lnTo>
                <a:lnTo>
                  <a:pt x="64425" y="18900"/>
                </a:lnTo>
                <a:lnTo>
                  <a:pt x="64500" y="18900"/>
                </a:lnTo>
                <a:lnTo>
                  <a:pt x="64575" y="18825"/>
                </a:lnTo>
                <a:lnTo>
                  <a:pt x="64575" y="18750"/>
                </a:lnTo>
                <a:lnTo>
                  <a:pt x="64800" y="18525"/>
                </a:lnTo>
                <a:lnTo>
                  <a:pt x="64875" y="18375"/>
                </a:lnTo>
                <a:lnTo>
                  <a:pt x="64950" y="18375"/>
                </a:lnTo>
                <a:lnTo>
                  <a:pt x="65025" y="18225"/>
                </a:lnTo>
                <a:lnTo>
                  <a:pt x="65100" y="18225"/>
                </a:lnTo>
                <a:lnTo>
                  <a:pt x="65175" y="18150"/>
                </a:lnTo>
                <a:lnTo>
                  <a:pt x="65175" y="18075"/>
                </a:lnTo>
                <a:lnTo>
                  <a:pt x="65250" y="18000"/>
                </a:lnTo>
                <a:lnTo>
                  <a:pt x="65325" y="18000"/>
                </a:lnTo>
                <a:lnTo>
                  <a:pt x="65325" y="17925"/>
                </a:lnTo>
                <a:lnTo>
                  <a:pt x="65400" y="17850"/>
                </a:lnTo>
                <a:lnTo>
                  <a:pt x="65475" y="17850"/>
                </a:lnTo>
                <a:lnTo>
                  <a:pt x="65700" y="17625"/>
                </a:lnTo>
                <a:lnTo>
                  <a:pt x="65700" y="17550"/>
                </a:lnTo>
                <a:lnTo>
                  <a:pt x="66000" y="17400"/>
                </a:lnTo>
                <a:lnTo>
                  <a:pt x="66000" y="17325"/>
                </a:lnTo>
                <a:lnTo>
                  <a:pt x="66075" y="17250"/>
                </a:lnTo>
                <a:lnTo>
                  <a:pt x="66150" y="17250"/>
                </a:lnTo>
                <a:lnTo>
                  <a:pt x="66225" y="17175"/>
                </a:lnTo>
                <a:lnTo>
                  <a:pt x="66300" y="17175"/>
                </a:lnTo>
                <a:lnTo>
                  <a:pt x="66300" y="17100"/>
                </a:lnTo>
                <a:lnTo>
                  <a:pt x="66375" y="17025"/>
                </a:lnTo>
                <a:lnTo>
                  <a:pt x="66450" y="17025"/>
                </a:lnTo>
                <a:lnTo>
                  <a:pt x="66525" y="16950"/>
                </a:lnTo>
                <a:lnTo>
                  <a:pt x="66600" y="16950"/>
                </a:lnTo>
                <a:lnTo>
                  <a:pt x="66600" y="16875"/>
                </a:lnTo>
                <a:lnTo>
                  <a:pt x="67050" y="16650"/>
                </a:lnTo>
                <a:lnTo>
                  <a:pt x="67125" y="16575"/>
                </a:lnTo>
                <a:lnTo>
                  <a:pt x="67200" y="16575"/>
                </a:lnTo>
                <a:lnTo>
                  <a:pt x="67200" y="16500"/>
                </a:lnTo>
                <a:lnTo>
                  <a:pt x="67275" y="16500"/>
                </a:lnTo>
                <a:lnTo>
                  <a:pt x="67350" y="16425"/>
                </a:lnTo>
                <a:lnTo>
                  <a:pt x="67650" y="16350"/>
                </a:lnTo>
                <a:lnTo>
                  <a:pt x="67725" y="16275"/>
                </a:lnTo>
                <a:lnTo>
                  <a:pt x="68250" y="16125"/>
                </a:lnTo>
                <a:lnTo>
                  <a:pt x="68475" y="15975"/>
                </a:lnTo>
                <a:lnTo>
                  <a:pt x="71700" y="15000"/>
                </a:lnTo>
                <a:lnTo>
                  <a:pt x="72000" y="15000"/>
                </a:lnTo>
                <a:lnTo>
                  <a:pt x="72450" y="14850"/>
                </a:lnTo>
                <a:lnTo>
                  <a:pt x="72675" y="14850"/>
                </a:lnTo>
                <a:lnTo>
                  <a:pt x="72675" y="14775"/>
                </a:lnTo>
                <a:lnTo>
                  <a:pt x="72975" y="14775"/>
                </a:lnTo>
                <a:lnTo>
                  <a:pt x="73200" y="14700"/>
                </a:lnTo>
                <a:lnTo>
                  <a:pt x="73425" y="14700"/>
                </a:lnTo>
                <a:lnTo>
                  <a:pt x="73950" y="14550"/>
                </a:lnTo>
                <a:lnTo>
                  <a:pt x="74400" y="14550"/>
                </a:lnTo>
                <a:lnTo>
                  <a:pt x="74400" y="14475"/>
                </a:lnTo>
                <a:lnTo>
                  <a:pt x="74925" y="14475"/>
                </a:lnTo>
                <a:lnTo>
                  <a:pt x="75150" y="14400"/>
                </a:lnTo>
                <a:lnTo>
                  <a:pt x="75675" y="14400"/>
                </a:lnTo>
                <a:lnTo>
                  <a:pt x="75900" y="14325"/>
                </a:lnTo>
                <a:lnTo>
                  <a:pt x="76650" y="14325"/>
                </a:lnTo>
                <a:lnTo>
                  <a:pt x="76800" y="14250"/>
                </a:lnTo>
                <a:lnTo>
                  <a:pt x="79200" y="14250"/>
                </a:lnTo>
                <a:lnTo>
                  <a:pt x="79425" y="14325"/>
                </a:lnTo>
                <a:lnTo>
                  <a:pt x="80175" y="14325"/>
                </a:lnTo>
                <a:lnTo>
                  <a:pt x="80325" y="14400"/>
                </a:lnTo>
                <a:lnTo>
                  <a:pt x="80850" y="14400"/>
                </a:lnTo>
                <a:lnTo>
                  <a:pt x="81075" y="14475"/>
                </a:lnTo>
                <a:lnTo>
                  <a:pt x="81525" y="14475"/>
                </a:lnTo>
                <a:lnTo>
                  <a:pt x="81525" y="14550"/>
                </a:lnTo>
                <a:lnTo>
                  <a:pt x="81750" y="14550"/>
                </a:lnTo>
                <a:lnTo>
                  <a:pt x="81900" y="14625"/>
                </a:lnTo>
                <a:lnTo>
                  <a:pt x="82200" y="14625"/>
                </a:lnTo>
                <a:lnTo>
                  <a:pt x="82350" y="14700"/>
                </a:lnTo>
                <a:lnTo>
                  <a:pt x="82650" y="14700"/>
                </a:lnTo>
                <a:lnTo>
                  <a:pt x="83025" y="14850"/>
                </a:lnTo>
                <a:lnTo>
                  <a:pt x="83250" y="14850"/>
                </a:lnTo>
                <a:lnTo>
                  <a:pt x="83925" y="15075"/>
                </a:lnTo>
                <a:lnTo>
                  <a:pt x="84075" y="15075"/>
                </a:lnTo>
                <a:lnTo>
                  <a:pt x="84075" y="15150"/>
                </a:lnTo>
                <a:lnTo>
                  <a:pt x="84300" y="15150"/>
                </a:lnTo>
                <a:lnTo>
                  <a:pt x="84375" y="15225"/>
                </a:lnTo>
                <a:lnTo>
                  <a:pt x="84525" y="15225"/>
                </a:lnTo>
                <a:lnTo>
                  <a:pt x="84900" y="15375"/>
                </a:lnTo>
                <a:lnTo>
                  <a:pt x="85200" y="15450"/>
                </a:lnTo>
                <a:lnTo>
                  <a:pt x="85575" y="15600"/>
                </a:lnTo>
                <a:lnTo>
                  <a:pt x="85575" y="15675"/>
                </a:lnTo>
                <a:lnTo>
                  <a:pt x="85725" y="15675"/>
                </a:lnTo>
                <a:lnTo>
                  <a:pt x="85950" y="15825"/>
                </a:lnTo>
                <a:lnTo>
                  <a:pt x="86325" y="15975"/>
                </a:lnTo>
                <a:lnTo>
                  <a:pt x="86400" y="15975"/>
                </a:lnTo>
                <a:lnTo>
                  <a:pt x="86700" y="16125"/>
                </a:lnTo>
                <a:lnTo>
                  <a:pt x="86775" y="16200"/>
                </a:lnTo>
                <a:lnTo>
                  <a:pt x="87300" y="16425"/>
                </a:lnTo>
                <a:lnTo>
                  <a:pt x="87300" y="16500"/>
                </a:lnTo>
                <a:lnTo>
                  <a:pt x="87675" y="16650"/>
                </a:lnTo>
                <a:lnTo>
                  <a:pt x="87675" y="16725"/>
                </a:lnTo>
                <a:lnTo>
                  <a:pt x="88050" y="16875"/>
                </a:lnTo>
                <a:lnTo>
                  <a:pt x="88050" y="16950"/>
                </a:lnTo>
                <a:lnTo>
                  <a:pt x="88350" y="17100"/>
                </a:lnTo>
                <a:lnTo>
                  <a:pt x="88350" y="17175"/>
                </a:lnTo>
                <a:lnTo>
                  <a:pt x="88425" y="17175"/>
                </a:lnTo>
                <a:lnTo>
                  <a:pt x="88575" y="17250"/>
                </a:lnTo>
                <a:lnTo>
                  <a:pt x="89025" y="17625"/>
                </a:lnTo>
                <a:lnTo>
                  <a:pt x="89100" y="17625"/>
                </a:lnTo>
                <a:lnTo>
                  <a:pt x="89175" y="17775"/>
                </a:lnTo>
                <a:lnTo>
                  <a:pt x="89250" y="17775"/>
                </a:lnTo>
                <a:lnTo>
                  <a:pt x="89400" y="17925"/>
                </a:lnTo>
                <a:lnTo>
                  <a:pt x="89550" y="18000"/>
                </a:lnTo>
                <a:lnTo>
                  <a:pt x="89550" y="18075"/>
                </a:lnTo>
                <a:lnTo>
                  <a:pt x="89700" y="18150"/>
                </a:lnTo>
                <a:lnTo>
                  <a:pt x="89700" y="18225"/>
                </a:lnTo>
                <a:lnTo>
                  <a:pt x="89850" y="18300"/>
                </a:lnTo>
                <a:lnTo>
                  <a:pt x="89850" y="18375"/>
                </a:lnTo>
                <a:lnTo>
                  <a:pt x="90000" y="18450"/>
                </a:lnTo>
                <a:lnTo>
                  <a:pt x="90900" y="19350"/>
                </a:lnTo>
                <a:lnTo>
                  <a:pt x="90900" y="19425"/>
                </a:lnTo>
                <a:lnTo>
                  <a:pt x="91125" y="19650"/>
                </a:lnTo>
                <a:lnTo>
                  <a:pt x="91125" y="19725"/>
                </a:lnTo>
                <a:lnTo>
                  <a:pt x="91275" y="19875"/>
                </a:lnTo>
                <a:lnTo>
                  <a:pt x="91350" y="20025"/>
                </a:lnTo>
                <a:lnTo>
                  <a:pt x="91425" y="20025"/>
                </a:lnTo>
                <a:lnTo>
                  <a:pt x="91500" y="20175"/>
                </a:lnTo>
                <a:lnTo>
                  <a:pt x="91650" y="20325"/>
                </a:lnTo>
                <a:lnTo>
                  <a:pt x="91650" y="20400"/>
                </a:lnTo>
                <a:lnTo>
                  <a:pt x="91725" y="20550"/>
                </a:lnTo>
                <a:lnTo>
                  <a:pt x="91800" y="20550"/>
                </a:lnTo>
                <a:lnTo>
                  <a:pt x="91950" y="20850"/>
                </a:lnTo>
                <a:lnTo>
                  <a:pt x="92025" y="20925"/>
                </a:lnTo>
                <a:lnTo>
                  <a:pt x="92175" y="21225"/>
                </a:lnTo>
                <a:lnTo>
                  <a:pt x="92175" y="21300"/>
                </a:lnTo>
                <a:lnTo>
                  <a:pt x="92325" y="21375"/>
                </a:lnTo>
                <a:lnTo>
                  <a:pt x="92250" y="21450"/>
                </a:lnTo>
                <a:lnTo>
                  <a:pt x="92325" y="21450"/>
                </a:lnTo>
                <a:lnTo>
                  <a:pt x="92550" y="21975"/>
                </a:lnTo>
                <a:lnTo>
                  <a:pt x="92625" y="21975"/>
                </a:lnTo>
                <a:lnTo>
                  <a:pt x="92700" y="22125"/>
                </a:lnTo>
                <a:lnTo>
                  <a:pt x="92775" y="22425"/>
                </a:lnTo>
                <a:lnTo>
                  <a:pt x="92925" y="22725"/>
                </a:lnTo>
                <a:lnTo>
                  <a:pt x="92925" y="22800"/>
                </a:lnTo>
                <a:lnTo>
                  <a:pt x="93150" y="23325"/>
                </a:lnTo>
                <a:lnTo>
                  <a:pt x="93150" y="23400"/>
                </a:lnTo>
                <a:lnTo>
                  <a:pt x="93300" y="23775"/>
                </a:lnTo>
                <a:lnTo>
                  <a:pt x="93300" y="24000"/>
                </a:lnTo>
                <a:lnTo>
                  <a:pt x="93375" y="24150"/>
                </a:lnTo>
                <a:lnTo>
                  <a:pt x="93375" y="24225"/>
                </a:lnTo>
                <a:lnTo>
                  <a:pt x="93450" y="24375"/>
                </a:lnTo>
                <a:lnTo>
                  <a:pt x="93825" y="24375"/>
                </a:lnTo>
                <a:close/>
                <a:moveTo>
                  <a:pt x="88125" y="41850"/>
                </a:moveTo>
                <a:lnTo>
                  <a:pt x="88125" y="26925"/>
                </a:lnTo>
                <a:lnTo>
                  <a:pt x="88050" y="26775"/>
                </a:lnTo>
                <a:lnTo>
                  <a:pt x="88050" y="26325"/>
                </a:lnTo>
                <a:lnTo>
                  <a:pt x="87975" y="26175"/>
                </a:lnTo>
                <a:lnTo>
                  <a:pt x="87975" y="25875"/>
                </a:lnTo>
                <a:lnTo>
                  <a:pt x="87900" y="25725"/>
                </a:lnTo>
                <a:lnTo>
                  <a:pt x="87900" y="25500"/>
                </a:lnTo>
                <a:lnTo>
                  <a:pt x="87825" y="25350"/>
                </a:lnTo>
                <a:lnTo>
                  <a:pt x="87825" y="25200"/>
                </a:lnTo>
                <a:lnTo>
                  <a:pt x="87675" y="24825"/>
                </a:lnTo>
                <a:lnTo>
                  <a:pt x="87675" y="24675"/>
                </a:lnTo>
                <a:lnTo>
                  <a:pt x="87525" y="24450"/>
                </a:lnTo>
                <a:lnTo>
                  <a:pt x="87525" y="24375"/>
                </a:lnTo>
                <a:lnTo>
                  <a:pt x="87300" y="23850"/>
                </a:lnTo>
                <a:lnTo>
                  <a:pt x="87150" y="23700"/>
                </a:lnTo>
                <a:lnTo>
                  <a:pt x="87150" y="23550"/>
                </a:lnTo>
                <a:lnTo>
                  <a:pt x="87000" y="23325"/>
                </a:lnTo>
                <a:lnTo>
                  <a:pt x="86850" y="23175"/>
                </a:lnTo>
                <a:lnTo>
                  <a:pt x="86775" y="23025"/>
                </a:lnTo>
                <a:lnTo>
                  <a:pt x="86625" y="22875"/>
                </a:lnTo>
                <a:lnTo>
                  <a:pt x="86550" y="22725"/>
                </a:lnTo>
                <a:lnTo>
                  <a:pt x="86325" y="22500"/>
                </a:lnTo>
                <a:lnTo>
                  <a:pt x="86250" y="22350"/>
                </a:lnTo>
                <a:lnTo>
                  <a:pt x="85800" y="21900"/>
                </a:lnTo>
                <a:lnTo>
                  <a:pt x="85650" y="21825"/>
                </a:lnTo>
                <a:lnTo>
                  <a:pt x="85575" y="21675"/>
                </a:lnTo>
                <a:lnTo>
                  <a:pt x="85350" y="21450"/>
                </a:lnTo>
                <a:lnTo>
                  <a:pt x="85200" y="21375"/>
                </a:lnTo>
                <a:lnTo>
                  <a:pt x="85050" y="21225"/>
                </a:lnTo>
                <a:lnTo>
                  <a:pt x="84675" y="21075"/>
                </a:lnTo>
                <a:lnTo>
                  <a:pt x="84525" y="20925"/>
                </a:lnTo>
                <a:lnTo>
                  <a:pt x="84075" y="20625"/>
                </a:lnTo>
                <a:lnTo>
                  <a:pt x="83925" y="20625"/>
                </a:lnTo>
                <a:lnTo>
                  <a:pt x="83550" y="20400"/>
                </a:lnTo>
                <a:lnTo>
                  <a:pt x="83475" y="20400"/>
                </a:lnTo>
                <a:lnTo>
                  <a:pt x="82800" y="20100"/>
                </a:lnTo>
                <a:lnTo>
                  <a:pt x="82650" y="20100"/>
                </a:lnTo>
                <a:lnTo>
                  <a:pt x="82425" y="19950"/>
                </a:lnTo>
                <a:lnTo>
                  <a:pt x="82275" y="19950"/>
                </a:lnTo>
                <a:lnTo>
                  <a:pt x="82125" y="19875"/>
                </a:lnTo>
                <a:lnTo>
                  <a:pt x="81975" y="19875"/>
                </a:lnTo>
                <a:lnTo>
                  <a:pt x="81825" y="19800"/>
                </a:lnTo>
                <a:lnTo>
                  <a:pt x="81675" y="19800"/>
                </a:lnTo>
                <a:lnTo>
                  <a:pt x="81600" y="19725"/>
                </a:lnTo>
                <a:lnTo>
                  <a:pt x="81450" y="19725"/>
                </a:lnTo>
                <a:lnTo>
                  <a:pt x="81300" y="19650"/>
                </a:lnTo>
                <a:lnTo>
                  <a:pt x="81000" y="19650"/>
                </a:lnTo>
                <a:lnTo>
                  <a:pt x="80850" y="19575"/>
                </a:lnTo>
                <a:lnTo>
                  <a:pt x="80700" y="19575"/>
                </a:lnTo>
                <a:lnTo>
                  <a:pt x="80550" y="19500"/>
                </a:lnTo>
                <a:lnTo>
                  <a:pt x="80025" y="19500"/>
                </a:lnTo>
                <a:lnTo>
                  <a:pt x="79875" y="19425"/>
                </a:lnTo>
                <a:lnTo>
                  <a:pt x="79200" y="19425"/>
                </a:lnTo>
                <a:lnTo>
                  <a:pt x="79050" y="19350"/>
                </a:lnTo>
                <a:lnTo>
                  <a:pt x="76950" y="19350"/>
                </a:lnTo>
                <a:lnTo>
                  <a:pt x="76800" y="19425"/>
                </a:lnTo>
                <a:lnTo>
                  <a:pt x="76050" y="19425"/>
                </a:lnTo>
                <a:lnTo>
                  <a:pt x="75900" y="19500"/>
                </a:lnTo>
                <a:lnTo>
                  <a:pt x="75525" y="19500"/>
                </a:lnTo>
                <a:lnTo>
                  <a:pt x="75300" y="19575"/>
                </a:lnTo>
                <a:lnTo>
                  <a:pt x="74925" y="19575"/>
                </a:lnTo>
                <a:lnTo>
                  <a:pt x="74775" y="19650"/>
                </a:lnTo>
                <a:lnTo>
                  <a:pt x="74550" y="19650"/>
                </a:lnTo>
                <a:lnTo>
                  <a:pt x="74325" y="19725"/>
                </a:lnTo>
                <a:lnTo>
                  <a:pt x="74175" y="19725"/>
                </a:lnTo>
                <a:lnTo>
                  <a:pt x="73950" y="19800"/>
                </a:lnTo>
                <a:lnTo>
                  <a:pt x="73425" y="19875"/>
                </a:lnTo>
                <a:lnTo>
                  <a:pt x="72975" y="20025"/>
                </a:lnTo>
                <a:lnTo>
                  <a:pt x="72825" y="20025"/>
                </a:lnTo>
                <a:lnTo>
                  <a:pt x="72225" y="20250"/>
                </a:lnTo>
                <a:lnTo>
                  <a:pt x="72000" y="20250"/>
                </a:lnTo>
                <a:lnTo>
                  <a:pt x="70800" y="20700"/>
                </a:lnTo>
                <a:lnTo>
                  <a:pt x="70575" y="20700"/>
                </a:lnTo>
                <a:lnTo>
                  <a:pt x="70200" y="20850"/>
                </a:lnTo>
                <a:lnTo>
                  <a:pt x="70200" y="20925"/>
                </a:lnTo>
                <a:lnTo>
                  <a:pt x="70125" y="20925"/>
                </a:lnTo>
                <a:lnTo>
                  <a:pt x="70050" y="21000"/>
                </a:lnTo>
                <a:lnTo>
                  <a:pt x="69975" y="21000"/>
                </a:lnTo>
                <a:lnTo>
                  <a:pt x="69750" y="21225"/>
                </a:lnTo>
                <a:lnTo>
                  <a:pt x="69675" y="21225"/>
                </a:lnTo>
                <a:lnTo>
                  <a:pt x="69675" y="21300"/>
                </a:lnTo>
                <a:lnTo>
                  <a:pt x="69600" y="21375"/>
                </a:lnTo>
                <a:lnTo>
                  <a:pt x="69525" y="21375"/>
                </a:lnTo>
                <a:lnTo>
                  <a:pt x="69300" y="21600"/>
                </a:lnTo>
                <a:lnTo>
                  <a:pt x="69300" y="21675"/>
                </a:lnTo>
                <a:lnTo>
                  <a:pt x="69000" y="21975"/>
                </a:lnTo>
                <a:lnTo>
                  <a:pt x="69000" y="22050"/>
                </a:lnTo>
                <a:lnTo>
                  <a:pt x="68775" y="22275"/>
                </a:lnTo>
                <a:lnTo>
                  <a:pt x="68625" y="22500"/>
                </a:lnTo>
                <a:lnTo>
                  <a:pt x="68625" y="22575"/>
                </a:lnTo>
                <a:lnTo>
                  <a:pt x="68400" y="22875"/>
                </a:lnTo>
                <a:lnTo>
                  <a:pt x="68325" y="23025"/>
                </a:lnTo>
                <a:lnTo>
                  <a:pt x="68325" y="23100"/>
                </a:lnTo>
                <a:lnTo>
                  <a:pt x="68175" y="23325"/>
                </a:lnTo>
                <a:lnTo>
                  <a:pt x="68100" y="23475"/>
                </a:lnTo>
                <a:lnTo>
                  <a:pt x="68100" y="23550"/>
                </a:lnTo>
                <a:lnTo>
                  <a:pt x="67875" y="23925"/>
                </a:lnTo>
                <a:lnTo>
                  <a:pt x="67875" y="24075"/>
                </a:lnTo>
                <a:lnTo>
                  <a:pt x="67800" y="24150"/>
                </a:lnTo>
                <a:lnTo>
                  <a:pt x="67725" y="24300"/>
                </a:lnTo>
                <a:lnTo>
                  <a:pt x="67725" y="24450"/>
                </a:lnTo>
                <a:lnTo>
                  <a:pt x="67575" y="24675"/>
                </a:lnTo>
                <a:lnTo>
                  <a:pt x="67575" y="24825"/>
                </a:lnTo>
                <a:lnTo>
                  <a:pt x="67425" y="25125"/>
                </a:lnTo>
                <a:lnTo>
                  <a:pt x="67425" y="25275"/>
                </a:lnTo>
                <a:lnTo>
                  <a:pt x="67275" y="25500"/>
                </a:lnTo>
                <a:lnTo>
                  <a:pt x="67275" y="25650"/>
                </a:lnTo>
                <a:lnTo>
                  <a:pt x="67200" y="25800"/>
                </a:lnTo>
                <a:lnTo>
                  <a:pt x="67200" y="25950"/>
                </a:lnTo>
                <a:lnTo>
                  <a:pt x="67125" y="26100"/>
                </a:lnTo>
                <a:lnTo>
                  <a:pt x="67125" y="26250"/>
                </a:lnTo>
                <a:lnTo>
                  <a:pt x="67050" y="26400"/>
                </a:lnTo>
                <a:lnTo>
                  <a:pt x="67050" y="26550"/>
                </a:lnTo>
                <a:lnTo>
                  <a:pt x="66975" y="26700"/>
                </a:lnTo>
                <a:lnTo>
                  <a:pt x="66975" y="26925"/>
                </a:lnTo>
                <a:lnTo>
                  <a:pt x="66900" y="27075"/>
                </a:lnTo>
                <a:lnTo>
                  <a:pt x="66900" y="27225"/>
                </a:lnTo>
                <a:lnTo>
                  <a:pt x="66825" y="27375"/>
                </a:lnTo>
                <a:lnTo>
                  <a:pt x="66825" y="27525"/>
                </a:lnTo>
                <a:lnTo>
                  <a:pt x="66750" y="27675"/>
                </a:lnTo>
                <a:lnTo>
                  <a:pt x="66750" y="28050"/>
                </a:lnTo>
                <a:lnTo>
                  <a:pt x="66675" y="28200"/>
                </a:lnTo>
                <a:lnTo>
                  <a:pt x="66675" y="28500"/>
                </a:lnTo>
                <a:lnTo>
                  <a:pt x="66600" y="28725"/>
                </a:lnTo>
                <a:lnTo>
                  <a:pt x="66600" y="29025"/>
                </a:lnTo>
                <a:lnTo>
                  <a:pt x="66525" y="29175"/>
                </a:lnTo>
                <a:lnTo>
                  <a:pt x="66525" y="29700"/>
                </a:lnTo>
                <a:lnTo>
                  <a:pt x="66450" y="29925"/>
                </a:lnTo>
                <a:lnTo>
                  <a:pt x="66450" y="30750"/>
                </a:lnTo>
                <a:lnTo>
                  <a:pt x="66375" y="30975"/>
                </a:lnTo>
                <a:lnTo>
                  <a:pt x="66375" y="33675"/>
                </a:lnTo>
                <a:lnTo>
                  <a:pt x="66450" y="33825"/>
                </a:lnTo>
                <a:lnTo>
                  <a:pt x="66450" y="34725"/>
                </a:lnTo>
                <a:lnTo>
                  <a:pt x="66525" y="34950"/>
                </a:lnTo>
                <a:lnTo>
                  <a:pt x="66525" y="35475"/>
                </a:lnTo>
                <a:lnTo>
                  <a:pt x="66600" y="35625"/>
                </a:lnTo>
                <a:lnTo>
                  <a:pt x="66600" y="36000"/>
                </a:lnTo>
                <a:lnTo>
                  <a:pt x="66675" y="36150"/>
                </a:lnTo>
                <a:lnTo>
                  <a:pt x="66675" y="36525"/>
                </a:lnTo>
                <a:lnTo>
                  <a:pt x="66750" y="36750"/>
                </a:lnTo>
                <a:lnTo>
                  <a:pt x="66750" y="36900"/>
                </a:lnTo>
                <a:lnTo>
                  <a:pt x="66825" y="37050"/>
                </a:lnTo>
                <a:lnTo>
                  <a:pt x="66825" y="37425"/>
                </a:lnTo>
                <a:lnTo>
                  <a:pt x="66900" y="37575"/>
                </a:lnTo>
                <a:lnTo>
                  <a:pt x="66900" y="37800"/>
                </a:lnTo>
                <a:lnTo>
                  <a:pt x="66975" y="37950"/>
                </a:lnTo>
                <a:lnTo>
                  <a:pt x="66975" y="38100"/>
                </a:lnTo>
                <a:lnTo>
                  <a:pt x="67050" y="38250"/>
                </a:lnTo>
                <a:lnTo>
                  <a:pt x="67050" y="38475"/>
                </a:lnTo>
                <a:lnTo>
                  <a:pt x="67200" y="38775"/>
                </a:lnTo>
                <a:lnTo>
                  <a:pt x="67275" y="39300"/>
                </a:lnTo>
                <a:lnTo>
                  <a:pt x="67425" y="39600"/>
                </a:lnTo>
                <a:lnTo>
                  <a:pt x="67425" y="39825"/>
                </a:lnTo>
                <a:lnTo>
                  <a:pt x="67575" y="40125"/>
                </a:lnTo>
                <a:lnTo>
                  <a:pt x="67575" y="40275"/>
                </a:lnTo>
                <a:lnTo>
                  <a:pt x="67800" y="40725"/>
                </a:lnTo>
                <a:lnTo>
                  <a:pt x="67800" y="40875"/>
                </a:lnTo>
                <a:lnTo>
                  <a:pt x="68100" y="41475"/>
                </a:lnTo>
                <a:lnTo>
                  <a:pt x="68100" y="41625"/>
                </a:lnTo>
                <a:lnTo>
                  <a:pt x="68925" y="43200"/>
                </a:lnTo>
                <a:lnTo>
                  <a:pt x="69000" y="43275"/>
                </a:lnTo>
                <a:lnTo>
                  <a:pt x="69375" y="43950"/>
                </a:lnTo>
                <a:lnTo>
                  <a:pt x="69825" y="44625"/>
                </a:lnTo>
                <a:lnTo>
                  <a:pt x="69975" y="44700"/>
                </a:lnTo>
                <a:lnTo>
                  <a:pt x="70275" y="45150"/>
                </a:lnTo>
                <a:lnTo>
                  <a:pt x="70425" y="45300"/>
                </a:lnTo>
                <a:lnTo>
                  <a:pt x="70575" y="45375"/>
                </a:lnTo>
                <a:lnTo>
                  <a:pt x="70800" y="45675"/>
                </a:lnTo>
                <a:lnTo>
                  <a:pt x="70950" y="45750"/>
                </a:lnTo>
                <a:lnTo>
                  <a:pt x="71250" y="46050"/>
                </a:lnTo>
                <a:lnTo>
                  <a:pt x="71400" y="46125"/>
                </a:lnTo>
                <a:lnTo>
                  <a:pt x="71625" y="46350"/>
                </a:lnTo>
                <a:lnTo>
                  <a:pt x="71775" y="46350"/>
                </a:lnTo>
                <a:lnTo>
                  <a:pt x="71925" y="46500"/>
                </a:lnTo>
                <a:lnTo>
                  <a:pt x="72150" y="46650"/>
                </a:lnTo>
                <a:lnTo>
                  <a:pt x="72225" y="46650"/>
                </a:lnTo>
                <a:lnTo>
                  <a:pt x="72750" y="46950"/>
                </a:lnTo>
                <a:lnTo>
                  <a:pt x="73050" y="47025"/>
                </a:lnTo>
                <a:lnTo>
                  <a:pt x="73125" y="47100"/>
                </a:lnTo>
                <a:lnTo>
                  <a:pt x="73350" y="47100"/>
                </a:lnTo>
                <a:lnTo>
                  <a:pt x="73500" y="47175"/>
                </a:lnTo>
                <a:lnTo>
                  <a:pt x="73575" y="47175"/>
                </a:lnTo>
                <a:lnTo>
                  <a:pt x="73650" y="47250"/>
                </a:lnTo>
                <a:lnTo>
                  <a:pt x="73875" y="47250"/>
                </a:lnTo>
                <a:lnTo>
                  <a:pt x="74025" y="47325"/>
                </a:lnTo>
                <a:lnTo>
                  <a:pt x="74475" y="47325"/>
                </a:lnTo>
                <a:lnTo>
                  <a:pt x="74625" y="47400"/>
                </a:lnTo>
                <a:lnTo>
                  <a:pt x="76125" y="47400"/>
                </a:lnTo>
                <a:lnTo>
                  <a:pt x="76350" y="47325"/>
                </a:lnTo>
                <a:lnTo>
                  <a:pt x="76800" y="47325"/>
                </a:lnTo>
                <a:lnTo>
                  <a:pt x="76950" y="47250"/>
                </a:lnTo>
                <a:lnTo>
                  <a:pt x="77475" y="47250"/>
                </a:lnTo>
                <a:lnTo>
                  <a:pt x="77625" y="47175"/>
                </a:lnTo>
                <a:lnTo>
                  <a:pt x="77775" y="47175"/>
                </a:lnTo>
                <a:lnTo>
                  <a:pt x="77925" y="47100"/>
                </a:lnTo>
                <a:lnTo>
                  <a:pt x="78075" y="47100"/>
                </a:lnTo>
                <a:lnTo>
                  <a:pt x="78225" y="47025"/>
                </a:lnTo>
                <a:lnTo>
                  <a:pt x="78450" y="47025"/>
                </a:lnTo>
                <a:lnTo>
                  <a:pt x="78600" y="46950"/>
                </a:lnTo>
                <a:lnTo>
                  <a:pt x="78750" y="46950"/>
                </a:lnTo>
                <a:lnTo>
                  <a:pt x="78900" y="46875"/>
                </a:lnTo>
                <a:lnTo>
                  <a:pt x="79050" y="46875"/>
                </a:lnTo>
                <a:lnTo>
                  <a:pt x="79425" y="46725"/>
                </a:lnTo>
                <a:lnTo>
                  <a:pt x="79575" y="46725"/>
                </a:lnTo>
                <a:lnTo>
                  <a:pt x="79875" y="46575"/>
                </a:lnTo>
                <a:lnTo>
                  <a:pt x="80100" y="46575"/>
                </a:lnTo>
                <a:lnTo>
                  <a:pt x="80700" y="46275"/>
                </a:lnTo>
                <a:lnTo>
                  <a:pt x="81075" y="46125"/>
                </a:lnTo>
                <a:lnTo>
                  <a:pt x="81225" y="46125"/>
                </a:lnTo>
                <a:lnTo>
                  <a:pt x="81675" y="45900"/>
                </a:lnTo>
                <a:lnTo>
                  <a:pt x="81900" y="45825"/>
                </a:lnTo>
                <a:lnTo>
                  <a:pt x="82050" y="45675"/>
                </a:lnTo>
                <a:lnTo>
                  <a:pt x="82650" y="45375"/>
                </a:lnTo>
                <a:lnTo>
                  <a:pt x="82875" y="45300"/>
                </a:lnTo>
                <a:lnTo>
                  <a:pt x="83025" y="45150"/>
                </a:lnTo>
                <a:lnTo>
                  <a:pt x="83475" y="44925"/>
                </a:lnTo>
                <a:lnTo>
                  <a:pt x="83550" y="44850"/>
                </a:lnTo>
                <a:lnTo>
                  <a:pt x="83625" y="44850"/>
                </a:lnTo>
                <a:lnTo>
                  <a:pt x="83700" y="44775"/>
                </a:lnTo>
                <a:lnTo>
                  <a:pt x="83775" y="44775"/>
                </a:lnTo>
                <a:lnTo>
                  <a:pt x="83850" y="44700"/>
                </a:lnTo>
                <a:lnTo>
                  <a:pt x="83925" y="44700"/>
                </a:lnTo>
                <a:lnTo>
                  <a:pt x="84075" y="44550"/>
                </a:lnTo>
                <a:lnTo>
                  <a:pt x="84150" y="44550"/>
                </a:lnTo>
                <a:lnTo>
                  <a:pt x="84450" y="44400"/>
                </a:lnTo>
                <a:lnTo>
                  <a:pt x="84450" y="44325"/>
                </a:lnTo>
                <a:lnTo>
                  <a:pt x="84825" y="44175"/>
                </a:lnTo>
                <a:lnTo>
                  <a:pt x="85500" y="43725"/>
                </a:lnTo>
                <a:lnTo>
                  <a:pt x="85875" y="43575"/>
                </a:lnTo>
                <a:lnTo>
                  <a:pt x="85875" y="43500"/>
                </a:lnTo>
                <a:lnTo>
                  <a:pt x="86025" y="43425"/>
                </a:lnTo>
                <a:lnTo>
                  <a:pt x="86100" y="43425"/>
                </a:lnTo>
                <a:lnTo>
                  <a:pt x="86250" y="43275"/>
                </a:lnTo>
                <a:lnTo>
                  <a:pt x="86475" y="43125"/>
                </a:lnTo>
                <a:lnTo>
                  <a:pt x="86550" y="43125"/>
                </a:lnTo>
                <a:lnTo>
                  <a:pt x="86700" y="42975"/>
                </a:lnTo>
                <a:lnTo>
                  <a:pt x="86850" y="42900"/>
                </a:lnTo>
                <a:lnTo>
                  <a:pt x="86850" y="42825"/>
                </a:lnTo>
                <a:lnTo>
                  <a:pt x="87000" y="42750"/>
                </a:lnTo>
                <a:lnTo>
                  <a:pt x="87075" y="42750"/>
                </a:lnTo>
                <a:lnTo>
                  <a:pt x="87150" y="42600"/>
                </a:lnTo>
                <a:lnTo>
                  <a:pt x="87225" y="42600"/>
                </a:lnTo>
                <a:lnTo>
                  <a:pt x="87450" y="42375"/>
                </a:lnTo>
                <a:lnTo>
                  <a:pt x="87525" y="42375"/>
                </a:lnTo>
                <a:lnTo>
                  <a:pt x="87675" y="42300"/>
                </a:lnTo>
                <a:lnTo>
                  <a:pt x="87675" y="42225"/>
                </a:lnTo>
                <a:lnTo>
                  <a:pt x="87825" y="42150"/>
                </a:lnTo>
                <a:lnTo>
                  <a:pt x="87825" y="42075"/>
                </a:lnTo>
                <a:lnTo>
                  <a:pt x="88050" y="41925"/>
                </a:lnTo>
                <a:lnTo>
                  <a:pt x="88050" y="41850"/>
                </a:lnTo>
                <a:close/>
                <a:moveTo>
                  <a:pt x="136050" y="47250"/>
                </a:moveTo>
                <a:lnTo>
                  <a:pt x="136050" y="47175"/>
                </a:lnTo>
                <a:lnTo>
                  <a:pt x="135900" y="47025"/>
                </a:lnTo>
                <a:lnTo>
                  <a:pt x="135825" y="46800"/>
                </a:lnTo>
                <a:lnTo>
                  <a:pt x="135675" y="46575"/>
                </a:lnTo>
                <a:lnTo>
                  <a:pt x="135525" y="46425"/>
                </a:lnTo>
                <a:lnTo>
                  <a:pt x="135300" y="46050"/>
                </a:lnTo>
                <a:lnTo>
                  <a:pt x="135225" y="45825"/>
                </a:lnTo>
                <a:lnTo>
                  <a:pt x="135075" y="45675"/>
                </a:lnTo>
                <a:lnTo>
                  <a:pt x="134025" y="43950"/>
                </a:lnTo>
                <a:lnTo>
                  <a:pt x="133875" y="43725"/>
                </a:lnTo>
                <a:lnTo>
                  <a:pt x="133725" y="43575"/>
                </a:lnTo>
                <a:lnTo>
                  <a:pt x="133650" y="43350"/>
                </a:lnTo>
                <a:lnTo>
                  <a:pt x="133500" y="43200"/>
                </a:lnTo>
                <a:lnTo>
                  <a:pt x="133425" y="42975"/>
                </a:lnTo>
                <a:lnTo>
                  <a:pt x="133275" y="42825"/>
                </a:lnTo>
                <a:lnTo>
                  <a:pt x="133200" y="42600"/>
                </a:lnTo>
                <a:lnTo>
                  <a:pt x="132900" y="42225"/>
                </a:lnTo>
                <a:lnTo>
                  <a:pt x="132675" y="41850"/>
                </a:lnTo>
                <a:lnTo>
                  <a:pt x="132600" y="41625"/>
                </a:lnTo>
                <a:lnTo>
                  <a:pt x="132450" y="41475"/>
                </a:lnTo>
                <a:lnTo>
                  <a:pt x="132300" y="41250"/>
                </a:lnTo>
                <a:lnTo>
                  <a:pt x="131175" y="39375"/>
                </a:lnTo>
                <a:lnTo>
                  <a:pt x="131025" y="39150"/>
                </a:lnTo>
                <a:lnTo>
                  <a:pt x="130875" y="39000"/>
                </a:lnTo>
                <a:lnTo>
                  <a:pt x="130800" y="38775"/>
                </a:lnTo>
                <a:lnTo>
                  <a:pt x="130650" y="38625"/>
                </a:lnTo>
                <a:lnTo>
                  <a:pt x="130575" y="38400"/>
                </a:lnTo>
                <a:lnTo>
                  <a:pt x="130425" y="38250"/>
                </a:lnTo>
                <a:lnTo>
                  <a:pt x="130275" y="38025"/>
                </a:lnTo>
                <a:lnTo>
                  <a:pt x="130200" y="37800"/>
                </a:lnTo>
                <a:lnTo>
                  <a:pt x="130050" y="37650"/>
                </a:lnTo>
                <a:lnTo>
                  <a:pt x="129975" y="37425"/>
                </a:lnTo>
                <a:lnTo>
                  <a:pt x="129825" y="37275"/>
                </a:lnTo>
                <a:lnTo>
                  <a:pt x="129675" y="37050"/>
                </a:lnTo>
                <a:lnTo>
                  <a:pt x="128400" y="34950"/>
                </a:lnTo>
                <a:lnTo>
                  <a:pt x="128250" y="34800"/>
                </a:lnTo>
                <a:lnTo>
                  <a:pt x="128175" y="34575"/>
                </a:lnTo>
                <a:lnTo>
                  <a:pt x="128025" y="34425"/>
                </a:lnTo>
                <a:lnTo>
                  <a:pt x="127950" y="34200"/>
                </a:lnTo>
                <a:lnTo>
                  <a:pt x="127800" y="34050"/>
                </a:lnTo>
                <a:lnTo>
                  <a:pt x="127650" y="33825"/>
                </a:lnTo>
                <a:lnTo>
                  <a:pt x="127575" y="33600"/>
                </a:lnTo>
                <a:lnTo>
                  <a:pt x="127050" y="32850"/>
                </a:lnTo>
                <a:lnTo>
                  <a:pt x="125925" y="30975"/>
                </a:lnTo>
                <a:lnTo>
                  <a:pt x="125775" y="30750"/>
                </a:lnTo>
                <a:lnTo>
                  <a:pt x="125625" y="30600"/>
                </a:lnTo>
                <a:lnTo>
                  <a:pt x="125400" y="30225"/>
                </a:lnTo>
                <a:lnTo>
                  <a:pt x="125325" y="30000"/>
                </a:lnTo>
                <a:lnTo>
                  <a:pt x="125175" y="29850"/>
                </a:lnTo>
                <a:lnTo>
                  <a:pt x="124800" y="29250"/>
                </a:lnTo>
                <a:lnTo>
                  <a:pt x="124725" y="29025"/>
                </a:lnTo>
                <a:lnTo>
                  <a:pt x="124575" y="28875"/>
                </a:lnTo>
                <a:lnTo>
                  <a:pt x="123900" y="27750"/>
                </a:lnTo>
                <a:lnTo>
                  <a:pt x="123750" y="27525"/>
                </a:lnTo>
                <a:lnTo>
                  <a:pt x="123600" y="27375"/>
                </a:lnTo>
                <a:lnTo>
                  <a:pt x="123525" y="27150"/>
                </a:lnTo>
                <a:lnTo>
                  <a:pt x="123150" y="26550"/>
                </a:lnTo>
                <a:lnTo>
                  <a:pt x="123000" y="26400"/>
                </a:lnTo>
                <a:lnTo>
                  <a:pt x="122925" y="26175"/>
                </a:lnTo>
                <a:lnTo>
                  <a:pt x="122775" y="26025"/>
                </a:lnTo>
                <a:lnTo>
                  <a:pt x="122700" y="25800"/>
                </a:lnTo>
                <a:lnTo>
                  <a:pt x="122550" y="25650"/>
                </a:lnTo>
                <a:lnTo>
                  <a:pt x="122175" y="25050"/>
                </a:lnTo>
                <a:lnTo>
                  <a:pt x="122100" y="24825"/>
                </a:lnTo>
                <a:lnTo>
                  <a:pt x="121950" y="24675"/>
                </a:lnTo>
                <a:lnTo>
                  <a:pt x="121875" y="24450"/>
                </a:lnTo>
                <a:lnTo>
                  <a:pt x="121725" y="24300"/>
                </a:lnTo>
                <a:lnTo>
                  <a:pt x="121275" y="23550"/>
                </a:lnTo>
                <a:lnTo>
                  <a:pt x="121125" y="23325"/>
                </a:lnTo>
                <a:lnTo>
                  <a:pt x="120975" y="23175"/>
                </a:lnTo>
                <a:lnTo>
                  <a:pt x="120900" y="22950"/>
                </a:lnTo>
                <a:lnTo>
                  <a:pt x="120750" y="22800"/>
                </a:lnTo>
                <a:lnTo>
                  <a:pt x="120675" y="22575"/>
                </a:lnTo>
                <a:lnTo>
                  <a:pt x="120525" y="22350"/>
                </a:lnTo>
                <a:lnTo>
                  <a:pt x="120375" y="22200"/>
                </a:lnTo>
                <a:lnTo>
                  <a:pt x="120300" y="21975"/>
                </a:lnTo>
                <a:lnTo>
                  <a:pt x="120150" y="21825"/>
                </a:lnTo>
                <a:lnTo>
                  <a:pt x="120075" y="21600"/>
                </a:lnTo>
                <a:lnTo>
                  <a:pt x="119925" y="21450"/>
                </a:lnTo>
                <a:lnTo>
                  <a:pt x="119850" y="21225"/>
                </a:lnTo>
                <a:lnTo>
                  <a:pt x="119700" y="21075"/>
                </a:lnTo>
                <a:lnTo>
                  <a:pt x="119550" y="20850"/>
                </a:lnTo>
                <a:lnTo>
                  <a:pt x="119250" y="20250"/>
                </a:lnTo>
                <a:lnTo>
                  <a:pt x="119100" y="20100"/>
                </a:lnTo>
                <a:lnTo>
                  <a:pt x="118650" y="19350"/>
                </a:lnTo>
                <a:lnTo>
                  <a:pt x="118350" y="18975"/>
                </a:lnTo>
                <a:lnTo>
                  <a:pt x="118275" y="18750"/>
                </a:lnTo>
                <a:lnTo>
                  <a:pt x="118125" y="18600"/>
                </a:lnTo>
                <a:lnTo>
                  <a:pt x="118050" y="18375"/>
                </a:lnTo>
                <a:lnTo>
                  <a:pt x="117900" y="18150"/>
                </a:lnTo>
                <a:lnTo>
                  <a:pt x="117600" y="17550"/>
                </a:lnTo>
                <a:lnTo>
                  <a:pt x="117525" y="17250"/>
                </a:lnTo>
                <a:lnTo>
                  <a:pt x="117525" y="16500"/>
                </a:lnTo>
                <a:lnTo>
                  <a:pt x="117600" y="16200"/>
                </a:lnTo>
                <a:lnTo>
                  <a:pt x="117900" y="15525"/>
                </a:lnTo>
                <a:lnTo>
                  <a:pt x="118125" y="15300"/>
                </a:lnTo>
                <a:lnTo>
                  <a:pt x="118350" y="15000"/>
                </a:lnTo>
                <a:lnTo>
                  <a:pt x="118650" y="14775"/>
                </a:lnTo>
                <a:lnTo>
                  <a:pt x="119625" y="14325"/>
                </a:lnTo>
                <a:lnTo>
                  <a:pt x="120000" y="14250"/>
                </a:lnTo>
                <a:lnTo>
                  <a:pt x="141750" y="14250"/>
                </a:lnTo>
                <a:lnTo>
                  <a:pt x="142125" y="14325"/>
                </a:lnTo>
                <a:lnTo>
                  <a:pt x="143100" y="14775"/>
                </a:lnTo>
                <a:lnTo>
                  <a:pt x="143400" y="15000"/>
                </a:lnTo>
                <a:lnTo>
                  <a:pt x="143625" y="15300"/>
                </a:lnTo>
                <a:lnTo>
                  <a:pt x="143850" y="15525"/>
                </a:lnTo>
                <a:lnTo>
                  <a:pt x="144150" y="16200"/>
                </a:lnTo>
                <a:lnTo>
                  <a:pt x="144225" y="16500"/>
                </a:lnTo>
                <a:lnTo>
                  <a:pt x="144225" y="21375"/>
                </a:lnTo>
                <a:lnTo>
                  <a:pt x="138525" y="21375"/>
                </a:lnTo>
                <a:lnTo>
                  <a:pt x="138525" y="19500"/>
                </a:lnTo>
                <a:lnTo>
                  <a:pt x="125325" y="19500"/>
                </a:lnTo>
                <a:lnTo>
                  <a:pt x="125325" y="19575"/>
                </a:lnTo>
                <a:lnTo>
                  <a:pt x="125475" y="19725"/>
                </a:lnTo>
                <a:lnTo>
                  <a:pt x="125550" y="19950"/>
                </a:lnTo>
                <a:lnTo>
                  <a:pt x="125700" y="20175"/>
                </a:lnTo>
                <a:lnTo>
                  <a:pt x="125850" y="20325"/>
                </a:lnTo>
                <a:lnTo>
                  <a:pt x="125925" y="20550"/>
                </a:lnTo>
                <a:lnTo>
                  <a:pt x="126075" y="20700"/>
                </a:lnTo>
                <a:lnTo>
                  <a:pt x="126150" y="20925"/>
                </a:lnTo>
                <a:lnTo>
                  <a:pt x="126300" y="21075"/>
                </a:lnTo>
                <a:lnTo>
                  <a:pt x="127500" y="23025"/>
                </a:lnTo>
                <a:lnTo>
                  <a:pt x="127650" y="23175"/>
                </a:lnTo>
                <a:lnTo>
                  <a:pt x="127725" y="23400"/>
                </a:lnTo>
                <a:lnTo>
                  <a:pt x="127875" y="23550"/>
                </a:lnTo>
                <a:lnTo>
                  <a:pt x="127950" y="23775"/>
                </a:lnTo>
                <a:lnTo>
                  <a:pt x="128100" y="23925"/>
                </a:lnTo>
                <a:lnTo>
                  <a:pt x="128175" y="24150"/>
                </a:lnTo>
                <a:lnTo>
                  <a:pt x="128325" y="24375"/>
                </a:lnTo>
                <a:lnTo>
                  <a:pt x="128475" y="24525"/>
                </a:lnTo>
                <a:lnTo>
                  <a:pt x="128550" y="24750"/>
                </a:lnTo>
                <a:lnTo>
                  <a:pt x="128700" y="24900"/>
                </a:lnTo>
                <a:lnTo>
                  <a:pt x="128775" y="25125"/>
                </a:lnTo>
                <a:lnTo>
                  <a:pt x="128925" y="25275"/>
                </a:lnTo>
                <a:lnTo>
                  <a:pt x="129075" y="25500"/>
                </a:lnTo>
                <a:lnTo>
                  <a:pt x="130575" y="27975"/>
                </a:lnTo>
                <a:lnTo>
                  <a:pt x="130725" y="28125"/>
                </a:lnTo>
                <a:lnTo>
                  <a:pt x="130800" y="28350"/>
                </a:lnTo>
                <a:lnTo>
                  <a:pt x="130950" y="28500"/>
                </a:lnTo>
                <a:lnTo>
                  <a:pt x="131100" y="28725"/>
                </a:lnTo>
                <a:lnTo>
                  <a:pt x="131175" y="28950"/>
                </a:lnTo>
                <a:lnTo>
                  <a:pt x="131325" y="29100"/>
                </a:lnTo>
                <a:lnTo>
                  <a:pt x="131400" y="29325"/>
                </a:lnTo>
                <a:lnTo>
                  <a:pt x="131550" y="29475"/>
                </a:lnTo>
                <a:lnTo>
                  <a:pt x="131700" y="29700"/>
                </a:lnTo>
                <a:lnTo>
                  <a:pt x="132825" y="31575"/>
                </a:lnTo>
                <a:lnTo>
                  <a:pt x="132975" y="31800"/>
                </a:lnTo>
                <a:lnTo>
                  <a:pt x="133125" y="31950"/>
                </a:lnTo>
                <a:lnTo>
                  <a:pt x="133200" y="32175"/>
                </a:lnTo>
                <a:lnTo>
                  <a:pt x="133350" y="32325"/>
                </a:lnTo>
                <a:lnTo>
                  <a:pt x="133725" y="32925"/>
                </a:lnTo>
                <a:lnTo>
                  <a:pt x="133800" y="33150"/>
                </a:lnTo>
                <a:lnTo>
                  <a:pt x="133950" y="33300"/>
                </a:lnTo>
                <a:lnTo>
                  <a:pt x="135450" y="35775"/>
                </a:lnTo>
                <a:lnTo>
                  <a:pt x="135600" y="36000"/>
                </a:lnTo>
                <a:lnTo>
                  <a:pt x="135750" y="36150"/>
                </a:lnTo>
                <a:lnTo>
                  <a:pt x="135825" y="36375"/>
                </a:lnTo>
                <a:lnTo>
                  <a:pt x="135975" y="36525"/>
                </a:lnTo>
                <a:lnTo>
                  <a:pt x="136050" y="36750"/>
                </a:lnTo>
                <a:lnTo>
                  <a:pt x="136200" y="36900"/>
                </a:lnTo>
                <a:lnTo>
                  <a:pt x="136350" y="37125"/>
                </a:lnTo>
                <a:lnTo>
                  <a:pt x="136575" y="37500"/>
                </a:lnTo>
                <a:lnTo>
                  <a:pt x="136650" y="37725"/>
                </a:lnTo>
                <a:lnTo>
                  <a:pt x="136800" y="37875"/>
                </a:lnTo>
                <a:lnTo>
                  <a:pt x="136950" y="38100"/>
                </a:lnTo>
                <a:lnTo>
                  <a:pt x="138075" y="39975"/>
                </a:lnTo>
                <a:lnTo>
                  <a:pt x="138225" y="40200"/>
                </a:lnTo>
                <a:lnTo>
                  <a:pt x="138375" y="40350"/>
                </a:lnTo>
                <a:lnTo>
                  <a:pt x="138450" y="40575"/>
                </a:lnTo>
                <a:lnTo>
                  <a:pt x="138600" y="40725"/>
                </a:lnTo>
                <a:lnTo>
                  <a:pt x="138675" y="40950"/>
                </a:lnTo>
                <a:lnTo>
                  <a:pt x="138825" y="41100"/>
                </a:lnTo>
                <a:lnTo>
                  <a:pt x="138975" y="41325"/>
                </a:lnTo>
                <a:lnTo>
                  <a:pt x="139275" y="41925"/>
                </a:lnTo>
                <a:lnTo>
                  <a:pt x="139425" y="42075"/>
                </a:lnTo>
                <a:lnTo>
                  <a:pt x="139500" y="42300"/>
                </a:lnTo>
                <a:lnTo>
                  <a:pt x="139650" y="42450"/>
                </a:lnTo>
                <a:lnTo>
                  <a:pt x="140475" y="43800"/>
                </a:lnTo>
                <a:lnTo>
                  <a:pt x="140625" y="43950"/>
                </a:lnTo>
                <a:lnTo>
                  <a:pt x="140700" y="44175"/>
                </a:lnTo>
                <a:lnTo>
                  <a:pt x="140850" y="44400"/>
                </a:lnTo>
                <a:lnTo>
                  <a:pt x="141000" y="44550"/>
                </a:lnTo>
                <a:lnTo>
                  <a:pt x="141075" y="44775"/>
                </a:lnTo>
                <a:lnTo>
                  <a:pt x="141225" y="44925"/>
                </a:lnTo>
                <a:lnTo>
                  <a:pt x="141300" y="45150"/>
                </a:lnTo>
                <a:lnTo>
                  <a:pt x="141450" y="45300"/>
                </a:lnTo>
                <a:lnTo>
                  <a:pt x="141525" y="45525"/>
                </a:lnTo>
                <a:lnTo>
                  <a:pt x="141675" y="45675"/>
                </a:lnTo>
                <a:lnTo>
                  <a:pt x="141825" y="45900"/>
                </a:lnTo>
                <a:lnTo>
                  <a:pt x="142125" y="46500"/>
                </a:lnTo>
                <a:lnTo>
                  <a:pt x="142275" y="46650"/>
                </a:lnTo>
                <a:lnTo>
                  <a:pt x="143025" y="47775"/>
                </a:lnTo>
                <a:lnTo>
                  <a:pt x="143100" y="48000"/>
                </a:lnTo>
                <a:lnTo>
                  <a:pt x="143250" y="48150"/>
                </a:lnTo>
                <a:lnTo>
                  <a:pt x="143325" y="48375"/>
                </a:lnTo>
                <a:lnTo>
                  <a:pt x="143475" y="48600"/>
                </a:lnTo>
                <a:lnTo>
                  <a:pt x="143775" y="49200"/>
                </a:lnTo>
                <a:lnTo>
                  <a:pt x="143850" y="49500"/>
                </a:lnTo>
                <a:lnTo>
                  <a:pt x="143850" y="50250"/>
                </a:lnTo>
                <a:lnTo>
                  <a:pt x="143775" y="50550"/>
                </a:lnTo>
                <a:lnTo>
                  <a:pt x="143475" y="51225"/>
                </a:lnTo>
                <a:lnTo>
                  <a:pt x="143250" y="51450"/>
                </a:lnTo>
                <a:lnTo>
                  <a:pt x="143025" y="51750"/>
                </a:lnTo>
                <a:lnTo>
                  <a:pt x="142725" y="51975"/>
                </a:lnTo>
                <a:lnTo>
                  <a:pt x="141750" y="52425"/>
                </a:lnTo>
                <a:lnTo>
                  <a:pt x="141375" y="52500"/>
                </a:lnTo>
                <a:lnTo>
                  <a:pt x="119625" y="52500"/>
                </a:lnTo>
                <a:lnTo>
                  <a:pt x="119250" y="52425"/>
                </a:lnTo>
                <a:lnTo>
                  <a:pt x="118875" y="52275"/>
                </a:lnTo>
                <a:lnTo>
                  <a:pt x="118275" y="51975"/>
                </a:lnTo>
                <a:lnTo>
                  <a:pt x="117975" y="51750"/>
                </a:lnTo>
                <a:lnTo>
                  <a:pt x="117750" y="51450"/>
                </a:lnTo>
                <a:lnTo>
                  <a:pt x="117525" y="51225"/>
                </a:lnTo>
                <a:lnTo>
                  <a:pt x="117225" y="50550"/>
                </a:lnTo>
                <a:lnTo>
                  <a:pt x="117150" y="50250"/>
                </a:lnTo>
                <a:lnTo>
                  <a:pt x="117150" y="45375"/>
                </a:lnTo>
                <a:lnTo>
                  <a:pt x="122850" y="45375"/>
                </a:lnTo>
                <a:lnTo>
                  <a:pt x="122850" y="47250"/>
                </a:lnTo>
                <a:close/>
                <a:moveTo>
                  <a:pt x="149175" y="14250"/>
                </a:moveTo>
                <a:lnTo>
                  <a:pt x="170775" y="14250"/>
                </a:lnTo>
                <a:lnTo>
                  <a:pt x="170850" y="14325"/>
                </a:lnTo>
                <a:lnTo>
                  <a:pt x="171525" y="14325"/>
                </a:lnTo>
                <a:lnTo>
                  <a:pt x="171675" y="14400"/>
                </a:lnTo>
                <a:lnTo>
                  <a:pt x="172200" y="14400"/>
                </a:lnTo>
                <a:lnTo>
                  <a:pt x="172350" y="14475"/>
                </a:lnTo>
                <a:lnTo>
                  <a:pt x="172575" y="14475"/>
                </a:lnTo>
                <a:lnTo>
                  <a:pt x="172800" y="14550"/>
                </a:lnTo>
                <a:lnTo>
                  <a:pt x="172950" y="14550"/>
                </a:lnTo>
                <a:lnTo>
                  <a:pt x="173025" y="14625"/>
                </a:lnTo>
                <a:lnTo>
                  <a:pt x="173250" y="14625"/>
                </a:lnTo>
                <a:lnTo>
                  <a:pt x="173400" y="14700"/>
                </a:lnTo>
                <a:lnTo>
                  <a:pt x="173625" y="14700"/>
                </a:lnTo>
                <a:lnTo>
                  <a:pt x="173625" y="14775"/>
                </a:lnTo>
                <a:lnTo>
                  <a:pt x="173850" y="14775"/>
                </a:lnTo>
                <a:lnTo>
                  <a:pt x="174375" y="15000"/>
                </a:lnTo>
                <a:lnTo>
                  <a:pt x="174450" y="15000"/>
                </a:lnTo>
                <a:lnTo>
                  <a:pt x="174600" y="15075"/>
                </a:lnTo>
                <a:lnTo>
                  <a:pt x="174750" y="15075"/>
                </a:lnTo>
                <a:lnTo>
                  <a:pt x="174825" y="15150"/>
                </a:lnTo>
                <a:lnTo>
                  <a:pt x="174975" y="15150"/>
                </a:lnTo>
                <a:lnTo>
                  <a:pt x="175050" y="15225"/>
                </a:lnTo>
                <a:lnTo>
                  <a:pt x="175125" y="15225"/>
                </a:lnTo>
                <a:lnTo>
                  <a:pt x="175200" y="15300"/>
                </a:lnTo>
                <a:lnTo>
                  <a:pt x="175350" y="15375"/>
                </a:lnTo>
                <a:lnTo>
                  <a:pt x="175425" y="15375"/>
                </a:lnTo>
                <a:lnTo>
                  <a:pt x="175500" y="15450"/>
                </a:lnTo>
                <a:lnTo>
                  <a:pt x="175575" y="15450"/>
                </a:lnTo>
                <a:lnTo>
                  <a:pt x="175875" y="15600"/>
                </a:lnTo>
                <a:lnTo>
                  <a:pt x="175950" y="15600"/>
                </a:lnTo>
                <a:lnTo>
                  <a:pt x="176025" y="15675"/>
                </a:lnTo>
                <a:lnTo>
                  <a:pt x="176100" y="15675"/>
                </a:lnTo>
                <a:lnTo>
                  <a:pt x="176250" y="15750"/>
                </a:lnTo>
                <a:lnTo>
                  <a:pt x="176250" y="15825"/>
                </a:lnTo>
                <a:lnTo>
                  <a:pt x="176400" y="15900"/>
                </a:lnTo>
                <a:lnTo>
                  <a:pt x="176475" y="15900"/>
                </a:lnTo>
                <a:lnTo>
                  <a:pt x="176550" y="15975"/>
                </a:lnTo>
                <a:lnTo>
                  <a:pt x="176625" y="15975"/>
                </a:lnTo>
                <a:lnTo>
                  <a:pt x="176850" y="16200"/>
                </a:lnTo>
                <a:lnTo>
                  <a:pt x="176925" y="16200"/>
                </a:lnTo>
                <a:lnTo>
                  <a:pt x="177150" y="16425"/>
                </a:lnTo>
                <a:lnTo>
                  <a:pt x="177225" y="16425"/>
                </a:lnTo>
                <a:lnTo>
                  <a:pt x="177450" y="16650"/>
                </a:lnTo>
                <a:lnTo>
                  <a:pt x="177525" y="16650"/>
                </a:lnTo>
                <a:lnTo>
                  <a:pt x="177900" y="17025"/>
                </a:lnTo>
                <a:lnTo>
                  <a:pt x="177975" y="17025"/>
                </a:lnTo>
                <a:lnTo>
                  <a:pt x="178200" y="17250"/>
                </a:lnTo>
                <a:lnTo>
                  <a:pt x="178200" y="17325"/>
                </a:lnTo>
                <a:lnTo>
                  <a:pt x="178425" y="17550"/>
                </a:lnTo>
                <a:lnTo>
                  <a:pt x="178500" y="17550"/>
                </a:lnTo>
                <a:lnTo>
                  <a:pt x="178575" y="17700"/>
                </a:lnTo>
                <a:lnTo>
                  <a:pt x="178800" y="17925"/>
                </a:lnTo>
                <a:lnTo>
                  <a:pt x="178800" y="18000"/>
                </a:lnTo>
                <a:lnTo>
                  <a:pt x="179025" y="18225"/>
                </a:lnTo>
                <a:lnTo>
                  <a:pt x="179025" y="18300"/>
                </a:lnTo>
                <a:lnTo>
                  <a:pt x="179100" y="18375"/>
                </a:lnTo>
                <a:lnTo>
                  <a:pt x="179100" y="18450"/>
                </a:lnTo>
                <a:lnTo>
                  <a:pt x="179250" y="18600"/>
                </a:lnTo>
                <a:lnTo>
                  <a:pt x="179250" y="18675"/>
                </a:lnTo>
                <a:lnTo>
                  <a:pt x="179400" y="18825"/>
                </a:lnTo>
                <a:lnTo>
                  <a:pt x="179400" y="18900"/>
                </a:lnTo>
                <a:lnTo>
                  <a:pt x="179475" y="18975"/>
                </a:lnTo>
                <a:lnTo>
                  <a:pt x="179475" y="19050"/>
                </a:lnTo>
                <a:lnTo>
                  <a:pt x="179700" y="19500"/>
                </a:lnTo>
                <a:lnTo>
                  <a:pt x="179700" y="19575"/>
                </a:lnTo>
                <a:lnTo>
                  <a:pt x="179850" y="19800"/>
                </a:lnTo>
                <a:lnTo>
                  <a:pt x="179850" y="19950"/>
                </a:lnTo>
                <a:lnTo>
                  <a:pt x="179925" y="20025"/>
                </a:lnTo>
                <a:lnTo>
                  <a:pt x="179925" y="20175"/>
                </a:lnTo>
                <a:lnTo>
                  <a:pt x="180000" y="20325"/>
                </a:lnTo>
                <a:lnTo>
                  <a:pt x="180000" y="20400"/>
                </a:lnTo>
                <a:lnTo>
                  <a:pt x="180075" y="20475"/>
                </a:lnTo>
                <a:lnTo>
                  <a:pt x="180075" y="20700"/>
                </a:lnTo>
                <a:lnTo>
                  <a:pt x="180150" y="20850"/>
                </a:lnTo>
                <a:lnTo>
                  <a:pt x="180150" y="21150"/>
                </a:lnTo>
                <a:lnTo>
                  <a:pt x="180225" y="21225"/>
                </a:lnTo>
                <a:lnTo>
                  <a:pt x="180225" y="21900"/>
                </a:lnTo>
                <a:lnTo>
                  <a:pt x="180300" y="21900"/>
                </a:lnTo>
                <a:lnTo>
                  <a:pt x="180300" y="22725"/>
                </a:lnTo>
                <a:lnTo>
                  <a:pt x="180225" y="22800"/>
                </a:lnTo>
                <a:lnTo>
                  <a:pt x="180225" y="23400"/>
                </a:lnTo>
                <a:lnTo>
                  <a:pt x="180150" y="23475"/>
                </a:lnTo>
                <a:lnTo>
                  <a:pt x="180150" y="23850"/>
                </a:lnTo>
                <a:lnTo>
                  <a:pt x="180075" y="23925"/>
                </a:lnTo>
                <a:lnTo>
                  <a:pt x="180075" y="24150"/>
                </a:lnTo>
                <a:lnTo>
                  <a:pt x="180000" y="24300"/>
                </a:lnTo>
                <a:lnTo>
                  <a:pt x="180000" y="24450"/>
                </a:lnTo>
                <a:lnTo>
                  <a:pt x="179925" y="24525"/>
                </a:lnTo>
                <a:lnTo>
                  <a:pt x="179925" y="24675"/>
                </a:lnTo>
                <a:lnTo>
                  <a:pt x="179850" y="24825"/>
                </a:lnTo>
                <a:lnTo>
                  <a:pt x="179850" y="24900"/>
                </a:lnTo>
                <a:lnTo>
                  <a:pt x="179775" y="24975"/>
                </a:lnTo>
                <a:lnTo>
                  <a:pt x="179775" y="25125"/>
                </a:lnTo>
                <a:lnTo>
                  <a:pt x="179700" y="25200"/>
                </a:lnTo>
                <a:lnTo>
                  <a:pt x="179700" y="25350"/>
                </a:lnTo>
                <a:lnTo>
                  <a:pt x="179625" y="25350"/>
                </a:lnTo>
                <a:lnTo>
                  <a:pt x="179625" y="25500"/>
                </a:lnTo>
                <a:lnTo>
                  <a:pt x="179550" y="25500"/>
                </a:lnTo>
                <a:lnTo>
                  <a:pt x="179550" y="25725"/>
                </a:lnTo>
                <a:lnTo>
                  <a:pt x="179400" y="25875"/>
                </a:lnTo>
                <a:lnTo>
                  <a:pt x="179400" y="26025"/>
                </a:lnTo>
                <a:lnTo>
                  <a:pt x="179325" y="26025"/>
                </a:lnTo>
                <a:lnTo>
                  <a:pt x="179325" y="26175"/>
                </a:lnTo>
                <a:lnTo>
                  <a:pt x="179250" y="26175"/>
                </a:lnTo>
                <a:lnTo>
                  <a:pt x="179175" y="26325"/>
                </a:lnTo>
                <a:lnTo>
                  <a:pt x="179175" y="26400"/>
                </a:lnTo>
                <a:lnTo>
                  <a:pt x="179025" y="26625"/>
                </a:lnTo>
                <a:lnTo>
                  <a:pt x="179025" y="26700"/>
                </a:lnTo>
                <a:lnTo>
                  <a:pt x="178875" y="26850"/>
                </a:lnTo>
                <a:lnTo>
                  <a:pt x="178725" y="27150"/>
                </a:lnTo>
                <a:lnTo>
                  <a:pt x="178350" y="27600"/>
                </a:lnTo>
                <a:lnTo>
                  <a:pt x="178350" y="27675"/>
                </a:lnTo>
                <a:lnTo>
                  <a:pt x="178275" y="27750"/>
                </a:lnTo>
                <a:lnTo>
                  <a:pt x="178275" y="27825"/>
                </a:lnTo>
                <a:lnTo>
                  <a:pt x="178125" y="27900"/>
                </a:lnTo>
                <a:lnTo>
                  <a:pt x="178125" y="27975"/>
                </a:lnTo>
                <a:lnTo>
                  <a:pt x="177900" y="28200"/>
                </a:lnTo>
                <a:lnTo>
                  <a:pt x="177900" y="28275"/>
                </a:lnTo>
                <a:lnTo>
                  <a:pt x="177750" y="28350"/>
                </a:lnTo>
                <a:lnTo>
                  <a:pt x="177750" y="28425"/>
                </a:lnTo>
                <a:lnTo>
                  <a:pt x="177600" y="28500"/>
                </a:lnTo>
                <a:lnTo>
                  <a:pt x="177600" y="28575"/>
                </a:lnTo>
                <a:lnTo>
                  <a:pt x="176925" y="29250"/>
                </a:lnTo>
                <a:lnTo>
                  <a:pt x="176850" y="29250"/>
                </a:lnTo>
                <a:lnTo>
                  <a:pt x="176775" y="29400"/>
                </a:lnTo>
                <a:lnTo>
                  <a:pt x="176700" y="29400"/>
                </a:lnTo>
                <a:lnTo>
                  <a:pt x="176625" y="29550"/>
                </a:lnTo>
                <a:lnTo>
                  <a:pt x="176550" y="29550"/>
                </a:lnTo>
                <a:lnTo>
                  <a:pt x="176475" y="29700"/>
                </a:lnTo>
                <a:lnTo>
                  <a:pt x="176400" y="29700"/>
                </a:lnTo>
                <a:lnTo>
                  <a:pt x="176250" y="29850"/>
                </a:lnTo>
                <a:lnTo>
                  <a:pt x="176100" y="29925"/>
                </a:lnTo>
                <a:lnTo>
                  <a:pt x="176100" y="30000"/>
                </a:lnTo>
                <a:lnTo>
                  <a:pt x="175950" y="30075"/>
                </a:lnTo>
                <a:lnTo>
                  <a:pt x="175950" y="30150"/>
                </a:lnTo>
                <a:lnTo>
                  <a:pt x="175800" y="30225"/>
                </a:lnTo>
                <a:lnTo>
                  <a:pt x="175725" y="30225"/>
                </a:lnTo>
                <a:lnTo>
                  <a:pt x="175425" y="30525"/>
                </a:lnTo>
                <a:lnTo>
                  <a:pt x="175050" y="30750"/>
                </a:lnTo>
                <a:lnTo>
                  <a:pt x="174900" y="30900"/>
                </a:lnTo>
                <a:lnTo>
                  <a:pt x="174825" y="30900"/>
                </a:lnTo>
                <a:lnTo>
                  <a:pt x="174675" y="30975"/>
                </a:lnTo>
                <a:lnTo>
                  <a:pt x="174675" y="31050"/>
                </a:lnTo>
                <a:lnTo>
                  <a:pt x="174525" y="31125"/>
                </a:lnTo>
                <a:lnTo>
                  <a:pt x="174450" y="31125"/>
                </a:lnTo>
                <a:lnTo>
                  <a:pt x="174300" y="31275"/>
                </a:lnTo>
                <a:lnTo>
                  <a:pt x="174075" y="31350"/>
                </a:lnTo>
                <a:lnTo>
                  <a:pt x="174075" y="31425"/>
                </a:lnTo>
                <a:lnTo>
                  <a:pt x="174375" y="31575"/>
                </a:lnTo>
                <a:lnTo>
                  <a:pt x="174450" y="31575"/>
                </a:lnTo>
                <a:lnTo>
                  <a:pt x="174600" y="31725"/>
                </a:lnTo>
                <a:lnTo>
                  <a:pt x="174750" y="31800"/>
                </a:lnTo>
                <a:lnTo>
                  <a:pt x="174825" y="31800"/>
                </a:lnTo>
                <a:lnTo>
                  <a:pt x="174975" y="31950"/>
                </a:lnTo>
                <a:lnTo>
                  <a:pt x="175125" y="32025"/>
                </a:lnTo>
                <a:lnTo>
                  <a:pt x="175200" y="32025"/>
                </a:lnTo>
                <a:lnTo>
                  <a:pt x="175650" y="32400"/>
                </a:lnTo>
                <a:lnTo>
                  <a:pt x="175725" y="32400"/>
                </a:lnTo>
                <a:lnTo>
                  <a:pt x="175875" y="32475"/>
                </a:lnTo>
                <a:lnTo>
                  <a:pt x="176025" y="32625"/>
                </a:lnTo>
                <a:lnTo>
                  <a:pt x="176400" y="32850"/>
                </a:lnTo>
                <a:lnTo>
                  <a:pt x="176550" y="33000"/>
                </a:lnTo>
                <a:lnTo>
                  <a:pt x="176700" y="33075"/>
                </a:lnTo>
                <a:lnTo>
                  <a:pt x="177000" y="33375"/>
                </a:lnTo>
                <a:lnTo>
                  <a:pt x="177150" y="33450"/>
                </a:lnTo>
                <a:lnTo>
                  <a:pt x="177300" y="33600"/>
                </a:lnTo>
                <a:lnTo>
                  <a:pt x="177375" y="33600"/>
                </a:lnTo>
                <a:lnTo>
                  <a:pt x="177450" y="33750"/>
                </a:lnTo>
                <a:lnTo>
                  <a:pt x="177525" y="33750"/>
                </a:lnTo>
                <a:lnTo>
                  <a:pt x="177750" y="33975"/>
                </a:lnTo>
                <a:lnTo>
                  <a:pt x="177750" y="34050"/>
                </a:lnTo>
                <a:lnTo>
                  <a:pt x="177900" y="34125"/>
                </a:lnTo>
                <a:lnTo>
                  <a:pt x="178200" y="34425"/>
                </a:lnTo>
                <a:lnTo>
                  <a:pt x="178350" y="34500"/>
                </a:lnTo>
                <a:lnTo>
                  <a:pt x="178350" y="34575"/>
                </a:lnTo>
                <a:lnTo>
                  <a:pt x="178575" y="34800"/>
                </a:lnTo>
                <a:lnTo>
                  <a:pt x="178575" y="34875"/>
                </a:lnTo>
                <a:lnTo>
                  <a:pt x="178725" y="34950"/>
                </a:lnTo>
                <a:lnTo>
                  <a:pt x="178800" y="35100"/>
                </a:lnTo>
                <a:lnTo>
                  <a:pt x="178875" y="35100"/>
                </a:lnTo>
                <a:lnTo>
                  <a:pt x="178950" y="35250"/>
                </a:lnTo>
                <a:lnTo>
                  <a:pt x="179100" y="35400"/>
                </a:lnTo>
                <a:lnTo>
                  <a:pt x="179175" y="35550"/>
                </a:lnTo>
                <a:lnTo>
                  <a:pt x="179550" y="36000"/>
                </a:lnTo>
                <a:lnTo>
                  <a:pt x="179700" y="36300"/>
                </a:lnTo>
                <a:lnTo>
                  <a:pt x="179775" y="36300"/>
                </a:lnTo>
                <a:lnTo>
                  <a:pt x="180000" y="36750"/>
                </a:lnTo>
                <a:lnTo>
                  <a:pt x="180075" y="36750"/>
                </a:lnTo>
                <a:lnTo>
                  <a:pt x="180525" y="37650"/>
                </a:lnTo>
                <a:lnTo>
                  <a:pt x="180600" y="37725"/>
                </a:lnTo>
                <a:lnTo>
                  <a:pt x="180600" y="37800"/>
                </a:lnTo>
                <a:lnTo>
                  <a:pt x="180675" y="37875"/>
                </a:lnTo>
                <a:lnTo>
                  <a:pt x="180675" y="37950"/>
                </a:lnTo>
                <a:lnTo>
                  <a:pt x="180750" y="38025"/>
                </a:lnTo>
                <a:lnTo>
                  <a:pt x="180750" y="38100"/>
                </a:lnTo>
                <a:lnTo>
                  <a:pt x="180825" y="38175"/>
                </a:lnTo>
                <a:lnTo>
                  <a:pt x="180825" y="38325"/>
                </a:lnTo>
                <a:lnTo>
                  <a:pt x="181125" y="38925"/>
                </a:lnTo>
                <a:lnTo>
                  <a:pt x="181125" y="39150"/>
                </a:lnTo>
                <a:lnTo>
                  <a:pt x="181200" y="39225"/>
                </a:lnTo>
                <a:lnTo>
                  <a:pt x="181200" y="39300"/>
                </a:lnTo>
                <a:lnTo>
                  <a:pt x="181275" y="39450"/>
                </a:lnTo>
                <a:lnTo>
                  <a:pt x="181275" y="39600"/>
                </a:lnTo>
                <a:lnTo>
                  <a:pt x="181350" y="39750"/>
                </a:lnTo>
                <a:lnTo>
                  <a:pt x="181350" y="39975"/>
                </a:lnTo>
                <a:lnTo>
                  <a:pt x="181425" y="40050"/>
                </a:lnTo>
                <a:lnTo>
                  <a:pt x="181425" y="40275"/>
                </a:lnTo>
                <a:lnTo>
                  <a:pt x="181500" y="40425"/>
                </a:lnTo>
                <a:lnTo>
                  <a:pt x="181500" y="40575"/>
                </a:lnTo>
                <a:lnTo>
                  <a:pt x="181575" y="40725"/>
                </a:lnTo>
                <a:lnTo>
                  <a:pt x="181575" y="41250"/>
                </a:lnTo>
                <a:lnTo>
                  <a:pt x="181650" y="41400"/>
                </a:lnTo>
                <a:lnTo>
                  <a:pt x="181650" y="42900"/>
                </a:lnTo>
                <a:lnTo>
                  <a:pt x="181575" y="43050"/>
                </a:lnTo>
                <a:lnTo>
                  <a:pt x="181575" y="43575"/>
                </a:lnTo>
                <a:lnTo>
                  <a:pt x="181500" y="43725"/>
                </a:lnTo>
                <a:lnTo>
                  <a:pt x="181500" y="44025"/>
                </a:lnTo>
                <a:lnTo>
                  <a:pt x="181425" y="44100"/>
                </a:lnTo>
                <a:lnTo>
                  <a:pt x="181425" y="44325"/>
                </a:lnTo>
                <a:lnTo>
                  <a:pt x="181350" y="44400"/>
                </a:lnTo>
                <a:lnTo>
                  <a:pt x="181350" y="44625"/>
                </a:lnTo>
                <a:lnTo>
                  <a:pt x="181275" y="44700"/>
                </a:lnTo>
                <a:lnTo>
                  <a:pt x="181275" y="44850"/>
                </a:lnTo>
                <a:lnTo>
                  <a:pt x="181200" y="45000"/>
                </a:lnTo>
                <a:lnTo>
                  <a:pt x="181200" y="45150"/>
                </a:lnTo>
                <a:lnTo>
                  <a:pt x="181125" y="45150"/>
                </a:lnTo>
                <a:lnTo>
                  <a:pt x="181125" y="45300"/>
                </a:lnTo>
                <a:lnTo>
                  <a:pt x="181050" y="45450"/>
                </a:lnTo>
                <a:lnTo>
                  <a:pt x="181050" y="45525"/>
                </a:lnTo>
                <a:lnTo>
                  <a:pt x="180975" y="45600"/>
                </a:lnTo>
                <a:lnTo>
                  <a:pt x="180975" y="45675"/>
                </a:lnTo>
                <a:lnTo>
                  <a:pt x="180825" y="45900"/>
                </a:lnTo>
                <a:lnTo>
                  <a:pt x="180825" y="46050"/>
                </a:lnTo>
                <a:lnTo>
                  <a:pt x="180750" y="46125"/>
                </a:lnTo>
                <a:lnTo>
                  <a:pt x="180750" y="46200"/>
                </a:lnTo>
                <a:lnTo>
                  <a:pt x="180675" y="46275"/>
                </a:lnTo>
                <a:lnTo>
                  <a:pt x="180675" y="46350"/>
                </a:lnTo>
                <a:lnTo>
                  <a:pt x="180600" y="46425"/>
                </a:lnTo>
                <a:lnTo>
                  <a:pt x="180600" y="46500"/>
                </a:lnTo>
                <a:lnTo>
                  <a:pt x="180450" y="46650"/>
                </a:lnTo>
                <a:lnTo>
                  <a:pt x="180450" y="46725"/>
                </a:lnTo>
                <a:lnTo>
                  <a:pt x="180375" y="46800"/>
                </a:lnTo>
                <a:lnTo>
                  <a:pt x="180375" y="46875"/>
                </a:lnTo>
                <a:lnTo>
                  <a:pt x="180300" y="46950"/>
                </a:lnTo>
                <a:lnTo>
                  <a:pt x="180300" y="47025"/>
                </a:lnTo>
                <a:lnTo>
                  <a:pt x="180225" y="47100"/>
                </a:lnTo>
                <a:lnTo>
                  <a:pt x="180225" y="47175"/>
                </a:lnTo>
                <a:lnTo>
                  <a:pt x="180150" y="47250"/>
                </a:lnTo>
                <a:lnTo>
                  <a:pt x="180075" y="47250"/>
                </a:lnTo>
                <a:lnTo>
                  <a:pt x="180075" y="47400"/>
                </a:lnTo>
                <a:lnTo>
                  <a:pt x="180000" y="47400"/>
                </a:lnTo>
                <a:lnTo>
                  <a:pt x="179850" y="47700"/>
                </a:lnTo>
                <a:lnTo>
                  <a:pt x="179775" y="47700"/>
                </a:lnTo>
                <a:lnTo>
                  <a:pt x="179700" y="47775"/>
                </a:lnTo>
                <a:lnTo>
                  <a:pt x="179700" y="47850"/>
                </a:lnTo>
                <a:lnTo>
                  <a:pt x="179625" y="47925"/>
                </a:lnTo>
                <a:lnTo>
                  <a:pt x="179625" y="48000"/>
                </a:lnTo>
                <a:lnTo>
                  <a:pt x="179400" y="48225"/>
                </a:lnTo>
                <a:lnTo>
                  <a:pt x="179325" y="48375"/>
                </a:lnTo>
                <a:lnTo>
                  <a:pt x="179250" y="48375"/>
                </a:lnTo>
                <a:lnTo>
                  <a:pt x="179175" y="48450"/>
                </a:lnTo>
                <a:lnTo>
                  <a:pt x="179175" y="48525"/>
                </a:lnTo>
                <a:lnTo>
                  <a:pt x="179025" y="48600"/>
                </a:lnTo>
                <a:lnTo>
                  <a:pt x="179025" y="48675"/>
                </a:lnTo>
                <a:lnTo>
                  <a:pt x="178950" y="48750"/>
                </a:lnTo>
                <a:lnTo>
                  <a:pt x="178875" y="48750"/>
                </a:lnTo>
                <a:lnTo>
                  <a:pt x="178800" y="48825"/>
                </a:lnTo>
                <a:lnTo>
                  <a:pt x="178800" y="48900"/>
                </a:lnTo>
                <a:lnTo>
                  <a:pt x="178650" y="48975"/>
                </a:lnTo>
                <a:lnTo>
                  <a:pt x="178650" y="49050"/>
                </a:lnTo>
                <a:lnTo>
                  <a:pt x="178575" y="49125"/>
                </a:lnTo>
                <a:lnTo>
                  <a:pt x="178500" y="49125"/>
                </a:lnTo>
                <a:lnTo>
                  <a:pt x="178275" y="49350"/>
                </a:lnTo>
                <a:lnTo>
                  <a:pt x="178125" y="49425"/>
                </a:lnTo>
                <a:lnTo>
                  <a:pt x="178125" y="49500"/>
                </a:lnTo>
                <a:lnTo>
                  <a:pt x="177975" y="49575"/>
                </a:lnTo>
                <a:lnTo>
                  <a:pt x="177750" y="49800"/>
                </a:lnTo>
                <a:lnTo>
                  <a:pt x="177675" y="49800"/>
                </a:lnTo>
                <a:lnTo>
                  <a:pt x="177450" y="50025"/>
                </a:lnTo>
                <a:lnTo>
                  <a:pt x="177375" y="50025"/>
                </a:lnTo>
                <a:lnTo>
                  <a:pt x="177225" y="50100"/>
                </a:lnTo>
                <a:lnTo>
                  <a:pt x="177225" y="50175"/>
                </a:lnTo>
                <a:lnTo>
                  <a:pt x="176775" y="50400"/>
                </a:lnTo>
                <a:lnTo>
                  <a:pt x="176775" y="50475"/>
                </a:lnTo>
                <a:lnTo>
                  <a:pt x="176475" y="50625"/>
                </a:lnTo>
                <a:lnTo>
                  <a:pt x="176400" y="50625"/>
                </a:lnTo>
                <a:lnTo>
                  <a:pt x="176325" y="50700"/>
                </a:lnTo>
                <a:lnTo>
                  <a:pt x="176250" y="50700"/>
                </a:lnTo>
                <a:lnTo>
                  <a:pt x="176100" y="50775"/>
                </a:lnTo>
                <a:lnTo>
                  <a:pt x="176100" y="50850"/>
                </a:lnTo>
                <a:lnTo>
                  <a:pt x="175800" y="51000"/>
                </a:lnTo>
                <a:lnTo>
                  <a:pt x="175725" y="51000"/>
                </a:lnTo>
                <a:lnTo>
                  <a:pt x="175275" y="51225"/>
                </a:lnTo>
                <a:lnTo>
                  <a:pt x="175200" y="51225"/>
                </a:lnTo>
                <a:lnTo>
                  <a:pt x="174150" y="51675"/>
                </a:lnTo>
                <a:lnTo>
                  <a:pt x="173925" y="51675"/>
                </a:lnTo>
                <a:lnTo>
                  <a:pt x="173925" y="51750"/>
                </a:lnTo>
                <a:lnTo>
                  <a:pt x="173700" y="51750"/>
                </a:lnTo>
                <a:lnTo>
                  <a:pt x="173175" y="51975"/>
                </a:lnTo>
                <a:lnTo>
                  <a:pt x="172875" y="51975"/>
                </a:lnTo>
                <a:lnTo>
                  <a:pt x="172725" y="52050"/>
                </a:lnTo>
                <a:lnTo>
                  <a:pt x="172575" y="52050"/>
                </a:lnTo>
                <a:lnTo>
                  <a:pt x="172500" y="52125"/>
                </a:lnTo>
                <a:lnTo>
                  <a:pt x="172275" y="52125"/>
                </a:lnTo>
                <a:lnTo>
                  <a:pt x="172125" y="52200"/>
                </a:lnTo>
                <a:lnTo>
                  <a:pt x="171900" y="52200"/>
                </a:lnTo>
                <a:lnTo>
                  <a:pt x="171675" y="52275"/>
                </a:lnTo>
                <a:lnTo>
                  <a:pt x="171450" y="52275"/>
                </a:lnTo>
                <a:lnTo>
                  <a:pt x="171300" y="52350"/>
                </a:lnTo>
                <a:lnTo>
                  <a:pt x="170775" y="52350"/>
                </a:lnTo>
                <a:lnTo>
                  <a:pt x="170625" y="52425"/>
                </a:lnTo>
                <a:lnTo>
                  <a:pt x="169875" y="52425"/>
                </a:lnTo>
                <a:lnTo>
                  <a:pt x="169725" y="52500"/>
                </a:lnTo>
                <a:lnTo>
                  <a:pt x="167325" y="52500"/>
                </a:lnTo>
                <a:lnTo>
                  <a:pt x="167025" y="52425"/>
                </a:lnTo>
                <a:lnTo>
                  <a:pt x="166425" y="52425"/>
                </a:lnTo>
                <a:lnTo>
                  <a:pt x="166200" y="52350"/>
                </a:lnTo>
                <a:lnTo>
                  <a:pt x="165825" y="52350"/>
                </a:lnTo>
                <a:lnTo>
                  <a:pt x="165600" y="52275"/>
                </a:lnTo>
                <a:lnTo>
                  <a:pt x="165300" y="52275"/>
                </a:lnTo>
                <a:lnTo>
                  <a:pt x="164550" y="52050"/>
                </a:lnTo>
                <a:lnTo>
                  <a:pt x="164250" y="52050"/>
                </a:lnTo>
                <a:lnTo>
                  <a:pt x="164025" y="51900"/>
                </a:lnTo>
                <a:lnTo>
                  <a:pt x="163650" y="51825"/>
                </a:lnTo>
                <a:lnTo>
                  <a:pt x="163500" y="51750"/>
                </a:lnTo>
                <a:lnTo>
                  <a:pt x="163200" y="51675"/>
                </a:lnTo>
                <a:lnTo>
                  <a:pt x="162975" y="51525"/>
                </a:lnTo>
                <a:lnTo>
                  <a:pt x="162675" y="51450"/>
                </a:lnTo>
                <a:lnTo>
                  <a:pt x="162600" y="51375"/>
                </a:lnTo>
                <a:lnTo>
                  <a:pt x="162225" y="51225"/>
                </a:lnTo>
                <a:lnTo>
                  <a:pt x="161925" y="51000"/>
                </a:lnTo>
                <a:lnTo>
                  <a:pt x="161700" y="50925"/>
                </a:lnTo>
                <a:lnTo>
                  <a:pt x="161700" y="50850"/>
                </a:lnTo>
                <a:lnTo>
                  <a:pt x="161400" y="50775"/>
                </a:lnTo>
                <a:lnTo>
                  <a:pt x="161250" y="50625"/>
                </a:lnTo>
                <a:lnTo>
                  <a:pt x="161175" y="50625"/>
                </a:lnTo>
                <a:lnTo>
                  <a:pt x="161025" y="50475"/>
                </a:lnTo>
                <a:lnTo>
                  <a:pt x="161025" y="50400"/>
                </a:lnTo>
                <a:lnTo>
                  <a:pt x="160800" y="50325"/>
                </a:lnTo>
                <a:lnTo>
                  <a:pt x="160800" y="50250"/>
                </a:lnTo>
                <a:lnTo>
                  <a:pt x="160650" y="50175"/>
                </a:lnTo>
                <a:lnTo>
                  <a:pt x="160425" y="49950"/>
                </a:lnTo>
                <a:lnTo>
                  <a:pt x="160350" y="49950"/>
                </a:lnTo>
                <a:lnTo>
                  <a:pt x="159225" y="48825"/>
                </a:lnTo>
                <a:lnTo>
                  <a:pt x="163575" y="45450"/>
                </a:lnTo>
                <a:lnTo>
                  <a:pt x="164025" y="45900"/>
                </a:lnTo>
                <a:lnTo>
                  <a:pt x="164175" y="45975"/>
                </a:lnTo>
                <a:lnTo>
                  <a:pt x="164325" y="46200"/>
                </a:lnTo>
                <a:lnTo>
                  <a:pt x="164475" y="46275"/>
                </a:lnTo>
                <a:lnTo>
                  <a:pt x="164625" y="46425"/>
                </a:lnTo>
                <a:lnTo>
                  <a:pt x="164775" y="46500"/>
                </a:lnTo>
                <a:lnTo>
                  <a:pt x="164850" y="46500"/>
                </a:lnTo>
                <a:lnTo>
                  <a:pt x="165150" y="46725"/>
                </a:lnTo>
                <a:lnTo>
                  <a:pt x="165450" y="46800"/>
                </a:lnTo>
                <a:lnTo>
                  <a:pt x="165525" y="46875"/>
                </a:lnTo>
                <a:lnTo>
                  <a:pt x="165675" y="46875"/>
                </a:lnTo>
                <a:lnTo>
                  <a:pt x="165750" y="46950"/>
                </a:lnTo>
                <a:lnTo>
                  <a:pt x="165900" y="46950"/>
                </a:lnTo>
                <a:lnTo>
                  <a:pt x="165975" y="47025"/>
                </a:lnTo>
                <a:lnTo>
                  <a:pt x="166125" y="47025"/>
                </a:lnTo>
                <a:lnTo>
                  <a:pt x="166275" y="47100"/>
                </a:lnTo>
                <a:lnTo>
                  <a:pt x="166575" y="47100"/>
                </a:lnTo>
                <a:lnTo>
                  <a:pt x="166725" y="47175"/>
                </a:lnTo>
                <a:lnTo>
                  <a:pt x="167250" y="47175"/>
                </a:lnTo>
                <a:lnTo>
                  <a:pt x="167475" y="47250"/>
                </a:lnTo>
                <a:lnTo>
                  <a:pt x="169500" y="47250"/>
                </a:lnTo>
                <a:lnTo>
                  <a:pt x="169650" y="47175"/>
                </a:lnTo>
                <a:lnTo>
                  <a:pt x="170250" y="47175"/>
                </a:lnTo>
                <a:lnTo>
                  <a:pt x="170400" y="47100"/>
                </a:lnTo>
                <a:lnTo>
                  <a:pt x="170700" y="47100"/>
                </a:lnTo>
                <a:lnTo>
                  <a:pt x="170775" y="47025"/>
                </a:lnTo>
                <a:lnTo>
                  <a:pt x="171075" y="47025"/>
                </a:lnTo>
                <a:lnTo>
                  <a:pt x="171225" y="46950"/>
                </a:lnTo>
                <a:lnTo>
                  <a:pt x="171450" y="46950"/>
                </a:lnTo>
                <a:lnTo>
                  <a:pt x="171825" y="46800"/>
                </a:lnTo>
                <a:lnTo>
                  <a:pt x="171975" y="46800"/>
                </a:lnTo>
                <a:lnTo>
                  <a:pt x="172050" y="46725"/>
                </a:lnTo>
                <a:lnTo>
                  <a:pt x="172200" y="46725"/>
                </a:lnTo>
                <a:lnTo>
                  <a:pt x="172275" y="46650"/>
                </a:lnTo>
                <a:lnTo>
                  <a:pt x="172425" y="46650"/>
                </a:lnTo>
                <a:lnTo>
                  <a:pt x="172500" y="46575"/>
                </a:lnTo>
                <a:lnTo>
                  <a:pt x="172800" y="46500"/>
                </a:lnTo>
                <a:lnTo>
                  <a:pt x="172875" y="46425"/>
                </a:lnTo>
                <a:lnTo>
                  <a:pt x="173025" y="46350"/>
                </a:lnTo>
                <a:lnTo>
                  <a:pt x="173100" y="46350"/>
                </a:lnTo>
                <a:lnTo>
                  <a:pt x="173175" y="46275"/>
                </a:lnTo>
                <a:lnTo>
                  <a:pt x="173325" y="46275"/>
                </a:lnTo>
                <a:lnTo>
                  <a:pt x="173475" y="46125"/>
                </a:lnTo>
                <a:lnTo>
                  <a:pt x="173550" y="46125"/>
                </a:lnTo>
                <a:lnTo>
                  <a:pt x="173700" y="45975"/>
                </a:lnTo>
                <a:lnTo>
                  <a:pt x="173775" y="45975"/>
                </a:lnTo>
                <a:lnTo>
                  <a:pt x="173925" y="45825"/>
                </a:lnTo>
                <a:lnTo>
                  <a:pt x="174000" y="45825"/>
                </a:lnTo>
                <a:lnTo>
                  <a:pt x="174225" y="45600"/>
                </a:lnTo>
                <a:lnTo>
                  <a:pt x="174300" y="45600"/>
                </a:lnTo>
                <a:lnTo>
                  <a:pt x="174525" y="45375"/>
                </a:lnTo>
                <a:lnTo>
                  <a:pt x="174600" y="45375"/>
                </a:lnTo>
                <a:lnTo>
                  <a:pt x="174600" y="45300"/>
                </a:lnTo>
                <a:lnTo>
                  <a:pt x="175050" y="44850"/>
                </a:lnTo>
                <a:lnTo>
                  <a:pt x="175050" y="44775"/>
                </a:lnTo>
                <a:lnTo>
                  <a:pt x="175275" y="44550"/>
                </a:lnTo>
                <a:lnTo>
                  <a:pt x="175275" y="44475"/>
                </a:lnTo>
                <a:lnTo>
                  <a:pt x="175350" y="44400"/>
                </a:lnTo>
                <a:lnTo>
                  <a:pt x="175350" y="44325"/>
                </a:lnTo>
                <a:lnTo>
                  <a:pt x="175425" y="44250"/>
                </a:lnTo>
                <a:lnTo>
                  <a:pt x="175425" y="44175"/>
                </a:lnTo>
                <a:lnTo>
                  <a:pt x="175500" y="44175"/>
                </a:lnTo>
                <a:lnTo>
                  <a:pt x="175500" y="44100"/>
                </a:lnTo>
                <a:lnTo>
                  <a:pt x="175650" y="43875"/>
                </a:lnTo>
                <a:lnTo>
                  <a:pt x="175650" y="43725"/>
                </a:lnTo>
                <a:lnTo>
                  <a:pt x="175725" y="43650"/>
                </a:lnTo>
                <a:lnTo>
                  <a:pt x="175725" y="43500"/>
                </a:lnTo>
                <a:lnTo>
                  <a:pt x="175800" y="43425"/>
                </a:lnTo>
                <a:lnTo>
                  <a:pt x="175800" y="43200"/>
                </a:lnTo>
                <a:lnTo>
                  <a:pt x="175875" y="43125"/>
                </a:lnTo>
                <a:lnTo>
                  <a:pt x="175875" y="42825"/>
                </a:lnTo>
                <a:lnTo>
                  <a:pt x="175950" y="42750"/>
                </a:lnTo>
                <a:lnTo>
                  <a:pt x="175950" y="41625"/>
                </a:lnTo>
                <a:lnTo>
                  <a:pt x="175875" y="41550"/>
                </a:lnTo>
                <a:lnTo>
                  <a:pt x="175875" y="41250"/>
                </a:lnTo>
                <a:lnTo>
                  <a:pt x="175800" y="41175"/>
                </a:lnTo>
                <a:lnTo>
                  <a:pt x="175800" y="40875"/>
                </a:lnTo>
                <a:lnTo>
                  <a:pt x="175725" y="40800"/>
                </a:lnTo>
                <a:lnTo>
                  <a:pt x="175725" y="40650"/>
                </a:lnTo>
                <a:lnTo>
                  <a:pt x="175650" y="40575"/>
                </a:lnTo>
                <a:lnTo>
                  <a:pt x="175575" y="40275"/>
                </a:lnTo>
                <a:lnTo>
                  <a:pt x="175425" y="40050"/>
                </a:lnTo>
                <a:lnTo>
                  <a:pt x="175350" y="39750"/>
                </a:lnTo>
                <a:lnTo>
                  <a:pt x="175200" y="39600"/>
                </a:lnTo>
                <a:lnTo>
                  <a:pt x="175200" y="39525"/>
                </a:lnTo>
                <a:lnTo>
                  <a:pt x="175125" y="39450"/>
                </a:lnTo>
                <a:lnTo>
                  <a:pt x="175050" y="39300"/>
                </a:lnTo>
                <a:lnTo>
                  <a:pt x="175050" y="39225"/>
                </a:lnTo>
                <a:lnTo>
                  <a:pt x="174825" y="39000"/>
                </a:lnTo>
                <a:lnTo>
                  <a:pt x="174825" y="38925"/>
                </a:lnTo>
                <a:lnTo>
                  <a:pt x="174675" y="38700"/>
                </a:lnTo>
                <a:lnTo>
                  <a:pt x="174300" y="38325"/>
                </a:lnTo>
                <a:lnTo>
                  <a:pt x="174225" y="38175"/>
                </a:lnTo>
                <a:lnTo>
                  <a:pt x="173925" y="37875"/>
                </a:lnTo>
                <a:lnTo>
                  <a:pt x="173775" y="37800"/>
                </a:lnTo>
                <a:lnTo>
                  <a:pt x="173625" y="37650"/>
                </a:lnTo>
                <a:lnTo>
                  <a:pt x="173475" y="37425"/>
                </a:lnTo>
                <a:lnTo>
                  <a:pt x="172350" y="36675"/>
                </a:lnTo>
                <a:lnTo>
                  <a:pt x="172125" y="36450"/>
                </a:lnTo>
                <a:lnTo>
                  <a:pt x="171900" y="36300"/>
                </a:lnTo>
                <a:lnTo>
                  <a:pt x="171600" y="36150"/>
                </a:lnTo>
                <a:lnTo>
                  <a:pt x="171525" y="36075"/>
                </a:lnTo>
                <a:lnTo>
                  <a:pt x="171375" y="36075"/>
                </a:lnTo>
                <a:lnTo>
                  <a:pt x="169875" y="35325"/>
                </a:lnTo>
                <a:lnTo>
                  <a:pt x="169725" y="35325"/>
                </a:lnTo>
                <a:lnTo>
                  <a:pt x="169050" y="35025"/>
                </a:lnTo>
                <a:lnTo>
                  <a:pt x="168900" y="35025"/>
                </a:lnTo>
                <a:lnTo>
                  <a:pt x="168375" y="34800"/>
                </a:lnTo>
                <a:lnTo>
                  <a:pt x="168150" y="34800"/>
                </a:lnTo>
                <a:lnTo>
                  <a:pt x="167775" y="34650"/>
                </a:lnTo>
                <a:lnTo>
                  <a:pt x="167625" y="34650"/>
                </a:lnTo>
                <a:lnTo>
                  <a:pt x="167175" y="34500"/>
                </a:lnTo>
                <a:lnTo>
                  <a:pt x="167025" y="34500"/>
                </a:lnTo>
                <a:lnTo>
                  <a:pt x="166800" y="34425"/>
                </a:lnTo>
                <a:lnTo>
                  <a:pt x="166575" y="34425"/>
                </a:lnTo>
                <a:lnTo>
                  <a:pt x="166425" y="34350"/>
                </a:lnTo>
                <a:lnTo>
                  <a:pt x="166200" y="34350"/>
                </a:lnTo>
                <a:lnTo>
                  <a:pt x="165750" y="34200"/>
                </a:lnTo>
                <a:lnTo>
                  <a:pt x="165075" y="34050"/>
                </a:lnTo>
                <a:lnTo>
                  <a:pt x="164775" y="33900"/>
                </a:lnTo>
                <a:lnTo>
                  <a:pt x="164175" y="33450"/>
                </a:lnTo>
                <a:lnTo>
                  <a:pt x="163725" y="32850"/>
                </a:lnTo>
                <a:lnTo>
                  <a:pt x="163575" y="32550"/>
                </a:lnTo>
                <a:lnTo>
                  <a:pt x="163425" y="31950"/>
                </a:lnTo>
                <a:lnTo>
                  <a:pt x="163425" y="31275"/>
                </a:lnTo>
                <a:lnTo>
                  <a:pt x="163575" y="30900"/>
                </a:lnTo>
                <a:lnTo>
                  <a:pt x="163650" y="30600"/>
                </a:lnTo>
                <a:lnTo>
                  <a:pt x="163800" y="30300"/>
                </a:lnTo>
                <a:lnTo>
                  <a:pt x="164025" y="30000"/>
                </a:lnTo>
                <a:lnTo>
                  <a:pt x="164250" y="29775"/>
                </a:lnTo>
                <a:lnTo>
                  <a:pt x="164550" y="29550"/>
                </a:lnTo>
                <a:lnTo>
                  <a:pt x="165750" y="29025"/>
                </a:lnTo>
                <a:lnTo>
                  <a:pt x="166050" y="29025"/>
                </a:lnTo>
                <a:lnTo>
                  <a:pt x="166875" y="28725"/>
                </a:lnTo>
                <a:lnTo>
                  <a:pt x="167100" y="28725"/>
                </a:lnTo>
                <a:lnTo>
                  <a:pt x="167550" y="28575"/>
                </a:lnTo>
                <a:lnTo>
                  <a:pt x="168900" y="28050"/>
                </a:lnTo>
                <a:lnTo>
                  <a:pt x="170025" y="27525"/>
                </a:lnTo>
                <a:lnTo>
                  <a:pt x="170250" y="27450"/>
                </a:lnTo>
                <a:lnTo>
                  <a:pt x="170400" y="27375"/>
                </a:lnTo>
                <a:lnTo>
                  <a:pt x="170550" y="27225"/>
                </a:lnTo>
                <a:lnTo>
                  <a:pt x="170775" y="27075"/>
                </a:lnTo>
                <a:lnTo>
                  <a:pt x="171375" y="26775"/>
                </a:lnTo>
                <a:lnTo>
                  <a:pt x="171600" y="26550"/>
                </a:lnTo>
                <a:lnTo>
                  <a:pt x="172125" y="26250"/>
                </a:lnTo>
                <a:lnTo>
                  <a:pt x="172200" y="26100"/>
                </a:lnTo>
                <a:lnTo>
                  <a:pt x="172650" y="25800"/>
                </a:lnTo>
                <a:lnTo>
                  <a:pt x="172800" y="25575"/>
                </a:lnTo>
                <a:lnTo>
                  <a:pt x="173025" y="25425"/>
                </a:lnTo>
                <a:lnTo>
                  <a:pt x="173250" y="25200"/>
                </a:lnTo>
                <a:lnTo>
                  <a:pt x="173325" y="25050"/>
                </a:lnTo>
                <a:lnTo>
                  <a:pt x="173700" y="24675"/>
                </a:lnTo>
                <a:lnTo>
                  <a:pt x="173700" y="24600"/>
                </a:lnTo>
                <a:lnTo>
                  <a:pt x="173775" y="24450"/>
                </a:lnTo>
                <a:lnTo>
                  <a:pt x="173925" y="24300"/>
                </a:lnTo>
                <a:lnTo>
                  <a:pt x="173925" y="24225"/>
                </a:lnTo>
                <a:lnTo>
                  <a:pt x="174075" y="24075"/>
                </a:lnTo>
                <a:lnTo>
                  <a:pt x="174075" y="24000"/>
                </a:lnTo>
                <a:lnTo>
                  <a:pt x="174150" y="23925"/>
                </a:lnTo>
                <a:lnTo>
                  <a:pt x="174150" y="23850"/>
                </a:lnTo>
                <a:lnTo>
                  <a:pt x="174225" y="23775"/>
                </a:lnTo>
                <a:lnTo>
                  <a:pt x="174225" y="23700"/>
                </a:lnTo>
                <a:lnTo>
                  <a:pt x="174375" y="23475"/>
                </a:lnTo>
                <a:lnTo>
                  <a:pt x="174375" y="23325"/>
                </a:lnTo>
                <a:lnTo>
                  <a:pt x="174450" y="23250"/>
                </a:lnTo>
                <a:lnTo>
                  <a:pt x="174450" y="23100"/>
                </a:lnTo>
                <a:lnTo>
                  <a:pt x="174525" y="23025"/>
                </a:lnTo>
                <a:lnTo>
                  <a:pt x="174525" y="22575"/>
                </a:lnTo>
                <a:lnTo>
                  <a:pt x="174600" y="22575"/>
                </a:lnTo>
                <a:lnTo>
                  <a:pt x="174600" y="22050"/>
                </a:lnTo>
                <a:lnTo>
                  <a:pt x="174525" y="21975"/>
                </a:lnTo>
                <a:lnTo>
                  <a:pt x="174525" y="21675"/>
                </a:lnTo>
                <a:lnTo>
                  <a:pt x="174450" y="21675"/>
                </a:lnTo>
                <a:lnTo>
                  <a:pt x="174450" y="21525"/>
                </a:lnTo>
                <a:lnTo>
                  <a:pt x="174375" y="21450"/>
                </a:lnTo>
                <a:lnTo>
                  <a:pt x="174375" y="21300"/>
                </a:lnTo>
                <a:lnTo>
                  <a:pt x="174300" y="21300"/>
                </a:lnTo>
                <a:lnTo>
                  <a:pt x="174300" y="21225"/>
                </a:lnTo>
                <a:lnTo>
                  <a:pt x="174225" y="21150"/>
                </a:lnTo>
                <a:lnTo>
                  <a:pt x="174225" y="21075"/>
                </a:lnTo>
                <a:lnTo>
                  <a:pt x="174150" y="21075"/>
                </a:lnTo>
                <a:lnTo>
                  <a:pt x="174150" y="21000"/>
                </a:lnTo>
                <a:lnTo>
                  <a:pt x="174075" y="21000"/>
                </a:lnTo>
                <a:lnTo>
                  <a:pt x="174075" y="20925"/>
                </a:lnTo>
                <a:lnTo>
                  <a:pt x="173625" y="20475"/>
                </a:lnTo>
                <a:lnTo>
                  <a:pt x="173550" y="20475"/>
                </a:lnTo>
                <a:lnTo>
                  <a:pt x="173400" y="20325"/>
                </a:lnTo>
                <a:lnTo>
                  <a:pt x="173325" y="20325"/>
                </a:lnTo>
                <a:lnTo>
                  <a:pt x="173250" y="20250"/>
                </a:lnTo>
                <a:lnTo>
                  <a:pt x="173175" y="20250"/>
                </a:lnTo>
                <a:lnTo>
                  <a:pt x="173100" y="20175"/>
                </a:lnTo>
                <a:lnTo>
                  <a:pt x="173025" y="20175"/>
                </a:lnTo>
                <a:lnTo>
                  <a:pt x="172950" y="20100"/>
                </a:lnTo>
                <a:lnTo>
                  <a:pt x="172875" y="20100"/>
                </a:lnTo>
                <a:lnTo>
                  <a:pt x="172650" y="19950"/>
                </a:lnTo>
                <a:lnTo>
                  <a:pt x="172500" y="19950"/>
                </a:lnTo>
                <a:lnTo>
                  <a:pt x="172425" y="19875"/>
                </a:lnTo>
                <a:lnTo>
                  <a:pt x="172275" y="19875"/>
                </a:lnTo>
                <a:lnTo>
                  <a:pt x="171900" y="19725"/>
                </a:lnTo>
                <a:lnTo>
                  <a:pt x="171675" y="19725"/>
                </a:lnTo>
                <a:lnTo>
                  <a:pt x="171600" y="19650"/>
                </a:lnTo>
                <a:lnTo>
                  <a:pt x="171375" y="19650"/>
                </a:lnTo>
                <a:lnTo>
                  <a:pt x="171225" y="19575"/>
                </a:lnTo>
                <a:lnTo>
                  <a:pt x="170700" y="19575"/>
                </a:lnTo>
                <a:lnTo>
                  <a:pt x="170550" y="19500"/>
                </a:lnTo>
                <a:lnTo>
                  <a:pt x="154875" y="19500"/>
                </a:lnTo>
                <a:lnTo>
                  <a:pt x="154875" y="52500"/>
                </a:lnTo>
                <a:lnTo>
                  <a:pt x="149175" y="52500"/>
                </a:lnTo>
                <a:close/>
                <a:moveTo>
                  <a:pt x="188625" y="35925"/>
                </a:moveTo>
                <a:lnTo>
                  <a:pt x="188175" y="35925"/>
                </a:lnTo>
                <a:lnTo>
                  <a:pt x="188100" y="35850"/>
                </a:lnTo>
                <a:lnTo>
                  <a:pt x="187875" y="35850"/>
                </a:lnTo>
                <a:lnTo>
                  <a:pt x="187575" y="35775"/>
                </a:lnTo>
                <a:lnTo>
                  <a:pt x="187275" y="35625"/>
                </a:lnTo>
                <a:lnTo>
                  <a:pt x="186675" y="35175"/>
                </a:lnTo>
                <a:lnTo>
                  <a:pt x="186450" y="34950"/>
                </a:lnTo>
                <a:lnTo>
                  <a:pt x="186225" y="34650"/>
                </a:lnTo>
                <a:lnTo>
                  <a:pt x="185925" y="34050"/>
                </a:lnTo>
                <a:lnTo>
                  <a:pt x="185850" y="33675"/>
                </a:lnTo>
                <a:lnTo>
                  <a:pt x="185850" y="33075"/>
                </a:lnTo>
                <a:lnTo>
                  <a:pt x="185925" y="32700"/>
                </a:lnTo>
                <a:lnTo>
                  <a:pt x="186225" y="32100"/>
                </a:lnTo>
                <a:lnTo>
                  <a:pt x="186450" y="31800"/>
                </a:lnTo>
                <a:lnTo>
                  <a:pt x="186675" y="31575"/>
                </a:lnTo>
                <a:lnTo>
                  <a:pt x="187275" y="31125"/>
                </a:lnTo>
                <a:lnTo>
                  <a:pt x="187575" y="30975"/>
                </a:lnTo>
                <a:lnTo>
                  <a:pt x="187875" y="30900"/>
                </a:lnTo>
                <a:lnTo>
                  <a:pt x="188100" y="30900"/>
                </a:lnTo>
                <a:lnTo>
                  <a:pt x="188175" y="30825"/>
                </a:lnTo>
                <a:lnTo>
                  <a:pt x="188625" y="30825"/>
                </a:lnTo>
                <a:lnTo>
                  <a:pt x="188625" y="30750"/>
                </a:lnTo>
                <a:lnTo>
                  <a:pt x="189600" y="30750"/>
                </a:lnTo>
                <a:lnTo>
                  <a:pt x="189675" y="30675"/>
                </a:lnTo>
                <a:lnTo>
                  <a:pt x="190500" y="30675"/>
                </a:lnTo>
                <a:lnTo>
                  <a:pt x="190725" y="30600"/>
                </a:lnTo>
                <a:lnTo>
                  <a:pt x="191550" y="30600"/>
                </a:lnTo>
                <a:lnTo>
                  <a:pt x="191775" y="30525"/>
                </a:lnTo>
                <a:lnTo>
                  <a:pt x="192300" y="30525"/>
                </a:lnTo>
                <a:lnTo>
                  <a:pt x="192525" y="30450"/>
                </a:lnTo>
                <a:lnTo>
                  <a:pt x="193050" y="30450"/>
                </a:lnTo>
                <a:lnTo>
                  <a:pt x="193200" y="30375"/>
                </a:lnTo>
                <a:lnTo>
                  <a:pt x="193650" y="30375"/>
                </a:lnTo>
                <a:lnTo>
                  <a:pt x="193800" y="30300"/>
                </a:lnTo>
                <a:lnTo>
                  <a:pt x="194100" y="30300"/>
                </a:lnTo>
                <a:lnTo>
                  <a:pt x="194325" y="30225"/>
                </a:lnTo>
                <a:lnTo>
                  <a:pt x="194550" y="30225"/>
                </a:lnTo>
                <a:lnTo>
                  <a:pt x="194700" y="30150"/>
                </a:lnTo>
                <a:lnTo>
                  <a:pt x="194925" y="30150"/>
                </a:lnTo>
                <a:lnTo>
                  <a:pt x="195000" y="30075"/>
                </a:lnTo>
                <a:lnTo>
                  <a:pt x="195225" y="30075"/>
                </a:lnTo>
                <a:lnTo>
                  <a:pt x="195300" y="30000"/>
                </a:lnTo>
                <a:lnTo>
                  <a:pt x="195525" y="30000"/>
                </a:lnTo>
                <a:lnTo>
                  <a:pt x="195525" y="29925"/>
                </a:lnTo>
                <a:lnTo>
                  <a:pt x="195675" y="29925"/>
                </a:lnTo>
                <a:lnTo>
                  <a:pt x="196500" y="29625"/>
                </a:lnTo>
                <a:lnTo>
                  <a:pt x="196575" y="29625"/>
                </a:lnTo>
                <a:lnTo>
                  <a:pt x="196875" y="29475"/>
                </a:lnTo>
                <a:lnTo>
                  <a:pt x="197475" y="29250"/>
                </a:lnTo>
                <a:lnTo>
                  <a:pt x="197625" y="29100"/>
                </a:lnTo>
                <a:lnTo>
                  <a:pt x="197775" y="29100"/>
                </a:lnTo>
                <a:lnTo>
                  <a:pt x="197775" y="29025"/>
                </a:lnTo>
                <a:lnTo>
                  <a:pt x="197850" y="29025"/>
                </a:lnTo>
                <a:lnTo>
                  <a:pt x="197925" y="28950"/>
                </a:lnTo>
                <a:lnTo>
                  <a:pt x="198000" y="28950"/>
                </a:lnTo>
                <a:lnTo>
                  <a:pt x="198075" y="28875"/>
                </a:lnTo>
                <a:lnTo>
                  <a:pt x="198150" y="28875"/>
                </a:lnTo>
                <a:lnTo>
                  <a:pt x="198375" y="28650"/>
                </a:lnTo>
                <a:lnTo>
                  <a:pt x="198450" y="28650"/>
                </a:lnTo>
                <a:lnTo>
                  <a:pt x="198600" y="28500"/>
                </a:lnTo>
                <a:lnTo>
                  <a:pt x="198675" y="28500"/>
                </a:lnTo>
                <a:lnTo>
                  <a:pt x="198900" y="28275"/>
                </a:lnTo>
                <a:lnTo>
                  <a:pt x="198975" y="28275"/>
                </a:lnTo>
                <a:lnTo>
                  <a:pt x="199125" y="28200"/>
                </a:lnTo>
                <a:lnTo>
                  <a:pt x="199200" y="28050"/>
                </a:lnTo>
                <a:lnTo>
                  <a:pt x="199500" y="27900"/>
                </a:lnTo>
                <a:lnTo>
                  <a:pt x="199500" y="27825"/>
                </a:lnTo>
                <a:lnTo>
                  <a:pt x="199650" y="27675"/>
                </a:lnTo>
                <a:lnTo>
                  <a:pt x="199725" y="27675"/>
                </a:lnTo>
                <a:lnTo>
                  <a:pt x="199950" y="27450"/>
                </a:lnTo>
                <a:lnTo>
                  <a:pt x="199950" y="27375"/>
                </a:lnTo>
                <a:lnTo>
                  <a:pt x="200100" y="27300"/>
                </a:lnTo>
                <a:lnTo>
                  <a:pt x="200175" y="27150"/>
                </a:lnTo>
                <a:lnTo>
                  <a:pt x="200250" y="27150"/>
                </a:lnTo>
                <a:lnTo>
                  <a:pt x="200400" y="27000"/>
                </a:lnTo>
                <a:lnTo>
                  <a:pt x="200475" y="26850"/>
                </a:lnTo>
                <a:lnTo>
                  <a:pt x="200550" y="26850"/>
                </a:lnTo>
                <a:lnTo>
                  <a:pt x="200625" y="26775"/>
                </a:lnTo>
                <a:lnTo>
                  <a:pt x="200625" y="26700"/>
                </a:lnTo>
                <a:lnTo>
                  <a:pt x="201075" y="26250"/>
                </a:lnTo>
                <a:lnTo>
                  <a:pt x="201075" y="26175"/>
                </a:lnTo>
                <a:lnTo>
                  <a:pt x="201225" y="26025"/>
                </a:lnTo>
                <a:lnTo>
                  <a:pt x="201300" y="25875"/>
                </a:lnTo>
                <a:lnTo>
                  <a:pt x="201375" y="25875"/>
                </a:lnTo>
                <a:lnTo>
                  <a:pt x="201450" y="25725"/>
                </a:lnTo>
                <a:lnTo>
                  <a:pt x="201675" y="25500"/>
                </a:lnTo>
                <a:lnTo>
                  <a:pt x="201675" y="25425"/>
                </a:lnTo>
                <a:lnTo>
                  <a:pt x="201900" y="25200"/>
                </a:lnTo>
                <a:lnTo>
                  <a:pt x="202050" y="24900"/>
                </a:lnTo>
                <a:lnTo>
                  <a:pt x="202200" y="24750"/>
                </a:lnTo>
                <a:lnTo>
                  <a:pt x="202350" y="24525"/>
                </a:lnTo>
                <a:lnTo>
                  <a:pt x="202350" y="24450"/>
                </a:lnTo>
                <a:lnTo>
                  <a:pt x="202575" y="24225"/>
                </a:lnTo>
                <a:lnTo>
                  <a:pt x="202575" y="24150"/>
                </a:lnTo>
                <a:lnTo>
                  <a:pt x="202650" y="24075"/>
                </a:lnTo>
                <a:lnTo>
                  <a:pt x="202650" y="24000"/>
                </a:lnTo>
                <a:lnTo>
                  <a:pt x="202725" y="23925"/>
                </a:lnTo>
                <a:lnTo>
                  <a:pt x="202800" y="23925"/>
                </a:lnTo>
                <a:lnTo>
                  <a:pt x="202800" y="23850"/>
                </a:lnTo>
                <a:lnTo>
                  <a:pt x="202875" y="23775"/>
                </a:lnTo>
                <a:lnTo>
                  <a:pt x="202875" y="23700"/>
                </a:lnTo>
                <a:lnTo>
                  <a:pt x="202950" y="23625"/>
                </a:lnTo>
                <a:lnTo>
                  <a:pt x="202950" y="23550"/>
                </a:lnTo>
                <a:lnTo>
                  <a:pt x="203175" y="23325"/>
                </a:lnTo>
                <a:lnTo>
                  <a:pt x="203175" y="23250"/>
                </a:lnTo>
                <a:lnTo>
                  <a:pt x="203250" y="23175"/>
                </a:lnTo>
                <a:lnTo>
                  <a:pt x="203250" y="23100"/>
                </a:lnTo>
                <a:lnTo>
                  <a:pt x="203325" y="23025"/>
                </a:lnTo>
                <a:lnTo>
                  <a:pt x="203475" y="22725"/>
                </a:lnTo>
                <a:lnTo>
                  <a:pt x="203550" y="22650"/>
                </a:lnTo>
                <a:lnTo>
                  <a:pt x="203700" y="22350"/>
                </a:lnTo>
                <a:lnTo>
                  <a:pt x="204000" y="21900"/>
                </a:lnTo>
                <a:lnTo>
                  <a:pt x="204000" y="21750"/>
                </a:lnTo>
                <a:lnTo>
                  <a:pt x="204225" y="21300"/>
                </a:lnTo>
                <a:lnTo>
                  <a:pt x="204300" y="21225"/>
                </a:lnTo>
                <a:lnTo>
                  <a:pt x="204300" y="21075"/>
                </a:lnTo>
                <a:lnTo>
                  <a:pt x="204525" y="20625"/>
                </a:lnTo>
                <a:lnTo>
                  <a:pt x="204525" y="20475"/>
                </a:lnTo>
                <a:lnTo>
                  <a:pt x="204675" y="20175"/>
                </a:lnTo>
                <a:lnTo>
                  <a:pt x="204675" y="20025"/>
                </a:lnTo>
                <a:lnTo>
                  <a:pt x="204750" y="19875"/>
                </a:lnTo>
                <a:lnTo>
                  <a:pt x="204750" y="19725"/>
                </a:lnTo>
                <a:lnTo>
                  <a:pt x="204900" y="19425"/>
                </a:lnTo>
                <a:lnTo>
                  <a:pt x="204900" y="19275"/>
                </a:lnTo>
                <a:lnTo>
                  <a:pt x="204975" y="19125"/>
                </a:lnTo>
                <a:lnTo>
                  <a:pt x="204975" y="18975"/>
                </a:lnTo>
                <a:lnTo>
                  <a:pt x="205050" y="18825"/>
                </a:lnTo>
                <a:lnTo>
                  <a:pt x="205050" y="18450"/>
                </a:lnTo>
                <a:lnTo>
                  <a:pt x="205125" y="18300"/>
                </a:lnTo>
                <a:lnTo>
                  <a:pt x="205125" y="18150"/>
                </a:lnTo>
                <a:lnTo>
                  <a:pt x="205200" y="18000"/>
                </a:lnTo>
                <a:lnTo>
                  <a:pt x="205200" y="17625"/>
                </a:lnTo>
                <a:lnTo>
                  <a:pt x="205275" y="17475"/>
                </a:lnTo>
                <a:lnTo>
                  <a:pt x="205275" y="17100"/>
                </a:lnTo>
                <a:lnTo>
                  <a:pt x="205350" y="16950"/>
                </a:lnTo>
                <a:lnTo>
                  <a:pt x="205350" y="16350"/>
                </a:lnTo>
                <a:lnTo>
                  <a:pt x="205425" y="16200"/>
                </a:lnTo>
                <a:lnTo>
                  <a:pt x="205425" y="14850"/>
                </a:lnTo>
                <a:lnTo>
                  <a:pt x="205500" y="14625"/>
                </a:lnTo>
                <a:lnTo>
                  <a:pt x="205500" y="14250"/>
                </a:lnTo>
                <a:lnTo>
                  <a:pt x="211200" y="14250"/>
                </a:lnTo>
                <a:lnTo>
                  <a:pt x="211200" y="14700"/>
                </a:lnTo>
                <a:lnTo>
                  <a:pt x="211125" y="14775"/>
                </a:lnTo>
                <a:lnTo>
                  <a:pt x="211200" y="14775"/>
                </a:lnTo>
                <a:lnTo>
                  <a:pt x="211125" y="14925"/>
                </a:lnTo>
                <a:lnTo>
                  <a:pt x="211125" y="16350"/>
                </a:lnTo>
                <a:lnTo>
                  <a:pt x="211050" y="16575"/>
                </a:lnTo>
                <a:lnTo>
                  <a:pt x="211050" y="17250"/>
                </a:lnTo>
                <a:lnTo>
                  <a:pt x="210975" y="17475"/>
                </a:lnTo>
                <a:lnTo>
                  <a:pt x="210975" y="17925"/>
                </a:lnTo>
                <a:lnTo>
                  <a:pt x="210900" y="18150"/>
                </a:lnTo>
                <a:lnTo>
                  <a:pt x="210900" y="18375"/>
                </a:lnTo>
                <a:lnTo>
                  <a:pt x="210825" y="18525"/>
                </a:lnTo>
                <a:lnTo>
                  <a:pt x="210825" y="18825"/>
                </a:lnTo>
                <a:lnTo>
                  <a:pt x="210750" y="18975"/>
                </a:lnTo>
                <a:lnTo>
                  <a:pt x="210750" y="19200"/>
                </a:lnTo>
                <a:lnTo>
                  <a:pt x="210675" y="19425"/>
                </a:lnTo>
                <a:lnTo>
                  <a:pt x="210675" y="19650"/>
                </a:lnTo>
                <a:lnTo>
                  <a:pt x="210525" y="20025"/>
                </a:lnTo>
                <a:lnTo>
                  <a:pt x="210525" y="20250"/>
                </a:lnTo>
                <a:lnTo>
                  <a:pt x="210375" y="20700"/>
                </a:lnTo>
                <a:lnTo>
                  <a:pt x="210375" y="20925"/>
                </a:lnTo>
                <a:lnTo>
                  <a:pt x="210150" y="21450"/>
                </a:lnTo>
                <a:lnTo>
                  <a:pt x="210150" y="21525"/>
                </a:lnTo>
                <a:lnTo>
                  <a:pt x="210075" y="21675"/>
                </a:lnTo>
                <a:lnTo>
                  <a:pt x="210075" y="21900"/>
                </a:lnTo>
                <a:lnTo>
                  <a:pt x="210000" y="21900"/>
                </a:lnTo>
                <a:lnTo>
                  <a:pt x="210000" y="22125"/>
                </a:lnTo>
                <a:lnTo>
                  <a:pt x="209925" y="22125"/>
                </a:lnTo>
                <a:lnTo>
                  <a:pt x="209925" y="22275"/>
                </a:lnTo>
                <a:lnTo>
                  <a:pt x="209775" y="22650"/>
                </a:lnTo>
                <a:lnTo>
                  <a:pt x="209775" y="22725"/>
                </a:lnTo>
                <a:lnTo>
                  <a:pt x="209625" y="23025"/>
                </a:lnTo>
                <a:lnTo>
                  <a:pt x="209625" y="23100"/>
                </a:lnTo>
                <a:lnTo>
                  <a:pt x="209550" y="23250"/>
                </a:lnTo>
                <a:lnTo>
                  <a:pt x="209475" y="23250"/>
                </a:lnTo>
                <a:lnTo>
                  <a:pt x="209475" y="23400"/>
                </a:lnTo>
                <a:lnTo>
                  <a:pt x="209400" y="23475"/>
                </a:lnTo>
                <a:lnTo>
                  <a:pt x="209100" y="24150"/>
                </a:lnTo>
                <a:lnTo>
                  <a:pt x="209100" y="24225"/>
                </a:lnTo>
                <a:lnTo>
                  <a:pt x="209025" y="24375"/>
                </a:lnTo>
                <a:lnTo>
                  <a:pt x="208950" y="24375"/>
                </a:lnTo>
                <a:lnTo>
                  <a:pt x="208725" y="24900"/>
                </a:lnTo>
                <a:lnTo>
                  <a:pt x="208650" y="24975"/>
                </a:lnTo>
                <a:lnTo>
                  <a:pt x="208500" y="25275"/>
                </a:lnTo>
                <a:lnTo>
                  <a:pt x="208350" y="25425"/>
                </a:lnTo>
                <a:lnTo>
                  <a:pt x="208350" y="25500"/>
                </a:lnTo>
                <a:lnTo>
                  <a:pt x="208275" y="25650"/>
                </a:lnTo>
                <a:lnTo>
                  <a:pt x="208125" y="25800"/>
                </a:lnTo>
                <a:lnTo>
                  <a:pt x="208050" y="25950"/>
                </a:lnTo>
                <a:lnTo>
                  <a:pt x="208050" y="26025"/>
                </a:lnTo>
                <a:lnTo>
                  <a:pt x="207900" y="26175"/>
                </a:lnTo>
                <a:lnTo>
                  <a:pt x="207825" y="26325"/>
                </a:lnTo>
                <a:lnTo>
                  <a:pt x="207750" y="26325"/>
                </a:lnTo>
                <a:lnTo>
                  <a:pt x="207675" y="26475"/>
                </a:lnTo>
                <a:lnTo>
                  <a:pt x="207525" y="26625"/>
                </a:lnTo>
                <a:lnTo>
                  <a:pt x="207525" y="26700"/>
                </a:lnTo>
                <a:lnTo>
                  <a:pt x="207450" y="26700"/>
                </a:lnTo>
                <a:lnTo>
                  <a:pt x="207450" y="26775"/>
                </a:lnTo>
                <a:lnTo>
                  <a:pt x="207225" y="27000"/>
                </a:lnTo>
                <a:lnTo>
                  <a:pt x="207150" y="27150"/>
                </a:lnTo>
                <a:lnTo>
                  <a:pt x="207075" y="27150"/>
                </a:lnTo>
                <a:lnTo>
                  <a:pt x="206850" y="27450"/>
                </a:lnTo>
                <a:lnTo>
                  <a:pt x="206700" y="27525"/>
                </a:lnTo>
                <a:lnTo>
                  <a:pt x="206700" y="27600"/>
                </a:lnTo>
                <a:lnTo>
                  <a:pt x="206625" y="27675"/>
                </a:lnTo>
                <a:lnTo>
                  <a:pt x="206550" y="27675"/>
                </a:lnTo>
                <a:lnTo>
                  <a:pt x="206475" y="27825"/>
                </a:lnTo>
                <a:lnTo>
                  <a:pt x="206400" y="27825"/>
                </a:lnTo>
                <a:lnTo>
                  <a:pt x="206250" y="27975"/>
                </a:lnTo>
                <a:lnTo>
                  <a:pt x="206250" y="28050"/>
                </a:lnTo>
                <a:lnTo>
                  <a:pt x="206100" y="28125"/>
                </a:lnTo>
                <a:lnTo>
                  <a:pt x="205575" y="28575"/>
                </a:lnTo>
                <a:lnTo>
                  <a:pt x="205500" y="28575"/>
                </a:lnTo>
                <a:lnTo>
                  <a:pt x="205200" y="28875"/>
                </a:lnTo>
                <a:lnTo>
                  <a:pt x="205125" y="28875"/>
                </a:lnTo>
                <a:lnTo>
                  <a:pt x="204975" y="29025"/>
                </a:lnTo>
                <a:lnTo>
                  <a:pt x="204675" y="29175"/>
                </a:lnTo>
                <a:lnTo>
                  <a:pt x="204525" y="29325"/>
                </a:lnTo>
                <a:lnTo>
                  <a:pt x="203925" y="29625"/>
                </a:lnTo>
                <a:lnTo>
                  <a:pt x="203775" y="29775"/>
                </a:lnTo>
                <a:lnTo>
                  <a:pt x="203700" y="29775"/>
                </a:lnTo>
                <a:lnTo>
                  <a:pt x="203625" y="29850"/>
                </a:lnTo>
                <a:lnTo>
                  <a:pt x="203325" y="29925"/>
                </a:lnTo>
                <a:lnTo>
                  <a:pt x="203175" y="30075"/>
                </a:lnTo>
                <a:lnTo>
                  <a:pt x="203100" y="30075"/>
                </a:lnTo>
                <a:lnTo>
                  <a:pt x="202800" y="30225"/>
                </a:lnTo>
                <a:lnTo>
                  <a:pt x="202725" y="30225"/>
                </a:lnTo>
                <a:lnTo>
                  <a:pt x="202575" y="30300"/>
                </a:lnTo>
                <a:lnTo>
                  <a:pt x="202575" y="30375"/>
                </a:lnTo>
                <a:lnTo>
                  <a:pt x="201975" y="30600"/>
                </a:lnTo>
                <a:lnTo>
                  <a:pt x="201675" y="30750"/>
                </a:lnTo>
                <a:lnTo>
                  <a:pt x="225375" y="30750"/>
                </a:lnTo>
                <a:lnTo>
                  <a:pt x="225375" y="36000"/>
                </a:lnTo>
                <a:lnTo>
                  <a:pt x="201675" y="36000"/>
                </a:lnTo>
                <a:lnTo>
                  <a:pt x="201975" y="36150"/>
                </a:lnTo>
                <a:lnTo>
                  <a:pt x="202425" y="36300"/>
                </a:lnTo>
                <a:lnTo>
                  <a:pt x="202575" y="36375"/>
                </a:lnTo>
                <a:lnTo>
                  <a:pt x="202575" y="36450"/>
                </a:lnTo>
                <a:lnTo>
                  <a:pt x="203100" y="36675"/>
                </a:lnTo>
                <a:lnTo>
                  <a:pt x="203175" y="36675"/>
                </a:lnTo>
                <a:lnTo>
                  <a:pt x="203325" y="36825"/>
                </a:lnTo>
                <a:lnTo>
                  <a:pt x="203400" y="36825"/>
                </a:lnTo>
                <a:lnTo>
                  <a:pt x="203550" y="36900"/>
                </a:lnTo>
                <a:lnTo>
                  <a:pt x="203625" y="36900"/>
                </a:lnTo>
                <a:lnTo>
                  <a:pt x="203700" y="36975"/>
                </a:lnTo>
                <a:lnTo>
                  <a:pt x="203775" y="36975"/>
                </a:lnTo>
                <a:lnTo>
                  <a:pt x="203925" y="37125"/>
                </a:lnTo>
                <a:lnTo>
                  <a:pt x="204525" y="37425"/>
                </a:lnTo>
                <a:lnTo>
                  <a:pt x="204675" y="37575"/>
                </a:lnTo>
                <a:lnTo>
                  <a:pt x="204975" y="37725"/>
                </a:lnTo>
                <a:lnTo>
                  <a:pt x="205125" y="37875"/>
                </a:lnTo>
                <a:lnTo>
                  <a:pt x="205200" y="37875"/>
                </a:lnTo>
                <a:lnTo>
                  <a:pt x="205500" y="38175"/>
                </a:lnTo>
                <a:lnTo>
                  <a:pt x="205575" y="38175"/>
                </a:lnTo>
                <a:lnTo>
                  <a:pt x="206100" y="38625"/>
                </a:lnTo>
                <a:lnTo>
                  <a:pt x="206250" y="38700"/>
                </a:lnTo>
                <a:lnTo>
                  <a:pt x="206250" y="38775"/>
                </a:lnTo>
                <a:lnTo>
                  <a:pt x="206400" y="38925"/>
                </a:lnTo>
                <a:lnTo>
                  <a:pt x="206475" y="38925"/>
                </a:lnTo>
                <a:lnTo>
                  <a:pt x="206550" y="39075"/>
                </a:lnTo>
                <a:lnTo>
                  <a:pt x="206625" y="39075"/>
                </a:lnTo>
                <a:lnTo>
                  <a:pt x="206700" y="39150"/>
                </a:lnTo>
                <a:lnTo>
                  <a:pt x="206700" y="39225"/>
                </a:lnTo>
                <a:lnTo>
                  <a:pt x="206850" y="39300"/>
                </a:lnTo>
                <a:lnTo>
                  <a:pt x="207075" y="39600"/>
                </a:lnTo>
                <a:lnTo>
                  <a:pt x="207150" y="39600"/>
                </a:lnTo>
                <a:lnTo>
                  <a:pt x="207225" y="39750"/>
                </a:lnTo>
                <a:lnTo>
                  <a:pt x="207450" y="39975"/>
                </a:lnTo>
                <a:lnTo>
                  <a:pt x="207450" y="40050"/>
                </a:lnTo>
                <a:lnTo>
                  <a:pt x="207525" y="40050"/>
                </a:lnTo>
                <a:lnTo>
                  <a:pt x="207525" y="40125"/>
                </a:lnTo>
                <a:lnTo>
                  <a:pt x="207675" y="40275"/>
                </a:lnTo>
                <a:lnTo>
                  <a:pt x="207750" y="40425"/>
                </a:lnTo>
                <a:lnTo>
                  <a:pt x="207825" y="40425"/>
                </a:lnTo>
                <a:lnTo>
                  <a:pt x="207900" y="40575"/>
                </a:lnTo>
                <a:lnTo>
                  <a:pt x="208050" y="40725"/>
                </a:lnTo>
                <a:lnTo>
                  <a:pt x="208050" y="40800"/>
                </a:lnTo>
                <a:lnTo>
                  <a:pt x="208125" y="40950"/>
                </a:lnTo>
                <a:lnTo>
                  <a:pt x="208275" y="41100"/>
                </a:lnTo>
                <a:lnTo>
                  <a:pt x="208350" y="41250"/>
                </a:lnTo>
                <a:lnTo>
                  <a:pt x="208350" y="41325"/>
                </a:lnTo>
                <a:lnTo>
                  <a:pt x="208500" y="41475"/>
                </a:lnTo>
                <a:lnTo>
                  <a:pt x="208650" y="41775"/>
                </a:lnTo>
                <a:lnTo>
                  <a:pt x="208725" y="41850"/>
                </a:lnTo>
                <a:lnTo>
                  <a:pt x="208950" y="42375"/>
                </a:lnTo>
                <a:lnTo>
                  <a:pt x="209025" y="42375"/>
                </a:lnTo>
                <a:lnTo>
                  <a:pt x="209100" y="42525"/>
                </a:lnTo>
                <a:lnTo>
                  <a:pt x="209100" y="42600"/>
                </a:lnTo>
                <a:lnTo>
                  <a:pt x="209325" y="43125"/>
                </a:lnTo>
                <a:lnTo>
                  <a:pt x="209475" y="43350"/>
                </a:lnTo>
                <a:lnTo>
                  <a:pt x="209475" y="43500"/>
                </a:lnTo>
                <a:lnTo>
                  <a:pt x="209550" y="43500"/>
                </a:lnTo>
                <a:lnTo>
                  <a:pt x="209625" y="43650"/>
                </a:lnTo>
                <a:lnTo>
                  <a:pt x="209625" y="43725"/>
                </a:lnTo>
                <a:lnTo>
                  <a:pt x="209775" y="44025"/>
                </a:lnTo>
                <a:lnTo>
                  <a:pt x="209775" y="44100"/>
                </a:lnTo>
                <a:lnTo>
                  <a:pt x="209925" y="44475"/>
                </a:lnTo>
                <a:lnTo>
                  <a:pt x="209925" y="44625"/>
                </a:lnTo>
                <a:lnTo>
                  <a:pt x="210000" y="44625"/>
                </a:lnTo>
                <a:lnTo>
                  <a:pt x="210000" y="44850"/>
                </a:lnTo>
                <a:lnTo>
                  <a:pt x="210075" y="44850"/>
                </a:lnTo>
                <a:lnTo>
                  <a:pt x="210075" y="45075"/>
                </a:lnTo>
                <a:lnTo>
                  <a:pt x="210375" y="45825"/>
                </a:lnTo>
                <a:lnTo>
                  <a:pt x="210375" y="46050"/>
                </a:lnTo>
                <a:lnTo>
                  <a:pt x="210525" y="46500"/>
                </a:lnTo>
                <a:lnTo>
                  <a:pt x="210525" y="46725"/>
                </a:lnTo>
                <a:lnTo>
                  <a:pt x="210675" y="47100"/>
                </a:lnTo>
                <a:lnTo>
                  <a:pt x="210675" y="47325"/>
                </a:lnTo>
                <a:lnTo>
                  <a:pt x="210750" y="47550"/>
                </a:lnTo>
                <a:lnTo>
                  <a:pt x="210750" y="47775"/>
                </a:lnTo>
                <a:lnTo>
                  <a:pt x="210825" y="47925"/>
                </a:lnTo>
                <a:lnTo>
                  <a:pt x="210825" y="48225"/>
                </a:lnTo>
                <a:lnTo>
                  <a:pt x="210900" y="48375"/>
                </a:lnTo>
                <a:lnTo>
                  <a:pt x="210900" y="48600"/>
                </a:lnTo>
                <a:lnTo>
                  <a:pt x="210975" y="48825"/>
                </a:lnTo>
                <a:lnTo>
                  <a:pt x="210975" y="49275"/>
                </a:lnTo>
                <a:lnTo>
                  <a:pt x="211050" y="49500"/>
                </a:lnTo>
                <a:lnTo>
                  <a:pt x="211050" y="50175"/>
                </a:lnTo>
                <a:lnTo>
                  <a:pt x="211125" y="50400"/>
                </a:lnTo>
                <a:lnTo>
                  <a:pt x="211125" y="51825"/>
                </a:lnTo>
                <a:lnTo>
                  <a:pt x="211200" y="51975"/>
                </a:lnTo>
                <a:lnTo>
                  <a:pt x="211125" y="51975"/>
                </a:lnTo>
                <a:lnTo>
                  <a:pt x="211200" y="52050"/>
                </a:lnTo>
                <a:lnTo>
                  <a:pt x="211200" y="52500"/>
                </a:lnTo>
                <a:lnTo>
                  <a:pt x="205500" y="52500"/>
                </a:lnTo>
                <a:lnTo>
                  <a:pt x="205500" y="52125"/>
                </a:lnTo>
                <a:lnTo>
                  <a:pt x="205425" y="51900"/>
                </a:lnTo>
                <a:lnTo>
                  <a:pt x="205425" y="50550"/>
                </a:lnTo>
                <a:lnTo>
                  <a:pt x="205350" y="50400"/>
                </a:lnTo>
                <a:lnTo>
                  <a:pt x="205350" y="49800"/>
                </a:lnTo>
                <a:lnTo>
                  <a:pt x="205275" y="49650"/>
                </a:lnTo>
                <a:lnTo>
                  <a:pt x="205275" y="49275"/>
                </a:lnTo>
                <a:lnTo>
                  <a:pt x="205200" y="49125"/>
                </a:lnTo>
                <a:lnTo>
                  <a:pt x="205200" y="48750"/>
                </a:lnTo>
                <a:lnTo>
                  <a:pt x="205125" y="48600"/>
                </a:lnTo>
                <a:lnTo>
                  <a:pt x="205125" y="48450"/>
                </a:lnTo>
                <a:lnTo>
                  <a:pt x="205050" y="48300"/>
                </a:lnTo>
                <a:lnTo>
                  <a:pt x="205050" y="47925"/>
                </a:lnTo>
                <a:lnTo>
                  <a:pt x="204975" y="47775"/>
                </a:lnTo>
                <a:lnTo>
                  <a:pt x="204975" y="47625"/>
                </a:lnTo>
                <a:lnTo>
                  <a:pt x="204900" y="47475"/>
                </a:lnTo>
                <a:lnTo>
                  <a:pt x="204900" y="47325"/>
                </a:lnTo>
                <a:lnTo>
                  <a:pt x="204750" y="47025"/>
                </a:lnTo>
                <a:lnTo>
                  <a:pt x="204750" y="46875"/>
                </a:lnTo>
                <a:lnTo>
                  <a:pt x="204675" y="46725"/>
                </a:lnTo>
                <a:lnTo>
                  <a:pt x="204675" y="46575"/>
                </a:lnTo>
                <a:lnTo>
                  <a:pt x="204525" y="46275"/>
                </a:lnTo>
                <a:lnTo>
                  <a:pt x="204525" y="46125"/>
                </a:lnTo>
                <a:lnTo>
                  <a:pt x="204300" y="45675"/>
                </a:lnTo>
                <a:lnTo>
                  <a:pt x="204300" y="45525"/>
                </a:lnTo>
                <a:lnTo>
                  <a:pt x="204225" y="45450"/>
                </a:lnTo>
                <a:lnTo>
                  <a:pt x="204000" y="45000"/>
                </a:lnTo>
                <a:lnTo>
                  <a:pt x="204000" y="44850"/>
                </a:lnTo>
                <a:lnTo>
                  <a:pt x="203925" y="44775"/>
                </a:lnTo>
                <a:lnTo>
                  <a:pt x="203775" y="44475"/>
                </a:lnTo>
                <a:lnTo>
                  <a:pt x="203700" y="44400"/>
                </a:lnTo>
                <a:lnTo>
                  <a:pt x="203550" y="44100"/>
                </a:lnTo>
                <a:lnTo>
                  <a:pt x="203250" y="43650"/>
                </a:lnTo>
                <a:lnTo>
                  <a:pt x="203250" y="43575"/>
                </a:lnTo>
                <a:lnTo>
                  <a:pt x="203175" y="43500"/>
                </a:lnTo>
                <a:lnTo>
                  <a:pt x="203175" y="43425"/>
                </a:lnTo>
                <a:lnTo>
                  <a:pt x="202950" y="43200"/>
                </a:lnTo>
                <a:lnTo>
                  <a:pt x="202950" y="43125"/>
                </a:lnTo>
                <a:lnTo>
                  <a:pt x="202875" y="43050"/>
                </a:lnTo>
                <a:lnTo>
                  <a:pt x="202875" y="42975"/>
                </a:lnTo>
                <a:lnTo>
                  <a:pt x="202800" y="42900"/>
                </a:lnTo>
                <a:lnTo>
                  <a:pt x="202800" y="42825"/>
                </a:lnTo>
                <a:lnTo>
                  <a:pt x="202725" y="42825"/>
                </a:lnTo>
                <a:lnTo>
                  <a:pt x="202650" y="42750"/>
                </a:lnTo>
                <a:lnTo>
                  <a:pt x="202650" y="42675"/>
                </a:lnTo>
                <a:lnTo>
                  <a:pt x="202575" y="42600"/>
                </a:lnTo>
                <a:lnTo>
                  <a:pt x="202575" y="42525"/>
                </a:lnTo>
                <a:lnTo>
                  <a:pt x="202350" y="42300"/>
                </a:lnTo>
                <a:lnTo>
                  <a:pt x="202350" y="42225"/>
                </a:lnTo>
                <a:lnTo>
                  <a:pt x="202200" y="42000"/>
                </a:lnTo>
                <a:lnTo>
                  <a:pt x="202050" y="41850"/>
                </a:lnTo>
                <a:lnTo>
                  <a:pt x="201900" y="41550"/>
                </a:lnTo>
                <a:lnTo>
                  <a:pt x="201675" y="41325"/>
                </a:lnTo>
                <a:lnTo>
                  <a:pt x="201675" y="41250"/>
                </a:lnTo>
                <a:lnTo>
                  <a:pt x="201450" y="41025"/>
                </a:lnTo>
                <a:lnTo>
                  <a:pt x="201375" y="40875"/>
                </a:lnTo>
                <a:lnTo>
                  <a:pt x="201300" y="40875"/>
                </a:lnTo>
                <a:lnTo>
                  <a:pt x="201225" y="40725"/>
                </a:lnTo>
                <a:lnTo>
                  <a:pt x="201075" y="40575"/>
                </a:lnTo>
                <a:lnTo>
                  <a:pt x="201075" y="40500"/>
                </a:lnTo>
                <a:lnTo>
                  <a:pt x="200625" y="40050"/>
                </a:lnTo>
                <a:lnTo>
                  <a:pt x="200625" y="39975"/>
                </a:lnTo>
                <a:lnTo>
                  <a:pt x="200550" y="39900"/>
                </a:lnTo>
                <a:lnTo>
                  <a:pt x="200475" y="39900"/>
                </a:lnTo>
                <a:lnTo>
                  <a:pt x="200400" y="39750"/>
                </a:lnTo>
                <a:lnTo>
                  <a:pt x="200250" y="39600"/>
                </a:lnTo>
                <a:lnTo>
                  <a:pt x="200175" y="39600"/>
                </a:lnTo>
                <a:lnTo>
                  <a:pt x="200100" y="39450"/>
                </a:lnTo>
                <a:lnTo>
                  <a:pt x="199950" y="39375"/>
                </a:lnTo>
                <a:lnTo>
                  <a:pt x="199950" y="39300"/>
                </a:lnTo>
                <a:lnTo>
                  <a:pt x="199725" y="39075"/>
                </a:lnTo>
                <a:lnTo>
                  <a:pt x="199650" y="39075"/>
                </a:lnTo>
                <a:lnTo>
                  <a:pt x="199500" y="38925"/>
                </a:lnTo>
                <a:lnTo>
                  <a:pt x="199500" y="38850"/>
                </a:lnTo>
                <a:lnTo>
                  <a:pt x="199200" y="38700"/>
                </a:lnTo>
                <a:lnTo>
                  <a:pt x="199125" y="38550"/>
                </a:lnTo>
                <a:lnTo>
                  <a:pt x="198975" y="38475"/>
                </a:lnTo>
                <a:lnTo>
                  <a:pt x="198900" y="38475"/>
                </a:lnTo>
                <a:lnTo>
                  <a:pt x="198675" y="38250"/>
                </a:lnTo>
                <a:lnTo>
                  <a:pt x="198600" y="38250"/>
                </a:lnTo>
                <a:lnTo>
                  <a:pt x="198450" y="38100"/>
                </a:lnTo>
                <a:lnTo>
                  <a:pt x="198375" y="38100"/>
                </a:lnTo>
                <a:lnTo>
                  <a:pt x="198150" y="37875"/>
                </a:lnTo>
                <a:lnTo>
                  <a:pt x="198075" y="37875"/>
                </a:lnTo>
                <a:lnTo>
                  <a:pt x="198000" y="37800"/>
                </a:lnTo>
                <a:lnTo>
                  <a:pt x="197925" y="37800"/>
                </a:lnTo>
                <a:lnTo>
                  <a:pt x="197850" y="37725"/>
                </a:lnTo>
                <a:lnTo>
                  <a:pt x="197775" y="37725"/>
                </a:lnTo>
                <a:lnTo>
                  <a:pt x="197775" y="37650"/>
                </a:lnTo>
                <a:lnTo>
                  <a:pt x="197625" y="37650"/>
                </a:lnTo>
                <a:lnTo>
                  <a:pt x="197475" y="37500"/>
                </a:lnTo>
                <a:lnTo>
                  <a:pt x="196875" y="37275"/>
                </a:lnTo>
                <a:lnTo>
                  <a:pt x="196575" y="37125"/>
                </a:lnTo>
                <a:lnTo>
                  <a:pt x="196500" y="37125"/>
                </a:lnTo>
                <a:lnTo>
                  <a:pt x="195675" y="36825"/>
                </a:lnTo>
                <a:lnTo>
                  <a:pt x="195525" y="36825"/>
                </a:lnTo>
                <a:lnTo>
                  <a:pt x="195525" y="36750"/>
                </a:lnTo>
                <a:lnTo>
                  <a:pt x="195300" y="36750"/>
                </a:lnTo>
                <a:lnTo>
                  <a:pt x="195225" y="36675"/>
                </a:lnTo>
                <a:lnTo>
                  <a:pt x="195000" y="36675"/>
                </a:lnTo>
                <a:lnTo>
                  <a:pt x="194925" y="36600"/>
                </a:lnTo>
                <a:lnTo>
                  <a:pt x="194700" y="36600"/>
                </a:lnTo>
                <a:lnTo>
                  <a:pt x="194550" y="36525"/>
                </a:lnTo>
                <a:lnTo>
                  <a:pt x="194325" y="36525"/>
                </a:lnTo>
                <a:lnTo>
                  <a:pt x="194100" y="36450"/>
                </a:lnTo>
                <a:lnTo>
                  <a:pt x="193800" y="36450"/>
                </a:lnTo>
                <a:lnTo>
                  <a:pt x="193650" y="36375"/>
                </a:lnTo>
                <a:lnTo>
                  <a:pt x="193200" y="36375"/>
                </a:lnTo>
                <a:lnTo>
                  <a:pt x="193050" y="36300"/>
                </a:lnTo>
                <a:lnTo>
                  <a:pt x="192525" y="36300"/>
                </a:lnTo>
                <a:lnTo>
                  <a:pt x="192300" y="36225"/>
                </a:lnTo>
                <a:lnTo>
                  <a:pt x="191775" y="36225"/>
                </a:lnTo>
                <a:lnTo>
                  <a:pt x="191550" y="36150"/>
                </a:lnTo>
                <a:lnTo>
                  <a:pt x="190725" y="36150"/>
                </a:lnTo>
                <a:lnTo>
                  <a:pt x="190500" y="36075"/>
                </a:lnTo>
                <a:lnTo>
                  <a:pt x="189675" y="36075"/>
                </a:lnTo>
                <a:lnTo>
                  <a:pt x="189600" y="36000"/>
                </a:lnTo>
                <a:lnTo>
                  <a:pt x="188625" y="36000"/>
                </a:lnTo>
                <a:close/>
                <a:moveTo>
                  <a:pt x="235725" y="14250"/>
                </a:moveTo>
                <a:lnTo>
                  <a:pt x="235725" y="40275"/>
                </a:lnTo>
                <a:lnTo>
                  <a:pt x="235800" y="40350"/>
                </a:lnTo>
                <a:lnTo>
                  <a:pt x="235800" y="40950"/>
                </a:lnTo>
                <a:lnTo>
                  <a:pt x="235875" y="41100"/>
                </a:lnTo>
                <a:lnTo>
                  <a:pt x="235875" y="41325"/>
                </a:lnTo>
                <a:lnTo>
                  <a:pt x="235950" y="41475"/>
                </a:lnTo>
                <a:lnTo>
                  <a:pt x="235950" y="41700"/>
                </a:lnTo>
                <a:lnTo>
                  <a:pt x="236025" y="41850"/>
                </a:lnTo>
                <a:lnTo>
                  <a:pt x="236325" y="42825"/>
                </a:lnTo>
                <a:lnTo>
                  <a:pt x="236400" y="42900"/>
                </a:lnTo>
                <a:lnTo>
                  <a:pt x="236475" y="43050"/>
                </a:lnTo>
                <a:lnTo>
                  <a:pt x="236475" y="43125"/>
                </a:lnTo>
                <a:lnTo>
                  <a:pt x="236625" y="43350"/>
                </a:lnTo>
                <a:lnTo>
                  <a:pt x="236625" y="43425"/>
                </a:lnTo>
                <a:lnTo>
                  <a:pt x="236850" y="43725"/>
                </a:lnTo>
                <a:lnTo>
                  <a:pt x="236850" y="43800"/>
                </a:lnTo>
                <a:lnTo>
                  <a:pt x="237225" y="44250"/>
                </a:lnTo>
                <a:lnTo>
                  <a:pt x="237225" y="44325"/>
                </a:lnTo>
                <a:lnTo>
                  <a:pt x="238500" y="45600"/>
                </a:lnTo>
                <a:lnTo>
                  <a:pt x="238650" y="45600"/>
                </a:lnTo>
                <a:lnTo>
                  <a:pt x="238950" y="45900"/>
                </a:lnTo>
                <a:lnTo>
                  <a:pt x="239025" y="45900"/>
                </a:lnTo>
                <a:lnTo>
                  <a:pt x="239250" y="46050"/>
                </a:lnTo>
                <a:lnTo>
                  <a:pt x="239325" y="46050"/>
                </a:lnTo>
                <a:lnTo>
                  <a:pt x="239775" y="46350"/>
                </a:lnTo>
                <a:lnTo>
                  <a:pt x="239925" y="46350"/>
                </a:lnTo>
                <a:lnTo>
                  <a:pt x="240075" y="46500"/>
                </a:lnTo>
                <a:lnTo>
                  <a:pt x="240225" y="46500"/>
                </a:lnTo>
                <a:lnTo>
                  <a:pt x="240300" y="46575"/>
                </a:lnTo>
                <a:lnTo>
                  <a:pt x="240825" y="46725"/>
                </a:lnTo>
                <a:lnTo>
                  <a:pt x="240900" y="46800"/>
                </a:lnTo>
                <a:lnTo>
                  <a:pt x="241050" y="46800"/>
                </a:lnTo>
                <a:lnTo>
                  <a:pt x="241125" y="46875"/>
                </a:lnTo>
                <a:lnTo>
                  <a:pt x="241350" y="46875"/>
                </a:lnTo>
                <a:lnTo>
                  <a:pt x="241425" y="46950"/>
                </a:lnTo>
                <a:lnTo>
                  <a:pt x="241575" y="46950"/>
                </a:lnTo>
                <a:lnTo>
                  <a:pt x="241650" y="47025"/>
                </a:lnTo>
                <a:lnTo>
                  <a:pt x="241875" y="47025"/>
                </a:lnTo>
                <a:lnTo>
                  <a:pt x="242025" y="47100"/>
                </a:lnTo>
                <a:lnTo>
                  <a:pt x="242325" y="47100"/>
                </a:lnTo>
                <a:lnTo>
                  <a:pt x="242475" y="47175"/>
                </a:lnTo>
                <a:lnTo>
                  <a:pt x="243000" y="47175"/>
                </a:lnTo>
                <a:lnTo>
                  <a:pt x="243150" y="47250"/>
                </a:lnTo>
                <a:lnTo>
                  <a:pt x="244725" y="47250"/>
                </a:lnTo>
                <a:lnTo>
                  <a:pt x="244875" y="47175"/>
                </a:lnTo>
                <a:lnTo>
                  <a:pt x="245400" y="47175"/>
                </a:lnTo>
                <a:lnTo>
                  <a:pt x="245550" y="47100"/>
                </a:lnTo>
                <a:lnTo>
                  <a:pt x="245850" y="47100"/>
                </a:lnTo>
                <a:lnTo>
                  <a:pt x="246000" y="47025"/>
                </a:lnTo>
                <a:lnTo>
                  <a:pt x="246225" y="47025"/>
                </a:lnTo>
                <a:lnTo>
                  <a:pt x="246300" y="46950"/>
                </a:lnTo>
                <a:lnTo>
                  <a:pt x="246450" y="46950"/>
                </a:lnTo>
                <a:lnTo>
                  <a:pt x="246525" y="46875"/>
                </a:lnTo>
                <a:lnTo>
                  <a:pt x="246750" y="46875"/>
                </a:lnTo>
                <a:lnTo>
                  <a:pt x="246825" y="46800"/>
                </a:lnTo>
                <a:lnTo>
                  <a:pt x="246975" y="46800"/>
                </a:lnTo>
                <a:lnTo>
                  <a:pt x="247050" y="46725"/>
                </a:lnTo>
                <a:lnTo>
                  <a:pt x="247575" y="46575"/>
                </a:lnTo>
                <a:lnTo>
                  <a:pt x="247650" y="46500"/>
                </a:lnTo>
                <a:lnTo>
                  <a:pt x="247800" y="46500"/>
                </a:lnTo>
                <a:lnTo>
                  <a:pt x="247950" y="46350"/>
                </a:lnTo>
                <a:lnTo>
                  <a:pt x="248100" y="46350"/>
                </a:lnTo>
                <a:lnTo>
                  <a:pt x="248550" y="46050"/>
                </a:lnTo>
                <a:lnTo>
                  <a:pt x="248625" y="46050"/>
                </a:lnTo>
                <a:lnTo>
                  <a:pt x="248700" y="45975"/>
                </a:lnTo>
                <a:lnTo>
                  <a:pt x="248850" y="45900"/>
                </a:lnTo>
                <a:lnTo>
                  <a:pt x="248925" y="45900"/>
                </a:lnTo>
                <a:lnTo>
                  <a:pt x="249225" y="45600"/>
                </a:lnTo>
                <a:lnTo>
                  <a:pt x="249375" y="45600"/>
                </a:lnTo>
                <a:lnTo>
                  <a:pt x="250650" y="44325"/>
                </a:lnTo>
                <a:lnTo>
                  <a:pt x="250650" y="44250"/>
                </a:lnTo>
                <a:lnTo>
                  <a:pt x="251025" y="43800"/>
                </a:lnTo>
                <a:lnTo>
                  <a:pt x="251025" y="43725"/>
                </a:lnTo>
                <a:lnTo>
                  <a:pt x="251250" y="43425"/>
                </a:lnTo>
                <a:lnTo>
                  <a:pt x="251250" y="43350"/>
                </a:lnTo>
                <a:lnTo>
                  <a:pt x="251400" y="43125"/>
                </a:lnTo>
                <a:lnTo>
                  <a:pt x="251400" y="43050"/>
                </a:lnTo>
                <a:lnTo>
                  <a:pt x="251475" y="42900"/>
                </a:lnTo>
                <a:lnTo>
                  <a:pt x="251550" y="42825"/>
                </a:lnTo>
                <a:lnTo>
                  <a:pt x="251550" y="42750"/>
                </a:lnTo>
                <a:lnTo>
                  <a:pt x="251925" y="41700"/>
                </a:lnTo>
                <a:lnTo>
                  <a:pt x="251925" y="41475"/>
                </a:lnTo>
                <a:lnTo>
                  <a:pt x="252000" y="41325"/>
                </a:lnTo>
                <a:lnTo>
                  <a:pt x="252000" y="41100"/>
                </a:lnTo>
                <a:lnTo>
                  <a:pt x="252075" y="40950"/>
                </a:lnTo>
                <a:lnTo>
                  <a:pt x="252075" y="40350"/>
                </a:lnTo>
                <a:lnTo>
                  <a:pt x="252150" y="40275"/>
                </a:lnTo>
                <a:lnTo>
                  <a:pt x="252150" y="14250"/>
                </a:lnTo>
                <a:lnTo>
                  <a:pt x="257850" y="14250"/>
                </a:lnTo>
                <a:lnTo>
                  <a:pt x="257850" y="52500"/>
                </a:lnTo>
                <a:lnTo>
                  <a:pt x="252150" y="52500"/>
                </a:lnTo>
                <a:lnTo>
                  <a:pt x="252150" y="50175"/>
                </a:lnTo>
                <a:lnTo>
                  <a:pt x="252075" y="50250"/>
                </a:lnTo>
                <a:lnTo>
                  <a:pt x="252000" y="50250"/>
                </a:lnTo>
                <a:lnTo>
                  <a:pt x="251850" y="50325"/>
                </a:lnTo>
                <a:lnTo>
                  <a:pt x="251850" y="50400"/>
                </a:lnTo>
                <a:lnTo>
                  <a:pt x="251250" y="50700"/>
                </a:lnTo>
                <a:lnTo>
                  <a:pt x="251175" y="50775"/>
                </a:lnTo>
                <a:lnTo>
                  <a:pt x="251100" y="50775"/>
                </a:lnTo>
                <a:lnTo>
                  <a:pt x="251025" y="50850"/>
                </a:lnTo>
                <a:lnTo>
                  <a:pt x="250425" y="51150"/>
                </a:lnTo>
                <a:lnTo>
                  <a:pt x="250350" y="51150"/>
                </a:lnTo>
                <a:lnTo>
                  <a:pt x="249900" y="51375"/>
                </a:lnTo>
                <a:lnTo>
                  <a:pt x="249825" y="51375"/>
                </a:lnTo>
                <a:lnTo>
                  <a:pt x="249750" y="51450"/>
                </a:lnTo>
                <a:lnTo>
                  <a:pt x="249675" y="51450"/>
                </a:lnTo>
                <a:lnTo>
                  <a:pt x="249525" y="51525"/>
                </a:lnTo>
                <a:lnTo>
                  <a:pt x="249375" y="51525"/>
                </a:lnTo>
                <a:lnTo>
                  <a:pt x="249375" y="51600"/>
                </a:lnTo>
                <a:lnTo>
                  <a:pt x="249150" y="51600"/>
                </a:lnTo>
                <a:lnTo>
                  <a:pt x="248700" y="51825"/>
                </a:lnTo>
                <a:lnTo>
                  <a:pt x="248475" y="51825"/>
                </a:lnTo>
                <a:lnTo>
                  <a:pt x="248175" y="51975"/>
                </a:lnTo>
                <a:lnTo>
                  <a:pt x="247950" y="51975"/>
                </a:lnTo>
                <a:lnTo>
                  <a:pt x="247800" y="52050"/>
                </a:lnTo>
                <a:lnTo>
                  <a:pt x="247575" y="52050"/>
                </a:lnTo>
                <a:lnTo>
                  <a:pt x="247575" y="52125"/>
                </a:lnTo>
                <a:lnTo>
                  <a:pt x="247275" y="52125"/>
                </a:lnTo>
                <a:lnTo>
                  <a:pt x="247200" y="52200"/>
                </a:lnTo>
                <a:lnTo>
                  <a:pt x="246825" y="52200"/>
                </a:lnTo>
                <a:lnTo>
                  <a:pt x="246675" y="52275"/>
                </a:lnTo>
                <a:lnTo>
                  <a:pt x="246525" y="52275"/>
                </a:lnTo>
                <a:lnTo>
                  <a:pt x="246375" y="52350"/>
                </a:lnTo>
                <a:lnTo>
                  <a:pt x="245925" y="52350"/>
                </a:lnTo>
                <a:lnTo>
                  <a:pt x="245775" y="52425"/>
                </a:lnTo>
                <a:lnTo>
                  <a:pt x="245025" y="52425"/>
                </a:lnTo>
                <a:lnTo>
                  <a:pt x="245025" y="52500"/>
                </a:lnTo>
                <a:lnTo>
                  <a:pt x="242850" y="52500"/>
                </a:lnTo>
                <a:lnTo>
                  <a:pt x="242850" y="52425"/>
                </a:lnTo>
                <a:lnTo>
                  <a:pt x="242100" y="52425"/>
                </a:lnTo>
                <a:lnTo>
                  <a:pt x="241950" y="52350"/>
                </a:lnTo>
                <a:lnTo>
                  <a:pt x="241500" y="52350"/>
                </a:lnTo>
                <a:lnTo>
                  <a:pt x="241350" y="52275"/>
                </a:lnTo>
                <a:lnTo>
                  <a:pt x="241200" y="52275"/>
                </a:lnTo>
                <a:lnTo>
                  <a:pt x="241050" y="52200"/>
                </a:lnTo>
                <a:lnTo>
                  <a:pt x="240675" y="52200"/>
                </a:lnTo>
                <a:lnTo>
                  <a:pt x="240600" y="52125"/>
                </a:lnTo>
                <a:lnTo>
                  <a:pt x="240300" y="52125"/>
                </a:lnTo>
                <a:lnTo>
                  <a:pt x="240300" y="52050"/>
                </a:lnTo>
                <a:lnTo>
                  <a:pt x="240075" y="52050"/>
                </a:lnTo>
                <a:lnTo>
                  <a:pt x="239925" y="51975"/>
                </a:lnTo>
                <a:lnTo>
                  <a:pt x="239700" y="51975"/>
                </a:lnTo>
                <a:lnTo>
                  <a:pt x="239400" y="51825"/>
                </a:lnTo>
                <a:lnTo>
                  <a:pt x="239175" y="51825"/>
                </a:lnTo>
                <a:lnTo>
                  <a:pt x="238725" y="51600"/>
                </a:lnTo>
                <a:lnTo>
                  <a:pt x="238500" y="51600"/>
                </a:lnTo>
                <a:lnTo>
                  <a:pt x="238500" y="51525"/>
                </a:lnTo>
                <a:lnTo>
                  <a:pt x="238350" y="51525"/>
                </a:lnTo>
                <a:lnTo>
                  <a:pt x="238200" y="51450"/>
                </a:lnTo>
                <a:lnTo>
                  <a:pt x="238125" y="51450"/>
                </a:lnTo>
                <a:lnTo>
                  <a:pt x="238050" y="51375"/>
                </a:lnTo>
                <a:lnTo>
                  <a:pt x="237975" y="51375"/>
                </a:lnTo>
                <a:lnTo>
                  <a:pt x="237525" y="51150"/>
                </a:lnTo>
                <a:lnTo>
                  <a:pt x="237450" y="51150"/>
                </a:lnTo>
                <a:lnTo>
                  <a:pt x="236850" y="50850"/>
                </a:lnTo>
                <a:lnTo>
                  <a:pt x="236775" y="50775"/>
                </a:lnTo>
                <a:lnTo>
                  <a:pt x="236700" y="50775"/>
                </a:lnTo>
                <a:lnTo>
                  <a:pt x="236625" y="50700"/>
                </a:lnTo>
                <a:lnTo>
                  <a:pt x="236025" y="50400"/>
                </a:lnTo>
                <a:lnTo>
                  <a:pt x="236025" y="50325"/>
                </a:lnTo>
                <a:lnTo>
                  <a:pt x="235875" y="50250"/>
                </a:lnTo>
                <a:lnTo>
                  <a:pt x="235800" y="50250"/>
                </a:lnTo>
                <a:lnTo>
                  <a:pt x="235725" y="50175"/>
                </a:lnTo>
                <a:lnTo>
                  <a:pt x="235650" y="50175"/>
                </a:lnTo>
                <a:lnTo>
                  <a:pt x="235425" y="49950"/>
                </a:lnTo>
                <a:lnTo>
                  <a:pt x="235350" y="49950"/>
                </a:lnTo>
                <a:lnTo>
                  <a:pt x="235275" y="49875"/>
                </a:lnTo>
                <a:lnTo>
                  <a:pt x="235200" y="49875"/>
                </a:lnTo>
                <a:lnTo>
                  <a:pt x="235125" y="49725"/>
                </a:lnTo>
                <a:lnTo>
                  <a:pt x="235050" y="49725"/>
                </a:lnTo>
                <a:lnTo>
                  <a:pt x="234975" y="49650"/>
                </a:lnTo>
                <a:lnTo>
                  <a:pt x="234900" y="49650"/>
                </a:lnTo>
                <a:lnTo>
                  <a:pt x="234825" y="49500"/>
                </a:lnTo>
                <a:lnTo>
                  <a:pt x="234750" y="49500"/>
                </a:lnTo>
                <a:lnTo>
                  <a:pt x="234675" y="49425"/>
                </a:lnTo>
                <a:lnTo>
                  <a:pt x="234600" y="49425"/>
                </a:lnTo>
                <a:lnTo>
                  <a:pt x="234525" y="49275"/>
                </a:lnTo>
                <a:lnTo>
                  <a:pt x="234450" y="49275"/>
                </a:lnTo>
                <a:lnTo>
                  <a:pt x="234225" y="49050"/>
                </a:lnTo>
                <a:lnTo>
                  <a:pt x="234075" y="48975"/>
                </a:lnTo>
                <a:lnTo>
                  <a:pt x="234075" y="48900"/>
                </a:lnTo>
                <a:lnTo>
                  <a:pt x="233925" y="48825"/>
                </a:lnTo>
                <a:lnTo>
                  <a:pt x="233925" y="48750"/>
                </a:lnTo>
                <a:lnTo>
                  <a:pt x="233775" y="48675"/>
                </a:lnTo>
                <a:lnTo>
                  <a:pt x="233700" y="48525"/>
                </a:lnTo>
                <a:lnTo>
                  <a:pt x="233625" y="48525"/>
                </a:lnTo>
                <a:lnTo>
                  <a:pt x="233400" y="48300"/>
                </a:lnTo>
                <a:lnTo>
                  <a:pt x="233400" y="48225"/>
                </a:lnTo>
                <a:lnTo>
                  <a:pt x="233250" y="48150"/>
                </a:lnTo>
                <a:lnTo>
                  <a:pt x="233175" y="48000"/>
                </a:lnTo>
                <a:lnTo>
                  <a:pt x="233100" y="48000"/>
                </a:lnTo>
                <a:lnTo>
                  <a:pt x="232800" y="47550"/>
                </a:lnTo>
                <a:lnTo>
                  <a:pt x="232725" y="47550"/>
                </a:lnTo>
                <a:lnTo>
                  <a:pt x="232575" y="47250"/>
                </a:lnTo>
                <a:lnTo>
                  <a:pt x="232500" y="47250"/>
                </a:lnTo>
                <a:lnTo>
                  <a:pt x="232350" y="46950"/>
                </a:lnTo>
                <a:lnTo>
                  <a:pt x="232275" y="46950"/>
                </a:lnTo>
                <a:lnTo>
                  <a:pt x="232125" y="46650"/>
                </a:lnTo>
                <a:lnTo>
                  <a:pt x="232050" y="46650"/>
                </a:lnTo>
                <a:lnTo>
                  <a:pt x="231900" y="46350"/>
                </a:lnTo>
                <a:lnTo>
                  <a:pt x="231900" y="46275"/>
                </a:lnTo>
                <a:lnTo>
                  <a:pt x="231750" y="46125"/>
                </a:lnTo>
                <a:lnTo>
                  <a:pt x="231525" y="45675"/>
                </a:lnTo>
                <a:lnTo>
                  <a:pt x="231375" y="45525"/>
                </a:lnTo>
                <a:lnTo>
                  <a:pt x="231375" y="45450"/>
                </a:lnTo>
                <a:lnTo>
                  <a:pt x="231225" y="45150"/>
                </a:lnTo>
                <a:lnTo>
                  <a:pt x="231225" y="45075"/>
                </a:lnTo>
                <a:lnTo>
                  <a:pt x="231150" y="45000"/>
                </a:lnTo>
                <a:lnTo>
                  <a:pt x="231150" y="44925"/>
                </a:lnTo>
                <a:lnTo>
                  <a:pt x="230700" y="43875"/>
                </a:lnTo>
                <a:lnTo>
                  <a:pt x="230700" y="43800"/>
                </a:lnTo>
                <a:lnTo>
                  <a:pt x="230625" y="43650"/>
                </a:lnTo>
                <a:lnTo>
                  <a:pt x="230625" y="43500"/>
                </a:lnTo>
                <a:lnTo>
                  <a:pt x="230550" y="43425"/>
                </a:lnTo>
                <a:lnTo>
                  <a:pt x="230550" y="43275"/>
                </a:lnTo>
                <a:lnTo>
                  <a:pt x="230400" y="42900"/>
                </a:lnTo>
                <a:lnTo>
                  <a:pt x="230400" y="42675"/>
                </a:lnTo>
                <a:lnTo>
                  <a:pt x="230325" y="42525"/>
                </a:lnTo>
                <a:lnTo>
                  <a:pt x="230325" y="42300"/>
                </a:lnTo>
                <a:lnTo>
                  <a:pt x="230250" y="42225"/>
                </a:lnTo>
                <a:lnTo>
                  <a:pt x="230250" y="41850"/>
                </a:lnTo>
                <a:lnTo>
                  <a:pt x="230175" y="41700"/>
                </a:lnTo>
                <a:lnTo>
                  <a:pt x="230175" y="41400"/>
                </a:lnTo>
                <a:lnTo>
                  <a:pt x="230100" y="41250"/>
                </a:lnTo>
                <a:lnTo>
                  <a:pt x="230100" y="40575"/>
                </a:lnTo>
                <a:lnTo>
                  <a:pt x="230025" y="40425"/>
                </a:lnTo>
                <a:lnTo>
                  <a:pt x="230025" y="14250"/>
                </a:lnTo>
                <a:close/>
                <a:moveTo>
                  <a:pt x="269400" y="55875"/>
                </a:moveTo>
                <a:lnTo>
                  <a:pt x="269325" y="56100"/>
                </a:lnTo>
                <a:lnTo>
                  <a:pt x="269325" y="56850"/>
                </a:lnTo>
                <a:lnTo>
                  <a:pt x="269250" y="57000"/>
                </a:lnTo>
                <a:lnTo>
                  <a:pt x="269250" y="57525"/>
                </a:lnTo>
                <a:lnTo>
                  <a:pt x="269175" y="57675"/>
                </a:lnTo>
                <a:lnTo>
                  <a:pt x="269175" y="57900"/>
                </a:lnTo>
                <a:lnTo>
                  <a:pt x="269100" y="57975"/>
                </a:lnTo>
                <a:lnTo>
                  <a:pt x="269100" y="58200"/>
                </a:lnTo>
                <a:lnTo>
                  <a:pt x="268950" y="58575"/>
                </a:lnTo>
                <a:lnTo>
                  <a:pt x="268950" y="58800"/>
                </a:lnTo>
                <a:lnTo>
                  <a:pt x="268875" y="58875"/>
                </a:lnTo>
                <a:lnTo>
                  <a:pt x="268875" y="59025"/>
                </a:lnTo>
                <a:lnTo>
                  <a:pt x="268800" y="59100"/>
                </a:lnTo>
                <a:lnTo>
                  <a:pt x="268800" y="59250"/>
                </a:lnTo>
                <a:lnTo>
                  <a:pt x="268725" y="59400"/>
                </a:lnTo>
                <a:lnTo>
                  <a:pt x="268725" y="59475"/>
                </a:lnTo>
                <a:lnTo>
                  <a:pt x="268575" y="59700"/>
                </a:lnTo>
                <a:lnTo>
                  <a:pt x="268575" y="59850"/>
                </a:lnTo>
                <a:lnTo>
                  <a:pt x="268500" y="59925"/>
                </a:lnTo>
                <a:lnTo>
                  <a:pt x="268350" y="60225"/>
                </a:lnTo>
                <a:lnTo>
                  <a:pt x="268350" y="60300"/>
                </a:lnTo>
                <a:lnTo>
                  <a:pt x="268200" y="60675"/>
                </a:lnTo>
                <a:lnTo>
                  <a:pt x="268125" y="60675"/>
                </a:lnTo>
                <a:lnTo>
                  <a:pt x="267975" y="61050"/>
                </a:lnTo>
                <a:lnTo>
                  <a:pt x="267900" y="61050"/>
                </a:lnTo>
                <a:lnTo>
                  <a:pt x="267825" y="61200"/>
                </a:lnTo>
                <a:lnTo>
                  <a:pt x="267825" y="61275"/>
                </a:lnTo>
                <a:lnTo>
                  <a:pt x="267750" y="61425"/>
                </a:lnTo>
                <a:lnTo>
                  <a:pt x="267675" y="61425"/>
                </a:lnTo>
                <a:lnTo>
                  <a:pt x="267525" y="61800"/>
                </a:lnTo>
                <a:lnTo>
                  <a:pt x="267450" y="61800"/>
                </a:lnTo>
                <a:lnTo>
                  <a:pt x="267375" y="61950"/>
                </a:lnTo>
                <a:lnTo>
                  <a:pt x="267300" y="61950"/>
                </a:lnTo>
                <a:lnTo>
                  <a:pt x="267225" y="62100"/>
                </a:lnTo>
                <a:lnTo>
                  <a:pt x="267225" y="62175"/>
                </a:lnTo>
                <a:lnTo>
                  <a:pt x="267075" y="62250"/>
                </a:lnTo>
                <a:lnTo>
                  <a:pt x="267075" y="62325"/>
                </a:lnTo>
                <a:lnTo>
                  <a:pt x="267000" y="62475"/>
                </a:lnTo>
                <a:lnTo>
                  <a:pt x="266925" y="62475"/>
                </a:lnTo>
                <a:lnTo>
                  <a:pt x="266850" y="62625"/>
                </a:lnTo>
                <a:lnTo>
                  <a:pt x="266775" y="62625"/>
                </a:lnTo>
                <a:lnTo>
                  <a:pt x="266700" y="62775"/>
                </a:lnTo>
                <a:lnTo>
                  <a:pt x="265875" y="63600"/>
                </a:lnTo>
                <a:lnTo>
                  <a:pt x="265725" y="63675"/>
                </a:lnTo>
                <a:lnTo>
                  <a:pt x="265725" y="63750"/>
                </a:lnTo>
                <a:lnTo>
                  <a:pt x="265575" y="63825"/>
                </a:lnTo>
                <a:lnTo>
                  <a:pt x="265425" y="63975"/>
                </a:lnTo>
                <a:lnTo>
                  <a:pt x="265350" y="63975"/>
                </a:lnTo>
                <a:lnTo>
                  <a:pt x="265275" y="64125"/>
                </a:lnTo>
                <a:lnTo>
                  <a:pt x="265200" y="64125"/>
                </a:lnTo>
                <a:lnTo>
                  <a:pt x="265050" y="64200"/>
                </a:lnTo>
                <a:lnTo>
                  <a:pt x="265050" y="64275"/>
                </a:lnTo>
                <a:lnTo>
                  <a:pt x="264900" y="64350"/>
                </a:lnTo>
                <a:lnTo>
                  <a:pt x="264750" y="64500"/>
                </a:lnTo>
                <a:lnTo>
                  <a:pt x="264675" y="64500"/>
                </a:lnTo>
                <a:lnTo>
                  <a:pt x="264525" y="64575"/>
                </a:lnTo>
                <a:lnTo>
                  <a:pt x="264525" y="64650"/>
                </a:lnTo>
                <a:lnTo>
                  <a:pt x="264375" y="64725"/>
                </a:lnTo>
                <a:lnTo>
                  <a:pt x="264300" y="64725"/>
                </a:lnTo>
                <a:lnTo>
                  <a:pt x="264150" y="64875"/>
                </a:lnTo>
                <a:lnTo>
                  <a:pt x="264000" y="64950"/>
                </a:lnTo>
                <a:lnTo>
                  <a:pt x="263925" y="64950"/>
                </a:lnTo>
                <a:lnTo>
                  <a:pt x="263775" y="65100"/>
                </a:lnTo>
                <a:lnTo>
                  <a:pt x="263025" y="65400"/>
                </a:lnTo>
                <a:lnTo>
                  <a:pt x="263025" y="65475"/>
                </a:lnTo>
                <a:lnTo>
                  <a:pt x="262875" y="65550"/>
                </a:lnTo>
                <a:lnTo>
                  <a:pt x="262575" y="65625"/>
                </a:lnTo>
                <a:lnTo>
                  <a:pt x="262275" y="65775"/>
                </a:lnTo>
                <a:lnTo>
                  <a:pt x="261975" y="65850"/>
                </a:lnTo>
                <a:lnTo>
                  <a:pt x="261000" y="66225"/>
                </a:lnTo>
                <a:lnTo>
                  <a:pt x="260775" y="66225"/>
                </a:lnTo>
                <a:lnTo>
                  <a:pt x="260775" y="66300"/>
                </a:lnTo>
                <a:lnTo>
                  <a:pt x="260550" y="66300"/>
                </a:lnTo>
                <a:lnTo>
                  <a:pt x="260400" y="66375"/>
                </a:lnTo>
                <a:lnTo>
                  <a:pt x="260175" y="66375"/>
                </a:lnTo>
                <a:lnTo>
                  <a:pt x="260100" y="66450"/>
                </a:lnTo>
                <a:lnTo>
                  <a:pt x="259875" y="66450"/>
                </a:lnTo>
                <a:lnTo>
                  <a:pt x="259725" y="66525"/>
                </a:lnTo>
                <a:lnTo>
                  <a:pt x="259500" y="66525"/>
                </a:lnTo>
                <a:lnTo>
                  <a:pt x="259275" y="66600"/>
                </a:lnTo>
                <a:lnTo>
                  <a:pt x="258825" y="66600"/>
                </a:lnTo>
                <a:lnTo>
                  <a:pt x="258675" y="66675"/>
                </a:lnTo>
                <a:lnTo>
                  <a:pt x="258150" y="66675"/>
                </a:lnTo>
                <a:lnTo>
                  <a:pt x="258000" y="66750"/>
                </a:lnTo>
                <a:lnTo>
                  <a:pt x="255900" y="66750"/>
                </a:lnTo>
                <a:lnTo>
                  <a:pt x="255750" y="66675"/>
                </a:lnTo>
                <a:lnTo>
                  <a:pt x="255225" y="66675"/>
                </a:lnTo>
                <a:lnTo>
                  <a:pt x="255075" y="66600"/>
                </a:lnTo>
                <a:lnTo>
                  <a:pt x="254550" y="66600"/>
                </a:lnTo>
                <a:lnTo>
                  <a:pt x="254400" y="66525"/>
                </a:lnTo>
                <a:lnTo>
                  <a:pt x="254100" y="66525"/>
                </a:lnTo>
                <a:lnTo>
                  <a:pt x="253950" y="66450"/>
                </a:lnTo>
                <a:lnTo>
                  <a:pt x="253725" y="66450"/>
                </a:lnTo>
                <a:lnTo>
                  <a:pt x="253650" y="66375"/>
                </a:lnTo>
                <a:lnTo>
                  <a:pt x="253425" y="66375"/>
                </a:lnTo>
                <a:lnTo>
                  <a:pt x="253050" y="66225"/>
                </a:lnTo>
                <a:lnTo>
                  <a:pt x="252750" y="66225"/>
                </a:lnTo>
                <a:lnTo>
                  <a:pt x="250800" y="65550"/>
                </a:lnTo>
                <a:lnTo>
                  <a:pt x="250800" y="65475"/>
                </a:lnTo>
                <a:lnTo>
                  <a:pt x="250425" y="65325"/>
                </a:lnTo>
                <a:lnTo>
                  <a:pt x="250125" y="65250"/>
                </a:lnTo>
                <a:lnTo>
                  <a:pt x="249975" y="65100"/>
                </a:lnTo>
                <a:lnTo>
                  <a:pt x="249675" y="65025"/>
                </a:lnTo>
                <a:lnTo>
                  <a:pt x="249525" y="64950"/>
                </a:lnTo>
                <a:lnTo>
                  <a:pt x="249525" y="64875"/>
                </a:lnTo>
                <a:lnTo>
                  <a:pt x="249075" y="64725"/>
                </a:lnTo>
                <a:lnTo>
                  <a:pt x="249075" y="64650"/>
                </a:lnTo>
                <a:lnTo>
                  <a:pt x="248925" y="64575"/>
                </a:lnTo>
                <a:lnTo>
                  <a:pt x="248850" y="64575"/>
                </a:lnTo>
                <a:lnTo>
                  <a:pt x="248700" y="64425"/>
                </a:lnTo>
                <a:lnTo>
                  <a:pt x="248625" y="64425"/>
                </a:lnTo>
                <a:lnTo>
                  <a:pt x="248475" y="64350"/>
                </a:lnTo>
                <a:lnTo>
                  <a:pt x="248475" y="64275"/>
                </a:lnTo>
                <a:lnTo>
                  <a:pt x="248250" y="64200"/>
                </a:lnTo>
                <a:lnTo>
                  <a:pt x="248100" y="64050"/>
                </a:lnTo>
                <a:lnTo>
                  <a:pt x="248025" y="64050"/>
                </a:lnTo>
                <a:lnTo>
                  <a:pt x="247875" y="63900"/>
                </a:lnTo>
                <a:lnTo>
                  <a:pt x="247650" y="63825"/>
                </a:lnTo>
                <a:lnTo>
                  <a:pt x="247650" y="63750"/>
                </a:lnTo>
                <a:lnTo>
                  <a:pt x="247275" y="63525"/>
                </a:lnTo>
                <a:lnTo>
                  <a:pt x="247275" y="63450"/>
                </a:lnTo>
                <a:lnTo>
                  <a:pt x="246900" y="63225"/>
                </a:lnTo>
                <a:lnTo>
                  <a:pt x="246900" y="63150"/>
                </a:lnTo>
                <a:lnTo>
                  <a:pt x="246675" y="63075"/>
                </a:lnTo>
                <a:lnTo>
                  <a:pt x="246675" y="63000"/>
                </a:lnTo>
                <a:lnTo>
                  <a:pt x="246525" y="62850"/>
                </a:lnTo>
                <a:lnTo>
                  <a:pt x="246450" y="62850"/>
                </a:lnTo>
                <a:lnTo>
                  <a:pt x="246150" y="62550"/>
                </a:lnTo>
                <a:lnTo>
                  <a:pt x="245925" y="62400"/>
                </a:lnTo>
                <a:lnTo>
                  <a:pt x="245925" y="62325"/>
                </a:lnTo>
                <a:lnTo>
                  <a:pt x="245775" y="62250"/>
                </a:lnTo>
                <a:lnTo>
                  <a:pt x="245775" y="62175"/>
                </a:lnTo>
                <a:lnTo>
                  <a:pt x="245625" y="62025"/>
                </a:lnTo>
                <a:lnTo>
                  <a:pt x="245550" y="62025"/>
                </a:lnTo>
                <a:lnTo>
                  <a:pt x="245400" y="61875"/>
                </a:lnTo>
                <a:lnTo>
                  <a:pt x="245400" y="61800"/>
                </a:lnTo>
                <a:lnTo>
                  <a:pt x="245250" y="61650"/>
                </a:lnTo>
                <a:lnTo>
                  <a:pt x="249525" y="58200"/>
                </a:lnTo>
                <a:lnTo>
                  <a:pt x="249675" y="58350"/>
                </a:lnTo>
                <a:lnTo>
                  <a:pt x="249750" y="58500"/>
                </a:lnTo>
                <a:lnTo>
                  <a:pt x="249900" y="58575"/>
                </a:lnTo>
                <a:lnTo>
                  <a:pt x="250350" y="59025"/>
                </a:lnTo>
                <a:lnTo>
                  <a:pt x="250500" y="59100"/>
                </a:lnTo>
                <a:lnTo>
                  <a:pt x="250725" y="59325"/>
                </a:lnTo>
                <a:lnTo>
                  <a:pt x="250875" y="59400"/>
                </a:lnTo>
                <a:lnTo>
                  <a:pt x="251025" y="59550"/>
                </a:lnTo>
                <a:lnTo>
                  <a:pt x="251550" y="59850"/>
                </a:lnTo>
                <a:lnTo>
                  <a:pt x="251775" y="60075"/>
                </a:lnTo>
                <a:lnTo>
                  <a:pt x="252225" y="60300"/>
                </a:lnTo>
                <a:lnTo>
                  <a:pt x="252300" y="60375"/>
                </a:lnTo>
                <a:lnTo>
                  <a:pt x="252450" y="60450"/>
                </a:lnTo>
                <a:lnTo>
                  <a:pt x="252600" y="60450"/>
                </a:lnTo>
                <a:lnTo>
                  <a:pt x="253125" y="60750"/>
                </a:lnTo>
                <a:lnTo>
                  <a:pt x="253275" y="60750"/>
                </a:lnTo>
                <a:lnTo>
                  <a:pt x="253725" y="60975"/>
                </a:lnTo>
                <a:lnTo>
                  <a:pt x="253800" y="60975"/>
                </a:lnTo>
                <a:lnTo>
                  <a:pt x="253950" y="61050"/>
                </a:lnTo>
                <a:lnTo>
                  <a:pt x="254100" y="61050"/>
                </a:lnTo>
                <a:lnTo>
                  <a:pt x="254250" y="61125"/>
                </a:lnTo>
                <a:lnTo>
                  <a:pt x="254400" y="61125"/>
                </a:lnTo>
                <a:lnTo>
                  <a:pt x="254550" y="61200"/>
                </a:lnTo>
                <a:lnTo>
                  <a:pt x="254700" y="61200"/>
                </a:lnTo>
                <a:lnTo>
                  <a:pt x="254775" y="61275"/>
                </a:lnTo>
                <a:lnTo>
                  <a:pt x="254925" y="61275"/>
                </a:lnTo>
                <a:lnTo>
                  <a:pt x="255075" y="61350"/>
                </a:lnTo>
                <a:lnTo>
                  <a:pt x="255375" y="61350"/>
                </a:lnTo>
                <a:lnTo>
                  <a:pt x="255525" y="61425"/>
                </a:lnTo>
                <a:lnTo>
                  <a:pt x="256050" y="61425"/>
                </a:lnTo>
                <a:lnTo>
                  <a:pt x="256200" y="61500"/>
                </a:lnTo>
                <a:lnTo>
                  <a:pt x="257700" y="61500"/>
                </a:lnTo>
                <a:lnTo>
                  <a:pt x="257850" y="61425"/>
                </a:lnTo>
                <a:lnTo>
                  <a:pt x="258300" y="61425"/>
                </a:lnTo>
                <a:lnTo>
                  <a:pt x="258450" y="61350"/>
                </a:lnTo>
                <a:lnTo>
                  <a:pt x="258675" y="61350"/>
                </a:lnTo>
                <a:lnTo>
                  <a:pt x="258825" y="61275"/>
                </a:lnTo>
                <a:lnTo>
                  <a:pt x="259050" y="61275"/>
                </a:lnTo>
                <a:lnTo>
                  <a:pt x="259200" y="61200"/>
                </a:lnTo>
                <a:lnTo>
                  <a:pt x="259350" y="61200"/>
                </a:lnTo>
                <a:lnTo>
                  <a:pt x="259425" y="61125"/>
                </a:lnTo>
                <a:lnTo>
                  <a:pt x="259575" y="61125"/>
                </a:lnTo>
                <a:lnTo>
                  <a:pt x="259650" y="61050"/>
                </a:lnTo>
                <a:lnTo>
                  <a:pt x="259800" y="61050"/>
                </a:lnTo>
                <a:lnTo>
                  <a:pt x="259875" y="60975"/>
                </a:lnTo>
                <a:lnTo>
                  <a:pt x="260025" y="60975"/>
                </a:lnTo>
                <a:lnTo>
                  <a:pt x="260100" y="60900"/>
                </a:lnTo>
                <a:lnTo>
                  <a:pt x="260250" y="60900"/>
                </a:lnTo>
                <a:lnTo>
                  <a:pt x="260400" y="60750"/>
                </a:lnTo>
                <a:lnTo>
                  <a:pt x="260550" y="60750"/>
                </a:lnTo>
                <a:lnTo>
                  <a:pt x="260850" y="60525"/>
                </a:lnTo>
                <a:lnTo>
                  <a:pt x="260925" y="60525"/>
                </a:lnTo>
                <a:lnTo>
                  <a:pt x="261075" y="60450"/>
                </a:lnTo>
                <a:lnTo>
                  <a:pt x="261225" y="60300"/>
                </a:lnTo>
                <a:lnTo>
                  <a:pt x="261300" y="60300"/>
                </a:lnTo>
                <a:lnTo>
                  <a:pt x="261525" y="60150"/>
                </a:lnTo>
                <a:lnTo>
                  <a:pt x="262725" y="58950"/>
                </a:lnTo>
                <a:lnTo>
                  <a:pt x="262725" y="58800"/>
                </a:lnTo>
                <a:lnTo>
                  <a:pt x="262950" y="58575"/>
                </a:lnTo>
                <a:lnTo>
                  <a:pt x="262950" y="58500"/>
                </a:lnTo>
                <a:lnTo>
                  <a:pt x="263100" y="58275"/>
                </a:lnTo>
                <a:lnTo>
                  <a:pt x="263100" y="58200"/>
                </a:lnTo>
                <a:lnTo>
                  <a:pt x="263175" y="58050"/>
                </a:lnTo>
                <a:lnTo>
                  <a:pt x="263250" y="57975"/>
                </a:lnTo>
                <a:lnTo>
                  <a:pt x="263250" y="57900"/>
                </a:lnTo>
                <a:lnTo>
                  <a:pt x="263475" y="57300"/>
                </a:lnTo>
                <a:lnTo>
                  <a:pt x="263475" y="57075"/>
                </a:lnTo>
                <a:lnTo>
                  <a:pt x="263550" y="56925"/>
                </a:lnTo>
                <a:lnTo>
                  <a:pt x="263550" y="56700"/>
                </a:lnTo>
                <a:lnTo>
                  <a:pt x="263625" y="56550"/>
                </a:lnTo>
                <a:lnTo>
                  <a:pt x="263625" y="55950"/>
                </a:lnTo>
                <a:lnTo>
                  <a:pt x="263700" y="55800"/>
                </a:lnTo>
                <a:lnTo>
                  <a:pt x="263700" y="14250"/>
                </a:lnTo>
                <a:lnTo>
                  <a:pt x="269400" y="14250"/>
                </a:lnTo>
                <a:close/>
                <a:moveTo>
                  <a:pt x="275700" y="66750"/>
                </a:moveTo>
                <a:lnTo>
                  <a:pt x="275700" y="26625"/>
                </a:lnTo>
                <a:lnTo>
                  <a:pt x="275775" y="26475"/>
                </a:lnTo>
                <a:lnTo>
                  <a:pt x="275775" y="25725"/>
                </a:lnTo>
                <a:lnTo>
                  <a:pt x="275850" y="25500"/>
                </a:lnTo>
                <a:lnTo>
                  <a:pt x="275850" y="25275"/>
                </a:lnTo>
                <a:lnTo>
                  <a:pt x="275925" y="25050"/>
                </a:lnTo>
                <a:lnTo>
                  <a:pt x="275925" y="24600"/>
                </a:lnTo>
                <a:lnTo>
                  <a:pt x="276000" y="24600"/>
                </a:lnTo>
                <a:lnTo>
                  <a:pt x="276000" y="24375"/>
                </a:lnTo>
                <a:lnTo>
                  <a:pt x="276075" y="24150"/>
                </a:lnTo>
                <a:lnTo>
                  <a:pt x="276075" y="23925"/>
                </a:lnTo>
                <a:lnTo>
                  <a:pt x="276150" y="23700"/>
                </a:lnTo>
                <a:lnTo>
                  <a:pt x="276150" y="23475"/>
                </a:lnTo>
                <a:lnTo>
                  <a:pt x="276225" y="23475"/>
                </a:lnTo>
                <a:lnTo>
                  <a:pt x="276225" y="23250"/>
                </a:lnTo>
                <a:lnTo>
                  <a:pt x="276450" y="22650"/>
                </a:lnTo>
                <a:lnTo>
                  <a:pt x="276450" y="22425"/>
                </a:lnTo>
                <a:lnTo>
                  <a:pt x="276525" y="22425"/>
                </a:lnTo>
                <a:lnTo>
                  <a:pt x="276525" y="22200"/>
                </a:lnTo>
                <a:lnTo>
                  <a:pt x="276600" y="22050"/>
                </a:lnTo>
                <a:lnTo>
                  <a:pt x="276600" y="21975"/>
                </a:lnTo>
                <a:lnTo>
                  <a:pt x="276750" y="21600"/>
                </a:lnTo>
                <a:lnTo>
                  <a:pt x="276900" y="21375"/>
                </a:lnTo>
                <a:lnTo>
                  <a:pt x="276900" y="21225"/>
                </a:lnTo>
                <a:lnTo>
                  <a:pt x="276975" y="21225"/>
                </a:lnTo>
                <a:lnTo>
                  <a:pt x="277050" y="21075"/>
                </a:lnTo>
                <a:lnTo>
                  <a:pt x="277125" y="20775"/>
                </a:lnTo>
                <a:lnTo>
                  <a:pt x="277275" y="20475"/>
                </a:lnTo>
                <a:lnTo>
                  <a:pt x="277350" y="20400"/>
                </a:lnTo>
                <a:lnTo>
                  <a:pt x="277500" y="20100"/>
                </a:lnTo>
                <a:lnTo>
                  <a:pt x="277500" y="20025"/>
                </a:lnTo>
                <a:lnTo>
                  <a:pt x="277650" y="19875"/>
                </a:lnTo>
                <a:lnTo>
                  <a:pt x="278025" y="19200"/>
                </a:lnTo>
                <a:lnTo>
                  <a:pt x="278100" y="19200"/>
                </a:lnTo>
                <a:lnTo>
                  <a:pt x="278175" y="19050"/>
                </a:lnTo>
                <a:lnTo>
                  <a:pt x="278175" y="18975"/>
                </a:lnTo>
                <a:lnTo>
                  <a:pt x="278325" y="18900"/>
                </a:lnTo>
                <a:lnTo>
                  <a:pt x="278325" y="18825"/>
                </a:lnTo>
                <a:lnTo>
                  <a:pt x="278400" y="18675"/>
                </a:lnTo>
                <a:lnTo>
                  <a:pt x="278475" y="18675"/>
                </a:lnTo>
                <a:lnTo>
                  <a:pt x="278775" y="18225"/>
                </a:lnTo>
                <a:lnTo>
                  <a:pt x="279825" y="17175"/>
                </a:lnTo>
                <a:lnTo>
                  <a:pt x="279900" y="17175"/>
                </a:lnTo>
                <a:lnTo>
                  <a:pt x="279975" y="17025"/>
                </a:lnTo>
                <a:lnTo>
                  <a:pt x="280050" y="17025"/>
                </a:lnTo>
                <a:lnTo>
                  <a:pt x="280200" y="16875"/>
                </a:lnTo>
                <a:lnTo>
                  <a:pt x="280350" y="16800"/>
                </a:lnTo>
                <a:lnTo>
                  <a:pt x="280350" y="16725"/>
                </a:lnTo>
                <a:lnTo>
                  <a:pt x="280500" y="16650"/>
                </a:lnTo>
                <a:lnTo>
                  <a:pt x="280575" y="16650"/>
                </a:lnTo>
                <a:lnTo>
                  <a:pt x="280650" y="16500"/>
                </a:lnTo>
                <a:lnTo>
                  <a:pt x="280725" y="16500"/>
                </a:lnTo>
                <a:lnTo>
                  <a:pt x="280875" y="16425"/>
                </a:lnTo>
                <a:lnTo>
                  <a:pt x="280875" y="16350"/>
                </a:lnTo>
                <a:lnTo>
                  <a:pt x="281025" y="16275"/>
                </a:lnTo>
                <a:lnTo>
                  <a:pt x="281100" y="16275"/>
                </a:lnTo>
                <a:lnTo>
                  <a:pt x="281250" y="16125"/>
                </a:lnTo>
                <a:lnTo>
                  <a:pt x="281550" y="15975"/>
                </a:lnTo>
                <a:lnTo>
                  <a:pt x="281625" y="15900"/>
                </a:lnTo>
                <a:lnTo>
                  <a:pt x="282150" y="15675"/>
                </a:lnTo>
                <a:lnTo>
                  <a:pt x="282150" y="15600"/>
                </a:lnTo>
                <a:lnTo>
                  <a:pt x="282300" y="15525"/>
                </a:lnTo>
                <a:lnTo>
                  <a:pt x="282600" y="15450"/>
                </a:lnTo>
                <a:lnTo>
                  <a:pt x="282675" y="15375"/>
                </a:lnTo>
                <a:lnTo>
                  <a:pt x="282975" y="15300"/>
                </a:lnTo>
                <a:lnTo>
                  <a:pt x="283125" y="15225"/>
                </a:lnTo>
                <a:lnTo>
                  <a:pt x="283125" y="15150"/>
                </a:lnTo>
                <a:lnTo>
                  <a:pt x="283350" y="15150"/>
                </a:lnTo>
                <a:lnTo>
                  <a:pt x="283350" y="15075"/>
                </a:lnTo>
                <a:lnTo>
                  <a:pt x="283500" y="15075"/>
                </a:lnTo>
                <a:lnTo>
                  <a:pt x="283575" y="15000"/>
                </a:lnTo>
                <a:lnTo>
                  <a:pt x="283725" y="15000"/>
                </a:lnTo>
                <a:lnTo>
                  <a:pt x="283800" y="14925"/>
                </a:lnTo>
                <a:lnTo>
                  <a:pt x="283950" y="14925"/>
                </a:lnTo>
                <a:lnTo>
                  <a:pt x="284550" y="14700"/>
                </a:lnTo>
                <a:lnTo>
                  <a:pt x="284775" y="14700"/>
                </a:lnTo>
                <a:lnTo>
                  <a:pt x="284850" y="14625"/>
                </a:lnTo>
                <a:lnTo>
                  <a:pt x="285075" y="14625"/>
                </a:lnTo>
                <a:lnTo>
                  <a:pt x="285225" y="14550"/>
                </a:lnTo>
                <a:lnTo>
                  <a:pt x="285450" y="14550"/>
                </a:lnTo>
                <a:lnTo>
                  <a:pt x="285675" y="14475"/>
                </a:lnTo>
                <a:lnTo>
                  <a:pt x="285900" y="14475"/>
                </a:lnTo>
                <a:lnTo>
                  <a:pt x="286125" y="14400"/>
                </a:lnTo>
                <a:lnTo>
                  <a:pt x="286350" y="14400"/>
                </a:lnTo>
                <a:lnTo>
                  <a:pt x="286575" y="14325"/>
                </a:lnTo>
                <a:lnTo>
                  <a:pt x="287250" y="14325"/>
                </a:lnTo>
                <a:lnTo>
                  <a:pt x="287475" y="14250"/>
                </a:lnTo>
                <a:lnTo>
                  <a:pt x="289575" y="14250"/>
                </a:lnTo>
                <a:lnTo>
                  <a:pt x="289800" y="14325"/>
                </a:lnTo>
                <a:lnTo>
                  <a:pt x="290325" y="14325"/>
                </a:lnTo>
                <a:lnTo>
                  <a:pt x="290550" y="14400"/>
                </a:lnTo>
                <a:lnTo>
                  <a:pt x="291075" y="14400"/>
                </a:lnTo>
                <a:lnTo>
                  <a:pt x="291300" y="14475"/>
                </a:lnTo>
                <a:lnTo>
                  <a:pt x="291525" y="14475"/>
                </a:lnTo>
                <a:lnTo>
                  <a:pt x="291750" y="14550"/>
                </a:lnTo>
                <a:lnTo>
                  <a:pt x="292050" y="14550"/>
                </a:lnTo>
                <a:lnTo>
                  <a:pt x="292275" y="14625"/>
                </a:lnTo>
                <a:lnTo>
                  <a:pt x="292500" y="14625"/>
                </a:lnTo>
                <a:lnTo>
                  <a:pt x="292575" y="14700"/>
                </a:lnTo>
                <a:lnTo>
                  <a:pt x="292800" y="14700"/>
                </a:lnTo>
                <a:lnTo>
                  <a:pt x="293250" y="14850"/>
                </a:lnTo>
                <a:lnTo>
                  <a:pt x="293550" y="14850"/>
                </a:lnTo>
                <a:lnTo>
                  <a:pt x="296175" y="15600"/>
                </a:lnTo>
                <a:lnTo>
                  <a:pt x="296700" y="15825"/>
                </a:lnTo>
                <a:lnTo>
                  <a:pt x="297450" y="16050"/>
                </a:lnTo>
                <a:lnTo>
                  <a:pt x="297525" y="16125"/>
                </a:lnTo>
                <a:lnTo>
                  <a:pt x="298050" y="16275"/>
                </a:lnTo>
                <a:lnTo>
                  <a:pt x="295800" y="21150"/>
                </a:lnTo>
                <a:lnTo>
                  <a:pt x="295575" y="21075"/>
                </a:lnTo>
                <a:lnTo>
                  <a:pt x="295350" y="20925"/>
                </a:lnTo>
                <a:lnTo>
                  <a:pt x="293625" y="20325"/>
                </a:lnTo>
                <a:lnTo>
                  <a:pt x="293400" y="20325"/>
                </a:lnTo>
                <a:lnTo>
                  <a:pt x="292725" y="20100"/>
                </a:lnTo>
                <a:lnTo>
                  <a:pt x="292575" y="20100"/>
                </a:lnTo>
                <a:lnTo>
                  <a:pt x="292125" y="19950"/>
                </a:lnTo>
                <a:lnTo>
                  <a:pt x="291975" y="19950"/>
                </a:lnTo>
                <a:lnTo>
                  <a:pt x="291750" y="19875"/>
                </a:lnTo>
                <a:lnTo>
                  <a:pt x="291525" y="19875"/>
                </a:lnTo>
                <a:lnTo>
                  <a:pt x="291375" y="19800"/>
                </a:lnTo>
                <a:lnTo>
                  <a:pt x="291150" y="19800"/>
                </a:lnTo>
                <a:lnTo>
                  <a:pt x="291000" y="19725"/>
                </a:lnTo>
                <a:lnTo>
                  <a:pt x="290775" y="19725"/>
                </a:lnTo>
                <a:lnTo>
                  <a:pt x="290625" y="19650"/>
                </a:lnTo>
                <a:lnTo>
                  <a:pt x="290250" y="19650"/>
                </a:lnTo>
                <a:lnTo>
                  <a:pt x="290100" y="19575"/>
                </a:lnTo>
                <a:lnTo>
                  <a:pt x="289575" y="19575"/>
                </a:lnTo>
                <a:lnTo>
                  <a:pt x="289425" y="19500"/>
                </a:lnTo>
                <a:lnTo>
                  <a:pt x="287700" y="19500"/>
                </a:lnTo>
                <a:lnTo>
                  <a:pt x="287550" y="19575"/>
                </a:lnTo>
                <a:lnTo>
                  <a:pt x="287025" y="19575"/>
                </a:lnTo>
                <a:lnTo>
                  <a:pt x="286875" y="19650"/>
                </a:lnTo>
                <a:lnTo>
                  <a:pt x="286650" y="19650"/>
                </a:lnTo>
                <a:lnTo>
                  <a:pt x="286500" y="19725"/>
                </a:lnTo>
                <a:lnTo>
                  <a:pt x="286275" y="19725"/>
                </a:lnTo>
                <a:lnTo>
                  <a:pt x="286125" y="19800"/>
                </a:lnTo>
                <a:lnTo>
                  <a:pt x="285900" y="19800"/>
                </a:lnTo>
                <a:lnTo>
                  <a:pt x="285825" y="19875"/>
                </a:lnTo>
                <a:lnTo>
                  <a:pt x="285675" y="19875"/>
                </a:lnTo>
                <a:lnTo>
                  <a:pt x="285600" y="19950"/>
                </a:lnTo>
                <a:lnTo>
                  <a:pt x="285450" y="19950"/>
                </a:lnTo>
                <a:lnTo>
                  <a:pt x="285375" y="20025"/>
                </a:lnTo>
                <a:lnTo>
                  <a:pt x="285300" y="20025"/>
                </a:lnTo>
                <a:lnTo>
                  <a:pt x="285075" y="20175"/>
                </a:lnTo>
                <a:lnTo>
                  <a:pt x="284775" y="20250"/>
                </a:lnTo>
                <a:lnTo>
                  <a:pt x="284550" y="20475"/>
                </a:lnTo>
                <a:lnTo>
                  <a:pt x="284400" y="20475"/>
                </a:lnTo>
                <a:lnTo>
                  <a:pt x="284250" y="20625"/>
                </a:lnTo>
                <a:lnTo>
                  <a:pt x="284175" y="20625"/>
                </a:lnTo>
                <a:lnTo>
                  <a:pt x="283650" y="21150"/>
                </a:lnTo>
                <a:lnTo>
                  <a:pt x="283575" y="21150"/>
                </a:lnTo>
                <a:lnTo>
                  <a:pt x="283350" y="21375"/>
                </a:lnTo>
                <a:lnTo>
                  <a:pt x="283275" y="21525"/>
                </a:lnTo>
                <a:lnTo>
                  <a:pt x="282900" y="21900"/>
                </a:lnTo>
                <a:lnTo>
                  <a:pt x="282900" y="21975"/>
                </a:lnTo>
                <a:lnTo>
                  <a:pt x="282825" y="22125"/>
                </a:lnTo>
                <a:lnTo>
                  <a:pt x="282675" y="22275"/>
                </a:lnTo>
                <a:lnTo>
                  <a:pt x="282600" y="22425"/>
                </a:lnTo>
                <a:lnTo>
                  <a:pt x="282600" y="22500"/>
                </a:lnTo>
                <a:lnTo>
                  <a:pt x="282375" y="22800"/>
                </a:lnTo>
                <a:lnTo>
                  <a:pt x="282375" y="22950"/>
                </a:lnTo>
                <a:lnTo>
                  <a:pt x="282150" y="23250"/>
                </a:lnTo>
                <a:lnTo>
                  <a:pt x="282150" y="23400"/>
                </a:lnTo>
                <a:lnTo>
                  <a:pt x="281925" y="23925"/>
                </a:lnTo>
                <a:lnTo>
                  <a:pt x="281925" y="24075"/>
                </a:lnTo>
                <a:lnTo>
                  <a:pt x="281775" y="24450"/>
                </a:lnTo>
                <a:lnTo>
                  <a:pt x="281775" y="24600"/>
                </a:lnTo>
                <a:lnTo>
                  <a:pt x="281700" y="24750"/>
                </a:lnTo>
                <a:lnTo>
                  <a:pt x="281700" y="24900"/>
                </a:lnTo>
                <a:lnTo>
                  <a:pt x="281625" y="25050"/>
                </a:lnTo>
                <a:lnTo>
                  <a:pt x="281625" y="25425"/>
                </a:lnTo>
                <a:lnTo>
                  <a:pt x="281550" y="25575"/>
                </a:lnTo>
                <a:lnTo>
                  <a:pt x="281550" y="25875"/>
                </a:lnTo>
                <a:lnTo>
                  <a:pt x="281475" y="26025"/>
                </a:lnTo>
                <a:lnTo>
                  <a:pt x="281475" y="26550"/>
                </a:lnTo>
                <a:lnTo>
                  <a:pt x="281400" y="26775"/>
                </a:lnTo>
                <a:lnTo>
                  <a:pt x="281400" y="66750"/>
                </a:lnTo>
                <a:close/>
                <a:moveTo>
                  <a:pt x="310350" y="23250"/>
                </a:moveTo>
                <a:lnTo>
                  <a:pt x="310500" y="23775"/>
                </a:lnTo>
                <a:lnTo>
                  <a:pt x="310500" y="24000"/>
                </a:lnTo>
                <a:lnTo>
                  <a:pt x="310725" y="24750"/>
                </a:lnTo>
                <a:lnTo>
                  <a:pt x="310725" y="24975"/>
                </a:lnTo>
                <a:lnTo>
                  <a:pt x="310875" y="25500"/>
                </a:lnTo>
                <a:lnTo>
                  <a:pt x="310875" y="25725"/>
                </a:lnTo>
                <a:lnTo>
                  <a:pt x="311025" y="26250"/>
                </a:lnTo>
                <a:lnTo>
                  <a:pt x="311025" y="26475"/>
                </a:lnTo>
                <a:lnTo>
                  <a:pt x="311175" y="26925"/>
                </a:lnTo>
                <a:lnTo>
                  <a:pt x="311175" y="27225"/>
                </a:lnTo>
                <a:lnTo>
                  <a:pt x="311250" y="27450"/>
                </a:lnTo>
                <a:lnTo>
                  <a:pt x="311250" y="27675"/>
                </a:lnTo>
                <a:lnTo>
                  <a:pt x="311325" y="27900"/>
                </a:lnTo>
                <a:lnTo>
                  <a:pt x="311325" y="28200"/>
                </a:lnTo>
                <a:lnTo>
                  <a:pt x="311400" y="28425"/>
                </a:lnTo>
                <a:lnTo>
                  <a:pt x="311400" y="28875"/>
                </a:lnTo>
                <a:lnTo>
                  <a:pt x="311475" y="29100"/>
                </a:lnTo>
                <a:lnTo>
                  <a:pt x="311475" y="29625"/>
                </a:lnTo>
                <a:lnTo>
                  <a:pt x="311550" y="29850"/>
                </a:lnTo>
                <a:lnTo>
                  <a:pt x="311550" y="30300"/>
                </a:lnTo>
                <a:lnTo>
                  <a:pt x="311625" y="30525"/>
                </a:lnTo>
                <a:lnTo>
                  <a:pt x="311625" y="31275"/>
                </a:lnTo>
                <a:lnTo>
                  <a:pt x="311700" y="31500"/>
                </a:lnTo>
                <a:lnTo>
                  <a:pt x="311700" y="32700"/>
                </a:lnTo>
                <a:lnTo>
                  <a:pt x="311775" y="32925"/>
                </a:lnTo>
                <a:lnTo>
                  <a:pt x="311775" y="35250"/>
                </a:lnTo>
                <a:lnTo>
                  <a:pt x="311700" y="35475"/>
                </a:lnTo>
                <a:lnTo>
                  <a:pt x="311700" y="36825"/>
                </a:lnTo>
                <a:lnTo>
                  <a:pt x="311625" y="37050"/>
                </a:lnTo>
                <a:lnTo>
                  <a:pt x="311625" y="37725"/>
                </a:lnTo>
                <a:lnTo>
                  <a:pt x="311550" y="37950"/>
                </a:lnTo>
                <a:lnTo>
                  <a:pt x="311550" y="38400"/>
                </a:lnTo>
                <a:lnTo>
                  <a:pt x="311475" y="38625"/>
                </a:lnTo>
                <a:lnTo>
                  <a:pt x="311475" y="39075"/>
                </a:lnTo>
                <a:lnTo>
                  <a:pt x="311400" y="39300"/>
                </a:lnTo>
                <a:lnTo>
                  <a:pt x="311400" y="39750"/>
                </a:lnTo>
                <a:lnTo>
                  <a:pt x="311325" y="39975"/>
                </a:lnTo>
                <a:lnTo>
                  <a:pt x="311325" y="40200"/>
                </a:lnTo>
                <a:lnTo>
                  <a:pt x="311250" y="40425"/>
                </a:lnTo>
                <a:lnTo>
                  <a:pt x="311250" y="40650"/>
                </a:lnTo>
                <a:lnTo>
                  <a:pt x="311175" y="40800"/>
                </a:lnTo>
                <a:lnTo>
                  <a:pt x="311175" y="41025"/>
                </a:lnTo>
                <a:lnTo>
                  <a:pt x="311100" y="41250"/>
                </a:lnTo>
                <a:lnTo>
                  <a:pt x="311100" y="41475"/>
                </a:lnTo>
                <a:lnTo>
                  <a:pt x="311025" y="41700"/>
                </a:lnTo>
                <a:lnTo>
                  <a:pt x="311025" y="41925"/>
                </a:lnTo>
                <a:lnTo>
                  <a:pt x="310950" y="42150"/>
                </a:lnTo>
                <a:lnTo>
                  <a:pt x="310950" y="42375"/>
                </a:lnTo>
                <a:lnTo>
                  <a:pt x="310800" y="42750"/>
                </a:lnTo>
                <a:lnTo>
                  <a:pt x="310800" y="42975"/>
                </a:lnTo>
                <a:lnTo>
                  <a:pt x="310650" y="43425"/>
                </a:lnTo>
                <a:lnTo>
                  <a:pt x="310650" y="43650"/>
                </a:lnTo>
                <a:lnTo>
                  <a:pt x="310500" y="44025"/>
                </a:lnTo>
                <a:lnTo>
                  <a:pt x="310500" y="44250"/>
                </a:lnTo>
                <a:lnTo>
                  <a:pt x="310350" y="44625"/>
                </a:lnTo>
                <a:lnTo>
                  <a:pt x="310350" y="44850"/>
                </a:lnTo>
                <a:lnTo>
                  <a:pt x="310275" y="44850"/>
                </a:lnTo>
                <a:lnTo>
                  <a:pt x="310275" y="45075"/>
                </a:lnTo>
                <a:lnTo>
                  <a:pt x="310050" y="45675"/>
                </a:lnTo>
                <a:lnTo>
                  <a:pt x="310050" y="45900"/>
                </a:lnTo>
                <a:lnTo>
                  <a:pt x="309675" y="46875"/>
                </a:lnTo>
                <a:lnTo>
                  <a:pt x="309675" y="46950"/>
                </a:lnTo>
                <a:lnTo>
                  <a:pt x="309600" y="47100"/>
                </a:lnTo>
                <a:lnTo>
                  <a:pt x="309600" y="47325"/>
                </a:lnTo>
                <a:lnTo>
                  <a:pt x="309525" y="47325"/>
                </a:lnTo>
                <a:lnTo>
                  <a:pt x="309525" y="47550"/>
                </a:lnTo>
                <a:lnTo>
                  <a:pt x="309300" y="48075"/>
                </a:lnTo>
                <a:lnTo>
                  <a:pt x="309300" y="48150"/>
                </a:lnTo>
                <a:lnTo>
                  <a:pt x="308550" y="50025"/>
                </a:lnTo>
                <a:lnTo>
                  <a:pt x="308550" y="50100"/>
                </a:lnTo>
                <a:lnTo>
                  <a:pt x="308475" y="50250"/>
                </a:lnTo>
                <a:lnTo>
                  <a:pt x="308400" y="50250"/>
                </a:lnTo>
                <a:lnTo>
                  <a:pt x="307875" y="51600"/>
                </a:lnTo>
                <a:lnTo>
                  <a:pt x="307725" y="51750"/>
                </a:lnTo>
                <a:lnTo>
                  <a:pt x="307425" y="52500"/>
                </a:lnTo>
                <a:lnTo>
                  <a:pt x="301650" y="50175"/>
                </a:lnTo>
                <a:lnTo>
                  <a:pt x="303075" y="47025"/>
                </a:lnTo>
                <a:lnTo>
                  <a:pt x="303075" y="46875"/>
                </a:lnTo>
                <a:lnTo>
                  <a:pt x="303150" y="46650"/>
                </a:lnTo>
                <a:lnTo>
                  <a:pt x="303450" y="45975"/>
                </a:lnTo>
                <a:lnTo>
                  <a:pt x="303450" y="45825"/>
                </a:lnTo>
                <a:lnTo>
                  <a:pt x="303675" y="45300"/>
                </a:lnTo>
                <a:lnTo>
                  <a:pt x="303750" y="45075"/>
                </a:lnTo>
                <a:lnTo>
                  <a:pt x="303750" y="44925"/>
                </a:lnTo>
                <a:lnTo>
                  <a:pt x="303975" y="44400"/>
                </a:lnTo>
                <a:lnTo>
                  <a:pt x="303975" y="44250"/>
                </a:lnTo>
                <a:lnTo>
                  <a:pt x="304125" y="43875"/>
                </a:lnTo>
                <a:lnTo>
                  <a:pt x="304125" y="43650"/>
                </a:lnTo>
                <a:lnTo>
                  <a:pt x="304275" y="43350"/>
                </a:lnTo>
                <a:lnTo>
                  <a:pt x="304275" y="43125"/>
                </a:lnTo>
                <a:lnTo>
                  <a:pt x="304350" y="42975"/>
                </a:lnTo>
                <a:lnTo>
                  <a:pt x="304350" y="42750"/>
                </a:lnTo>
                <a:lnTo>
                  <a:pt x="304425" y="42600"/>
                </a:lnTo>
                <a:lnTo>
                  <a:pt x="304500" y="42375"/>
                </a:lnTo>
                <a:lnTo>
                  <a:pt x="304500" y="42225"/>
                </a:lnTo>
                <a:lnTo>
                  <a:pt x="304575" y="42075"/>
                </a:lnTo>
                <a:lnTo>
                  <a:pt x="304575" y="41850"/>
                </a:lnTo>
                <a:lnTo>
                  <a:pt x="304650" y="41700"/>
                </a:lnTo>
                <a:lnTo>
                  <a:pt x="304650" y="41475"/>
                </a:lnTo>
                <a:lnTo>
                  <a:pt x="304725" y="41325"/>
                </a:lnTo>
                <a:lnTo>
                  <a:pt x="304725" y="41100"/>
                </a:lnTo>
                <a:lnTo>
                  <a:pt x="304800" y="40950"/>
                </a:lnTo>
                <a:lnTo>
                  <a:pt x="304800" y="40725"/>
                </a:lnTo>
                <a:lnTo>
                  <a:pt x="304875" y="40575"/>
                </a:lnTo>
                <a:lnTo>
                  <a:pt x="304875" y="40350"/>
                </a:lnTo>
                <a:lnTo>
                  <a:pt x="304950" y="40200"/>
                </a:lnTo>
                <a:lnTo>
                  <a:pt x="304950" y="39975"/>
                </a:lnTo>
                <a:lnTo>
                  <a:pt x="305025" y="39825"/>
                </a:lnTo>
                <a:lnTo>
                  <a:pt x="305025" y="39375"/>
                </a:lnTo>
                <a:lnTo>
                  <a:pt x="305100" y="39225"/>
                </a:lnTo>
                <a:lnTo>
                  <a:pt x="305100" y="39000"/>
                </a:lnTo>
                <a:lnTo>
                  <a:pt x="305175" y="38850"/>
                </a:lnTo>
                <a:lnTo>
                  <a:pt x="305175" y="38475"/>
                </a:lnTo>
                <a:lnTo>
                  <a:pt x="305250" y="38250"/>
                </a:lnTo>
                <a:lnTo>
                  <a:pt x="305250" y="37650"/>
                </a:lnTo>
                <a:lnTo>
                  <a:pt x="305325" y="37500"/>
                </a:lnTo>
                <a:lnTo>
                  <a:pt x="305325" y="36675"/>
                </a:lnTo>
                <a:lnTo>
                  <a:pt x="305400" y="36525"/>
                </a:lnTo>
                <a:lnTo>
                  <a:pt x="305400" y="35325"/>
                </a:lnTo>
                <a:lnTo>
                  <a:pt x="305475" y="35100"/>
                </a:lnTo>
                <a:lnTo>
                  <a:pt x="305475" y="33075"/>
                </a:lnTo>
                <a:lnTo>
                  <a:pt x="305400" y="32850"/>
                </a:lnTo>
                <a:lnTo>
                  <a:pt x="305400" y="31650"/>
                </a:lnTo>
                <a:lnTo>
                  <a:pt x="305325" y="31425"/>
                </a:lnTo>
                <a:lnTo>
                  <a:pt x="305325" y="30825"/>
                </a:lnTo>
                <a:lnTo>
                  <a:pt x="305250" y="30600"/>
                </a:lnTo>
                <a:lnTo>
                  <a:pt x="305250" y="29925"/>
                </a:lnTo>
                <a:lnTo>
                  <a:pt x="305175" y="29775"/>
                </a:lnTo>
                <a:lnTo>
                  <a:pt x="305175" y="29325"/>
                </a:lnTo>
                <a:lnTo>
                  <a:pt x="305100" y="29100"/>
                </a:lnTo>
                <a:lnTo>
                  <a:pt x="305100" y="28875"/>
                </a:lnTo>
                <a:lnTo>
                  <a:pt x="305025" y="28725"/>
                </a:lnTo>
                <a:lnTo>
                  <a:pt x="305025" y="28500"/>
                </a:lnTo>
                <a:lnTo>
                  <a:pt x="304950" y="28275"/>
                </a:lnTo>
                <a:lnTo>
                  <a:pt x="304950" y="27825"/>
                </a:lnTo>
                <a:lnTo>
                  <a:pt x="304875" y="27600"/>
                </a:lnTo>
                <a:lnTo>
                  <a:pt x="304875" y="27375"/>
                </a:lnTo>
                <a:lnTo>
                  <a:pt x="304725" y="27000"/>
                </a:lnTo>
                <a:lnTo>
                  <a:pt x="304725" y="26775"/>
                </a:lnTo>
                <a:lnTo>
                  <a:pt x="304650" y="26550"/>
                </a:lnTo>
                <a:lnTo>
                  <a:pt x="304650" y="26325"/>
                </a:lnTo>
                <a:lnTo>
                  <a:pt x="304500" y="25875"/>
                </a:lnTo>
                <a:lnTo>
                  <a:pt x="304500" y="25650"/>
                </a:lnTo>
                <a:lnTo>
                  <a:pt x="304350" y="25275"/>
                </a:lnTo>
                <a:lnTo>
                  <a:pt x="304350" y="25050"/>
                </a:lnTo>
                <a:lnTo>
                  <a:pt x="304125" y="24375"/>
                </a:lnTo>
                <a:lnTo>
                  <a:pt x="304125" y="24150"/>
                </a:lnTo>
                <a:lnTo>
                  <a:pt x="303675" y="22800"/>
                </a:lnTo>
                <a:lnTo>
                  <a:pt x="303675" y="22575"/>
                </a:lnTo>
                <a:lnTo>
                  <a:pt x="303225" y="21225"/>
                </a:lnTo>
                <a:lnTo>
                  <a:pt x="303075" y="21000"/>
                </a:lnTo>
                <a:lnTo>
                  <a:pt x="302625" y="19650"/>
                </a:lnTo>
                <a:lnTo>
                  <a:pt x="302475" y="19425"/>
                </a:lnTo>
                <a:lnTo>
                  <a:pt x="302325" y="18975"/>
                </a:lnTo>
                <a:lnTo>
                  <a:pt x="302175" y="18675"/>
                </a:lnTo>
                <a:lnTo>
                  <a:pt x="302175" y="18300"/>
                </a:lnTo>
                <a:lnTo>
                  <a:pt x="302100" y="17925"/>
                </a:lnTo>
                <a:lnTo>
                  <a:pt x="302250" y="17175"/>
                </a:lnTo>
                <a:lnTo>
                  <a:pt x="302550" y="16500"/>
                </a:lnTo>
                <a:lnTo>
                  <a:pt x="302775" y="16200"/>
                </a:lnTo>
                <a:lnTo>
                  <a:pt x="303375" y="15750"/>
                </a:lnTo>
                <a:lnTo>
                  <a:pt x="303750" y="15525"/>
                </a:lnTo>
                <a:lnTo>
                  <a:pt x="304425" y="15225"/>
                </a:lnTo>
                <a:lnTo>
                  <a:pt x="304875" y="15150"/>
                </a:lnTo>
                <a:lnTo>
                  <a:pt x="305475" y="15150"/>
                </a:lnTo>
                <a:lnTo>
                  <a:pt x="305550" y="15075"/>
                </a:lnTo>
                <a:lnTo>
                  <a:pt x="306225" y="15075"/>
                </a:lnTo>
                <a:lnTo>
                  <a:pt x="306300" y="15150"/>
                </a:lnTo>
                <a:lnTo>
                  <a:pt x="306975" y="15150"/>
                </a:lnTo>
                <a:lnTo>
                  <a:pt x="307125" y="15225"/>
                </a:lnTo>
                <a:lnTo>
                  <a:pt x="307425" y="15225"/>
                </a:lnTo>
                <a:lnTo>
                  <a:pt x="307575" y="15300"/>
                </a:lnTo>
                <a:lnTo>
                  <a:pt x="307875" y="15300"/>
                </a:lnTo>
                <a:lnTo>
                  <a:pt x="308025" y="15375"/>
                </a:lnTo>
                <a:lnTo>
                  <a:pt x="308100" y="15375"/>
                </a:lnTo>
                <a:lnTo>
                  <a:pt x="308175" y="15450"/>
                </a:lnTo>
                <a:lnTo>
                  <a:pt x="308400" y="15450"/>
                </a:lnTo>
                <a:lnTo>
                  <a:pt x="308475" y="15525"/>
                </a:lnTo>
                <a:lnTo>
                  <a:pt x="308700" y="15525"/>
                </a:lnTo>
                <a:lnTo>
                  <a:pt x="308850" y="15600"/>
                </a:lnTo>
                <a:lnTo>
                  <a:pt x="308925" y="15600"/>
                </a:lnTo>
                <a:lnTo>
                  <a:pt x="309000" y="15675"/>
                </a:lnTo>
                <a:lnTo>
                  <a:pt x="309300" y="15750"/>
                </a:lnTo>
                <a:lnTo>
                  <a:pt x="309600" y="15900"/>
                </a:lnTo>
                <a:lnTo>
                  <a:pt x="309675" y="15900"/>
                </a:lnTo>
                <a:lnTo>
                  <a:pt x="309975" y="16050"/>
                </a:lnTo>
                <a:lnTo>
                  <a:pt x="310050" y="16050"/>
                </a:lnTo>
                <a:lnTo>
                  <a:pt x="310200" y="16125"/>
                </a:lnTo>
                <a:lnTo>
                  <a:pt x="310200" y="16200"/>
                </a:lnTo>
                <a:lnTo>
                  <a:pt x="310725" y="16425"/>
                </a:lnTo>
                <a:lnTo>
                  <a:pt x="310800" y="16425"/>
                </a:lnTo>
                <a:lnTo>
                  <a:pt x="310875" y="16500"/>
                </a:lnTo>
                <a:lnTo>
                  <a:pt x="310950" y="16500"/>
                </a:lnTo>
                <a:lnTo>
                  <a:pt x="311100" y="16575"/>
                </a:lnTo>
                <a:lnTo>
                  <a:pt x="311100" y="16650"/>
                </a:lnTo>
                <a:lnTo>
                  <a:pt x="311625" y="16875"/>
                </a:lnTo>
                <a:lnTo>
                  <a:pt x="311625" y="16950"/>
                </a:lnTo>
                <a:lnTo>
                  <a:pt x="311925" y="17100"/>
                </a:lnTo>
                <a:lnTo>
                  <a:pt x="312000" y="17100"/>
                </a:lnTo>
                <a:lnTo>
                  <a:pt x="312150" y="17250"/>
                </a:lnTo>
                <a:lnTo>
                  <a:pt x="312450" y="17400"/>
                </a:lnTo>
                <a:lnTo>
                  <a:pt x="312450" y="17475"/>
                </a:lnTo>
                <a:lnTo>
                  <a:pt x="312825" y="17625"/>
                </a:lnTo>
                <a:lnTo>
                  <a:pt x="313275" y="18000"/>
                </a:lnTo>
                <a:lnTo>
                  <a:pt x="313425" y="18075"/>
                </a:lnTo>
                <a:lnTo>
                  <a:pt x="313500" y="18075"/>
                </a:lnTo>
                <a:lnTo>
                  <a:pt x="313650" y="18225"/>
                </a:lnTo>
                <a:lnTo>
                  <a:pt x="313800" y="18300"/>
                </a:lnTo>
                <a:lnTo>
                  <a:pt x="314250" y="18675"/>
                </a:lnTo>
                <a:lnTo>
                  <a:pt x="314325" y="18675"/>
                </a:lnTo>
                <a:lnTo>
                  <a:pt x="314475" y="18750"/>
                </a:lnTo>
                <a:lnTo>
                  <a:pt x="314625" y="18900"/>
                </a:lnTo>
                <a:lnTo>
                  <a:pt x="315300" y="19350"/>
                </a:lnTo>
                <a:lnTo>
                  <a:pt x="315750" y="19725"/>
                </a:lnTo>
                <a:lnTo>
                  <a:pt x="315975" y="19800"/>
                </a:lnTo>
                <a:lnTo>
                  <a:pt x="316425" y="20175"/>
                </a:lnTo>
                <a:lnTo>
                  <a:pt x="316950" y="20475"/>
                </a:lnTo>
                <a:lnTo>
                  <a:pt x="317100" y="20625"/>
                </a:lnTo>
                <a:lnTo>
                  <a:pt x="317625" y="20925"/>
                </a:lnTo>
                <a:lnTo>
                  <a:pt x="317775" y="21075"/>
                </a:lnTo>
                <a:lnTo>
                  <a:pt x="318000" y="21150"/>
                </a:lnTo>
                <a:lnTo>
                  <a:pt x="318150" y="21300"/>
                </a:lnTo>
                <a:lnTo>
                  <a:pt x="318675" y="21600"/>
                </a:lnTo>
                <a:lnTo>
                  <a:pt x="318825" y="21750"/>
                </a:lnTo>
                <a:lnTo>
                  <a:pt x="319200" y="21900"/>
                </a:lnTo>
                <a:lnTo>
                  <a:pt x="319350" y="22050"/>
                </a:lnTo>
                <a:lnTo>
                  <a:pt x="319575" y="22125"/>
                </a:lnTo>
                <a:lnTo>
                  <a:pt x="319725" y="22275"/>
                </a:lnTo>
                <a:lnTo>
                  <a:pt x="320100" y="22425"/>
                </a:lnTo>
                <a:lnTo>
                  <a:pt x="320475" y="22650"/>
                </a:lnTo>
                <a:lnTo>
                  <a:pt x="321000" y="22875"/>
                </a:lnTo>
                <a:lnTo>
                  <a:pt x="321150" y="23025"/>
                </a:lnTo>
                <a:lnTo>
                  <a:pt x="322725" y="23625"/>
                </a:lnTo>
                <a:lnTo>
                  <a:pt x="322725" y="0"/>
                </a:lnTo>
                <a:lnTo>
                  <a:pt x="329025" y="0"/>
                </a:lnTo>
                <a:lnTo>
                  <a:pt x="329025" y="52500"/>
                </a:lnTo>
                <a:lnTo>
                  <a:pt x="322725" y="52500"/>
                </a:lnTo>
                <a:lnTo>
                  <a:pt x="322725" y="29700"/>
                </a:lnTo>
                <a:lnTo>
                  <a:pt x="321600" y="29400"/>
                </a:lnTo>
                <a:lnTo>
                  <a:pt x="321600" y="29325"/>
                </a:lnTo>
                <a:lnTo>
                  <a:pt x="320775" y="29100"/>
                </a:lnTo>
                <a:lnTo>
                  <a:pt x="320250" y="28875"/>
                </a:lnTo>
                <a:lnTo>
                  <a:pt x="319725" y="28725"/>
                </a:lnTo>
                <a:lnTo>
                  <a:pt x="319500" y="28575"/>
                </a:lnTo>
                <a:lnTo>
                  <a:pt x="319200" y="28500"/>
                </a:lnTo>
                <a:lnTo>
                  <a:pt x="318525" y="28125"/>
                </a:lnTo>
                <a:lnTo>
                  <a:pt x="318225" y="28050"/>
                </a:lnTo>
                <a:lnTo>
                  <a:pt x="318000" y="27900"/>
                </a:lnTo>
                <a:lnTo>
                  <a:pt x="317775" y="27825"/>
                </a:lnTo>
                <a:lnTo>
                  <a:pt x="317550" y="27675"/>
                </a:lnTo>
                <a:lnTo>
                  <a:pt x="317325" y="27600"/>
                </a:lnTo>
                <a:lnTo>
                  <a:pt x="317100" y="27450"/>
                </a:lnTo>
                <a:lnTo>
                  <a:pt x="316875" y="27375"/>
                </a:lnTo>
                <a:lnTo>
                  <a:pt x="316875" y="27300"/>
                </a:lnTo>
                <a:lnTo>
                  <a:pt x="316650" y="27225"/>
                </a:lnTo>
                <a:lnTo>
                  <a:pt x="316425" y="27075"/>
                </a:lnTo>
                <a:lnTo>
                  <a:pt x="316200" y="27000"/>
                </a:lnTo>
                <a:lnTo>
                  <a:pt x="316200" y="26925"/>
                </a:lnTo>
                <a:lnTo>
                  <a:pt x="315975" y="26850"/>
                </a:lnTo>
                <a:lnTo>
                  <a:pt x="315600" y="26625"/>
                </a:lnTo>
                <a:lnTo>
                  <a:pt x="315525" y="26625"/>
                </a:lnTo>
                <a:lnTo>
                  <a:pt x="315375" y="26475"/>
                </a:lnTo>
                <a:lnTo>
                  <a:pt x="315300" y="26475"/>
                </a:lnTo>
                <a:lnTo>
                  <a:pt x="315150" y="26325"/>
                </a:lnTo>
                <a:lnTo>
                  <a:pt x="314925" y="26250"/>
                </a:lnTo>
                <a:lnTo>
                  <a:pt x="314925" y="26175"/>
                </a:lnTo>
                <a:lnTo>
                  <a:pt x="314700" y="26100"/>
                </a:lnTo>
                <a:lnTo>
                  <a:pt x="314550" y="25950"/>
                </a:lnTo>
                <a:lnTo>
                  <a:pt x="314325" y="25800"/>
                </a:lnTo>
                <a:lnTo>
                  <a:pt x="314100" y="25725"/>
                </a:lnTo>
                <a:lnTo>
                  <a:pt x="313950" y="25575"/>
                </a:lnTo>
                <a:lnTo>
                  <a:pt x="313350" y="25200"/>
                </a:lnTo>
                <a:lnTo>
                  <a:pt x="313200" y="25050"/>
                </a:lnTo>
                <a:lnTo>
                  <a:pt x="312975" y="24975"/>
                </a:lnTo>
                <a:lnTo>
                  <a:pt x="312825" y="24825"/>
                </a:lnTo>
                <a:lnTo>
                  <a:pt x="312450" y="24600"/>
                </a:lnTo>
                <a:lnTo>
                  <a:pt x="312300" y="24450"/>
                </a:lnTo>
                <a:lnTo>
                  <a:pt x="311925" y="24225"/>
                </a:lnTo>
                <a:lnTo>
                  <a:pt x="311775" y="24075"/>
                </a:lnTo>
                <a:lnTo>
                  <a:pt x="311550" y="24000"/>
                </a:lnTo>
                <a:lnTo>
                  <a:pt x="311250" y="23700"/>
                </a:lnTo>
                <a:lnTo>
                  <a:pt x="311100" y="23625"/>
                </a:lnTo>
                <a:lnTo>
                  <a:pt x="310950" y="23475"/>
                </a:lnTo>
                <a:lnTo>
                  <a:pt x="310725" y="23400"/>
                </a:lnTo>
                <a:lnTo>
                  <a:pt x="310575" y="23250"/>
                </a:lnTo>
                <a:lnTo>
                  <a:pt x="310275" y="23100"/>
                </a:lnTo>
                <a:close/>
                <a:moveTo>
                  <a:pt x="390450" y="52500"/>
                </a:moveTo>
                <a:lnTo>
                  <a:pt x="390450" y="25725"/>
                </a:lnTo>
                <a:lnTo>
                  <a:pt x="390375" y="25575"/>
                </a:lnTo>
                <a:lnTo>
                  <a:pt x="390375" y="25050"/>
                </a:lnTo>
                <a:lnTo>
                  <a:pt x="390300" y="24900"/>
                </a:lnTo>
                <a:lnTo>
                  <a:pt x="390300" y="24600"/>
                </a:lnTo>
                <a:lnTo>
                  <a:pt x="390225" y="24450"/>
                </a:lnTo>
                <a:lnTo>
                  <a:pt x="390225" y="24225"/>
                </a:lnTo>
                <a:lnTo>
                  <a:pt x="390150" y="24075"/>
                </a:lnTo>
                <a:lnTo>
                  <a:pt x="389850" y="23100"/>
                </a:lnTo>
                <a:lnTo>
                  <a:pt x="389775" y="23025"/>
                </a:lnTo>
                <a:lnTo>
                  <a:pt x="389775" y="22875"/>
                </a:lnTo>
                <a:lnTo>
                  <a:pt x="389625" y="22725"/>
                </a:lnTo>
                <a:lnTo>
                  <a:pt x="389625" y="22575"/>
                </a:lnTo>
                <a:lnTo>
                  <a:pt x="389475" y="22425"/>
                </a:lnTo>
                <a:lnTo>
                  <a:pt x="389475" y="22350"/>
                </a:lnTo>
                <a:lnTo>
                  <a:pt x="389400" y="22200"/>
                </a:lnTo>
                <a:lnTo>
                  <a:pt x="389250" y="22050"/>
                </a:lnTo>
                <a:lnTo>
                  <a:pt x="389250" y="21975"/>
                </a:lnTo>
                <a:lnTo>
                  <a:pt x="389025" y="21750"/>
                </a:lnTo>
                <a:lnTo>
                  <a:pt x="389025" y="21675"/>
                </a:lnTo>
                <a:lnTo>
                  <a:pt x="388650" y="21300"/>
                </a:lnTo>
                <a:lnTo>
                  <a:pt x="388650" y="21225"/>
                </a:lnTo>
                <a:lnTo>
                  <a:pt x="388425" y="21000"/>
                </a:lnTo>
                <a:lnTo>
                  <a:pt x="388350" y="21000"/>
                </a:lnTo>
                <a:lnTo>
                  <a:pt x="388050" y="20700"/>
                </a:lnTo>
                <a:lnTo>
                  <a:pt x="387975" y="20700"/>
                </a:lnTo>
                <a:lnTo>
                  <a:pt x="387750" y="20475"/>
                </a:lnTo>
                <a:lnTo>
                  <a:pt x="387675" y="20475"/>
                </a:lnTo>
                <a:lnTo>
                  <a:pt x="387600" y="20400"/>
                </a:lnTo>
                <a:lnTo>
                  <a:pt x="387525" y="20400"/>
                </a:lnTo>
                <a:lnTo>
                  <a:pt x="387375" y="20250"/>
                </a:lnTo>
                <a:lnTo>
                  <a:pt x="387300" y="20250"/>
                </a:lnTo>
                <a:lnTo>
                  <a:pt x="387225" y="20175"/>
                </a:lnTo>
                <a:lnTo>
                  <a:pt x="387150" y="20175"/>
                </a:lnTo>
                <a:lnTo>
                  <a:pt x="387075" y="20100"/>
                </a:lnTo>
                <a:lnTo>
                  <a:pt x="387000" y="20100"/>
                </a:lnTo>
                <a:lnTo>
                  <a:pt x="386925" y="20025"/>
                </a:lnTo>
                <a:lnTo>
                  <a:pt x="386850" y="20025"/>
                </a:lnTo>
                <a:lnTo>
                  <a:pt x="386775" y="19950"/>
                </a:lnTo>
                <a:lnTo>
                  <a:pt x="386700" y="19950"/>
                </a:lnTo>
                <a:lnTo>
                  <a:pt x="386475" y="19800"/>
                </a:lnTo>
                <a:lnTo>
                  <a:pt x="386250" y="19800"/>
                </a:lnTo>
                <a:lnTo>
                  <a:pt x="386175" y="19725"/>
                </a:lnTo>
                <a:lnTo>
                  <a:pt x="386025" y="19725"/>
                </a:lnTo>
                <a:lnTo>
                  <a:pt x="385950" y="19650"/>
                </a:lnTo>
                <a:lnTo>
                  <a:pt x="385725" y="19650"/>
                </a:lnTo>
                <a:lnTo>
                  <a:pt x="385575" y="19575"/>
                </a:lnTo>
                <a:lnTo>
                  <a:pt x="385200" y="19575"/>
                </a:lnTo>
                <a:lnTo>
                  <a:pt x="385050" y="19500"/>
                </a:lnTo>
                <a:lnTo>
                  <a:pt x="383850" y="19500"/>
                </a:lnTo>
                <a:lnTo>
                  <a:pt x="383775" y="19575"/>
                </a:lnTo>
                <a:lnTo>
                  <a:pt x="383400" y="19575"/>
                </a:lnTo>
                <a:lnTo>
                  <a:pt x="383325" y="19650"/>
                </a:lnTo>
                <a:lnTo>
                  <a:pt x="383025" y="19650"/>
                </a:lnTo>
                <a:lnTo>
                  <a:pt x="382950" y="19725"/>
                </a:lnTo>
                <a:lnTo>
                  <a:pt x="382800" y="19725"/>
                </a:lnTo>
                <a:lnTo>
                  <a:pt x="382650" y="19800"/>
                </a:lnTo>
                <a:lnTo>
                  <a:pt x="382500" y="19800"/>
                </a:lnTo>
                <a:lnTo>
                  <a:pt x="382275" y="19950"/>
                </a:lnTo>
                <a:lnTo>
                  <a:pt x="381975" y="20025"/>
                </a:lnTo>
                <a:lnTo>
                  <a:pt x="381900" y="20100"/>
                </a:lnTo>
                <a:lnTo>
                  <a:pt x="381825" y="20100"/>
                </a:lnTo>
                <a:lnTo>
                  <a:pt x="381750" y="20175"/>
                </a:lnTo>
                <a:lnTo>
                  <a:pt x="381675" y="20175"/>
                </a:lnTo>
                <a:lnTo>
                  <a:pt x="381600" y="20250"/>
                </a:lnTo>
                <a:lnTo>
                  <a:pt x="381525" y="20250"/>
                </a:lnTo>
                <a:lnTo>
                  <a:pt x="381300" y="20400"/>
                </a:lnTo>
                <a:lnTo>
                  <a:pt x="381225" y="20400"/>
                </a:lnTo>
                <a:lnTo>
                  <a:pt x="381075" y="20550"/>
                </a:lnTo>
                <a:lnTo>
                  <a:pt x="381000" y="20550"/>
                </a:lnTo>
                <a:lnTo>
                  <a:pt x="380700" y="20850"/>
                </a:lnTo>
                <a:lnTo>
                  <a:pt x="380625" y="20850"/>
                </a:lnTo>
                <a:lnTo>
                  <a:pt x="379425" y="22050"/>
                </a:lnTo>
                <a:lnTo>
                  <a:pt x="379425" y="22200"/>
                </a:lnTo>
                <a:lnTo>
                  <a:pt x="379200" y="22425"/>
                </a:lnTo>
                <a:lnTo>
                  <a:pt x="379050" y="22650"/>
                </a:lnTo>
                <a:lnTo>
                  <a:pt x="379050" y="22725"/>
                </a:lnTo>
                <a:lnTo>
                  <a:pt x="378900" y="22950"/>
                </a:lnTo>
                <a:lnTo>
                  <a:pt x="378825" y="23100"/>
                </a:lnTo>
                <a:lnTo>
                  <a:pt x="378825" y="23175"/>
                </a:lnTo>
                <a:lnTo>
                  <a:pt x="378675" y="23400"/>
                </a:lnTo>
                <a:lnTo>
                  <a:pt x="378525" y="23775"/>
                </a:lnTo>
                <a:lnTo>
                  <a:pt x="378450" y="23850"/>
                </a:lnTo>
                <a:lnTo>
                  <a:pt x="378450" y="24000"/>
                </a:lnTo>
                <a:lnTo>
                  <a:pt x="378225" y="24525"/>
                </a:lnTo>
                <a:lnTo>
                  <a:pt x="378225" y="24675"/>
                </a:lnTo>
                <a:lnTo>
                  <a:pt x="378150" y="24750"/>
                </a:lnTo>
                <a:lnTo>
                  <a:pt x="378150" y="24900"/>
                </a:lnTo>
                <a:lnTo>
                  <a:pt x="378075" y="25050"/>
                </a:lnTo>
                <a:lnTo>
                  <a:pt x="378075" y="25350"/>
                </a:lnTo>
                <a:lnTo>
                  <a:pt x="378000" y="25500"/>
                </a:lnTo>
                <a:lnTo>
                  <a:pt x="378000" y="25650"/>
                </a:lnTo>
                <a:lnTo>
                  <a:pt x="377925" y="25800"/>
                </a:lnTo>
                <a:lnTo>
                  <a:pt x="377925" y="26100"/>
                </a:lnTo>
                <a:lnTo>
                  <a:pt x="377850" y="26250"/>
                </a:lnTo>
                <a:lnTo>
                  <a:pt x="377850" y="26925"/>
                </a:lnTo>
                <a:lnTo>
                  <a:pt x="377775" y="27075"/>
                </a:lnTo>
                <a:lnTo>
                  <a:pt x="377775" y="66750"/>
                </a:lnTo>
                <a:lnTo>
                  <a:pt x="372075" y="66750"/>
                </a:lnTo>
                <a:lnTo>
                  <a:pt x="372075" y="26775"/>
                </a:lnTo>
                <a:lnTo>
                  <a:pt x="372150" y="26775"/>
                </a:lnTo>
                <a:lnTo>
                  <a:pt x="372150" y="26475"/>
                </a:lnTo>
                <a:lnTo>
                  <a:pt x="372075" y="26475"/>
                </a:lnTo>
                <a:lnTo>
                  <a:pt x="372075" y="25725"/>
                </a:lnTo>
                <a:lnTo>
                  <a:pt x="372000" y="25575"/>
                </a:lnTo>
                <a:lnTo>
                  <a:pt x="372000" y="24975"/>
                </a:lnTo>
                <a:lnTo>
                  <a:pt x="371925" y="24825"/>
                </a:lnTo>
                <a:lnTo>
                  <a:pt x="371925" y="24600"/>
                </a:lnTo>
                <a:lnTo>
                  <a:pt x="371850" y="24450"/>
                </a:lnTo>
                <a:lnTo>
                  <a:pt x="371850" y="24225"/>
                </a:lnTo>
                <a:lnTo>
                  <a:pt x="371775" y="24075"/>
                </a:lnTo>
                <a:lnTo>
                  <a:pt x="371400" y="22875"/>
                </a:lnTo>
                <a:lnTo>
                  <a:pt x="371325" y="22800"/>
                </a:lnTo>
                <a:lnTo>
                  <a:pt x="371250" y="22650"/>
                </a:lnTo>
                <a:lnTo>
                  <a:pt x="371250" y="22575"/>
                </a:lnTo>
                <a:lnTo>
                  <a:pt x="371100" y="22425"/>
                </a:lnTo>
                <a:lnTo>
                  <a:pt x="371100" y="22350"/>
                </a:lnTo>
                <a:lnTo>
                  <a:pt x="371025" y="22200"/>
                </a:lnTo>
                <a:lnTo>
                  <a:pt x="370875" y="22050"/>
                </a:lnTo>
                <a:lnTo>
                  <a:pt x="370875" y="21975"/>
                </a:lnTo>
                <a:lnTo>
                  <a:pt x="370650" y="21750"/>
                </a:lnTo>
                <a:lnTo>
                  <a:pt x="370650" y="21675"/>
                </a:lnTo>
                <a:lnTo>
                  <a:pt x="370275" y="21300"/>
                </a:lnTo>
                <a:lnTo>
                  <a:pt x="370275" y="21225"/>
                </a:lnTo>
                <a:lnTo>
                  <a:pt x="369975" y="20925"/>
                </a:lnTo>
                <a:lnTo>
                  <a:pt x="369900" y="20925"/>
                </a:lnTo>
                <a:lnTo>
                  <a:pt x="369675" y="20700"/>
                </a:lnTo>
                <a:lnTo>
                  <a:pt x="369600" y="20700"/>
                </a:lnTo>
                <a:lnTo>
                  <a:pt x="369375" y="20475"/>
                </a:lnTo>
                <a:lnTo>
                  <a:pt x="369300" y="20475"/>
                </a:lnTo>
                <a:lnTo>
                  <a:pt x="369300" y="20400"/>
                </a:lnTo>
                <a:lnTo>
                  <a:pt x="369225" y="20400"/>
                </a:lnTo>
                <a:lnTo>
                  <a:pt x="369000" y="20250"/>
                </a:lnTo>
                <a:lnTo>
                  <a:pt x="368925" y="20250"/>
                </a:lnTo>
                <a:lnTo>
                  <a:pt x="368850" y="20175"/>
                </a:lnTo>
                <a:lnTo>
                  <a:pt x="368775" y="20175"/>
                </a:lnTo>
                <a:lnTo>
                  <a:pt x="368700" y="20100"/>
                </a:lnTo>
                <a:lnTo>
                  <a:pt x="368625" y="20100"/>
                </a:lnTo>
                <a:lnTo>
                  <a:pt x="368550" y="20025"/>
                </a:lnTo>
                <a:lnTo>
                  <a:pt x="368475" y="20025"/>
                </a:lnTo>
                <a:lnTo>
                  <a:pt x="368400" y="19950"/>
                </a:lnTo>
                <a:lnTo>
                  <a:pt x="368325" y="19950"/>
                </a:lnTo>
                <a:lnTo>
                  <a:pt x="368250" y="19875"/>
                </a:lnTo>
                <a:lnTo>
                  <a:pt x="368175" y="19875"/>
                </a:lnTo>
                <a:lnTo>
                  <a:pt x="368100" y="19800"/>
                </a:lnTo>
                <a:lnTo>
                  <a:pt x="367950" y="19800"/>
                </a:lnTo>
                <a:lnTo>
                  <a:pt x="367800" y="19725"/>
                </a:lnTo>
                <a:lnTo>
                  <a:pt x="367650" y="19725"/>
                </a:lnTo>
                <a:lnTo>
                  <a:pt x="367575" y="19650"/>
                </a:lnTo>
                <a:lnTo>
                  <a:pt x="367350" y="19650"/>
                </a:lnTo>
                <a:lnTo>
                  <a:pt x="367200" y="19575"/>
                </a:lnTo>
                <a:lnTo>
                  <a:pt x="366825" y="19575"/>
                </a:lnTo>
                <a:lnTo>
                  <a:pt x="366675" y="19500"/>
                </a:lnTo>
                <a:lnTo>
                  <a:pt x="365475" y="19500"/>
                </a:lnTo>
                <a:lnTo>
                  <a:pt x="365400" y="19575"/>
                </a:lnTo>
                <a:lnTo>
                  <a:pt x="365025" y="19575"/>
                </a:lnTo>
                <a:lnTo>
                  <a:pt x="364950" y="19650"/>
                </a:lnTo>
                <a:lnTo>
                  <a:pt x="364650" y="19650"/>
                </a:lnTo>
                <a:lnTo>
                  <a:pt x="364575" y="19725"/>
                </a:lnTo>
                <a:lnTo>
                  <a:pt x="364425" y="19725"/>
                </a:lnTo>
                <a:lnTo>
                  <a:pt x="364275" y="19800"/>
                </a:lnTo>
                <a:lnTo>
                  <a:pt x="364125" y="19800"/>
                </a:lnTo>
                <a:lnTo>
                  <a:pt x="364050" y="19875"/>
                </a:lnTo>
                <a:lnTo>
                  <a:pt x="363975" y="19875"/>
                </a:lnTo>
                <a:lnTo>
                  <a:pt x="363900" y="19950"/>
                </a:lnTo>
                <a:lnTo>
                  <a:pt x="363750" y="19950"/>
                </a:lnTo>
                <a:lnTo>
                  <a:pt x="363675" y="20025"/>
                </a:lnTo>
                <a:lnTo>
                  <a:pt x="363600" y="20025"/>
                </a:lnTo>
                <a:lnTo>
                  <a:pt x="363525" y="20100"/>
                </a:lnTo>
                <a:lnTo>
                  <a:pt x="363450" y="20100"/>
                </a:lnTo>
                <a:lnTo>
                  <a:pt x="363225" y="20250"/>
                </a:lnTo>
                <a:lnTo>
                  <a:pt x="363075" y="20250"/>
                </a:lnTo>
                <a:lnTo>
                  <a:pt x="362925" y="20400"/>
                </a:lnTo>
                <a:lnTo>
                  <a:pt x="362850" y="20400"/>
                </a:lnTo>
                <a:lnTo>
                  <a:pt x="362700" y="20550"/>
                </a:lnTo>
                <a:lnTo>
                  <a:pt x="362625" y="20550"/>
                </a:lnTo>
                <a:lnTo>
                  <a:pt x="362325" y="20850"/>
                </a:lnTo>
                <a:lnTo>
                  <a:pt x="362250" y="20850"/>
                </a:lnTo>
                <a:lnTo>
                  <a:pt x="361050" y="22050"/>
                </a:lnTo>
                <a:lnTo>
                  <a:pt x="361050" y="22200"/>
                </a:lnTo>
                <a:lnTo>
                  <a:pt x="360825" y="22425"/>
                </a:lnTo>
                <a:lnTo>
                  <a:pt x="360675" y="22650"/>
                </a:lnTo>
                <a:lnTo>
                  <a:pt x="360675" y="22725"/>
                </a:lnTo>
                <a:lnTo>
                  <a:pt x="360600" y="22875"/>
                </a:lnTo>
                <a:lnTo>
                  <a:pt x="360450" y="23025"/>
                </a:lnTo>
                <a:lnTo>
                  <a:pt x="360375" y="23175"/>
                </a:lnTo>
                <a:lnTo>
                  <a:pt x="360375" y="23250"/>
                </a:lnTo>
                <a:lnTo>
                  <a:pt x="360225" y="23475"/>
                </a:lnTo>
                <a:lnTo>
                  <a:pt x="360225" y="23625"/>
                </a:lnTo>
                <a:lnTo>
                  <a:pt x="360075" y="23850"/>
                </a:lnTo>
                <a:lnTo>
                  <a:pt x="360075" y="24000"/>
                </a:lnTo>
                <a:lnTo>
                  <a:pt x="360000" y="24075"/>
                </a:lnTo>
                <a:lnTo>
                  <a:pt x="360000" y="24225"/>
                </a:lnTo>
                <a:lnTo>
                  <a:pt x="359850" y="24525"/>
                </a:lnTo>
                <a:lnTo>
                  <a:pt x="359850" y="24600"/>
                </a:lnTo>
                <a:lnTo>
                  <a:pt x="359775" y="24750"/>
                </a:lnTo>
                <a:lnTo>
                  <a:pt x="359775" y="24900"/>
                </a:lnTo>
                <a:lnTo>
                  <a:pt x="359700" y="25050"/>
                </a:lnTo>
                <a:lnTo>
                  <a:pt x="359700" y="25350"/>
                </a:lnTo>
                <a:lnTo>
                  <a:pt x="359625" y="25500"/>
                </a:lnTo>
                <a:lnTo>
                  <a:pt x="359625" y="25650"/>
                </a:lnTo>
                <a:lnTo>
                  <a:pt x="359550" y="25800"/>
                </a:lnTo>
                <a:lnTo>
                  <a:pt x="359550" y="26100"/>
                </a:lnTo>
                <a:lnTo>
                  <a:pt x="359475" y="26250"/>
                </a:lnTo>
                <a:lnTo>
                  <a:pt x="359475" y="26925"/>
                </a:lnTo>
                <a:lnTo>
                  <a:pt x="359400" y="27075"/>
                </a:lnTo>
                <a:lnTo>
                  <a:pt x="359400" y="52500"/>
                </a:lnTo>
                <a:lnTo>
                  <a:pt x="353700" y="52500"/>
                </a:lnTo>
                <a:lnTo>
                  <a:pt x="353700" y="26775"/>
                </a:lnTo>
                <a:lnTo>
                  <a:pt x="353775" y="26775"/>
                </a:lnTo>
                <a:lnTo>
                  <a:pt x="353775" y="26025"/>
                </a:lnTo>
                <a:lnTo>
                  <a:pt x="353850" y="25875"/>
                </a:lnTo>
                <a:lnTo>
                  <a:pt x="353850" y="25350"/>
                </a:lnTo>
                <a:lnTo>
                  <a:pt x="353925" y="25200"/>
                </a:lnTo>
                <a:lnTo>
                  <a:pt x="353925" y="24900"/>
                </a:lnTo>
                <a:lnTo>
                  <a:pt x="354000" y="24750"/>
                </a:lnTo>
                <a:lnTo>
                  <a:pt x="354000" y="24525"/>
                </a:lnTo>
                <a:lnTo>
                  <a:pt x="354150" y="24075"/>
                </a:lnTo>
                <a:lnTo>
                  <a:pt x="354150" y="23850"/>
                </a:lnTo>
                <a:lnTo>
                  <a:pt x="354300" y="23475"/>
                </a:lnTo>
                <a:lnTo>
                  <a:pt x="354300" y="23250"/>
                </a:lnTo>
                <a:lnTo>
                  <a:pt x="354375" y="23250"/>
                </a:lnTo>
                <a:lnTo>
                  <a:pt x="354375" y="23025"/>
                </a:lnTo>
                <a:lnTo>
                  <a:pt x="354600" y="22500"/>
                </a:lnTo>
                <a:lnTo>
                  <a:pt x="354600" y="22425"/>
                </a:lnTo>
                <a:lnTo>
                  <a:pt x="354750" y="22125"/>
                </a:lnTo>
                <a:lnTo>
                  <a:pt x="354750" y="22050"/>
                </a:lnTo>
                <a:lnTo>
                  <a:pt x="354900" y="21750"/>
                </a:lnTo>
                <a:lnTo>
                  <a:pt x="354900" y="21675"/>
                </a:lnTo>
                <a:lnTo>
                  <a:pt x="355050" y="21375"/>
                </a:lnTo>
                <a:lnTo>
                  <a:pt x="355050" y="21300"/>
                </a:lnTo>
                <a:lnTo>
                  <a:pt x="355200" y="21000"/>
                </a:lnTo>
                <a:lnTo>
                  <a:pt x="355275" y="20925"/>
                </a:lnTo>
                <a:lnTo>
                  <a:pt x="355500" y="20475"/>
                </a:lnTo>
                <a:lnTo>
                  <a:pt x="355500" y="20400"/>
                </a:lnTo>
                <a:lnTo>
                  <a:pt x="355575" y="20250"/>
                </a:lnTo>
                <a:lnTo>
                  <a:pt x="355650" y="20250"/>
                </a:lnTo>
                <a:lnTo>
                  <a:pt x="355800" y="19950"/>
                </a:lnTo>
                <a:lnTo>
                  <a:pt x="355800" y="19875"/>
                </a:lnTo>
                <a:lnTo>
                  <a:pt x="355950" y="19800"/>
                </a:lnTo>
                <a:lnTo>
                  <a:pt x="355950" y="19725"/>
                </a:lnTo>
                <a:lnTo>
                  <a:pt x="356100" y="19425"/>
                </a:lnTo>
                <a:lnTo>
                  <a:pt x="356175" y="19425"/>
                </a:lnTo>
                <a:lnTo>
                  <a:pt x="356325" y="19125"/>
                </a:lnTo>
                <a:lnTo>
                  <a:pt x="356400" y="19125"/>
                </a:lnTo>
                <a:lnTo>
                  <a:pt x="356475" y="18975"/>
                </a:lnTo>
                <a:lnTo>
                  <a:pt x="356625" y="18825"/>
                </a:lnTo>
                <a:lnTo>
                  <a:pt x="356700" y="18675"/>
                </a:lnTo>
                <a:lnTo>
                  <a:pt x="356775" y="18675"/>
                </a:lnTo>
                <a:lnTo>
                  <a:pt x="357075" y="18225"/>
                </a:lnTo>
                <a:lnTo>
                  <a:pt x="357150" y="18225"/>
                </a:lnTo>
                <a:lnTo>
                  <a:pt x="357225" y="18075"/>
                </a:lnTo>
                <a:lnTo>
                  <a:pt x="357900" y="17400"/>
                </a:lnTo>
                <a:lnTo>
                  <a:pt x="358050" y="17325"/>
                </a:lnTo>
                <a:lnTo>
                  <a:pt x="358050" y="17250"/>
                </a:lnTo>
                <a:lnTo>
                  <a:pt x="358200" y="17175"/>
                </a:lnTo>
                <a:lnTo>
                  <a:pt x="358275" y="17025"/>
                </a:lnTo>
                <a:lnTo>
                  <a:pt x="358350" y="17025"/>
                </a:lnTo>
                <a:lnTo>
                  <a:pt x="358425" y="16950"/>
                </a:lnTo>
                <a:lnTo>
                  <a:pt x="358500" y="16950"/>
                </a:lnTo>
                <a:lnTo>
                  <a:pt x="358575" y="16800"/>
                </a:lnTo>
                <a:lnTo>
                  <a:pt x="358650" y="16800"/>
                </a:lnTo>
                <a:lnTo>
                  <a:pt x="358875" y="16575"/>
                </a:lnTo>
                <a:lnTo>
                  <a:pt x="358950" y="16575"/>
                </a:lnTo>
                <a:lnTo>
                  <a:pt x="359025" y="16500"/>
                </a:lnTo>
                <a:lnTo>
                  <a:pt x="359100" y="16500"/>
                </a:lnTo>
                <a:lnTo>
                  <a:pt x="359175" y="16350"/>
                </a:lnTo>
                <a:lnTo>
                  <a:pt x="359250" y="16350"/>
                </a:lnTo>
                <a:lnTo>
                  <a:pt x="359325" y="16275"/>
                </a:lnTo>
                <a:lnTo>
                  <a:pt x="359400" y="16275"/>
                </a:lnTo>
                <a:lnTo>
                  <a:pt x="359550" y="16125"/>
                </a:lnTo>
                <a:lnTo>
                  <a:pt x="360150" y="15825"/>
                </a:lnTo>
                <a:lnTo>
                  <a:pt x="360150" y="15750"/>
                </a:lnTo>
                <a:lnTo>
                  <a:pt x="360300" y="15675"/>
                </a:lnTo>
                <a:lnTo>
                  <a:pt x="360375" y="15675"/>
                </a:lnTo>
                <a:lnTo>
                  <a:pt x="360600" y="15525"/>
                </a:lnTo>
                <a:lnTo>
                  <a:pt x="360675" y="15525"/>
                </a:lnTo>
                <a:lnTo>
                  <a:pt x="361125" y="15300"/>
                </a:lnTo>
                <a:lnTo>
                  <a:pt x="361200" y="15300"/>
                </a:lnTo>
                <a:lnTo>
                  <a:pt x="361425" y="15150"/>
                </a:lnTo>
                <a:lnTo>
                  <a:pt x="361500" y="15150"/>
                </a:lnTo>
                <a:lnTo>
                  <a:pt x="361800" y="15000"/>
                </a:lnTo>
                <a:lnTo>
                  <a:pt x="361950" y="15000"/>
                </a:lnTo>
                <a:lnTo>
                  <a:pt x="362025" y="14925"/>
                </a:lnTo>
                <a:lnTo>
                  <a:pt x="362175" y="14925"/>
                </a:lnTo>
                <a:lnTo>
                  <a:pt x="362475" y="14775"/>
                </a:lnTo>
                <a:lnTo>
                  <a:pt x="362625" y="14775"/>
                </a:lnTo>
                <a:lnTo>
                  <a:pt x="362700" y="14700"/>
                </a:lnTo>
                <a:lnTo>
                  <a:pt x="362850" y="14700"/>
                </a:lnTo>
                <a:lnTo>
                  <a:pt x="363000" y="14625"/>
                </a:lnTo>
                <a:lnTo>
                  <a:pt x="363225" y="14625"/>
                </a:lnTo>
                <a:lnTo>
                  <a:pt x="363375" y="14550"/>
                </a:lnTo>
                <a:lnTo>
                  <a:pt x="363525" y="14550"/>
                </a:lnTo>
                <a:lnTo>
                  <a:pt x="363600" y="14475"/>
                </a:lnTo>
                <a:lnTo>
                  <a:pt x="363900" y="14475"/>
                </a:lnTo>
                <a:lnTo>
                  <a:pt x="364050" y="14400"/>
                </a:lnTo>
                <a:lnTo>
                  <a:pt x="364425" y="14400"/>
                </a:lnTo>
                <a:lnTo>
                  <a:pt x="364500" y="14325"/>
                </a:lnTo>
                <a:lnTo>
                  <a:pt x="365175" y="14325"/>
                </a:lnTo>
                <a:lnTo>
                  <a:pt x="365175" y="14250"/>
                </a:lnTo>
                <a:lnTo>
                  <a:pt x="366975" y="14250"/>
                </a:lnTo>
                <a:lnTo>
                  <a:pt x="367125" y="14325"/>
                </a:lnTo>
                <a:lnTo>
                  <a:pt x="367725" y="14325"/>
                </a:lnTo>
                <a:lnTo>
                  <a:pt x="367800" y="14400"/>
                </a:lnTo>
                <a:lnTo>
                  <a:pt x="368250" y="14400"/>
                </a:lnTo>
                <a:lnTo>
                  <a:pt x="368325" y="14475"/>
                </a:lnTo>
                <a:lnTo>
                  <a:pt x="368550" y="14475"/>
                </a:lnTo>
                <a:lnTo>
                  <a:pt x="368700" y="14550"/>
                </a:lnTo>
                <a:lnTo>
                  <a:pt x="368925" y="14550"/>
                </a:lnTo>
                <a:lnTo>
                  <a:pt x="369075" y="14625"/>
                </a:lnTo>
                <a:lnTo>
                  <a:pt x="369225" y="14625"/>
                </a:lnTo>
                <a:lnTo>
                  <a:pt x="369300" y="14700"/>
                </a:lnTo>
                <a:lnTo>
                  <a:pt x="369450" y="14700"/>
                </a:lnTo>
                <a:lnTo>
                  <a:pt x="369600" y="14775"/>
                </a:lnTo>
                <a:lnTo>
                  <a:pt x="369750" y="14775"/>
                </a:lnTo>
                <a:lnTo>
                  <a:pt x="369825" y="14850"/>
                </a:lnTo>
                <a:lnTo>
                  <a:pt x="369975" y="14850"/>
                </a:lnTo>
                <a:lnTo>
                  <a:pt x="370425" y="15075"/>
                </a:lnTo>
                <a:lnTo>
                  <a:pt x="370575" y="15075"/>
                </a:lnTo>
                <a:lnTo>
                  <a:pt x="370800" y="15225"/>
                </a:lnTo>
                <a:lnTo>
                  <a:pt x="370950" y="15225"/>
                </a:lnTo>
                <a:lnTo>
                  <a:pt x="370950" y="15300"/>
                </a:lnTo>
                <a:lnTo>
                  <a:pt x="371100" y="15300"/>
                </a:lnTo>
                <a:lnTo>
                  <a:pt x="371100" y="15375"/>
                </a:lnTo>
                <a:lnTo>
                  <a:pt x="371250" y="15375"/>
                </a:lnTo>
                <a:lnTo>
                  <a:pt x="371325" y="15450"/>
                </a:lnTo>
                <a:lnTo>
                  <a:pt x="371400" y="15450"/>
                </a:lnTo>
                <a:lnTo>
                  <a:pt x="371475" y="15525"/>
                </a:lnTo>
                <a:lnTo>
                  <a:pt x="371550" y="15525"/>
                </a:lnTo>
                <a:lnTo>
                  <a:pt x="371700" y="15675"/>
                </a:lnTo>
                <a:lnTo>
                  <a:pt x="371775" y="15675"/>
                </a:lnTo>
                <a:lnTo>
                  <a:pt x="372375" y="15975"/>
                </a:lnTo>
                <a:lnTo>
                  <a:pt x="372375" y="16050"/>
                </a:lnTo>
                <a:lnTo>
                  <a:pt x="372825" y="16275"/>
                </a:lnTo>
                <a:lnTo>
                  <a:pt x="372825" y="16350"/>
                </a:lnTo>
                <a:lnTo>
                  <a:pt x="373125" y="16500"/>
                </a:lnTo>
                <a:lnTo>
                  <a:pt x="373125" y="16575"/>
                </a:lnTo>
                <a:lnTo>
                  <a:pt x="373425" y="16725"/>
                </a:lnTo>
                <a:lnTo>
                  <a:pt x="373425" y="16800"/>
                </a:lnTo>
                <a:lnTo>
                  <a:pt x="373575" y="16875"/>
                </a:lnTo>
                <a:lnTo>
                  <a:pt x="373800" y="17100"/>
                </a:lnTo>
                <a:lnTo>
                  <a:pt x="373875" y="17100"/>
                </a:lnTo>
                <a:lnTo>
                  <a:pt x="374775" y="18000"/>
                </a:lnTo>
                <a:lnTo>
                  <a:pt x="374850" y="18150"/>
                </a:lnTo>
                <a:lnTo>
                  <a:pt x="374925" y="18150"/>
                </a:lnTo>
                <a:lnTo>
                  <a:pt x="375000" y="18300"/>
                </a:lnTo>
                <a:lnTo>
                  <a:pt x="375225" y="18525"/>
                </a:lnTo>
                <a:lnTo>
                  <a:pt x="375300" y="18375"/>
                </a:lnTo>
                <a:lnTo>
                  <a:pt x="375375" y="18375"/>
                </a:lnTo>
                <a:lnTo>
                  <a:pt x="375450" y="18225"/>
                </a:lnTo>
                <a:lnTo>
                  <a:pt x="375525" y="18225"/>
                </a:lnTo>
                <a:lnTo>
                  <a:pt x="375600" y="18075"/>
                </a:lnTo>
                <a:lnTo>
                  <a:pt x="375750" y="18000"/>
                </a:lnTo>
                <a:lnTo>
                  <a:pt x="375750" y="17925"/>
                </a:lnTo>
                <a:lnTo>
                  <a:pt x="375975" y="17700"/>
                </a:lnTo>
                <a:lnTo>
                  <a:pt x="376050" y="17700"/>
                </a:lnTo>
                <a:lnTo>
                  <a:pt x="376125" y="17550"/>
                </a:lnTo>
                <a:lnTo>
                  <a:pt x="376275" y="17475"/>
                </a:lnTo>
                <a:lnTo>
                  <a:pt x="376275" y="17400"/>
                </a:lnTo>
                <a:lnTo>
                  <a:pt x="376425" y="17325"/>
                </a:lnTo>
                <a:lnTo>
                  <a:pt x="376425" y="17250"/>
                </a:lnTo>
                <a:lnTo>
                  <a:pt x="376575" y="17175"/>
                </a:lnTo>
                <a:lnTo>
                  <a:pt x="376800" y="16950"/>
                </a:lnTo>
                <a:lnTo>
                  <a:pt x="376875" y="16950"/>
                </a:lnTo>
                <a:lnTo>
                  <a:pt x="376950" y="16800"/>
                </a:lnTo>
                <a:lnTo>
                  <a:pt x="377025" y="16800"/>
                </a:lnTo>
                <a:lnTo>
                  <a:pt x="377100" y="16725"/>
                </a:lnTo>
                <a:lnTo>
                  <a:pt x="377175" y="16725"/>
                </a:lnTo>
                <a:lnTo>
                  <a:pt x="377250" y="16575"/>
                </a:lnTo>
                <a:lnTo>
                  <a:pt x="377325" y="16575"/>
                </a:lnTo>
                <a:lnTo>
                  <a:pt x="377400" y="16500"/>
                </a:lnTo>
                <a:lnTo>
                  <a:pt x="377475" y="16500"/>
                </a:lnTo>
                <a:lnTo>
                  <a:pt x="377700" y="16275"/>
                </a:lnTo>
                <a:lnTo>
                  <a:pt x="377775" y="16275"/>
                </a:lnTo>
                <a:lnTo>
                  <a:pt x="378000" y="16050"/>
                </a:lnTo>
                <a:lnTo>
                  <a:pt x="378075" y="16050"/>
                </a:lnTo>
                <a:lnTo>
                  <a:pt x="378525" y="15825"/>
                </a:lnTo>
                <a:lnTo>
                  <a:pt x="378525" y="15750"/>
                </a:lnTo>
                <a:lnTo>
                  <a:pt x="378675" y="15750"/>
                </a:lnTo>
                <a:lnTo>
                  <a:pt x="378825" y="15600"/>
                </a:lnTo>
                <a:lnTo>
                  <a:pt x="378900" y="15600"/>
                </a:lnTo>
                <a:lnTo>
                  <a:pt x="378975" y="15525"/>
                </a:lnTo>
                <a:lnTo>
                  <a:pt x="379050" y="15525"/>
                </a:lnTo>
                <a:lnTo>
                  <a:pt x="379650" y="15225"/>
                </a:lnTo>
                <a:lnTo>
                  <a:pt x="379725" y="15225"/>
                </a:lnTo>
                <a:lnTo>
                  <a:pt x="379800" y="15150"/>
                </a:lnTo>
                <a:lnTo>
                  <a:pt x="379875" y="15150"/>
                </a:lnTo>
                <a:lnTo>
                  <a:pt x="380175" y="15000"/>
                </a:lnTo>
                <a:lnTo>
                  <a:pt x="380325" y="15000"/>
                </a:lnTo>
                <a:lnTo>
                  <a:pt x="380400" y="14925"/>
                </a:lnTo>
                <a:lnTo>
                  <a:pt x="380550" y="14925"/>
                </a:lnTo>
                <a:lnTo>
                  <a:pt x="380850" y="14775"/>
                </a:lnTo>
                <a:lnTo>
                  <a:pt x="381000" y="14775"/>
                </a:lnTo>
                <a:lnTo>
                  <a:pt x="381075" y="14700"/>
                </a:lnTo>
                <a:lnTo>
                  <a:pt x="381225" y="14700"/>
                </a:lnTo>
                <a:lnTo>
                  <a:pt x="381375" y="14625"/>
                </a:lnTo>
                <a:lnTo>
                  <a:pt x="381600" y="14625"/>
                </a:lnTo>
                <a:lnTo>
                  <a:pt x="381750" y="14550"/>
                </a:lnTo>
                <a:lnTo>
                  <a:pt x="381975" y="14550"/>
                </a:lnTo>
                <a:lnTo>
                  <a:pt x="382125" y="14475"/>
                </a:lnTo>
                <a:lnTo>
                  <a:pt x="382275" y="14475"/>
                </a:lnTo>
                <a:lnTo>
                  <a:pt x="382425" y="14400"/>
                </a:lnTo>
                <a:lnTo>
                  <a:pt x="382800" y="14400"/>
                </a:lnTo>
                <a:lnTo>
                  <a:pt x="382875" y="14325"/>
                </a:lnTo>
                <a:lnTo>
                  <a:pt x="383550" y="14325"/>
                </a:lnTo>
                <a:lnTo>
                  <a:pt x="383550" y="14250"/>
                </a:lnTo>
                <a:lnTo>
                  <a:pt x="385350" y="14250"/>
                </a:lnTo>
                <a:lnTo>
                  <a:pt x="385500" y="14325"/>
                </a:lnTo>
                <a:lnTo>
                  <a:pt x="386100" y="14325"/>
                </a:lnTo>
                <a:lnTo>
                  <a:pt x="386175" y="14400"/>
                </a:lnTo>
                <a:lnTo>
                  <a:pt x="386625" y="14400"/>
                </a:lnTo>
                <a:lnTo>
                  <a:pt x="386700" y="14475"/>
                </a:lnTo>
                <a:lnTo>
                  <a:pt x="386925" y="14475"/>
                </a:lnTo>
                <a:lnTo>
                  <a:pt x="387075" y="14550"/>
                </a:lnTo>
                <a:lnTo>
                  <a:pt x="387300" y="14550"/>
                </a:lnTo>
                <a:lnTo>
                  <a:pt x="387450" y="14625"/>
                </a:lnTo>
                <a:lnTo>
                  <a:pt x="387600" y="14625"/>
                </a:lnTo>
                <a:lnTo>
                  <a:pt x="387675" y="14700"/>
                </a:lnTo>
                <a:lnTo>
                  <a:pt x="387825" y="14700"/>
                </a:lnTo>
                <a:lnTo>
                  <a:pt x="387975" y="14775"/>
                </a:lnTo>
                <a:lnTo>
                  <a:pt x="388125" y="14775"/>
                </a:lnTo>
                <a:lnTo>
                  <a:pt x="388200" y="14850"/>
                </a:lnTo>
                <a:lnTo>
                  <a:pt x="388350" y="14850"/>
                </a:lnTo>
                <a:lnTo>
                  <a:pt x="388800" y="15075"/>
                </a:lnTo>
                <a:lnTo>
                  <a:pt x="388950" y="15075"/>
                </a:lnTo>
                <a:lnTo>
                  <a:pt x="389025" y="15150"/>
                </a:lnTo>
                <a:lnTo>
                  <a:pt x="389175" y="15150"/>
                </a:lnTo>
                <a:lnTo>
                  <a:pt x="389175" y="15225"/>
                </a:lnTo>
                <a:lnTo>
                  <a:pt x="389325" y="15225"/>
                </a:lnTo>
                <a:lnTo>
                  <a:pt x="389325" y="15300"/>
                </a:lnTo>
                <a:lnTo>
                  <a:pt x="389475" y="15300"/>
                </a:lnTo>
                <a:lnTo>
                  <a:pt x="389475" y="15375"/>
                </a:lnTo>
                <a:lnTo>
                  <a:pt x="389625" y="15375"/>
                </a:lnTo>
                <a:lnTo>
                  <a:pt x="389700" y="15450"/>
                </a:lnTo>
                <a:lnTo>
                  <a:pt x="389775" y="15450"/>
                </a:lnTo>
                <a:lnTo>
                  <a:pt x="389850" y="15525"/>
                </a:lnTo>
                <a:lnTo>
                  <a:pt x="389925" y="15525"/>
                </a:lnTo>
                <a:lnTo>
                  <a:pt x="390000" y="15600"/>
                </a:lnTo>
                <a:lnTo>
                  <a:pt x="390450" y="15825"/>
                </a:lnTo>
                <a:lnTo>
                  <a:pt x="390450" y="14250"/>
                </a:lnTo>
                <a:lnTo>
                  <a:pt x="396150" y="14250"/>
                </a:lnTo>
                <a:lnTo>
                  <a:pt x="396150" y="52500"/>
                </a:lnTo>
                <a:close/>
                <a:moveTo>
                  <a:pt x="401625" y="28050"/>
                </a:moveTo>
                <a:lnTo>
                  <a:pt x="401550" y="27900"/>
                </a:lnTo>
                <a:lnTo>
                  <a:pt x="401550" y="27450"/>
                </a:lnTo>
                <a:lnTo>
                  <a:pt x="401475" y="27450"/>
                </a:lnTo>
                <a:lnTo>
                  <a:pt x="401475" y="26850"/>
                </a:lnTo>
                <a:lnTo>
                  <a:pt x="401400" y="26625"/>
                </a:lnTo>
                <a:lnTo>
                  <a:pt x="401400" y="24825"/>
                </a:lnTo>
                <a:lnTo>
                  <a:pt x="401475" y="24675"/>
                </a:lnTo>
                <a:lnTo>
                  <a:pt x="401475" y="24000"/>
                </a:lnTo>
                <a:lnTo>
                  <a:pt x="401550" y="23850"/>
                </a:lnTo>
                <a:lnTo>
                  <a:pt x="401550" y="23475"/>
                </a:lnTo>
                <a:lnTo>
                  <a:pt x="401625" y="23475"/>
                </a:lnTo>
                <a:lnTo>
                  <a:pt x="401625" y="23100"/>
                </a:lnTo>
                <a:lnTo>
                  <a:pt x="401700" y="22950"/>
                </a:lnTo>
                <a:lnTo>
                  <a:pt x="401700" y="22725"/>
                </a:lnTo>
                <a:lnTo>
                  <a:pt x="401775" y="22725"/>
                </a:lnTo>
                <a:lnTo>
                  <a:pt x="401775" y="22500"/>
                </a:lnTo>
                <a:lnTo>
                  <a:pt x="401850" y="22350"/>
                </a:lnTo>
                <a:lnTo>
                  <a:pt x="401850" y="22200"/>
                </a:lnTo>
                <a:lnTo>
                  <a:pt x="402075" y="21675"/>
                </a:lnTo>
                <a:lnTo>
                  <a:pt x="402075" y="21525"/>
                </a:lnTo>
                <a:lnTo>
                  <a:pt x="402150" y="21450"/>
                </a:lnTo>
                <a:lnTo>
                  <a:pt x="402150" y="21300"/>
                </a:lnTo>
                <a:lnTo>
                  <a:pt x="402300" y="21000"/>
                </a:lnTo>
                <a:lnTo>
                  <a:pt x="402300" y="20925"/>
                </a:lnTo>
                <a:lnTo>
                  <a:pt x="402375" y="20850"/>
                </a:lnTo>
                <a:lnTo>
                  <a:pt x="402375" y="20775"/>
                </a:lnTo>
                <a:lnTo>
                  <a:pt x="402675" y="20175"/>
                </a:lnTo>
                <a:lnTo>
                  <a:pt x="402675" y="20100"/>
                </a:lnTo>
                <a:lnTo>
                  <a:pt x="402750" y="20025"/>
                </a:lnTo>
                <a:lnTo>
                  <a:pt x="402750" y="19950"/>
                </a:lnTo>
                <a:lnTo>
                  <a:pt x="402975" y="19725"/>
                </a:lnTo>
                <a:lnTo>
                  <a:pt x="402975" y="19650"/>
                </a:lnTo>
                <a:lnTo>
                  <a:pt x="403050" y="19575"/>
                </a:lnTo>
                <a:lnTo>
                  <a:pt x="403050" y="19500"/>
                </a:lnTo>
                <a:lnTo>
                  <a:pt x="403125" y="19425"/>
                </a:lnTo>
                <a:lnTo>
                  <a:pt x="403125" y="19350"/>
                </a:lnTo>
                <a:lnTo>
                  <a:pt x="403350" y="19125"/>
                </a:lnTo>
                <a:lnTo>
                  <a:pt x="403350" y="19050"/>
                </a:lnTo>
                <a:lnTo>
                  <a:pt x="403425" y="18975"/>
                </a:lnTo>
                <a:lnTo>
                  <a:pt x="403425" y="18900"/>
                </a:lnTo>
                <a:lnTo>
                  <a:pt x="403650" y="18675"/>
                </a:lnTo>
                <a:lnTo>
                  <a:pt x="403650" y="18600"/>
                </a:lnTo>
                <a:lnTo>
                  <a:pt x="403725" y="18525"/>
                </a:lnTo>
                <a:lnTo>
                  <a:pt x="403725" y="18450"/>
                </a:lnTo>
                <a:lnTo>
                  <a:pt x="403875" y="18375"/>
                </a:lnTo>
                <a:lnTo>
                  <a:pt x="404025" y="18075"/>
                </a:lnTo>
                <a:lnTo>
                  <a:pt x="404100" y="18075"/>
                </a:lnTo>
                <a:lnTo>
                  <a:pt x="404175" y="18000"/>
                </a:lnTo>
                <a:lnTo>
                  <a:pt x="404175" y="17925"/>
                </a:lnTo>
                <a:lnTo>
                  <a:pt x="404325" y="17850"/>
                </a:lnTo>
                <a:lnTo>
                  <a:pt x="404325" y="17775"/>
                </a:lnTo>
                <a:lnTo>
                  <a:pt x="404400" y="17700"/>
                </a:lnTo>
                <a:lnTo>
                  <a:pt x="404475" y="17700"/>
                </a:lnTo>
                <a:lnTo>
                  <a:pt x="404550" y="17550"/>
                </a:lnTo>
                <a:lnTo>
                  <a:pt x="405150" y="16950"/>
                </a:lnTo>
                <a:lnTo>
                  <a:pt x="405300" y="16875"/>
                </a:lnTo>
                <a:lnTo>
                  <a:pt x="405300" y="16800"/>
                </a:lnTo>
                <a:lnTo>
                  <a:pt x="405450" y="16725"/>
                </a:lnTo>
                <a:lnTo>
                  <a:pt x="405675" y="16500"/>
                </a:lnTo>
                <a:lnTo>
                  <a:pt x="405750" y="16500"/>
                </a:lnTo>
                <a:lnTo>
                  <a:pt x="405825" y="16425"/>
                </a:lnTo>
                <a:lnTo>
                  <a:pt x="405825" y="16350"/>
                </a:lnTo>
                <a:lnTo>
                  <a:pt x="406275" y="16125"/>
                </a:lnTo>
                <a:lnTo>
                  <a:pt x="406275" y="16050"/>
                </a:lnTo>
                <a:lnTo>
                  <a:pt x="406350" y="15975"/>
                </a:lnTo>
                <a:lnTo>
                  <a:pt x="406425" y="15975"/>
                </a:lnTo>
                <a:lnTo>
                  <a:pt x="406500" y="15900"/>
                </a:lnTo>
                <a:lnTo>
                  <a:pt x="406575" y="15900"/>
                </a:lnTo>
                <a:lnTo>
                  <a:pt x="406800" y="15675"/>
                </a:lnTo>
                <a:lnTo>
                  <a:pt x="406875" y="15675"/>
                </a:lnTo>
                <a:lnTo>
                  <a:pt x="406950" y="15600"/>
                </a:lnTo>
                <a:lnTo>
                  <a:pt x="407025" y="15600"/>
                </a:lnTo>
                <a:lnTo>
                  <a:pt x="407100" y="15525"/>
                </a:lnTo>
                <a:lnTo>
                  <a:pt x="407175" y="15525"/>
                </a:lnTo>
                <a:lnTo>
                  <a:pt x="407325" y="15375"/>
                </a:lnTo>
                <a:lnTo>
                  <a:pt x="407400" y="15375"/>
                </a:lnTo>
                <a:lnTo>
                  <a:pt x="407550" y="15225"/>
                </a:lnTo>
                <a:lnTo>
                  <a:pt x="407625" y="15225"/>
                </a:lnTo>
                <a:lnTo>
                  <a:pt x="407700" y="15150"/>
                </a:lnTo>
                <a:lnTo>
                  <a:pt x="407775" y="15150"/>
                </a:lnTo>
                <a:lnTo>
                  <a:pt x="407850" y="15075"/>
                </a:lnTo>
                <a:lnTo>
                  <a:pt x="407925" y="15075"/>
                </a:lnTo>
                <a:lnTo>
                  <a:pt x="408150" y="14925"/>
                </a:lnTo>
                <a:lnTo>
                  <a:pt x="408225" y="14925"/>
                </a:lnTo>
                <a:lnTo>
                  <a:pt x="408825" y="14625"/>
                </a:lnTo>
                <a:lnTo>
                  <a:pt x="408975" y="14625"/>
                </a:lnTo>
                <a:lnTo>
                  <a:pt x="409050" y="14550"/>
                </a:lnTo>
                <a:lnTo>
                  <a:pt x="409200" y="14550"/>
                </a:lnTo>
                <a:lnTo>
                  <a:pt x="409275" y="14475"/>
                </a:lnTo>
                <a:lnTo>
                  <a:pt x="409350" y="14475"/>
                </a:lnTo>
                <a:lnTo>
                  <a:pt x="409650" y="14325"/>
                </a:lnTo>
                <a:lnTo>
                  <a:pt x="409800" y="14325"/>
                </a:lnTo>
                <a:lnTo>
                  <a:pt x="409800" y="14250"/>
                </a:lnTo>
                <a:lnTo>
                  <a:pt x="410025" y="14250"/>
                </a:lnTo>
                <a:lnTo>
                  <a:pt x="410100" y="14175"/>
                </a:lnTo>
                <a:lnTo>
                  <a:pt x="410175" y="14175"/>
                </a:lnTo>
                <a:lnTo>
                  <a:pt x="410325" y="14100"/>
                </a:lnTo>
                <a:lnTo>
                  <a:pt x="410475" y="14100"/>
                </a:lnTo>
                <a:lnTo>
                  <a:pt x="410625" y="14025"/>
                </a:lnTo>
                <a:lnTo>
                  <a:pt x="410775" y="14025"/>
                </a:lnTo>
                <a:lnTo>
                  <a:pt x="410850" y="13950"/>
                </a:lnTo>
                <a:lnTo>
                  <a:pt x="411000" y="13950"/>
                </a:lnTo>
                <a:lnTo>
                  <a:pt x="411150" y="13875"/>
                </a:lnTo>
                <a:lnTo>
                  <a:pt x="411300" y="13875"/>
                </a:lnTo>
                <a:lnTo>
                  <a:pt x="411450" y="13800"/>
                </a:lnTo>
                <a:lnTo>
                  <a:pt x="411825" y="13800"/>
                </a:lnTo>
                <a:lnTo>
                  <a:pt x="411825" y="13725"/>
                </a:lnTo>
                <a:lnTo>
                  <a:pt x="412200" y="13725"/>
                </a:lnTo>
                <a:lnTo>
                  <a:pt x="412350" y="13650"/>
                </a:lnTo>
                <a:lnTo>
                  <a:pt x="412725" y="13650"/>
                </a:lnTo>
                <a:lnTo>
                  <a:pt x="412875" y="13575"/>
                </a:lnTo>
                <a:lnTo>
                  <a:pt x="413550" y="13575"/>
                </a:lnTo>
                <a:lnTo>
                  <a:pt x="413700" y="13500"/>
                </a:lnTo>
                <a:lnTo>
                  <a:pt x="415650" y="13500"/>
                </a:lnTo>
                <a:lnTo>
                  <a:pt x="415800" y="13575"/>
                </a:lnTo>
                <a:lnTo>
                  <a:pt x="416550" y="13575"/>
                </a:lnTo>
                <a:lnTo>
                  <a:pt x="416700" y="13650"/>
                </a:lnTo>
                <a:lnTo>
                  <a:pt x="417075" y="13650"/>
                </a:lnTo>
                <a:lnTo>
                  <a:pt x="417225" y="13725"/>
                </a:lnTo>
                <a:lnTo>
                  <a:pt x="417450" y="13725"/>
                </a:lnTo>
                <a:lnTo>
                  <a:pt x="417600" y="13800"/>
                </a:lnTo>
                <a:lnTo>
                  <a:pt x="417900" y="13800"/>
                </a:lnTo>
                <a:lnTo>
                  <a:pt x="417975" y="13875"/>
                </a:lnTo>
                <a:lnTo>
                  <a:pt x="418275" y="13875"/>
                </a:lnTo>
                <a:lnTo>
                  <a:pt x="418275" y="13950"/>
                </a:lnTo>
                <a:lnTo>
                  <a:pt x="418500" y="13950"/>
                </a:lnTo>
                <a:lnTo>
                  <a:pt x="418575" y="14025"/>
                </a:lnTo>
                <a:lnTo>
                  <a:pt x="418800" y="14025"/>
                </a:lnTo>
                <a:lnTo>
                  <a:pt x="418950" y="14100"/>
                </a:lnTo>
                <a:lnTo>
                  <a:pt x="419100" y="14100"/>
                </a:lnTo>
                <a:lnTo>
                  <a:pt x="419175" y="14175"/>
                </a:lnTo>
                <a:lnTo>
                  <a:pt x="419325" y="14175"/>
                </a:lnTo>
                <a:lnTo>
                  <a:pt x="419625" y="14325"/>
                </a:lnTo>
                <a:lnTo>
                  <a:pt x="419775" y="14325"/>
                </a:lnTo>
                <a:lnTo>
                  <a:pt x="419850" y="14400"/>
                </a:lnTo>
                <a:lnTo>
                  <a:pt x="420000" y="14400"/>
                </a:lnTo>
                <a:lnTo>
                  <a:pt x="420975" y="14850"/>
                </a:lnTo>
                <a:lnTo>
                  <a:pt x="421125" y="14850"/>
                </a:lnTo>
                <a:lnTo>
                  <a:pt x="421125" y="14925"/>
                </a:lnTo>
                <a:lnTo>
                  <a:pt x="421275" y="15000"/>
                </a:lnTo>
                <a:lnTo>
                  <a:pt x="421350" y="15000"/>
                </a:lnTo>
                <a:lnTo>
                  <a:pt x="421425" y="15075"/>
                </a:lnTo>
                <a:lnTo>
                  <a:pt x="421500" y="15075"/>
                </a:lnTo>
                <a:lnTo>
                  <a:pt x="421575" y="15150"/>
                </a:lnTo>
                <a:lnTo>
                  <a:pt x="421650" y="15150"/>
                </a:lnTo>
                <a:lnTo>
                  <a:pt x="422400" y="15525"/>
                </a:lnTo>
                <a:lnTo>
                  <a:pt x="422400" y="15600"/>
                </a:lnTo>
                <a:lnTo>
                  <a:pt x="422700" y="15750"/>
                </a:lnTo>
                <a:lnTo>
                  <a:pt x="422775" y="15750"/>
                </a:lnTo>
                <a:lnTo>
                  <a:pt x="422850" y="15825"/>
                </a:lnTo>
                <a:lnTo>
                  <a:pt x="422925" y="15825"/>
                </a:lnTo>
                <a:lnTo>
                  <a:pt x="423150" y="16050"/>
                </a:lnTo>
                <a:lnTo>
                  <a:pt x="423225" y="16050"/>
                </a:lnTo>
                <a:lnTo>
                  <a:pt x="423300" y="16125"/>
                </a:lnTo>
                <a:lnTo>
                  <a:pt x="423375" y="16125"/>
                </a:lnTo>
                <a:lnTo>
                  <a:pt x="423450" y="16275"/>
                </a:lnTo>
                <a:lnTo>
                  <a:pt x="423525" y="16275"/>
                </a:lnTo>
                <a:lnTo>
                  <a:pt x="423600" y="16350"/>
                </a:lnTo>
                <a:lnTo>
                  <a:pt x="423675" y="16350"/>
                </a:lnTo>
                <a:lnTo>
                  <a:pt x="423750" y="16425"/>
                </a:lnTo>
                <a:lnTo>
                  <a:pt x="423750" y="16500"/>
                </a:lnTo>
                <a:lnTo>
                  <a:pt x="424050" y="16650"/>
                </a:lnTo>
                <a:lnTo>
                  <a:pt x="424050" y="16725"/>
                </a:lnTo>
                <a:lnTo>
                  <a:pt x="424200" y="16800"/>
                </a:lnTo>
                <a:lnTo>
                  <a:pt x="424575" y="17175"/>
                </a:lnTo>
                <a:lnTo>
                  <a:pt x="424650" y="17175"/>
                </a:lnTo>
                <a:lnTo>
                  <a:pt x="424725" y="17250"/>
                </a:lnTo>
                <a:lnTo>
                  <a:pt x="424725" y="17325"/>
                </a:lnTo>
                <a:lnTo>
                  <a:pt x="424875" y="17400"/>
                </a:lnTo>
                <a:lnTo>
                  <a:pt x="424875" y="17475"/>
                </a:lnTo>
                <a:lnTo>
                  <a:pt x="425025" y="17550"/>
                </a:lnTo>
                <a:lnTo>
                  <a:pt x="425100" y="17700"/>
                </a:lnTo>
                <a:lnTo>
                  <a:pt x="425175" y="17700"/>
                </a:lnTo>
                <a:lnTo>
                  <a:pt x="425250" y="17775"/>
                </a:lnTo>
                <a:lnTo>
                  <a:pt x="425250" y="17850"/>
                </a:lnTo>
                <a:lnTo>
                  <a:pt x="425400" y="17925"/>
                </a:lnTo>
                <a:lnTo>
                  <a:pt x="425400" y="18000"/>
                </a:lnTo>
                <a:lnTo>
                  <a:pt x="425550" y="18075"/>
                </a:lnTo>
                <a:lnTo>
                  <a:pt x="425625" y="18225"/>
                </a:lnTo>
                <a:lnTo>
                  <a:pt x="425700" y="18225"/>
                </a:lnTo>
                <a:lnTo>
                  <a:pt x="425850" y="18525"/>
                </a:lnTo>
                <a:lnTo>
                  <a:pt x="425925" y="18525"/>
                </a:lnTo>
                <a:lnTo>
                  <a:pt x="426000" y="18675"/>
                </a:lnTo>
                <a:lnTo>
                  <a:pt x="426150" y="18750"/>
                </a:lnTo>
                <a:lnTo>
                  <a:pt x="426150" y="18825"/>
                </a:lnTo>
                <a:lnTo>
                  <a:pt x="426225" y="18900"/>
                </a:lnTo>
                <a:lnTo>
                  <a:pt x="426225" y="18975"/>
                </a:lnTo>
                <a:lnTo>
                  <a:pt x="426375" y="19050"/>
                </a:lnTo>
                <a:lnTo>
                  <a:pt x="426375" y="19125"/>
                </a:lnTo>
                <a:lnTo>
                  <a:pt x="426450" y="19200"/>
                </a:lnTo>
                <a:lnTo>
                  <a:pt x="426450" y="19275"/>
                </a:lnTo>
                <a:lnTo>
                  <a:pt x="426600" y="19425"/>
                </a:lnTo>
                <a:lnTo>
                  <a:pt x="426750" y="19725"/>
                </a:lnTo>
                <a:lnTo>
                  <a:pt x="426825" y="19725"/>
                </a:lnTo>
                <a:lnTo>
                  <a:pt x="427050" y="20175"/>
                </a:lnTo>
                <a:lnTo>
                  <a:pt x="427200" y="20325"/>
                </a:lnTo>
                <a:lnTo>
                  <a:pt x="427200" y="20400"/>
                </a:lnTo>
                <a:lnTo>
                  <a:pt x="427425" y="20850"/>
                </a:lnTo>
                <a:lnTo>
                  <a:pt x="427575" y="21000"/>
                </a:lnTo>
                <a:lnTo>
                  <a:pt x="427575" y="21075"/>
                </a:lnTo>
                <a:lnTo>
                  <a:pt x="427725" y="21375"/>
                </a:lnTo>
                <a:lnTo>
                  <a:pt x="427725" y="21450"/>
                </a:lnTo>
                <a:lnTo>
                  <a:pt x="427950" y="21900"/>
                </a:lnTo>
                <a:lnTo>
                  <a:pt x="427950" y="21975"/>
                </a:lnTo>
                <a:lnTo>
                  <a:pt x="428250" y="22650"/>
                </a:lnTo>
                <a:lnTo>
                  <a:pt x="428250" y="22725"/>
                </a:lnTo>
                <a:lnTo>
                  <a:pt x="428325" y="22875"/>
                </a:lnTo>
                <a:lnTo>
                  <a:pt x="428325" y="23025"/>
                </a:lnTo>
                <a:lnTo>
                  <a:pt x="428400" y="23100"/>
                </a:lnTo>
                <a:lnTo>
                  <a:pt x="428400" y="23250"/>
                </a:lnTo>
                <a:lnTo>
                  <a:pt x="428550" y="23625"/>
                </a:lnTo>
                <a:lnTo>
                  <a:pt x="428550" y="23850"/>
                </a:lnTo>
                <a:lnTo>
                  <a:pt x="428625" y="23850"/>
                </a:lnTo>
                <a:lnTo>
                  <a:pt x="428625" y="24075"/>
                </a:lnTo>
                <a:lnTo>
                  <a:pt x="428700" y="24225"/>
                </a:lnTo>
                <a:lnTo>
                  <a:pt x="428700" y="24450"/>
                </a:lnTo>
                <a:lnTo>
                  <a:pt x="428775" y="24675"/>
                </a:lnTo>
                <a:lnTo>
                  <a:pt x="428775" y="24900"/>
                </a:lnTo>
                <a:lnTo>
                  <a:pt x="428850" y="25050"/>
                </a:lnTo>
                <a:lnTo>
                  <a:pt x="428850" y="25350"/>
                </a:lnTo>
                <a:lnTo>
                  <a:pt x="428925" y="25500"/>
                </a:lnTo>
                <a:lnTo>
                  <a:pt x="428925" y="25950"/>
                </a:lnTo>
                <a:lnTo>
                  <a:pt x="429000" y="25950"/>
                </a:lnTo>
                <a:lnTo>
                  <a:pt x="429000" y="26775"/>
                </a:lnTo>
                <a:lnTo>
                  <a:pt x="429075" y="26850"/>
                </a:lnTo>
                <a:lnTo>
                  <a:pt x="429075" y="27450"/>
                </a:lnTo>
                <a:lnTo>
                  <a:pt x="429000" y="27525"/>
                </a:lnTo>
                <a:lnTo>
                  <a:pt x="429000" y="28200"/>
                </a:lnTo>
                <a:lnTo>
                  <a:pt x="428925" y="28350"/>
                </a:lnTo>
                <a:lnTo>
                  <a:pt x="428925" y="28575"/>
                </a:lnTo>
                <a:lnTo>
                  <a:pt x="428850" y="28800"/>
                </a:lnTo>
                <a:lnTo>
                  <a:pt x="428850" y="29025"/>
                </a:lnTo>
                <a:lnTo>
                  <a:pt x="428775" y="29175"/>
                </a:lnTo>
                <a:lnTo>
                  <a:pt x="428775" y="29400"/>
                </a:lnTo>
                <a:lnTo>
                  <a:pt x="428700" y="29400"/>
                </a:lnTo>
                <a:lnTo>
                  <a:pt x="428700" y="29625"/>
                </a:lnTo>
                <a:lnTo>
                  <a:pt x="428550" y="30000"/>
                </a:lnTo>
                <a:lnTo>
                  <a:pt x="428550" y="30150"/>
                </a:lnTo>
                <a:lnTo>
                  <a:pt x="428475" y="30225"/>
                </a:lnTo>
                <a:lnTo>
                  <a:pt x="428475" y="30375"/>
                </a:lnTo>
                <a:lnTo>
                  <a:pt x="428400" y="30450"/>
                </a:lnTo>
                <a:lnTo>
                  <a:pt x="428400" y="30600"/>
                </a:lnTo>
                <a:lnTo>
                  <a:pt x="428325" y="30750"/>
                </a:lnTo>
                <a:lnTo>
                  <a:pt x="428325" y="30825"/>
                </a:lnTo>
                <a:lnTo>
                  <a:pt x="428250" y="30900"/>
                </a:lnTo>
                <a:lnTo>
                  <a:pt x="428250" y="30975"/>
                </a:lnTo>
                <a:lnTo>
                  <a:pt x="428100" y="31275"/>
                </a:lnTo>
                <a:lnTo>
                  <a:pt x="428025" y="31350"/>
                </a:lnTo>
                <a:lnTo>
                  <a:pt x="428025" y="31500"/>
                </a:lnTo>
                <a:lnTo>
                  <a:pt x="427950" y="31500"/>
                </a:lnTo>
                <a:lnTo>
                  <a:pt x="427800" y="31800"/>
                </a:lnTo>
                <a:lnTo>
                  <a:pt x="427800" y="31875"/>
                </a:lnTo>
                <a:lnTo>
                  <a:pt x="427725" y="31950"/>
                </a:lnTo>
                <a:lnTo>
                  <a:pt x="427725" y="32025"/>
                </a:lnTo>
                <a:lnTo>
                  <a:pt x="427650" y="32175"/>
                </a:lnTo>
                <a:lnTo>
                  <a:pt x="427575" y="32175"/>
                </a:lnTo>
                <a:lnTo>
                  <a:pt x="427350" y="32625"/>
                </a:lnTo>
                <a:lnTo>
                  <a:pt x="427350" y="32700"/>
                </a:lnTo>
                <a:lnTo>
                  <a:pt x="427125" y="32925"/>
                </a:lnTo>
                <a:lnTo>
                  <a:pt x="427125" y="33000"/>
                </a:lnTo>
                <a:lnTo>
                  <a:pt x="426900" y="33225"/>
                </a:lnTo>
                <a:lnTo>
                  <a:pt x="426900" y="33300"/>
                </a:lnTo>
                <a:lnTo>
                  <a:pt x="426825" y="33375"/>
                </a:lnTo>
                <a:lnTo>
                  <a:pt x="426825" y="33450"/>
                </a:lnTo>
                <a:lnTo>
                  <a:pt x="426675" y="33525"/>
                </a:lnTo>
                <a:lnTo>
                  <a:pt x="426525" y="33825"/>
                </a:lnTo>
                <a:lnTo>
                  <a:pt x="426450" y="33825"/>
                </a:lnTo>
                <a:lnTo>
                  <a:pt x="426375" y="33975"/>
                </a:lnTo>
                <a:lnTo>
                  <a:pt x="426150" y="34200"/>
                </a:lnTo>
                <a:lnTo>
                  <a:pt x="426150" y="34275"/>
                </a:lnTo>
                <a:lnTo>
                  <a:pt x="426075" y="34350"/>
                </a:lnTo>
                <a:lnTo>
                  <a:pt x="426000" y="34350"/>
                </a:lnTo>
                <a:lnTo>
                  <a:pt x="425925" y="34500"/>
                </a:lnTo>
                <a:lnTo>
                  <a:pt x="425475" y="34950"/>
                </a:lnTo>
                <a:lnTo>
                  <a:pt x="425475" y="35025"/>
                </a:lnTo>
                <a:lnTo>
                  <a:pt x="425325" y="35100"/>
                </a:lnTo>
                <a:lnTo>
                  <a:pt x="425250" y="35250"/>
                </a:lnTo>
                <a:lnTo>
                  <a:pt x="425100" y="35325"/>
                </a:lnTo>
                <a:lnTo>
                  <a:pt x="425025" y="35475"/>
                </a:lnTo>
                <a:lnTo>
                  <a:pt x="424875" y="35550"/>
                </a:lnTo>
                <a:lnTo>
                  <a:pt x="424800" y="35700"/>
                </a:lnTo>
                <a:lnTo>
                  <a:pt x="424650" y="35775"/>
                </a:lnTo>
                <a:lnTo>
                  <a:pt x="424650" y="35850"/>
                </a:lnTo>
                <a:lnTo>
                  <a:pt x="424350" y="36150"/>
                </a:lnTo>
                <a:lnTo>
                  <a:pt x="424200" y="36225"/>
                </a:lnTo>
                <a:lnTo>
                  <a:pt x="424125" y="36375"/>
                </a:lnTo>
                <a:lnTo>
                  <a:pt x="423975" y="36450"/>
                </a:lnTo>
                <a:lnTo>
                  <a:pt x="423900" y="36600"/>
                </a:lnTo>
                <a:lnTo>
                  <a:pt x="423750" y="36675"/>
                </a:lnTo>
                <a:lnTo>
                  <a:pt x="423675" y="36825"/>
                </a:lnTo>
                <a:lnTo>
                  <a:pt x="422850" y="37650"/>
                </a:lnTo>
                <a:lnTo>
                  <a:pt x="422775" y="37800"/>
                </a:lnTo>
                <a:lnTo>
                  <a:pt x="422625" y="37875"/>
                </a:lnTo>
                <a:lnTo>
                  <a:pt x="422550" y="38025"/>
                </a:lnTo>
                <a:lnTo>
                  <a:pt x="422325" y="38175"/>
                </a:lnTo>
                <a:lnTo>
                  <a:pt x="422100" y="38550"/>
                </a:lnTo>
                <a:lnTo>
                  <a:pt x="421800" y="38850"/>
                </a:lnTo>
                <a:lnTo>
                  <a:pt x="421575" y="39225"/>
                </a:lnTo>
                <a:lnTo>
                  <a:pt x="421275" y="39525"/>
                </a:lnTo>
                <a:lnTo>
                  <a:pt x="420750" y="40425"/>
                </a:lnTo>
                <a:lnTo>
                  <a:pt x="420675" y="40500"/>
                </a:lnTo>
                <a:lnTo>
                  <a:pt x="420600" y="40650"/>
                </a:lnTo>
                <a:lnTo>
                  <a:pt x="420600" y="40800"/>
                </a:lnTo>
                <a:lnTo>
                  <a:pt x="420225" y="41475"/>
                </a:lnTo>
                <a:lnTo>
                  <a:pt x="420225" y="41625"/>
                </a:lnTo>
                <a:lnTo>
                  <a:pt x="420000" y="42075"/>
                </a:lnTo>
                <a:lnTo>
                  <a:pt x="420000" y="42225"/>
                </a:lnTo>
                <a:lnTo>
                  <a:pt x="419850" y="42525"/>
                </a:lnTo>
                <a:lnTo>
                  <a:pt x="419850" y="42675"/>
                </a:lnTo>
                <a:lnTo>
                  <a:pt x="419700" y="43050"/>
                </a:lnTo>
                <a:lnTo>
                  <a:pt x="419625" y="43575"/>
                </a:lnTo>
                <a:lnTo>
                  <a:pt x="419550" y="43725"/>
                </a:lnTo>
                <a:lnTo>
                  <a:pt x="419550" y="43950"/>
                </a:lnTo>
                <a:lnTo>
                  <a:pt x="419475" y="44175"/>
                </a:lnTo>
                <a:lnTo>
                  <a:pt x="419475" y="44550"/>
                </a:lnTo>
                <a:lnTo>
                  <a:pt x="419400" y="44700"/>
                </a:lnTo>
                <a:lnTo>
                  <a:pt x="419400" y="45150"/>
                </a:lnTo>
                <a:lnTo>
                  <a:pt x="419325" y="45375"/>
                </a:lnTo>
                <a:lnTo>
                  <a:pt x="419325" y="66750"/>
                </a:lnTo>
                <a:lnTo>
                  <a:pt x="413625" y="66750"/>
                </a:lnTo>
                <a:lnTo>
                  <a:pt x="413625" y="45300"/>
                </a:lnTo>
                <a:lnTo>
                  <a:pt x="413700" y="45000"/>
                </a:lnTo>
                <a:lnTo>
                  <a:pt x="413700" y="44400"/>
                </a:lnTo>
                <a:lnTo>
                  <a:pt x="413775" y="44175"/>
                </a:lnTo>
                <a:lnTo>
                  <a:pt x="413775" y="43875"/>
                </a:lnTo>
                <a:lnTo>
                  <a:pt x="413850" y="43650"/>
                </a:lnTo>
                <a:lnTo>
                  <a:pt x="413850" y="43350"/>
                </a:lnTo>
                <a:lnTo>
                  <a:pt x="413925" y="43125"/>
                </a:lnTo>
                <a:lnTo>
                  <a:pt x="413925" y="42825"/>
                </a:lnTo>
                <a:lnTo>
                  <a:pt x="414075" y="42375"/>
                </a:lnTo>
                <a:lnTo>
                  <a:pt x="414075" y="42075"/>
                </a:lnTo>
                <a:lnTo>
                  <a:pt x="414150" y="42075"/>
                </a:lnTo>
                <a:lnTo>
                  <a:pt x="414150" y="41850"/>
                </a:lnTo>
                <a:lnTo>
                  <a:pt x="414300" y="41325"/>
                </a:lnTo>
                <a:lnTo>
                  <a:pt x="414375" y="41175"/>
                </a:lnTo>
                <a:lnTo>
                  <a:pt x="414375" y="41100"/>
                </a:lnTo>
                <a:lnTo>
                  <a:pt x="414450" y="40950"/>
                </a:lnTo>
                <a:lnTo>
                  <a:pt x="414825" y="39750"/>
                </a:lnTo>
                <a:lnTo>
                  <a:pt x="415050" y="39375"/>
                </a:lnTo>
                <a:lnTo>
                  <a:pt x="415275" y="38775"/>
                </a:lnTo>
                <a:lnTo>
                  <a:pt x="415350" y="38775"/>
                </a:lnTo>
                <a:lnTo>
                  <a:pt x="415575" y="38175"/>
                </a:lnTo>
                <a:lnTo>
                  <a:pt x="415650" y="38175"/>
                </a:lnTo>
                <a:lnTo>
                  <a:pt x="415800" y="37800"/>
                </a:lnTo>
                <a:lnTo>
                  <a:pt x="415950" y="37650"/>
                </a:lnTo>
                <a:lnTo>
                  <a:pt x="415950" y="37575"/>
                </a:lnTo>
                <a:lnTo>
                  <a:pt x="416025" y="37425"/>
                </a:lnTo>
                <a:lnTo>
                  <a:pt x="416175" y="37275"/>
                </a:lnTo>
                <a:lnTo>
                  <a:pt x="416250" y="37125"/>
                </a:lnTo>
                <a:lnTo>
                  <a:pt x="416250" y="37050"/>
                </a:lnTo>
                <a:lnTo>
                  <a:pt x="416625" y="36600"/>
                </a:lnTo>
                <a:lnTo>
                  <a:pt x="416625" y="36525"/>
                </a:lnTo>
                <a:lnTo>
                  <a:pt x="416700" y="36450"/>
                </a:lnTo>
                <a:lnTo>
                  <a:pt x="416700" y="36375"/>
                </a:lnTo>
                <a:lnTo>
                  <a:pt x="416850" y="36225"/>
                </a:lnTo>
                <a:lnTo>
                  <a:pt x="416925" y="36075"/>
                </a:lnTo>
                <a:lnTo>
                  <a:pt x="417000" y="36075"/>
                </a:lnTo>
                <a:lnTo>
                  <a:pt x="417075" y="35925"/>
                </a:lnTo>
                <a:lnTo>
                  <a:pt x="417225" y="35775"/>
                </a:lnTo>
                <a:lnTo>
                  <a:pt x="417525" y="35325"/>
                </a:lnTo>
                <a:lnTo>
                  <a:pt x="417600" y="35325"/>
                </a:lnTo>
                <a:lnTo>
                  <a:pt x="417675" y="35175"/>
                </a:lnTo>
                <a:lnTo>
                  <a:pt x="417900" y="34950"/>
                </a:lnTo>
                <a:lnTo>
                  <a:pt x="417900" y="34875"/>
                </a:lnTo>
                <a:lnTo>
                  <a:pt x="418050" y="34800"/>
                </a:lnTo>
                <a:lnTo>
                  <a:pt x="418050" y="34725"/>
                </a:lnTo>
                <a:lnTo>
                  <a:pt x="418125" y="34650"/>
                </a:lnTo>
                <a:lnTo>
                  <a:pt x="418200" y="34650"/>
                </a:lnTo>
                <a:lnTo>
                  <a:pt x="418275" y="34500"/>
                </a:lnTo>
                <a:lnTo>
                  <a:pt x="418500" y="34275"/>
                </a:lnTo>
                <a:lnTo>
                  <a:pt x="418500" y="34200"/>
                </a:lnTo>
                <a:lnTo>
                  <a:pt x="418650" y="34125"/>
                </a:lnTo>
                <a:lnTo>
                  <a:pt x="418875" y="33900"/>
                </a:lnTo>
                <a:lnTo>
                  <a:pt x="418875" y="33825"/>
                </a:lnTo>
                <a:lnTo>
                  <a:pt x="419025" y="33750"/>
                </a:lnTo>
                <a:lnTo>
                  <a:pt x="419100" y="33600"/>
                </a:lnTo>
                <a:lnTo>
                  <a:pt x="419250" y="33525"/>
                </a:lnTo>
                <a:lnTo>
                  <a:pt x="419325" y="33375"/>
                </a:lnTo>
                <a:lnTo>
                  <a:pt x="419475" y="33300"/>
                </a:lnTo>
                <a:lnTo>
                  <a:pt x="419475" y="33225"/>
                </a:lnTo>
                <a:lnTo>
                  <a:pt x="419550" y="33150"/>
                </a:lnTo>
                <a:lnTo>
                  <a:pt x="419625" y="33150"/>
                </a:lnTo>
                <a:lnTo>
                  <a:pt x="419700" y="33000"/>
                </a:lnTo>
                <a:lnTo>
                  <a:pt x="419850" y="32925"/>
                </a:lnTo>
                <a:lnTo>
                  <a:pt x="420000" y="32700"/>
                </a:lnTo>
                <a:lnTo>
                  <a:pt x="420150" y="32625"/>
                </a:lnTo>
                <a:lnTo>
                  <a:pt x="420225" y="32475"/>
                </a:lnTo>
                <a:lnTo>
                  <a:pt x="420375" y="32400"/>
                </a:lnTo>
                <a:lnTo>
                  <a:pt x="420450" y="32250"/>
                </a:lnTo>
                <a:lnTo>
                  <a:pt x="420675" y="32100"/>
                </a:lnTo>
                <a:lnTo>
                  <a:pt x="420825" y="31875"/>
                </a:lnTo>
                <a:lnTo>
                  <a:pt x="420975" y="31800"/>
                </a:lnTo>
                <a:lnTo>
                  <a:pt x="421050" y="31650"/>
                </a:lnTo>
                <a:lnTo>
                  <a:pt x="421500" y="31200"/>
                </a:lnTo>
                <a:lnTo>
                  <a:pt x="421575" y="31050"/>
                </a:lnTo>
                <a:lnTo>
                  <a:pt x="421800" y="30825"/>
                </a:lnTo>
                <a:lnTo>
                  <a:pt x="421875" y="30675"/>
                </a:lnTo>
                <a:lnTo>
                  <a:pt x="422175" y="30375"/>
                </a:lnTo>
                <a:lnTo>
                  <a:pt x="422325" y="30150"/>
                </a:lnTo>
                <a:lnTo>
                  <a:pt x="422325" y="30075"/>
                </a:lnTo>
                <a:lnTo>
                  <a:pt x="422475" y="29850"/>
                </a:lnTo>
                <a:lnTo>
                  <a:pt x="422625" y="29700"/>
                </a:lnTo>
                <a:lnTo>
                  <a:pt x="422625" y="29625"/>
                </a:lnTo>
                <a:lnTo>
                  <a:pt x="422700" y="29550"/>
                </a:lnTo>
                <a:lnTo>
                  <a:pt x="422775" y="29400"/>
                </a:lnTo>
                <a:lnTo>
                  <a:pt x="422775" y="29325"/>
                </a:lnTo>
                <a:lnTo>
                  <a:pt x="422850" y="29250"/>
                </a:lnTo>
                <a:lnTo>
                  <a:pt x="422925" y="28950"/>
                </a:lnTo>
                <a:lnTo>
                  <a:pt x="423000" y="28875"/>
                </a:lnTo>
                <a:lnTo>
                  <a:pt x="423000" y="28725"/>
                </a:lnTo>
                <a:lnTo>
                  <a:pt x="423075" y="28650"/>
                </a:lnTo>
                <a:lnTo>
                  <a:pt x="423075" y="28575"/>
                </a:lnTo>
                <a:lnTo>
                  <a:pt x="423150" y="28425"/>
                </a:lnTo>
                <a:lnTo>
                  <a:pt x="423150" y="28275"/>
                </a:lnTo>
                <a:lnTo>
                  <a:pt x="423225" y="28125"/>
                </a:lnTo>
                <a:lnTo>
                  <a:pt x="423225" y="27900"/>
                </a:lnTo>
                <a:lnTo>
                  <a:pt x="423300" y="27825"/>
                </a:lnTo>
                <a:lnTo>
                  <a:pt x="423300" y="27450"/>
                </a:lnTo>
                <a:lnTo>
                  <a:pt x="423375" y="27300"/>
                </a:lnTo>
                <a:lnTo>
                  <a:pt x="423375" y="27075"/>
                </a:lnTo>
                <a:lnTo>
                  <a:pt x="423300" y="26925"/>
                </a:lnTo>
                <a:lnTo>
                  <a:pt x="423300" y="26325"/>
                </a:lnTo>
                <a:lnTo>
                  <a:pt x="423225" y="26175"/>
                </a:lnTo>
                <a:lnTo>
                  <a:pt x="423225" y="25875"/>
                </a:lnTo>
                <a:lnTo>
                  <a:pt x="423150" y="25725"/>
                </a:lnTo>
                <a:lnTo>
                  <a:pt x="423150" y="25425"/>
                </a:lnTo>
                <a:lnTo>
                  <a:pt x="423075" y="25350"/>
                </a:lnTo>
                <a:lnTo>
                  <a:pt x="423075" y="25200"/>
                </a:lnTo>
                <a:lnTo>
                  <a:pt x="423000" y="25050"/>
                </a:lnTo>
                <a:lnTo>
                  <a:pt x="423000" y="24750"/>
                </a:lnTo>
                <a:lnTo>
                  <a:pt x="422925" y="24675"/>
                </a:lnTo>
                <a:lnTo>
                  <a:pt x="422925" y="24525"/>
                </a:lnTo>
                <a:lnTo>
                  <a:pt x="422775" y="24300"/>
                </a:lnTo>
                <a:lnTo>
                  <a:pt x="422775" y="24150"/>
                </a:lnTo>
                <a:lnTo>
                  <a:pt x="422700" y="24075"/>
                </a:lnTo>
                <a:lnTo>
                  <a:pt x="422700" y="23925"/>
                </a:lnTo>
                <a:lnTo>
                  <a:pt x="422550" y="23700"/>
                </a:lnTo>
                <a:lnTo>
                  <a:pt x="422550" y="23550"/>
                </a:lnTo>
                <a:lnTo>
                  <a:pt x="422475" y="23475"/>
                </a:lnTo>
                <a:lnTo>
                  <a:pt x="422325" y="23100"/>
                </a:lnTo>
                <a:lnTo>
                  <a:pt x="422175" y="22950"/>
                </a:lnTo>
                <a:lnTo>
                  <a:pt x="422175" y="22800"/>
                </a:lnTo>
                <a:lnTo>
                  <a:pt x="422025" y="22650"/>
                </a:lnTo>
                <a:lnTo>
                  <a:pt x="421725" y="22125"/>
                </a:lnTo>
                <a:lnTo>
                  <a:pt x="421425" y="21825"/>
                </a:lnTo>
                <a:lnTo>
                  <a:pt x="421350" y="21675"/>
                </a:lnTo>
                <a:lnTo>
                  <a:pt x="420225" y="20550"/>
                </a:lnTo>
                <a:lnTo>
                  <a:pt x="420150" y="20550"/>
                </a:lnTo>
                <a:lnTo>
                  <a:pt x="419925" y="20400"/>
                </a:lnTo>
                <a:lnTo>
                  <a:pt x="419700" y="20175"/>
                </a:lnTo>
                <a:lnTo>
                  <a:pt x="419625" y="20175"/>
                </a:lnTo>
                <a:lnTo>
                  <a:pt x="419325" y="19950"/>
                </a:lnTo>
                <a:lnTo>
                  <a:pt x="419250" y="19950"/>
                </a:lnTo>
                <a:lnTo>
                  <a:pt x="419175" y="19875"/>
                </a:lnTo>
                <a:lnTo>
                  <a:pt x="419025" y="19800"/>
                </a:lnTo>
                <a:lnTo>
                  <a:pt x="418950" y="19800"/>
                </a:lnTo>
                <a:lnTo>
                  <a:pt x="418800" y="19650"/>
                </a:lnTo>
                <a:lnTo>
                  <a:pt x="418650" y="19650"/>
                </a:lnTo>
                <a:lnTo>
                  <a:pt x="418575" y="19575"/>
                </a:lnTo>
                <a:lnTo>
                  <a:pt x="418500" y="19575"/>
                </a:lnTo>
                <a:lnTo>
                  <a:pt x="418425" y="19500"/>
                </a:lnTo>
                <a:lnTo>
                  <a:pt x="418275" y="19425"/>
                </a:lnTo>
                <a:lnTo>
                  <a:pt x="418200" y="19425"/>
                </a:lnTo>
                <a:lnTo>
                  <a:pt x="418125" y="19350"/>
                </a:lnTo>
                <a:lnTo>
                  <a:pt x="417975" y="19350"/>
                </a:lnTo>
                <a:lnTo>
                  <a:pt x="417900" y="19275"/>
                </a:lnTo>
                <a:lnTo>
                  <a:pt x="417825" y="19275"/>
                </a:lnTo>
                <a:lnTo>
                  <a:pt x="417675" y="19200"/>
                </a:lnTo>
                <a:lnTo>
                  <a:pt x="417525" y="19200"/>
                </a:lnTo>
                <a:lnTo>
                  <a:pt x="417150" y="19050"/>
                </a:lnTo>
                <a:lnTo>
                  <a:pt x="417000" y="19050"/>
                </a:lnTo>
                <a:lnTo>
                  <a:pt x="416850" y="18975"/>
                </a:lnTo>
                <a:lnTo>
                  <a:pt x="416700" y="18975"/>
                </a:lnTo>
                <a:lnTo>
                  <a:pt x="416550" y="18900"/>
                </a:lnTo>
                <a:lnTo>
                  <a:pt x="416250" y="18900"/>
                </a:lnTo>
                <a:lnTo>
                  <a:pt x="416100" y="18825"/>
                </a:lnTo>
                <a:lnTo>
                  <a:pt x="415575" y="18825"/>
                </a:lnTo>
                <a:lnTo>
                  <a:pt x="415500" y="18750"/>
                </a:lnTo>
                <a:lnTo>
                  <a:pt x="413925" y="18750"/>
                </a:lnTo>
                <a:lnTo>
                  <a:pt x="413775" y="18825"/>
                </a:lnTo>
                <a:lnTo>
                  <a:pt x="413250" y="18825"/>
                </a:lnTo>
                <a:lnTo>
                  <a:pt x="413175" y="18900"/>
                </a:lnTo>
                <a:lnTo>
                  <a:pt x="412875" y="18900"/>
                </a:lnTo>
                <a:lnTo>
                  <a:pt x="412725" y="18975"/>
                </a:lnTo>
                <a:lnTo>
                  <a:pt x="412575" y="18975"/>
                </a:lnTo>
                <a:lnTo>
                  <a:pt x="412425" y="19050"/>
                </a:lnTo>
                <a:lnTo>
                  <a:pt x="412275" y="19050"/>
                </a:lnTo>
                <a:lnTo>
                  <a:pt x="412125" y="19125"/>
                </a:lnTo>
                <a:lnTo>
                  <a:pt x="411975" y="19125"/>
                </a:lnTo>
                <a:lnTo>
                  <a:pt x="411825" y="19200"/>
                </a:lnTo>
                <a:lnTo>
                  <a:pt x="411750" y="19200"/>
                </a:lnTo>
                <a:lnTo>
                  <a:pt x="411675" y="19275"/>
                </a:lnTo>
                <a:lnTo>
                  <a:pt x="411600" y="19275"/>
                </a:lnTo>
                <a:lnTo>
                  <a:pt x="411450" y="19350"/>
                </a:lnTo>
                <a:lnTo>
                  <a:pt x="411375" y="19350"/>
                </a:lnTo>
                <a:lnTo>
                  <a:pt x="411300" y="19425"/>
                </a:lnTo>
                <a:lnTo>
                  <a:pt x="411000" y="19500"/>
                </a:lnTo>
                <a:lnTo>
                  <a:pt x="410775" y="19650"/>
                </a:lnTo>
                <a:lnTo>
                  <a:pt x="410625" y="19650"/>
                </a:lnTo>
                <a:lnTo>
                  <a:pt x="410475" y="19800"/>
                </a:lnTo>
                <a:lnTo>
                  <a:pt x="410400" y="19800"/>
                </a:lnTo>
                <a:lnTo>
                  <a:pt x="410250" y="19950"/>
                </a:lnTo>
                <a:lnTo>
                  <a:pt x="410175" y="19950"/>
                </a:lnTo>
                <a:lnTo>
                  <a:pt x="410100" y="20025"/>
                </a:lnTo>
                <a:lnTo>
                  <a:pt x="409950" y="20100"/>
                </a:lnTo>
                <a:lnTo>
                  <a:pt x="409875" y="20100"/>
                </a:lnTo>
                <a:lnTo>
                  <a:pt x="409725" y="20250"/>
                </a:lnTo>
                <a:lnTo>
                  <a:pt x="409650" y="20250"/>
                </a:lnTo>
                <a:lnTo>
                  <a:pt x="409350" y="20550"/>
                </a:lnTo>
                <a:lnTo>
                  <a:pt x="409275" y="20550"/>
                </a:lnTo>
                <a:lnTo>
                  <a:pt x="409125" y="20700"/>
                </a:lnTo>
                <a:lnTo>
                  <a:pt x="409125" y="20775"/>
                </a:lnTo>
                <a:lnTo>
                  <a:pt x="408975" y="20925"/>
                </a:lnTo>
                <a:lnTo>
                  <a:pt x="408900" y="20925"/>
                </a:lnTo>
                <a:lnTo>
                  <a:pt x="408675" y="21150"/>
                </a:lnTo>
                <a:lnTo>
                  <a:pt x="408675" y="21225"/>
                </a:lnTo>
                <a:lnTo>
                  <a:pt x="408375" y="21525"/>
                </a:lnTo>
                <a:lnTo>
                  <a:pt x="408375" y="21600"/>
                </a:lnTo>
                <a:lnTo>
                  <a:pt x="408150" y="21825"/>
                </a:lnTo>
                <a:lnTo>
                  <a:pt x="408150" y="21900"/>
                </a:lnTo>
                <a:lnTo>
                  <a:pt x="408000" y="22050"/>
                </a:lnTo>
                <a:lnTo>
                  <a:pt x="408000" y="22125"/>
                </a:lnTo>
                <a:lnTo>
                  <a:pt x="407850" y="22350"/>
                </a:lnTo>
                <a:lnTo>
                  <a:pt x="407850" y="22425"/>
                </a:lnTo>
                <a:lnTo>
                  <a:pt x="407775" y="22500"/>
                </a:lnTo>
                <a:lnTo>
                  <a:pt x="407775" y="22575"/>
                </a:lnTo>
                <a:lnTo>
                  <a:pt x="407700" y="22650"/>
                </a:lnTo>
                <a:lnTo>
                  <a:pt x="407700" y="22800"/>
                </a:lnTo>
                <a:lnTo>
                  <a:pt x="407550" y="23025"/>
                </a:lnTo>
                <a:lnTo>
                  <a:pt x="407550" y="23175"/>
                </a:lnTo>
                <a:lnTo>
                  <a:pt x="407475" y="23250"/>
                </a:lnTo>
                <a:lnTo>
                  <a:pt x="407400" y="23550"/>
                </a:lnTo>
                <a:lnTo>
                  <a:pt x="407325" y="23625"/>
                </a:lnTo>
                <a:lnTo>
                  <a:pt x="407325" y="23850"/>
                </a:lnTo>
                <a:lnTo>
                  <a:pt x="407250" y="24000"/>
                </a:lnTo>
                <a:lnTo>
                  <a:pt x="407250" y="24300"/>
                </a:lnTo>
                <a:lnTo>
                  <a:pt x="407175" y="24375"/>
                </a:lnTo>
                <a:lnTo>
                  <a:pt x="407175" y="24750"/>
                </a:lnTo>
                <a:lnTo>
                  <a:pt x="407100" y="24900"/>
                </a:lnTo>
                <a:lnTo>
                  <a:pt x="407100" y="26475"/>
                </a:lnTo>
                <a:lnTo>
                  <a:pt x="407175" y="26550"/>
                </a:lnTo>
                <a:lnTo>
                  <a:pt x="407175" y="27000"/>
                </a:lnTo>
                <a:lnTo>
                  <a:pt x="407250" y="27150"/>
                </a:lnTo>
                <a:lnTo>
                  <a:pt x="407250" y="27450"/>
                </a:lnTo>
                <a:lnTo>
                  <a:pt x="401625" y="28275"/>
                </a:lnTo>
                <a:close/>
                <a:moveTo>
                  <a:pt x="452250" y="33450"/>
                </a:moveTo>
                <a:lnTo>
                  <a:pt x="452550" y="32775"/>
                </a:lnTo>
                <a:lnTo>
                  <a:pt x="452775" y="32550"/>
                </a:lnTo>
                <a:lnTo>
                  <a:pt x="453000" y="32250"/>
                </a:lnTo>
                <a:lnTo>
                  <a:pt x="453300" y="32025"/>
                </a:lnTo>
                <a:lnTo>
                  <a:pt x="453900" y="31725"/>
                </a:lnTo>
                <a:lnTo>
                  <a:pt x="454275" y="31575"/>
                </a:lnTo>
                <a:lnTo>
                  <a:pt x="454425" y="31575"/>
                </a:lnTo>
                <a:lnTo>
                  <a:pt x="454425" y="31500"/>
                </a:lnTo>
                <a:lnTo>
                  <a:pt x="454350" y="31500"/>
                </a:lnTo>
                <a:lnTo>
                  <a:pt x="453975" y="30900"/>
                </a:lnTo>
                <a:lnTo>
                  <a:pt x="453825" y="30750"/>
                </a:lnTo>
                <a:lnTo>
                  <a:pt x="453825" y="30675"/>
                </a:lnTo>
                <a:lnTo>
                  <a:pt x="453525" y="30375"/>
                </a:lnTo>
                <a:lnTo>
                  <a:pt x="453525" y="30300"/>
                </a:lnTo>
                <a:lnTo>
                  <a:pt x="453450" y="30150"/>
                </a:lnTo>
                <a:lnTo>
                  <a:pt x="453375" y="30150"/>
                </a:lnTo>
                <a:lnTo>
                  <a:pt x="453300" y="29925"/>
                </a:lnTo>
                <a:lnTo>
                  <a:pt x="453150" y="29775"/>
                </a:lnTo>
                <a:lnTo>
                  <a:pt x="453150" y="29700"/>
                </a:lnTo>
                <a:lnTo>
                  <a:pt x="453000" y="29550"/>
                </a:lnTo>
                <a:lnTo>
                  <a:pt x="452925" y="29325"/>
                </a:lnTo>
                <a:lnTo>
                  <a:pt x="452775" y="29175"/>
                </a:lnTo>
                <a:lnTo>
                  <a:pt x="452775" y="29100"/>
                </a:lnTo>
                <a:lnTo>
                  <a:pt x="452550" y="28725"/>
                </a:lnTo>
                <a:lnTo>
                  <a:pt x="452475" y="28575"/>
                </a:lnTo>
                <a:lnTo>
                  <a:pt x="452475" y="28500"/>
                </a:lnTo>
                <a:lnTo>
                  <a:pt x="452325" y="28350"/>
                </a:lnTo>
                <a:lnTo>
                  <a:pt x="452175" y="27975"/>
                </a:lnTo>
                <a:lnTo>
                  <a:pt x="452175" y="27900"/>
                </a:lnTo>
                <a:lnTo>
                  <a:pt x="452025" y="27750"/>
                </a:lnTo>
                <a:lnTo>
                  <a:pt x="452025" y="27675"/>
                </a:lnTo>
                <a:lnTo>
                  <a:pt x="451800" y="27150"/>
                </a:lnTo>
                <a:lnTo>
                  <a:pt x="451725" y="26850"/>
                </a:lnTo>
                <a:lnTo>
                  <a:pt x="451500" y="26325"/>
                </a:lnTo>
                <a:lnTo>
                  <a:pt x="451500" y="26250"/>
                </a:lnTo>
                <a:lnTo>
                  <a:pt x="451350" y="25875"/>
                </a:lnTo>
                <a:lnTo>
                  <a:pt x="451350" y="25650"/>
                </a:lnTo>
                <a:lnTo>
                  <a:pt x="451275" y="25575"/>
                </a:lnTo>
                <a:lnTo>
                  <a:pt x="451275" y="25425"/>
                </a:lnTo>
                <a:lnTo>
                  <a:pt x="451200" y="25200"/>
                </a:lnTo>
                <a:lnTo>
                  <a:pt x="451200" y="24975"/>
                </a:lnTo>
                <a:lnTo>
                  <a:pt x="451125" y="24825"/>
                </a:lnTo>
                <a:lnTo>
                  <a:pt x="451125" y="24300"/>
                </a:lnTo>
                <a:lnTo>
                  <a:pt x="451050" y="24150"/>
                </a:lnTo>
                <a:lnTo>
                  <a:pt x="451050" y="22800"/>
                </a:lnTo>
                <a:lnTo>
                  <a:pt x="451125" y="22650"/>
                </a:lnTo>
                <a:lnTo>
                  <a:pt x="451125" y="22350"/>
                </a:lnTo>
                <a:lnTo>
                  <a:pt x="451200" y="22200"/>
                </a:lnTo>
                <a:lnTo>
                  <a:pt x="451200" y="21900"/>
                </a:lnTo>
                <a:lnTo>
                  <a:pt x="451350" y="21525"/>
                </a:lnTo>
                <a:lnTo>
                  <a:pt x="451350" y="21300"/>
                </a:lnTo>
                <a:lnTo>
                  <a:pt x="451425" y="21225"/>
                </a:lnTo>
                <a:lnTo>
                  <a:pt x="451425" y="21075"/>
                </a:lnTo>
                <a:lnTo>
                  <a:pt x="451500" y="21000"/>
                </a:lnTo>
                <a:lnTo>
                  <a:pt x="451500" y="20850"/>
                </a:lnTo>
                <a:lnTo>
                  <a:pt x="451650" y="20625"/>
                </a:lnTo>
                <a:lnTo>
                  <a:pt x="451725" y="20325"/>
                </a:lnTo>
                <a:lnTo>
                  <a:pt x="451875" y="20175"/>
                </a:lnTo>
                <a:lnTo>
                  <a:pt x="451950" y="20025"/>
                </a:lnTo>
                <a:lnTo>
                  <a:pt x="451950" y="19950"/>
                </a:lnTo>
                <a:lnTo>
                  <a:pt x="452175" y="19575"/>
                </a:lnTo>
                <a:lnTo>
                  <a:pt x="452175" y="19500"/>
                </a:lnTo>
                <a:lnTo>
                  <a:pt x="452325" y="19425"/>
                </a:lnTo>
                <a:lnTo>
                  <a:pt x="452325" y="19350"/>
                </a:lnTo>
                <a:lnTo>
                  <a:pt x="452550" y="18975"/>
                </a:lnTo>
                <a:lnTo>
                  <a:pt x="452625" y="18975"/>
                </a:lnTo>
                <a:lnTo>
                  <a:pt x="452700" y="18825"/>
                </a:lnTo>
                <a:lnTo>
                  <a:pt x="453075" y="18450"/>
                </a:lnTo>
                <a:lnTo>
                  <a:pt x="453075" y="18375"/>
                </a:lnTo>
                <a:lnTo>
                  <a:pt x="453225" y="18300"/>
                </a:lnTo>
                <a:lnTo>
                  <a:pt x="453375" y="18075"/>
                </a:lnTo>
                <a:lnTo>
                  <a:pt x="453600" y="17925"/>
                </a:lnTo>
                <a:lnTo>
                  <a:pt x="453600" y="17850"/>
                </a:lnTo>
                <a:lnTo>
                  <a:pt x="453750" y="17775"/>
                </a:lnTo>
                <a:lnTo>
                  <a:pt x="453975" y="17550"/>
                </a:lnTo>
                <a:lnTo>
                  <a:pt x="454050" y="17550"/>
                </a:lnTo>
                <a:lnTo>
                  <a:pt x="454125" y="17400"/>
                </a:lnTo>
                <a:lnTo>
                  <a:pt x="454200" y="17400"/>
                </a:lnTo>
                <a:lnTo>
                  <a:pt x="454350" y="17250"/>
                </a:lnTo>
                <a:lnTo>
                  <a:pt x="454425" y="17250"/>
                </a:lnTo>
                <a:lnTo>
                  <a:pt x="454575" y="17100"/>
                </a:lnTo>
                <a:lnTo>
                  <a:pt x="454650" y="17100"/>
                </a:lnTo>
                <a:lnTo>
                  <a:pt x="454800" y="16950"/>
                </a:lnTo>
                <a:lnTo>
                  <a:pt x="454875" y="16950"/>
                </a:lnTo>
                <a:lnTo>
                  <a:pt x="455025" y="16800"/>
                </a:lnTo>
                <a:lnTo>
                  <a:pt x="455100" y="16800"/>
                </a:lnTo>
                <a:lnTo>
                  <a:pt x="455250" y="16650"/>
                </a:lnTo>
                <a:lnTo>
                  <a:pt x="455325" y="16650"/>
                </a:lnTo>
                <a:lnTo>
                  <a:pt x="455475" y="16500"/>
                </a:lnTo>
                <a:lnTo>
                  <a:pt x="455550" y="16500"/>
                </a:lnTo>
                <a:lnTo>
                  <a:pt x="455775" y="16350"/>
                </a:lnTo>
                <a:lnTo>
                  <a:pt x="455925" y="16275"/>
                </a:lnTo>
                <a:lnTo>
                  <a:pt x="456000" y="16275"/>
                </a:lnTo>
                <a:lnTo>
                  <a:pt x="456150" y="16125"/>
                </a:lnTo>
                <a:lnTo>
                  <a:pt x="456225" y="16125"/>
                </a:lnTo>
                <a:lnTo>
                  <a:pt x="456450" y="15975"/>
                </a:lnTo>
                <a:lnTo>
                  <a:pt x="456825" y="15825"/>
                </a:lnTo>
                <a:lnTo>
                  <a:pt x="456900" y="15750"/>
                </a:lnTo>
                <a:lnTo>
                  <a:pt x="457350" y="15600"/>
                </a:lnTo>
                <a:lnTo>
                  <a:pt x="457350" y="15525"/>
                </a:lnTo>
                <a:lnTo>
                  <a:pt x="458325" y="15225"/>
                </a:lnTo>
                <a:lnTo>
                  <a:pt x="458325" y="15150"/>
                </a:lnTo>
                <a:lnTo>
                  <a:pt x="458550" y="15150"/>
                </a:lnTo>
                <a:lnTo>
                  <a:pt x="458550" y="15075"/>
                </a:lnTo>
                <a:lnTo>
                  <a:pt x="458775" y="15075"/>
                </a:lnTo>
                <a:lnTo>
                  <a:pt x="459000" y="14925"/>
                </a:lnTo>
                <a:lnTo>
                  <a:pt x="459225" y="14925"/>
                </a:lnTo>
                <a:lnTo>
                  <a:pt x="459300" y="14850"/>
                </a:lnTo>
                <a:lnTo>
                  <a:pt x="459525" y="14850"/>
                </a:lnTo>
                <a:lnTo>
                  <a:pt x="459525" y="14775"/>
                </a:lnTo>
                <a:lnTo>
                  <a:pt x="459825" y="14775"/>
                </a:lnTo>
                <a:lnTo>
                  <a:pt x="459975" y="14700"/>
                </a:lnTo>
                <a:lnTo>
                  <a:pt x="460275" y="14625"/>
                </a:lnTo>
                <a:lnTo>
                  <a:pt x="460500" y="14625"/>
                </a:lnTo>
                <a:lnTo>
                  <a:pt x="460500" y="14550"/>
                </a:lnTo>
                <a:lnTo>
                  <a:pt x="460800" y="14550"/>
                </a:lnTo>
                <a:lnTo>
                  <a:pt x="460950" y="14475"/>
                </a:lnTo>
                <a:lnTo>
                  <a:pt x="461250" y="14475"/>
                </a:lnTo>
                <a:lnTo>
                  <a:pt x="461475" y="14400"/>
                </a:lnTo>
                <a:lnTo>
                  <a:pt x="461775" y="14400"/>
                </a:lnTo>
                <a:lnTo>
                  <a:pt x="462000" y="14325"/>
                </a:lnTo>
                <a:lnTo>
                  <a:pt x="462675" y="14325"/>
                </a:lnTo>
                <a:lnTo>
                  <a:pt x="462750" y="14250"/>
                </a:lnTo>
                <a:lnTo>
                  <a:pt x="465000" y="14250"/>
                </a:lnTo>
                <a:lnTo>
                  <a:pt x="465150" y="14325"/>
                </a:lnTo>
                <a:lnTo>
                  <a:pt x="465675" y="14325"/>
                </a:lnTo>
                <a:lnTo>
                  <a:pt x="465900" y="14400"/>
                </a:lnTo>
                <a:lnTo>
                  <a:pt x="466425" y="14400"/>
                </a:lnTo>
                <a:lnTo>
                  <a:pt x="466650" y="14475"/>
                </a:lnTo>
                <a:lnTo>
                  <a:pt x="466950" y="14475"/>
                </a:lnTo>
                <a:lnTo>
                  <a:pt x="467325" y="14625"/>
                </a:lnTo>
                <a:lnTo>
                  <a:pt x="467625" y="14625"/>
                </a:lnTo>
                <a:lnTo>
                  <a:pt x="468075" y="14775"/>
                </a:lnTo>
                <a:lnTo>
                  <a:pt x="468300" y="14775"/>
                </a:lnTo>
                <a:lnTo>
                  <a:pt x="468600" y="14850"/>
                </a:lnTo>
                <a:lnTo>
                  <a:pt x="470550" y="15525"/>
                </a:lnTo>
                <a:lnTo>
                  <a:pt x="470625" y="15525"/>
                </a:lnTo>
                <a:lnTo>
                  <a:pt x="471000" y="15750"/>
                </a:lnTo>
                <a:lnTo>
                  <a:pt x="471525" y="15900"/>
                </a:lnTo>
                <a:lnTo>
                  <a:pt x="471750" y="16050"/>
                </a:lnTo>
                <a:lnTo>
                  <a:pt x="472125" y="16200"/>
                </a:lnTo>
                <a:lnTo>
                  <a:pt x="472500" y="16425"/>
                </a:lnTo>
                <a:lnTo>
                  <a:pt x="472575" y="16425"/>
                </a:lnTo>
                <a:lnTo>
                  <a:pt x="472725" y="16575"/>
                </a:lnTo>
                <a:lnTo>
                  <a:pt x="472800" y="16575"/>
                </a:lnTo>
                <a:lnTo>
                  <a:pt x="472950" y="16650"/>
                </a:lnTo>
                <a:lnTo>
                  <a:pt x="473400" y="16950"/>
                </a:lnTo>
                <a:lnTo>
                  <a:pt x="473550" y="17025"/>
                </a:lnTo>
                <a:lnTo>
                  <a:pt x="473625" y="17025"/>
                </a:lnTo>
                <a:lnTo>
                  <a:pt x="473775" y="17175"/>
                </a:lnTo>
                <a:lnTo>
                  <a:pt x="475125" y="18075"/>
                </a:lnTo>
                <a:lnTo>
                  <a:pt x="475125" y="18150"/>
                </a:lnTo>
                <a:lnTo>
                  <a:pt x="475500" y="18375"/>
                </a:lnTo>
                <a:lnTo>
                  <a:pt x="475500" y="18450"/>
                </a:lnTo>
                <a:lnTo>
                  <a:pt x="475650" y="18525"/>
                </a:lnTo>
                <a:lnTo>
                  <a:pt x="475650" y="18600"/>
                </a:lnTo>
                <a:lnTo>
                  <a:pt x="476025" y="18825"/>
                </a:lnTo>
                <a:lnTo>
                  <a:pt x="476025" y="18900"/>
                </a:lnTo>
                <a:lnTo>
                  <a:pt x="476325" y="19200"/>
                </a:lnTo>
                <a:lnTo>
                  <a:pt x="476400" y="19200"/>
                </a:lnTo>
                <a:lnTo>
                  <a:pt x="476475" y="19350"/>
                </a:lnTo>
                <a:lnTo>
                  <a:pt x="476550" y="19350"/>
                </a:lnTo>
                <a:lnTo>
                  <a:pt x="476850" y="19650"/>
                </a:lnTo>
                <a:lnTo>
                  <a:pt x="476850" y="19725"/>
                </a:lnTo>
                <a:lnTo>
                  <a:pt x="477525" y="20400"/>
                </a:lnTo>
                <a:lnTo>
                  <a:pt x="477600" y="20550"/>
                </a:lnTo>
                <a:lnTo>
                  <a:pt x="477675" y="20550"/>
                </a:lnTo>
                <a:lnTo>
                  <a:pt x="477900" y="20925"/>
                </a:lnTo>
                <a:lnTo>
                  <a:pt x="478050" y="21075"/>
                </a:lnTo>
                <a:lnTo>
                  <a:pt x="478050" y="21150"/>
                </a:lnTo>
                <a:lnTo>
                  <a:pt x="478350" y="21450"/>
                </a:lnTo>
                <a:lnTo>
                  <a:pt x="478350" y="21525"/>
                </a:lnTo>
                <a:lnTo>
                  <a:pt x="478425" y="21675"/>
                </a:lnTo>
                <a:lnTo>
                  <a:pt x="478500" y="21675"/>
                </a:lnTo>
                <a:lnTo>
                  <a:pt x="478950" y="22425"/>
                </a:lnTo>
                <a:lnTo>
                  <a:pt x="479025" y="22500"/>
                </a:lnTo>
                <a:lnTo>
                  <a:pt x="479100" y="22650"/>
                </a:lnTo>
                <a:lnTo>
                  <a:pt x="479100" y="22725"/>
                </a:lnTo>
                <a:lnTo>
                  <a:pt x="479250" y="22875"/>
                </a:lnTo>
                <a:lnTo>
                  <a:pt x="479250" y="23025"/>
                </a:lnTo>
                <a:lnTo>
                  <a:pt x="479325" y="23100"/>
                </a:lnTo>
                <a:lnTo>
                  <a:pt x="479400" y="23250"/>
                </a:lnTo>
                <a:lnTo>
                  <a:pt x="479475" y="23550"/>
                </a:lnTo>
                <a:lnTo>
                  <a:pt x="479550" y="23625"/>
                </a:lnTo>
                <a:lnTo>
                  <a:pt x="479550" y="23700"/>
                </a:lnTo>
                <a:lnTo>
                  <a:pt x="479850" y="24525"/>
                </a:lnTo>
                <a:lnTo>
                  <a:pt x="479850" y="24750"/>
                </a:lnTo>
                <a:lnTo>
                  <a:pt x="479925" y="24825"/>
                </a:lnTo>
                <a:lnTo>
                  <a:pt x="479925" y="25125"/>
                </a:lnTo>
                <a:lnTo>
                  <a:pt x="480000" y="25200"/>
                </a:lnTo>
                <a:lnTo>
                  <a:pt x="480000" y="25800"/>
                </a:lnTo>
                <a:lnTo>
                  <a:pt x="480075" y="25875"/>
                </a:lnTo>
                <a:lnTo>
                  <a:pt x="480075" y="26550"/>
                </a:lnTo>
                <a:lnTo>
                  <a:pt x="480000" y="26625"/>
                </a:lnTo>
                <a:lnTo>
                  <a:pt x="480000" y="27150"/>
                </a:lnTo>
                <a:lnTo>
                  <a:pt x="479925" y="27300"/>
                </a:lnTo>
                <a:lnTo>
                  <a:pt x="479925" y="27600"/>
                </a:lnTo>
                <a:lnTo>
                  <a:pt x="479850" y="27675"/>
                </a:lnTo>
                <a:lnTo>
                  <a:pt x="479850" y="27900"/>
                </a:lnTo>
                <a:lnTo>
                  <a:pt x="479775" y="27975"/>
                </a:lnTo>
                <a:lnTo>
                  <a:pt x="479775" y="28200"/>
                </a:lnTo>
                <a:lnTo>
                  <a:pt x="479700" y="28275"/>
                </a:lnTo>
                <a:lnTo>
                  <a:pt x="479700" y="28350"/>
                </a:lnTo>
                <a:lnTo>
                  <a:pt x="479625" y="28500"/>
                </a:lnTo>
                <a:lnTo>
                  <a:pt x="479550" y="28800"/>
                </a:lnTo>
                <a:lnTo>
                  <a:pt x="479475" y="28875"/>
                </a:lnTo>
                <a:lnTo>
                  <a:pt x="479400" y="29175"/>
                </a:lnTo>
                <a:lnTo>
                  <a:pt x="479250" y="29325"/>
                </a:lnTo>
                <a:lnTo>
                  <a:pt x="479250" y="29475"/>
                </a:lnTo>
                <a:lnTo>
                  <a:pt x="479100" y="29625"/>
                </a:lnTo>
                <a:lnTo>
                  <a:pt x="479100" y="29700"/>
                </a:lnTo>
                <a:lnTo>
                  <a:pt x="479025" y="29850"/>
                </a:lnTo>
                <a:lnTo>
                  <a:pt x="478950" y="29850"/>
                </a:lnTo>
                <a:lnTo>
                  <a:pt x="478875" y="30000"/>
                </a:lnTo>
                <a:lnTo>
                  <a:pt x="478875" y="30075"/>
                </a:lnTo>
                <a:lnTo>
                  <a:pt x="478725" y="30225"/>
                </a:lnTo>
                <a:lnTo>
                  <a:pt x="478575" y="30525"/>
                </a:lnTo>
                <a:lnTo>
                  <a:pt x="478425" y="30675"/>
                </a:lnTo>
                <a:lnTo>
                  <a:pt x="478425" y="30750"/>
                </a:lnTo>
                <a:lnTo>
                  <a:pt x="478275" y="30825"/>
                </a:lnTo>
                <a:lnTo>
                  <a:pt x="478275" y="30900"/>
                </a:lnTo>
                <a:lnTo>
                  <a:pt x="478125" y="31050"/>
                </a:lnTo>
                <a:lnTo>
                  <a:pt x="478050" y="31200"/>
                </a:lnTo>
                <a:lnTo>
                  <a:pt x="477975" y="31200"/>
                </a:lnTo>
                <a:lnTo>
                  <a:pt x="477900" y="31350"/>
                </a:lnTo>
                <a:lnTo>
                  <a:pt x="477825" y="31350"/>
                </a:lnTo>
                <a:lnTo>
                  <a:pt x="477750" y="31500"/>
                </a:lnTo>
                <a:lnTo>
                  <a:pt x="477150" y="32100"/>
                </a:lnTo>
                <a:lnTo>
                  <a:pt x="477075" y="32100"/>
                </a:lnTo>
                <a:lnTo>
                  <a:pt x="476700" y="32475"/>
                </a:lnTo>
                <a:lnTo>
                  <a:pt x="476625" y="32475"/>
                </a:lnTo>
                <a:lnTo>
                  <a:pt x="476325" y="32775"/>
                </a:lnTo>
                <a:lnTo>
                  <a:pt x="475950" y="33000"/>
                </a:lnTo>
                <a:lnTo>
                  <a:pt x="475800" y="33150"/>
                </a:lnTo>
                <a:lnTo>
                  <a:pt x="474900" y="33675"/>
                </a:lnTo>
                <a:lnTo>
                  <a:pt x="474825" y="33750"/>
                </a:lnTo>
                <a:lnTo>
                  <a:pt x="474525" y="33900"/>
                </a:lnTo>
                <a:lnTo>
                  <a:pt x="474450" y="33975"/>
                </a:lnTo>
                <a:lnTo>
                  <a:pt x="474075" y="34125"/>
                </a:lnTo>
                <a:lnTo>
                  <a:pt x="473925" y="34275"/>
                </a:lnTo>
                <a:lnTo>
                  <a:pt x="473850" y="34275"/>
                </a:lnTo>
                <a:lnTo>
                  <a:pt x="473475" y="34425"/>
                </a:lnTo>
                <a:lnTo>
                  <a:pt x="473325" y="34575"/>
                </a:lnTo>
                <a:lnTo>
                  <a:pt x="473250" y="34575"/>
                </a:lnTo>
                <a:lnTo>
                  <a:pt x="472425" y="34875"/>
                </a:lnTo>
                <a:lnTo>
                  <a:pt x="472425" y="34950"/>
                </a:lnTo>
                <a:lnTo>
                  <a:pt x="472050" y="35100"/>
                </a:lnTo>
                <a:lnTo>
                  <a:pt x="471975" y="35100"/>
                </a:lnTo>
                <a:lnTo>
                  <a:pt x="470025" y="35775"/>
                </a:lnTo>
                <a:lnTo>
                  <a:pt x="469725" y="35850"/>
                </a:lnTo>
                <a:lnTo>
                  <a:pt x="469500" y="35850"/>
                </a:lnTo>
                <a:lnTo>
                  <a:pt x="469500" y="35925"/>
                </a:lnTo>
                <a:lnTo>
                  <a:pt x="469275" y="35925"/>
                </a:lnTo>
                <a:lnTo>
                  <a:pt x="468600" y="36150"/>
                </a:lnTo>
                <a:lnTo>
                  <a:pt x="468300" y="36150"/>
                </a:lnTo>
                <a:lnTo>
                  <a:pt x="467850" y="36300"/>
                </a:lnTo>
                <a:lnTo>
                  <a:pt x="467550" y="36300"/>
                </a:lnTo>
                <a:lnTo>
                  <a:pt x="467400" y="36375"/>
                </a:lnTo>
                <a:lnTo>
                  <a:pt x="467100" y="36375"/>
                </a:lnTo>
                <a:lnTo>
                  <a:pt x="466875" y="36450"/>
                </a:lnTo>
                <a:lnTo>
                  <a:pt x="466650" y="36450"/>
                </a:lnTo>
                <a:lnTo>
                  <a:pt x="466575" y="36525"/>
                </a:lnTo>
                <a:lnTo>
                  <a:pt x="466350" y="36525"/>
                </a:lnTo>
                <a:lnTo>
                  <a:pt x="466650" y="36825"/>
                </a:lnTo>
                <a:lnTo>
                  <a:pt x="466875" y="37200"/>
                </a:lnTo>
                <a:lnTo>
                  <a:pt x="467175" y="37500"/>
                </a:lnTo>
                <a:lnTo>
                  <a:pt x="467400" y="37875"/>
                </a:lnTo>
                <a:lnTo>
                  <a:pt x="467700" y="38175"/>
                </a:lnTo>
                <a:lnTo>
                  <a:pt x="467775" y="38400"/>
                </a:lnTo>
                <a:lnTo>
                  <a:pt x="468225" y="38850"/>
                </a:lnTo>
                <a:lnTo>
                  <a:pt x="468450" y="39225"/>
                </a:lnTo>
                <a:lnTo>
                  <a:pt x="468750" y="39525"/>
                </a:lnTo>
                <a:lnTo>
                  <a:pt x="468900" y="39750"/>
                </a:lnTo>
                <a:lnTo>
                  <a:pt x="469050" y="39900"/>
                </a:lnTo>
                <a:lnTo>
                  <a:pt x="469275" y="40275"/>
                </a:lnTo>
                <a:lnTo>
                  <a:pt x="469725" y="40725"/>
                </a:lnTo>
                <a:lnTo>
                  <a:pt x="469950" y="41100"/>
                </a:lnTo>
                <a:lnTo>
                  <a:pt x="470550" y="41700"/>
                </a:lnTo>
                <a:lnTo>
                  <a:pt x="470775" y="42075"/>
                </a:lnTo>
                <a:lnTo>
                  <a:pt x="472275" y="43575"/>
                </a:lnTo>
                <a:lnTo>
                  <a:pt x="472350" y="43725"/>
                </a:lnTo>
                <a:lnTo>
                  <a:pt x="473400" y="44775"/>
                </a:lnTo>
                <a:lnTo>
                  <a:pt x="473775" y="45000"/>
                </a:lnTo>
                <a:lnTo>
                  <a:pt x="474075" y="45300"/>
                </a:lnTo>
                <a:lnTo>
                  <a:pt x="474225" y="45375"/>
                </a:lnTo>
                <a:lnTo>
                  <a:pt x="474525" y="45675"/>
                </a:lnTo>
                <a:lnTo>
                  <a:pt x="474675" y="45750"/>
                </a:lnTo>
                <a:lnTo>
                  <a:pt x="474975" y="46050"/>
                </a:lnTo>
                <a:lnTo>
                  <a:pt x="475125" y="46125"/>
                </a:lnTo>
                <a:lnTo>
                  <a:pt x="475275" y="46275"/>
                </a:lnTo>
                <a:lnTo>
                  <a:pt x="475500" y="46350"/>
                </a:lnTo>
                <a:lnTo>
                  <a:pt x="475650" y="46500"/>
                </a:lnTo>
                <a:lnTo>
                  <a:pt x="475950" y="46650"/>
                </a:lnTo>
                <a:lnTo>
                  <a:pt x="476100" y="46800"/>
                </a:lnTo>
                <a:lnTo>
                  <a:pt x="476475" y="46950"/>
                </a:lnTo>
                <a:lnTo>
                  <a:pt x="476625" y="47100"/>
                </a:lnTo>
                <a:lnTo>
                  <a:pt x="477300" y="47475"/>
                </a:lnTo>
                <a:lnTo>
                  <a:pt x="477975" y="47775"/>
                </a:lnTo>
                <a:lnTo>
                  <a:pt x="475500" y="52500"/>
                </a:lnTo>
                <a:lnTo>
                  <a:pt x="475275" y="52425"/>
                </a:lnTo>
                <a:lnTo>
                  <a:pt x="475050" y="52275"/>
                </a:lnTo>
                <a:lnTo>
                  <a:pt x="474825" y="52200"/>
                </a:lnTo>
                <a:lnTo>
                  <a:pt x="474750" y="52125"/>
                </a:lnTo>
                <a:lnTo>
                  <a:pt x="474600" y="52050"/>
                </a:lnTo>
                <a:lnTo>
                  <a:pt x="474525" y="52050"/>
                </a:lnTo>
                <a:lnTo>
                  <a:pt x="474300" y="51900"/>
                </a:lnTo>
                <a:lnTo>
                  <a:pt x="474075" y="51825"/>
                </a:lnTo>
                <a:lnTo>
                  <a:pt x="473625" y="51525"/>
                </a:lnTo>
                <a:lnTo>
                  <a:pt x="473400" y="51450"/>
                </a:lnTo>
                <a:lnTo>
                  <a:pt x="473175" y="51300"/>
                </a:lnTo>
                <a:lnTo>
                  <a:pt x="473100" y="51300"/>
                </a:lnTo>
                <a:lnTo>
                  <a:pt x="472950" y="51150"/>
                </a:lnTo>
                <a:lnTo>
                  <a:pt x="472875" y="51150"/>
                </a:lnTo>
                <a:lnTo>
                  <a:pt x="472725" y="51000"/>
                </a:lnTo>
                <a:lnTo>
                  <a:pt x="471825" y="50400"/>
                </a:lnTo>
                <a:lnTo>
                  <a:pt x="471675" y="50250"/>
                </a:lnTo>
                <a:lnTo>
                  <a:pt x="471600" y="50250"/>
                </a:lnTo>
                <a:lnTo>
                  <a:pt x="471450" y="50100"/>
                </a:lnTo>
                <a:lnTo>
                  <a:pt x="471375" y="50100"/>
                </a:lnTo>
                <a:lnTo>
                  <a:pt x="470850" y="49650"/>
                </a:lnTo>
                <a:lnTo>
                  <a:pt x="470775" y="49650"/>
                </a:lnTo>
                <a:lnTo>
                  <a:pt x="470625" y="49500"/>
                </a:lnTo>
                <a:lnTo>
                  <a:pt x="470400" y="49350"/>
                </a:lnTo>
                <a:lnTo>
                  <a:pt x="469875" y="48825"/>
                </a:lnTo>
                <a:lnTo>
                  <a:pt x="469800" y="48825"/>
                </a:lnTo>
                <a:lnTo>
                  <a:pt x="469500" y="48525"/>
                </a:lnTo>
                <a:lnTo>
                  <a:pt x="469425" y="48525"/>
                </a:lnTo>
                <a:lnTo>
                  <a:pt x="469275" y="48375"/>
                </a:lnTo>
                <a:lnTo>
                  <a:pt x="469275" y="48300"/>
                </a:lnTo>
                <a:lnTo>
                  <a:pt x="469125" y="48150"/>
                </a:lnTo>
                <a:lnTo>
                  <a:pt x="469050" y="48150"/>
                </a:lnTo>
                <a:lnTo>
                  <a:pt x="468225" y="47325"/>
                </a:lnTo>
                <a:lnTo>
                  <a:pt x="468150" y="47325"/>
                </a:lnTo>
                <a:lnTo>
                  <a:pt x="468000" y="47175"/>
                </a:lnTo>
                <a:lnTo>
                  <a:pt x="468000" y="47100"/>
                </a:lnTo>
                <a:lnTo>
                  <a:pt x="467700" y="46800"/>
                </a:lnTo>
                <a:lnTo>
                  <a:pt x="467550" y="46575"/>
                </a:lnTo>
                <a:lnTo>
                  <a:pt x="467475" y="46575"/>
                </a:lnTo>
                <a:lnTo>
                  <a:pt x="467175" y="46275"/>
                </a:lnTo>
                <a:lnTo>
                  <a:pt x="467025" y="46050"/>
                </a:lnTo>
                <a:lnTo>
                  <a:pt x="466350" y="45375"/>
                </a:lnTo>
                <a:lnTo>
                  <a:pt x="466200" y="45150"/>
                </a:lnTo>
                <a:lnTo>
                  <a:pt x="465900" y="44850"/>
                </a:lnTo>
                <a:lnTo>
                  <a:pt x="465900" y="44775"/>
                </a:lnTo>
                <a:lnTo>
                  <a:pt x="465600" y="44475"/>
                </a:lnTo>
                <a:lnTo>
                  <a:pt x="465150" y="43875"/>
                </a:lnTo>
                <a:lnTo>
                  <a:pt x="464850" y="43575"/>
                </a:lnTo>
                <a:lnTo>
                  <a:pt x="464700" y="43350"/>
                </a:lnTo>
                <a:lnTo>
                  <a:pt x="464250" y="42825"/>
                </a:lnTo>
                <a:lnTo>
                  <a:pt x="464175" y="42675"/>
                </a:lnTo>
                <a:lnTo>
                  <a:pt x="464100" y="42675"/>
                </a:lnTo>
                <a:lnTo>
                  <a:pt x="464025" y="42450"/>
                </a:lnTo>
                <a:lnTo>
                  <a:pt x="463275" y="41625"/>
                </a:lnTo>
                <a:lnTo>
                  <a:pt x="463200" y="41400"/>
                </a:lnTo>
                <a:lnTo>
                  <a:pt x="462900" y="41100"/>
                </a:lnTo>
                <a:lnTo>
                  <a:pt x="462675" y="40725"/>
                </a:lnTo>
                <a:lnTo>
                  <a:pt x="462375" y="40425"/>
                </a:lnTo>
                <a:lnTo>
                  <a:pt x="462150" y="40050"/>
                </a:lnTo>
                <a:lnTo>
                  <a:pt x="461850" y="39750"/>
                </a:lnTo>
                <a:lnTo>
                  <a:pt x="461400" y="39075"/>
                </a:lnTo>
                <a:lnTo>
                  <a:pt x="461100" y="38775"/>
                </a:lnTo>
                <a:lnTo>
                  <a:pt x="461025" y="38625"/>
                </a:lnTo>
                <a:lnTo>
                  <a:pt x="460725" y="38325"/>
                </a:lnTo>
                <a:lnTo>
                  <a:pt x="460650" y="38175"/>
                </a:lnTo>
                <a:lnTo>
                  <a:pt x="460125" y="37650"/>
                </a:lnTo>
                <a:lnTo>
                  <a:pt x="459825" y="37200"/>
                </a:lnTo>
                <a:lnTo>
                  <a:pt x="459675" y="37125"/>
                </a:lnTo>
                <a:lnTo>
                  <a:pt x="459600" y="36975"/>
                </a:lnTo>
                <a:lnTo>
                  <a:pt x="459375" y="36750"/>
                </a:lnTo>
                <a:lnTo>
                  <a:pt x="457875" y="36750"/>
                </a:lnTo>
                <a:lnTo>
                  <a:pt x="457875" y="50100"/>
                </a:lnTo>
                <a:lnTo>
                  <a:pt x="452175" y="50100"/>
                </a:lnTo>
                <a:lnTo>
                  <a:pt x="452175" y="33750"/>
                </a:lnTo>
                <a:close/>
                <a:moveTo>
                  <a:pt x="461850" y="31575"/>
                </a:moveTo>
                <a:lnTo>
                  <a:pt x="463275" y="31575"/>
                </a:lnTo>
                <a:lnTo>
                  <a:pt x="463500" y="31500"/>
                </a:lnTo>
                <a:lnTo>
                  <a:pt x="464325" y="31500"/>
                </a:lnTo>
                <a:lnTo>
                  <a:pt x="464475" y="31425"/>
                </a:lnTo>
                <a:lnTo>
                  <a:pt x="465075" y="31425"/>
                </a:lnTo>
                <a:lnTo>
                  <a:pt x="465300" y="31350"/>
                </a:lnTo>
                <a:lnTo>
                  <a:pt x="465525" y="31350"/>
                </a:lnTo>
                <a:lnTo>
                  <a:pt x="465675" y="31275"/>
                </a:lnTo>
                <a:lnTo>
                  <a:pt x="466050" y="31275"/>
                </a:lnTo>
                <a:lnTo>
                  <a:pt x="466275" y="31200"/>
                </a:lnTo>
                <a:lnTo>
                  <a:pt x="466425" y="31200"/>
                </a:lnTo>
                <a:lnTo>
                  <a:pt x="466650" y="31125"/>
                </a:lnTo>
                <a:lnTo>
                  <a:pt x="467175" y="31050"/>
                </a:lnTo>
                <a:lnTo>
                  <a:pt x="467550" y="30900"/>
                </a:lnTo>
                <a:lnTo>
                  <a:pt x="467775" y="30900"/>
                </a:lnTo>
                <a:lnTo>
                  <a:pt x="467925" y="30825"/>
                </a:lnTo>
                <a:lnTo>
                  <a:pt x="468150" y="30825"/>
                </a:lnTo>
                <a:lnTo>
                  <a:pt x="468450" y="30675"/>
                </a:lnTo>
                <a:lnTo>
                  <a:pt x="468675" y="30675"/>
                </a:lnTo>
                <a:lnTo>
                  <a:pt x="469125" y="30450"/>
                </a:lnTo>
                <a:lnTo>
                  <a:pt x="469350" y="30450"/>
                </a:lnTo>
                <a:lnTo>
                  <a:pt x="469950" y="30150"/>
                </a:lnTo>
                <a:lnTo>
                  <a:pt x="470100" y="30150"/>
                </a:lnTo>
                <a:lnTo>
                  <a:pt x="471300" y="29550"/>
                </a:lnTo>
                <a:lnTo>
                  <a:pt x="471375" y="29475"/>
                </a:lnTo>
                <a:lnTo>
                  <a:pt x="471525" y="29475"/>
                </a:lnTo>
                <a:lnTo>
                  <a:pt x="471825" y="29325"/>
                </a:lnTo>
                <a:lnTo>
                  <a:pt x="472725" y="28725"/>
                </a:lnTo>
                <a:lnTo>
                  <a:pt x="472950" y="28500"/>
                </a:lnTo>
                <a:lnTo>
                  <a:pt x="473100" y="28425"/>
                </a:lnTo>
                <a:lnTo>
                  <a:pt x="473625" y="27900"/>
                </a:lnTo>
                <a:lnTo>
                  <a:pt x="473625" y="27825"/>
                </a:lnTo>
                <a:lnTo>
                  <a:pt x="473850" y="27600"/>
                </a:lnTo>
                <a:lnTo>
                  <a:pt x="473850" y="27525"/>
                </a:lnTo>
                <a:lnTo>
                  <a:pt x="474000" y="27375"/>
                </a:lnTo>
                <a:lnTo>
                  <a:pt x="474000" y="27300"/>
                </a:lnTo>
                <a:lnTo>
                  <a:pt x="474075" y="27225"/>
                </a:lnTo>
                <a:lnTo>
                  <a:pt x="474075" y="27150"/>
                </a:lnTo>
                <a:lnTo>
                  <a:pt x="474150" y="27150"/>
                </a:lnTo>
                <a:lnTo>
                  <a:pt x="474150" y="27000"/>
                </a:lnTo>
                <a:lnTo>
                  <a:pt x="474225" y="26925"/>
                </a:lnTo>
                <a:lnTo>
                  <a:pt x="474225" y="26775"/>
                </a:lnTo>
                <a:lnTo>
                  <a:pt x="474300" y="26775"/>
                </a:lnTo>
                <a:lnTo>
                  <a:pt x="474300" y="26400"/>
                </a:lnTo>
                <a:lnTo>
                  <a:pt x="474375" y="26325"/>
                </a:lnTo>
                <a:lnTo>
                  <a:pt x="474375" y="26025"/>
                </a:lnTo>
                <a:lnTo>
                  <a:pt x="474300" y="25950"/>
                </a:lnTo>
                <a:lnTo>
                  <a:pt x="474300" y="25650"/>
                </a:lnTo>
                <a:lnTo>
                  <a:pt x="474225" y="25575"/>
                </a:lnTo>
                <a:lnTo>
                  <a:pt x="474225" y="25425"/>
                </a:lnTo>
                <a:lnTo>
                  <a:pt x="474150" y="25350"/>
                </a:lnTo>
                <a:lnTo>
                  <a:pt x="474150" y="25275"/>
                </a:lnTo>
                <a:lnTo>
                  <a:pt x="474075" y="25200"/>
                </a:lnTo>
                <a:lnTo>
                  <a:pt x="474075" y="25125"/>
                </a:lnTo>
                <a:lnTo>
                  <a:pt x="474000" y="25050"/>
                </a:lnTo>
                <a:lnTo>
                  <a:pt x="473925" y="24900"/>
                </a:lnTo>
                <a:lnTo>
                  <a:pt x="473925" y="24825"/>
                </a:lnTo>
                <a:lnTo>
                  <a:pt x="473700" y="24600"/>
                </a:lnTo>
                <a:lnTo>
                  <a:pt x="473400" y="24075"/>
                </a:lnTo>
                <a:lnTo>
                  <a:pt x="473100" y="23775"/>
                </a:lnTo>
                <a:lnTo>
                  <a:pt x="473025" y="23625"/>
                </a:lnTo>
                <a:lnTo>
                  <a:pt x="472800" y="23400"/>
                </a:lnTo>
                <a:lnTo>
                  <a:pt x="472725" y="23250"/>
                </a:lnTo>
                <a:lnTo>
                  <a:pt x="472575" y="23175"/>
                </a:lnTo>
                <a:lnTo>
                  <a:pt x="472500" y="23025"/>
                </a:lnTo>
                <a:lnTo>
                  <a:pt x="472350" y="22950"/>
                </a:lnTo>
                <a:lnTo>
                  <a:pt x="472275" y="22800"/>
                </a:lnTo>
                <a:lnTo>
                  <a:pt x="472125" y="22725"/>
                </a:lnTo>
                <a:lnTo>
                  <a:pt x="471825" y="22425"/>
                </a:lnTo>
                <a:lnTo>
                  <a:pt x="471675" y="22350"/>
                </a:lnTo>
                <a:lnTo>
                  <a:pt x="471075" y="21825"/>
                </a:lnTo>
                <a:lnTo>
                  <a:pt x="470775" y="21675"/>
                </a:lnTo>
                <a:lnTo>
                  <a:pt x="470550" y="21450"/>
                </a:lnTo>
                <a:lnTo>
                  <a:pt x="468525" y="20400"/>
                </a:lnTo>
                <a:lnTo>
                  <a:pt x="468375" y="20400"/>
                </a:lnTo>
                <a:lnTo>
                  <a:pt x="467925" y="20175"/>
                </a:lnTo>
                <a:lnTo>
                  <a:pt x="467775" y="20175"/>
                </a:lnTo>
                <a:lnTo>
                  <a:pt x="467400" y="20025"/>
                </a:lnTo>
                <a:lnTo>
                  <a:pt x="467250" y="20025"/>
                </a:lnTo>
                <a:lnTo>
                  <a:pt x="466950" y="19875"/>
                </a:lnTo>
                <a:lnTo>
                  <a:pt x="466800" y="19875"/>
                </a:lnTo>
                <a:lnTo>
                  <a:pt x="466650" y="19800"/>
                </a:lnTo>
                <a:lnTo>
                  <a:pt x="466500" y="19800"/>
                </a:lnTo>
                <a:lnTo>
                  <a:pt x="466350" y="19725"/>
                </a:lnTo>
                <a:lnTo>
                  <a:pt x="466050" y="19725"/>
                </a:lnTo>
                <a:lnTo>
                  <a:pt x="465825" y="19650"/>
                </a:lnTo>
                <a:lnTo>
                  <a:pt x="465525" y="19650"/>
                </a:lnTo>
                <a:lnTo>
                  <a:pt x="465375" y="19575"/>
                </a:lnTo>
                <a:lnTo>
                  <a:pt x="464925" y="19575"/>
                </a:lnTo>
                <a:lnTo>
                  <a:pt x="464775" y="19500"/>
                </a:lnTo>
                <a:lnTo>
                  <a:pt x="462975" y="19500"/>
                </a:lnTo>
                <a:lnTo>
                  <a:pt x="462825" y="19575"/>
                </a:lnTo>
                <a:lnTo>
                  <a:pt x="462375" y="19575"/>
                </a:lnTo>
                <a:lnTo>
                  <a:pt x="462225" y="19650"/>
                </a:lnTo>
                <a:lnTo>
                  <a:pt x="461925" y="19650"/>
                </a:lnTo>
                <a:lnTo>
                  <a:pt x="461700" y="19725"/>
                </a:lnTo>
                <a:lnTo>
                  <a:pt x="461550" y="19725"/>
                </a:lnTo>
                <a:lnTo>
                  <a:pt x="461400" y="19800"/>
                </a:lnTo>
                <a:lnTo>
                  <a:pt x="461250" y="19800"/>
                </a:lnTo>
                <a:lnTo>
                  <a:pt x="461100" y="19875"/>
                </a:lnTo>
                <a:lnTo>
                  <a:pt x="460950" y="19875"/>
                </a:lnTo>
                <a:lnTo>
                  <a:pt x="460650" y="20025"/>
                </a:lnTo>
                <a:lnTo>
                  <a:pt x="460500" y="20025"/>
                </a:lnTo>
                <a:lnTo>
                  <a:pt x="460200" y="20175"/>
                </a:lnTo>
                <a:lnTo>
                  <a:pt x="460050" y="20175"/>
                </a:lnTo>
                <a:lnTo>
                  <a:pt x="458175" y="21150"/>
                </a:lnTo>
                <a:lnTo>
                  <a:pt x="457950" y="21300"/>
                </a:lnTo>
                <a:lnTo>
                  <a:pt x="457275" y="21975"/>
                </a:lnTo>
                <a:lnTo>
                  <a:pt x="457275" y="22050"/>
                </a:lnTo>
                <a:lnTo>
                  <a:pt x="457200" y="22050"/>
                </a:lnTo>
                <a:lnTo>
                  <a:pt x="457125" y="22125"/>
                </a:lnTo>
                <a:lnTo>
                  <a:pt x="457125" y="22200"/>
                </a:lnTo>
                <a:lnTo>
                  <a:pt x="457050" y="22275"/>
                </a:lnTo>
                <a:lnTo>
                  <a:pt x="457050" y="22350"/>
                </a:lnTo>
                <a:lnTo>
                  <a:pt x="456900" y="22575"/>
                </a:lnTo>
                <a:lnTo>
                  <a:pt x="456900" y="22725"/>
                </a:lnTo>
                <a:lnTo>
                  <a:pt x="456825" y="22800"/>
                </a:lnTo>
                <a:lnTo>
                  <a:pt x="456825" y="23025"/>
                </a:lnTo>
                <a:lnTo>
                  <a:pt x="456750" y="23100"/>
                </a:lnTo>
                <a:lnTo>
                  <a:pt x="456750" y="23925"/>
                </a:lnTo>
                <a:lnTo>
                  <a:pt x="456825" y="24075"/>
                </a:lnTo>
                <a:lnTo>
                  <a:pt x="456825" y="24375"/>
                </a:lnTo>
                <a:lnTo>
                  <a:pt x="456900" y="24450"/>
                </a:lnTo>
                <a:lnTo>
                  <a:pt x="456900" y="24600"/>
                </a:lnTo>
                <a:lnTo>
                  <a:pt x="456975" y="24675"/>
                </a:lnTo>
                <a:lnTo>
                  <a:pt x="456975" y="24975"/>
                </a:lnTo>
                <a:lnTo>
                  <a:pt x="457125" y="25200"/>
                </a:lnTo>
                <a:lnTo>
                  <a:pt x="457125" y="25275"/>
                </a:lnTo>
                <a:lnTo>
                  <a:pt x="457275" y="25575"/>
                </a:lnTo>
                <a:lnTo>
                  <a:pt x="457275" y="25725"/>
                </a:lnTo>
                <a:lnTo>
                  <a:pt x="457350" y="25800"/>
                </a:lnTo>
                <a:lnTo>
                  <a:pt x="457950" y="26925"/>
                </a:lnTo>
                <a:lnTo>
                  <a:pt x="458100" y="27075"/>
                </a:lnTo>
                <a:lnTo>
                  <a:pt x="458250" y="27375"/>
                </a:lnTo>
                <a:lnTo>
                  <a:pt x="458400" y="27525"/>
                </a:lnTo>
                <a:lnTo>
                  <a:pt x="458550" y="27825"/>
                </a:lnTo>
                <a:lnTo>
                  <a:pt x="458700" y="27975"/>
                </a:lnTo>
                <a:lnTo>
                  <a:pt x="459000" y="28425"/>
                </a:lnTo>
                <a:lnTo>
                  <a:pt x="459300" y="28725"/>
                </a:lnTo>
                <a:lnTo>
                  <a:pt x="459375" y="28950"/>
                </a:lnTo>
                <a:lnTo>
                  <a:pt x="459825" y="29400"/>
                </a:lnTo>
                <a:lnTo>
                  <a:pt x="459900" y="29550"/>
                </a:lnTo>
                <a:lnTo>
                  <a:pt x="460500" y="30150"/>
                </a:lnTo>
                <a:lnTo>
                  <a:pt x="460650" y="30375"/>
                </a:lnTo>
                <a:lnTo>
                  <a:pt x="461250" y="30975"/>
                </a:lnTo>
                <a:lnTo>
                  <a:pt x="461475" y="31125"/>
                </a:lnTo>
                <a:close/>
                <a:moveTo>
                  <a:pt x="483675" y="47625"/>
                </a:moveTo>
                <a:lnTo>
                  <a:pt x="484275" y="47625"/>
                </a:lnTo>
                <a:lnTo>
                  <a:pt x="484350" y="47550"/>
                </a:lnTo>
                <a:lnTo>
                  <a:pt x="484725" y="47550"/>
                </a:lnTo>
                <a:lnTo>
                  <a:pt x="484800" y="47475"/>
                </a:lnTo>
                <a:lnTo>
                  <a:pt x="485025" y="47475"/>
                </a:lnTo>
                <a:lnTo>
                  <a:pt x="485025" y="47400"/>
                </a:lnTo>
                <a:lnTo>
                  <a:pt x="485175" y="47400"/>
                </a:lnTo>
                <a:lnTo>
                  <a:pt x="485175" y="47325"/>
                </a:lnTo>
                <a:lnTo>
                  <a:pt x="485325" y="47325"/>
                </a:lnTo>
                <a:lnTo>
                  <a:pt x="485325" y="47250"/>
                </a:lnTo>
                <a:lnTo>
                  <a:pt x="485475" y="47250"/>
                </a:lnTo>
                <a:lnTo>
                  <a:pt x="485475" y="47175"/>
                </a:lnTo>
                <a:lnTo>
                  <a:pt x="485550" y="47175"/>
                </a:lnTo>
                <a:lnTo>
                  <a:pt x="485700" y="47025"/>
                </a:lnTo>
                <a:lnTo>
                  <a:pt x="485775" y="47025"/>
                </a:lnTo>
                <a:lnTo>
                  <a:pt x="485775" y="46950"/>
                </a:lnTo>
                <a:lnTo>
                  <a:pt x="485850" y="46950"/>
                </a:lnTo>
                <a:lnTo>
                  <a:pt x="485925" y="46875"/>
                </a:lnTo>
                <a:lnTo>
                  <a:pt x="485925" y="46800"/>
                </a:lnTo>
                <a:lnTo>
                  <a:pt x="486000" y="46800"/>
                </a:lnTo>
                <a:lnTo>
                  <a:pt x="486075" y="46725"/>
                </a:lnTo>
                <a:lnTo>
                  <a:pt x="486075" y="46650"/>
                </a:lnTo>
                <a:lnTo>
                  <a:pt x="486150" y="46650"/>
                </a:lnTo>
                <a:lnTo>
                  <a:pt x="486300" y="46500"/>
                </a:lnTo>
                <a:lnTo>
                  <a:pt x="486300" y="46425"/>
                </a:lnTo>
                <a:lnTo>
                  <a:pt x="486450" y="46275"/>
                </a:lnTo>
                <a:lnTo>
                  <a:pt x="486450" y="46200"/>
                </a:lnTo>
                <a:lnTo>
                  <a:pt x="486675" y="45975"/>
                </a:lnTo>
                <a:lnTo>
                  <a:pt x="486675" y="45900"/>
                </a:lnTo>
                <a:lnTo>
                  <a:pt x="486900" y="45600"/>
                </a:lnTo>
                <a:lnTo>
                  <a:pt x="486900" y="45525"/>
                </a:lnTo>
                <a:lnTo>
                  <a:pt x="486975" y="45450"/>
                </a:lnTo>
                <a:lnTo>
                  <a:pt x="487050" y="45300"/>
                </a:lnTo>
                <a:lnTo>
                  <a:pt x="487050" y="45225"/>
                </a:lnTo>
                <a:lnTo>
                  <a:pt x="487275" y="44925"/>
                </a:lnTo>
                <a:lnTo>
                  <a:pt x="487275" y="44775"/>
                </a:lnTo>
                <a:lnTo>
                  <a:pt x="487500" y="44475"/>
                </a:lnTo>
                <a:lnTo>
                  <a:pt x="487575" y="44325"/>
                </a:lnTo>
                <a:lnTo>
                  <a:pt x="487575" y="44250"/>
                </a:lnTo>
                <a:lnTo>
                  <a:pt x="487725" y="43950"/>
                </a:lnTo>
                <a:lnTo>
                  <a:pt x="487800" y="43875"/>
                </a:lnTo>
                <a:lnTo>
                  <a:pt x="487800" y="43725"/>
                </a:lnTo>
                <a:lnTo>
                  <a:pt x="488100" y="43200"/>
                </a:lnTo>
                <a:lnTo>
                  <a:pt x="488100" y="43050"/>
                </a:lnTo>
                <a:lnTo>
                  <a:pt x="488400" y="42525"/>
                </a:lnTo>
                <a:lnTo>
                  <a:pt x="488400" y="42375"/>
                </a:lnTo>
                <a:lnTo>
                  <a:pt x="488475" y="42375"/>
                </a:lnTo>
                <a:lnTo>
                  <a:pt x="488475" y="42225"/>
                </a:lnTo>
                <a:lnTo>
                  <a:pt x="489675" y="39825"/>
                </a:lnTo>
                <a:lnTo>
                  <a:pt x="489750" y="39825"/>
                </a:lnTo>
                <a:lnTo>
                  <a:pt x="489825" y="39675"/>
                </a:lnTo>
                <a:lnTo>
                  <a:pt x="489825" y="39600"/>
                </a:lnTo>
                <a:lnTo>
                  <a:pt x="489900" y="39525"/>
                </a:lnTo>
                <a:lnTo>
                  <a:pt x="489900" y="39450"/>
                </a:lnTo>
                <a:lnTo>
                  <a:pt x="489975" y="39450"/>
                </a:lnTo>
                <a:lnTo>
                  <a:pt x="489975" y="39375"/>
                </a:lnTo>
                <a:lnTo>
                  <a:pt x="490125" y="39225"/>
                </a:lnTo>
                <a:lnTo>
                  <a:pt x="490125" y="39150"/>
                </a:lnTo>
                <a:lnTo>
                  <a:pt x="490200" y="39075"/>
                </a:lnTo>
                <a:lnTo>
                  <a:pt x="490200" y="39000"/>
                </a:lnTo>
                <a:lnTo>
                  <a:pt x="490275" y="39000"/>
                </a:lnTo>
                <a:lnTo>
                  <a:pt x="490275" y="38925"/>
                </a:lnTo>
                <a:lnTo>
                  <a:pt x="490350" y="38850"/>
                </a:lnTo>
                <a:lnTo>
                  <a:pt x="490350" y="38775"/>
                </a:lnTo>
                <a:lnTo>
                  <a:pt x="490875" y="38175"/>
                </a:lnTo>
                <a:lnTo>
                  <a:pt x="490875" y="38100"/>
                </a:lnTo>
                <a:lnTo>
                  <a:pt x="490950" y="38025"/>
                </a:lnTo>
                <a:lnTo>
                  <a:pt x="491025" y="38025"/>
                </a:lnTo>
                <a:lnTo>
                  <a:pt x="491175" y="37725"/>
                </a:lnTo>
                <a:lnTo>
                  <a:pt x="491250" y="37725"/>
                </a:lnTo>
                <a:lnTo>
                  <a:pt x="491325" y="37650"/>
                </a:lnTo>
                <a:lnTo>
                  <a:pt x="491325" y="37575"/>
                </a:lnTo>
                <a:lnTo>
                  <a:pt x="491625" y="37275"/>
                </a:lnTo>
                <a:lnTo>
                  <a:pt x="491625" y="37200"/>
                </a:lnTo>
                <a:lnTo>
                  <a:pt x="491775" y="37125"/>
                </a:lnTo>
                <a:lnTo>
                  <a:pt x="492225" y="36675"/>
                </a:lnTo>
                <a:lnTo>
                  <a:pt x="492225" y="36600"/>
                </a:lnTo>
                <a:lnTo>
                  <a:pt x="492375" y="36525"/>
                </a:lnTo>
                <a:lnTo>
                  <a:pt x="492825" y="36075"/>
                </a:lnTo>
                <a:lnTo>
                  <a:pt x="492900" y="36075"/>
                </a:lnTo>
                <a:lnTo>
                  <a:pt x="493350" y="35700"/>
                </a:lnTo>
                <a:lnTo>
                  <a:pt x="493725" y="35475"/>
                </a:lnTo>
                <a:lnTo>
                  <a:pt x="493725" y="35400"/>
                </a:lnTo>
                <a:lnTo>
                  <a:pt x="494025" y="35250"/>
                </a:lnTo>
                <a:lnTo>
                  <a:pt x="494175" y="35100"/>
                </a:lnTo>
                <a:lnTo>
                  <a:pt x="494250" y="35100"/>
                </a:lnTo>
                <a:lnTo>
                  <a:pt x="494475" y="34875"/>
                </a:lnTo>
                <a:lnTo>
                  <a:pt x="494625" y="34875"/>
                </a:lnTo>
                <a:lnTo>
                  <a:pt x="494625" y="34800"/>
                </a:lnTo>
                <a:lnTo>
                  <a:pt x="494925" y="34650"/>
                </a:lnTo>
                <a:lnTo>
                  <a:pt x="495000" y="34575"/>
                </a:lnTo>
                <a:lnTo>
                  <a:pt x="495375" y="34425"/>
                </a:lnTo>
                <a:lnTo>
                  <a:pt x="495375" y="34350"/>
                </a:lnTo>
                <a:lnTo>
                  <a:pt x="495525" y="34275"/>
                </a:lnTo>
                <a:lnTo>
                  <a:pt x="495600" y="34275"/>
                </a:lnTo>
                <a:lnTo>
                  <a:pt x="495675" y="34200"/>
                </a:lnTo>
                <a:lnTo>
                  <a:pt x="495750" y="34200"/>
                </a:lnTo>
                <a:lnTo>
                  <a:pt x="495975" y="34050"/>
                </a:lnTo>
                <a:lnTo>
                  <a:pt x="496050" y="34050"/>
                </a:lnTo>
                <a:lnTo>
                  <a:pt x="496125" y="33975"/>
                </a:lnTo>
                <a:lnTo>
                  <a:pt x="496275" y="33900"/>
                </a:lnTo>
                <a:lnTo>
                  <a:pt x="496350" y="33900"/>
                </a:lnTo>
                <a:lnTo>
                  <a:pt x="496575" y="33750"/>
                </a:lnTo>
                <a:lnTo>
                  <a:pt x="496650" y="33750"/>
                </a:lnTo>
                <a:lnTo>
                  <a:pt x="496725" y="33675"/>
                </a:lnTo>
                <a:lnTo>
                  <a:pt x="497025" y="33600"/>
                </a:lnTo>
                <a:lnTo>
                  <a:pt x="497175" y="33525"/>
                </a:lnTo>
                <a:lnTo>
                  <a:pt x="497175" y="33450"/>
                </a:lnTo>
                <a:lnTo>
                  <a:pt x="497400" y="33375"/>
                </a:lnTo>
                <a:lnTo>
                  <a:pt x="497175" y="33300"/>
                </a:lnTo>
                <a:lnTo>
                  <a:pt x="497175" y="33225"/>
                </a:lnTo>
                <a:lnTo>
                  <a:pt x="497025" y="33150"/>
                </a:lnTo>
                <a:lnTo>
                  <a:pt x="496725" y="33075"/>
                </a:lnTo>
                <a:lnTo>
                  <a:pt x="496650" y="33000"/>
                </a:lnTo>
                <a:lnTo>
                  <a:pt x="496575" y="33000"/>
                </a:lnTo>
                <a:lnTo>
                  <a:pt x="496350" y="32850"/>
                </a:lnTo>
                <a:lnTo>
                  <a:pt x="496275" y="32850"/>
                </a:lnTo>
                <a:lnTo>
                  <a:pt x="496050" y="32700"/>
                </a:lnTo>
                <a:lnTo>
                  <a:pt x="495975" y="32700"/>
                </a:lnTo>
                <a:lnTo>
                  <a:pt x="495900" y="32625"/>
                </a:lnTo>
                <a:lnTo>
                  <a:pt x="495375" y="32400"/>
                </a:lnTo>
                <a:lnTo>
                  <a:pt x="495375" y="32325"/>
                </a:lnTo>
                <a:lnTo>
                  <a:pt x="495000" y="32175"/>
                </a:lnTo>
                <a:lnTo>
                  <a:pt x="494925" y="32100"/>
                </a:lnTo>
                <a:lnTo>
                  <a:pt x="494625" y="31950"/>
                </a:lnTo>
                <a:lnTo>
                  <a:pt x="494625" y="31875"/>
                </a:lnTo>
                <a:lnTo>
                  <a:pt x="494475" y="31875"/>
                </a:lnTo>
                <a:lnTo>
                  <a:pt x="494250" y="31650"/>
                </a:lnTo>
                <a:lnTo>
                  <a:pt x="494175" y="31650"/>
                </a:lnTo>
                <a:lnTo>
                  <a:pt x="494025" y="31500"/>
                </a:lnTo>
                <a:lnTo>
                  <a:pt x="493725" y="31350"/>
                </a:lnTo>
                <a:lnTo>
                  <a:pt x="493725" y="31275"/>
                </a:lnTo>
                <a:lnTo>
                  <a:pt x="493350" y="31050"/>
                </a:lnTo>
                <a:lnTo>
                  <a:pt x="492900" y="30675"/>
                </a:lnTo>
                <a:lnTo>
                  <a:pt x="492825" y="30675"/>
                </a:lnTo>
                <a:lnTo>
                  <a:pt x="492375" y="30225"/>
                </a:lnTo>
                <a:lnTo>
                  <a:pt x="492225" y="30150"/>
                </a:lnTo>
                <a:lnTo>
                  <a:pt x="492225" y="30075"/>
                </a:lnTo>
                <a:lnTo>
                  <a:pt x="491775" y="29625"/>
                </a:lnTo>
                <a:lnTo>
                  <a:pt x="491625" y="29550"/>
                </a:lnTo>
                <a:lnTo>
                  <a:pt x="491625" y="29475"/>
                </a:lnTo>
                <a:lnTo>
                  <a:pt x="491325" y="29175"/>
                </a:lnTo>
                <a:lnTo>
                  <a:pt x="491325" y="29100"/>
                </a:lnTo>
                <a:lnTo>
                  <a:pt x="491250" y="29025"/>
                </a:lnTo>
                <a:lnTo>
                  <a:pt x="491175" y="29025"/>
                </a:lnTo>
                <a:lnTo>
                  <a:pt x="491025" y="28725"/>
                </a:lnTo>
                <a:lnTo>
                  <a:pt x="490950" y="28725"/>
                </a:lnTo>
                <a:lnTo>
                  <a:pt x="490875" y="28650"/>
                </a:lnTo>
                <a:lnTo>
                  <a:pt x="490875" y="28575"/>
                </a:lnTo>
                <a:lnTo>
                  <a:pt x="490350" y="27975"/>
                </a:lnTo>
                <a:lnTo>
                  <a:pt x="490350" y="27900"/>
                </a:lnTo>
                <a:lnTo>
                  <a:pt x="490275" y="27825"/>
                </a:lnTo>
                <a:lnTo>
                  <a:pt x="490275" y="27750"/>
                </a:lnTo>
                <a:lnTo>
                  <a:pt x="490200" y="27750"/>
                </a:lnTo>
                <a:lnTo>
                  <a:pt x="490200" y="27675"/>
                </a:lnTo>
                <a:lnTo>
                  <a:pt x="490125" y="27600"/>
                </a:lnTo>
                <a:lnTo>
                  <a:pt x="490125" y="27525"/>
                </a:lnTo>
                <a:lnTo>
                  <a:pt x="489975" y="27375"/>
                </a:lnTo>
                <a:lnTo>
                  <a:pt x="489975" y="27300"/>
                </a:lnTo>
                <a:lnTo>
                  <a:pt x="489900" y="27300"/>
                </a:lnTo>
                <a:lnTo>
                  <a:pt x="489900" y="27225"/>
                </a:lnTo>
                <a:lnTo>
                  <a:pt x="489825" y="27150"/>
                </a:lnTo>
                <a:lnTo>
                  <a:pt x="489825" y="27075"/>
                </a:lnTo>
                <a:lnTo>
                  <a:pt x="489750" y="26925"/>
                </a:lnTo>
                <a:lnTo>
                  <a:pt x="489675" y="26925"/>
                </a:lnTo>
                <a:lnTo>
                  <a:pt x="488475" y="24525"/>
                </a:lnTo>
                <a:lnTo>
                  <a:pt x="488475" y="24375"/>
                </a:lnTo>
                <a:lnTo>
                  <a:pt x="488400" y="24375"/>
                </a:lnTo>
                <a:lnTo>
                  <a:pt x="488400" y="24225"/>
                </a:lnTo>
                <a:lnTo>
                  <a:pt x="488100" y="23700"/>
                </a:lnTo>
                <a:lnTo>
                  <a:pt x="488100" y="23550"/>
                </a:lnTo>
                <a:lnTo>
                  <a:pt x="487800" y="23025"/>
                </a:lnTo>
                <a:lnTo>
                  <a:pt x="487800" y="22875"/>
                </a:lnTo>
                <a:lnTo>
                  <a:pt x="487725" y="22800"/>
                </a:lnTo>
                <a:lnTo>
                  <a:pt x="487500" y="22275"/>
                </a:lnTo>
                <a:lnTo>
                  <a:pt x="487275" y="21975"/>
                </a:lnTo>
                <a:lnTo>
                  <a:pt x="487275" y="21825"/>
                </a:lnTo>
                <a:lnTo>
                  <a:pt x="487050" y="21525"/>
                </a:lnTo>
                <a:lnTo>
                  <a:pt x="487050" y="21450"/>
                </a:lnTo>
                <a:lnTo>
                  <a:pt x="486900" y="21225"/>
                </a:lnTo>
                <a:lnTo>
                  <a:pt x="486900" y="21150"/>
                </a:lnTo>
                <a:lnTo>
                  <a:pt x="486675" y="20850"/>
                </a:lnTo>
                <a:lnTo>
                  <a:pt x="486675" y="20775"/>
                </a:lnTo>
                <a:lnTo>
                  <a:pt x="486450" y="20550"/>
                </a:lnTo>
                <a:lnTo>
                  <a:pt x="486450" y="20475"/>
                </a:lnTo>
                <a:lnTo>
                  <a:pt x="486300" y="20325"/>
                </a:lnTo>
                <a:lnTo>
                  <a:pt x="486300" y="20250"/>
                </a:lnTo>
                <a:lnTo>
                  <a:pt x="486150" y="20100"/>
                </a:lnTo>
                <a:lnTo>
                  <a:pt x="486075" y="20100"/>
                </a:lnTo>
                <a:lnTo>
                  <a:pt x="486075" y="20025"/>
                </a:lnTo>
                <a:lnTo>
                  <a:pt x="486000" y="19950"/>
                </a:lnTo>
                <a:lnTo>
                  <a:pt x="485925" y="19950"/>
                </a:lnTo>
                <a:lnTo>
                  <a:pt x="485925" y="19875"/>
                </a:lnTo>
                <a:lnTo>
                  <a:pt x="485850" y="19800"/>
                </a:lnTo>
                <a:lnTo>
                  <a:pt x="485775" y="19800"/>
                </a:lnTo>
                <a:lnTo>
                  <a:pt x="485775" y="19725"/>
                </a:lnTo>
                <a:lnTo>
                  <a:pt x="485700" y="19725"/>
                </a:lnTo>
                <a:lnTo>
                  <a:pt x="485550" y="19575"/>
                </a:lnTo>
                <a:lnTo>
                  <a:pt x="485475" y="19575"/>
                </a:lnTo>
                <a:lnTo>
                  <a:pt x="485475" y="19500"/>
                </a:lnTo>
                <a:lnTo>
                  <a:pt x="485325" y="19500"/>
                </a:lnTo>
                <a:lnTo>
                  <a:pt x="485325" y="19425"/>
                </a:lnTo>
                <a:lnTo>
                  <a:pt x="485175" y="19425"/>
                </a:lnTo>
                <a:lnTo>
                  <a:pt x="485175" y="19350"/>
                </a:lnTo>
                <a:lnTo>
                  <a:pt x="485025" y="19350"/>
                </a:lnTo>
                <a:lnTo>
                  <a:pt x="485025" y="19275"/>
                </a:lnTo>
                <a:lnTo>
                  <a:pt x="484800" y="19275"/>
                </a:lnTo>
                <a:lnTo>
                  <a:pt x="484725" y="19200"/>
                </a:lnTo>
                <a:lnTo>
                  <a:pt x="484350" y="19200"/>
                </a:lnTo>
                <a:lnTo>
                  <a:pt x="484275" y="19125"/>
                </a:lnTo>
                <a:lnTo>
                  <a:pt x="483675" y="19125"/>
                </a:lnTo>
                <a:lnTo>
                  <a:pt x="483750" y="14250"/>
                </a:lnTo>
                <a:lnTo>
                  <a:pt x="484650" y="14250"/>
                </a:lnTo>
                <a:lnTo>
                  <a:pt x="484650" y="14325"/>
                </a:lnTo>
                <a:lnTo>
                  <a:pt x="485325" y="14325"/>
                </a:lnTo>
                <a:lnTo>
                  <a:pt x="485475" y="14400"/>
                </a:lnTo>
                <a:lnTo>
                  <a:pt x="485775" y="14400"/>
                </a:lnTo>
                <a:lnTo>
                  <a:pt x="485925" y="14475"/>
                </a:lnTo>
                <a:lnTo>
                  <a:pt x="486150" y="14475"/>
                </a:lnTo>
                <a:lnTo>
                  <a:pt x="486150" y="14550"/>
                </a:lnTo>
                <a:lnTo>
                  <a:pt x="486375" y="14550"/>
                </a:lnTo>
                <a:lnTo>
                  <a:pt x="486525" y="14625"/>
                </a:lnTo>
                <a:lnTo>
                  <a:pt x="486750" y="14625"/>
                </a:lnTo>
                <a:lnTo>
                  <a:pt x="486975" y="14775"/>
                </a:lnTo>
                <a:lnTo>
                  <a:pt x="487200" y="14775"/>
                </a:lnTo>
                <a:lnTo>
                  <a:pt x="487350" y="14850"/>
                </a:lnTo>
                <a:lnTo>
                  <a:pt x="487425" y="14850"/>
                </a:lnTo>
                <a:lnTo>
                  <a:pt x="487500" y="14925"/>
                </a:lnTo>
                <a:lnTo>
                  <a:pt x="487575" y="14925"/>
                </a:lnTo>
                <a:lnTo>
                  <a:pt x="487800" y="15075"/>
                </a:lnTo>
                <a:lnTo>
                  <a:pt x="487875" y="15075"/>
                </a:lnTo>
                <a:lnTo>
                  <a:pt x="487950" y="15150"/>
                </a:lnTo>
                <a:lnTo>
                  <a:pt x="488100" y="15150"/>
                </a:lnTo>
                <a:lnTo>
                  <a:pt x="488100" y="15225"/>
                </a:lnTo>
                <a:lnTo>
                  <a:pt x="488250" y="15300"/>
                </a:lnTo>
                <a:lnTo>
                  <a:pt x="488325" y="15300"/>
                </a:lnTo>
                <a:lnTo>
                  <a:pt x="488400" y="15375"/>
                </a:lnTo>
                <a:lnTo>
                  <a:pt x="488475" y="15375"/>
                </a:lnTo>
                <a:lnTo>
                  <a:pt x="488625" y="15450"/>
                </a:lnTo>
                <a:lnTo>
                  <a:pt x="488625" y="15525"/>
                </a:lnTo>
                <a:lnTo>
                  <a:pt x="488775" y="15525"/>
                </a:lnTo>
                <a:lnTo>
                  <a:pt x="488775" y="15600"/>
                </a:lnTo>
                <a:lnTo>
                  <a:pt x="488850" y="15600"/>
                </a:lnTo>
                <a:lnTo>
                  <a:pt x="488925" y="15675"/>
                </a:lnTo>
                <a:lnTo>
                  <a:pt x="489000" y="15675"/>
                </a:lnTo>
                <a:lnTo>
                  <a:pt x="489225" y="15900"/>
                </a:lnTo>
                <a:lnTo>
                  <a:pt x="489300" y="15900"/>
                </a:lnTo>
                <a:lnTo>
                  <a:pt x="489525" y="16125"/>
                </a:lnTo>
                <a:lnTo>
                  <a:pt x="489600" y="16125"/>
                </a:lnTo>
                <a:lnTo>
                  <a:pt x="489825" y="16350"/>
                </a:lnTo>
                <a:lnTo>
                  <a:pt x="489900" y="16350"/>
                </a:lnTo>
                <a:lnTo>
                  <a:pt x="489975" y="16425"/>
                </a:lnTo>
                <a:lnTo>
                  <a:pt x="489975" y="16500"/>
                </a:lnTo>
                <a:lnTo>
                  <a:pt x="490125" y="16575"/>
                </a:lnTo>
                <a:lnTo>
                  <a:pt x="490200" y="16725"/>
                </a:lnTo>
                <a:lnTo>
                  <a:pt x="490275" y="16725"/>
                </a:lnTo>
                <a:lnTo>
                  <a:pt x="490350" y="16800"/>
                </a:lnTo>
                <a:lnTo>
                  <a:pt x="490350" y="16875"/>
                </a:lnTo>
                <a:lnTo>
                  <a:pt x="490500" y="16950"/>
                </a:lnTo>
                <a:lnTo>
                  <a:pt x="490575" y="17100"/>
                </a:lnTo>
                <a:lnTo>
                  <a:pt x="490650" y="17100"/>
                </a:lnTo>
                <a:lnTo>
                  <a:pt x="490800" y="17325"/>
                </a:lnTo>
                <a:lnTo>
                  <a:pt x="490875" y="17325"/>
                </a:lnTo>
                <a:lnTo>
                  <a:pt x="491025" y="17550"/>
                </a:lnTo>
                <a:lnTo>
                  <a:pt x="491025" y="17625"/>
                </a:lnTo>
                <a:lnTo>
                  <a:pt x="491250" y="17850"/>
                </a:lnTo>
                <a:lnTo>
                  <a:pt x="491400" y="18075"/>
                </a:lnTo>
                <a:lnTo>
                  <a:pt x="491400" y="18150"/>
                </a:lnTo>
                <a:lnTo>
                  <a:pt x="491475" y="18225"/>
                </a:lnTo>
                <a:lnTo>
                  <a:pt x="491550" y="18225"/>
                </a:lnTo>
                <a:lnTo>
                  <a:pt x="491550" y="18300"/>
                </a:lnTo>
                <a:lnTo>
                  <a:pt x="491850" y="18750"/>
                </a:lnTo>
                <a:lnTo>
                  <a:pt x="491850" y="18825"/>
                </a:lnTo>
                <a:lnTo>
                  <a:pt x="491925" y="18900"/>
                </a:lnTo>
                <a:lnTo>
                  <a:pt x="492150" y="19350"/>
                </a:lnTo>
                <a:lnTo>
                  <a:pt x="492225" y="19425"/>
                </a:lnTo>
                <a:lnTo>
                  <a:pt x="492225" y="19500"/>
                </a:lnTo>
                <a:lnTo>
                  <a:pt x="492300" y="19575"/>
                </a:lnTo>
                <a:lnTo>
                  <a:pt x="492300" y="19650"/>
                </a:lnTo>
                <a:lnTo>
                  <a:pt x="492375" y="19725"/>
                </a:lnTo>
                <a:lnTo>
                  <a:pt x="492600" y="20175"/>
                </a:lnTo>
                <a:lnTo>
                  <a:pt x="492675" y="20250"/>
                </a:lnTo>
                <a:lnTo>
                  <a:pt x="492675" y="20325"/>
                </a:lnTo>
                <a:lnTo>
                  <a:pt x="492750" y="20400"/>
                </a:lnTo>
                <a:lnTo>
                  <a:pt x="492975" y="20850"/>
                </a:lnTo>
                <a:lnTo>
                  <a:pt x="492975" y="21000"/>
                </a:lnTo>
                <a:lnTo>
                  <a:pt x="493050" y="21075"/>
                </a:lnTo>
                <a:lnTo>
                  <a:pt x="493050" y="21150"/>
                </a:lnTo>
                <a:lnTo>
                  <a:pt x="493125" y="21225"/>
                </a:lnTo>
                <a:lnTo>
                  <a:pt x="493350" y="21675"/>
                </a:lnTo>
                <a:lnTo>
                  <a:pt x="493350" y="21825"/>
                </a:lnTo>
                <a:lnTo>
                  <a:pt x="493725" y="22500"/>
                </a:lnTo>
                <a:lnTo>
                  <a:pt x="493725" y="22650"/>
                </a:lnTo>
                <a:lnTo>
                  <a:pt x="494100" y="23325"/>
                </a:lnTo>
                <a:lnTo>
                  <a:pt x="494100" y="23475"/>
                </a:lnTo>
                <a:lnTo>
                  <a:pt x="494175" y="23550"/>
                </a:lnTo>
                <a:lnTo>
                  <a:pt x="494475" y="24150"/>
                </a:lnTo>
                <a:lnTo>
                  <a:pt x="494475" y="24225"/>
                </a:lnTo>
                <a:lnTo>
                  <a:pt x="494625" y="24450"/>
                </a:lnTo>
                <a:lnTo>
                  <a:pt x="494625" y="24600"/>
                </a:lnTo>
                <a:lnTo>
                  <a:pt x="494700" y="24600"/>
                </a:lnTo>
                <a:lnTo>
                  <a:pt x="494700" y="24675"/>
                </a:lnTo>
                <a:lnTo>
                  <a:pt x="494775" y="24750"/>
                </a:lnTo>
                <a:lnTo>
                  <a:pt x="494775" y="24900"/>
                </a:lnTo>
                <a:lnTo>
                  <a:pt x="494850" y="24900"/>
                </a:lnTo>
                <a:lnTo>
                  <a:pt x="494850" y="25050"/>
                </a:lnTo>
                <a:lnTo>
                  <a:pt x="494925" y="25050"/>
                </a:lnTo>
                <a:lnTo>
                  <a:pt x="494925" y="25200"/>
                </a:lnTo>
                <a:lnTo>
                  <a:pt x="495000" y="25275"/>
                </a:lnTo>
                <a:lnTo>
                  <a:pt x="495000" y="25350"/>
                </a:lnTo>
                <a:lnTo>
                  <a:pt x="495075" y="25425"/>
                </a:lnTo>
                <a:lnTo>
                  <a:pt x="495075" y="25500"/>
                </a:lnTo>
                <a:lnTo>
                  <a:pt x="495150" y="25575"/>
                </a:lnTo>
                <a:lnTo>
                  <a:pt x="495150" y="25650"/>
                </a:lnTo>
                <a:lnTo>
                  <a:pt x="495225" y="25725"/>
                </a:lnTo>
                <a:lnTo>
                  <a:pt x="495225" y="25800"/>
                </a:lnTo>
                <a:lnTo>
                  <a:pt x="495300" y="25875"/>
                </a:lnTo>
                <a:lnTo>
                  <a:pt x="495300" y="25950"/>
                </a:lnTo>
                <a:lnTo>
                  <a:pt x="495375" y="26025"/>
                </a:lnTo>
                <a:lnTo>
                  <a:pt x="495375" y="26100"/>
                </a:lnTo>
                <a:lnTo>
                  <a:pt x="495450" y="26175"/>
                </a:lnTo>
                <a:lnTo>
                  <a:pt x="495450" y="26250"/>
                </a:lnTo>
                <a:lnTo>
                  <a:pt x="495525" y="26325"/>
                </a:lnTo>
                <a:lnTo>
                  <a:pt x="495525" y="26400"/>
                </a:lnTo>
                <a:lnTo>
                  <a:pt x="495600" y="26475"/>
                </a:lnTo>
                <a:lnTo>
                  <a:pt x="495600" y="26550"/>
                </a:lnTo>
                <a:lnTo>
                  <a:pt x="495675" y="26625"/>
                </a:lnTo>
                <a:lnTo>
                  <a:pt x="495675" y="26700"/>
                </a:lnTo>
                <a:lnTo>
                  <a:pt x="495750" y="26775"/>
                </a:lnTo>
                <a:lnTo>
                  <a:pt x="496275" y="27825"/>
                </a:lnTo>
                <a:lnTo>
                  <a:pt x="496350" y="27825"/>
                </a:lnTo>
                <a:lnTo>
                  <a:pt x="496500" y="28125"/>
                </a:lnTo>
                <a:lnTo>
                  <a:pt x="496575" y="28200"/>
                </a:lnTo>
                <a:lnTo>
                  <a:pt x="496575" y="28275"/>
                </a:lnTo>
                <a:lnTo>
                  <a:pt x="496725" y="28425"/>
                </a:lnTo>
                <a:lnTo>
                  <a:pt x="496725" y="28500"/>
                </a:lnTo>
                <a:lnTo>
                  <a:pt x="496800" y="28575"/>
                </a:lnTo>
                <a:lnTo>
                  <a:pt x="496800" y="28650"/>
                </a:lnTo>
                <a:lnTo>
                  <a:pt x="496875" y="28725"/>
                </a:lnTo>
                <a:lnTo>
                  <a:pt x="496950" y="28725"/>
                </a:lnTo>
                <a:lnTo>
                  <a:pt x="497100" y="29025"/>
                </a:lnTo>
                <a:lnTo>
                  <a:pt x="497175" y="29100"/>
                </a:lnTo>
                <a:lnTo>
                  <a:pt x="497175" y="29175"/>
                </a:lnTo>
                <a:lnTo>
                  <a:pt x="497250" y="29175"/>
                </a:lnTo>
                <a:lnTo>
                  <a:pt x="497250" y="29250"/>
                </a:lnTo>
                <a:lnTo>
                  <a:pt x="497400" y="29325"/>
                </a:lnTo>
                <a:lnTo>
                  <a:pt x="497550" y="29625"/>
                </a:lnTo>
                <a:lnTo>
                  <a:pt x="497625" y="29625"/>
                </a:lnTo>
                <a:lnTo>
                  <a:pt x="497775" y="29775"/>
                </a:lnTo>
                <a:lnTo>
                  <a:pt x="497775" y="29850"/>
                </a:lnTo>
                <a:lnTo>
                  <a:pt x="497850" y="29925"/>
                </a:lnTo>
                <a:lnTo>
                  <a:pt x="497925" y="29925"/>
                </a:lnTo>
                <a:lnTo>
                  <a:pt x="498075" y="30150"/>
                </a:lnTo>
                <a:lnTo>
                  <a:pt x="498075" y="14250"/>
                </a:lnTo>
                <a:lnTo>
                  <a:pt x="503775" y="14250"/>
                </a:lnTo>
                <a:lnTo>
                  <a:pt x="503775" y="30150"/>
                </a:lnTo>
                <a:lnTo>
                  <a:pt x="503925" y="30075"/>
                </a:lnTo>
                <a:lnTo>
                  <a:pt x="504000" y="29925"/>
                </a:lnTo>
                <a:lnTo>
                  <a:pt x="504075" y="29925"/>
                </a:lnTo>
                <a:lnTo>
                  <a:pt x="504150" y="29850"/>
                </a:lnTo>
                <a:lnTo>
                  <a:pt x="504150" y="29775"/>
                </a:lnTo>
                <a:lnTo>
                  <a:pt x="504300" y="29625"/>
                </a:lnTo>
                <a:lnTo>
                  <a:pt x="504375" y="29475"/>
                </a:lnTo>
                <a:lnTo>
                  <a:pt x="504450" y="29475"/>
                </a:lnTo>
                <a:lnTo>
                  <a:pt x="504525" y="29325"/>
                </a:lnTo>
                <a:lnTo>
                  <a:pt x="504675" y="29250"/>
                </a:lnTo>
                <a:lnTo>
                  <a:pt x="504675" y="29100"/>
                </a:lnTo>
                <a:lnTo>
                  <a:pt x="504825" y="29025"/>
                </a:lnTo>
                <a:lnTo>
                  <a:pt x="504975" y="28725"/>
                </a:lnTo>
                <a:lnTo>
                  <a:pt x="505050" y="28725"/>
                </a:lnTo>
                <a:lnTo>
                  <a:pt x="505050" y="28650"/>
                </a:lnTo>
                <a:lnTo>
                  <a:pt x="505200" y="28500"/>
                </a:lnTo>
                <a:lnTo>
                  <a:pt x="505200" y="28425"/>
                </a:lnTo>
                <a:lnTo>
                  <a:pt x="505275" y="28350"/>
                </a:lnTo>
                <a:lnTo>
                  <a:pt x="505275" y="28275"/>
                </a:lnTo>
                <a:lnTo>
                  <a:pt x="505425" y="28125"/>
                </a:lnTo>
                <a:lnTo>
                  <a:pt x="505725" y="27525"/>
                </a:lnTo>
                <a:lnTo>
                  <a:pt x="505800" y="27525"/>
                </a:lnTo>
                <a:lnTo>
                  <a:pt x="506175" y="26775"/>
                </a:lnTo>
                <a:lnTo>
                  <a:pt x="506250" y="26700"/>
                </a:lnTo>
                <a:lnTo>
                  <a:pt x="506250" y="26625"/>
                </a:lnTo>
                <a:lnTo>
                  <a:pt x="506325" y="26550"/>
                </a:lnTo>
                <a:lnTo>
                  <a:pt x="506325" y="26475"/>
                </a:lnTo>
                <a:lnTo>
                  <a:pt x="506400" y="26400"/>
                </a:lnTo>
                <a:lnTo>
                  <a:pt x="506400" y="26325"/>
                </a:lnTo>
                <a:lnTo>
                  <a:pt x="506475" y="26250"/>
                </a:lnTo>
                <a:lnTo>
                  <a:pt x="506475" y="26175"/>
                </a:lnTo>
                <a:lnTo>
                  <a:pt x="506550" y="26100"/>
                </a:lnTo>
                <a:lnTo>
                  <a:pt x="506550" y="26025"/>
                </a:lnTo>
                <a:lnTo>
                  <a:pt x="506625" y="25950"/>
                </a:lnTo>
                <a:lnTo>
                  <a:pt x="506625" y="25875"/>
                </a:lnTo>
                <a:lnTo>
                  <a:pt x="506700" y="25800"/>
                </a:lnTo>
                <a:lnTo>
                  <a:pt x="506700" y="25650"/>
                </a:lnTo>
                <a:lnTo>
                  <a:pt x="506775" y="25575"/>
                </a:lnTo>
                <a:lnTo>
                  <a:pt x="506775" y="25500"/>
                </a:lnTo>
                <a:lnTo>
                  <a:pt x="506850" y="25425"/>
                </a:lnTo>
                <a:lnTo>
                  <a:pt x="506850" y="25350"/>
                </a:lnTo>
                <a:lnTo>
                  <a:pt x="506925" y="25275"/>
                </a:lnTo>
                <a:lnTo>
                  <a:pt x="506925" y="25200"/>
                </a:lnTo>
                <a:lnTo>
                  <a:pt x="507000" y="25125"/>
                </a:lnTo>
                <a:lnTo>
                  <a:pt x="507000" y="25050"/>
                </a:lnTo>
                <a:lnTo>
                  <a:pt x="507150" y="24825"/>
                </a:lnTo>
                <a:lnTo>
                  <a:pt x="507150" y="24675"/>
                </a:lnTo>
                <a:lnTo>
                  <a:pt x="507225" y="24675"/>
                </a:lnTo>
                <a:lnTo>
                  <a:pt x="507225" y="24525"/>
                </a:lnTo>
                <a:lnTo>
                  <a:pt x="507300" y="24525"/>
                </a:lnTo>
                <a:lnTo>
                  <a:pt x="507300" y="24375"/>
                </a:lnTo>
                <a:lnTo>
                  <a:pt x="507375" y="24300"/>
                </a:lnTo>
                <a:lnTo>
                  <a:pt x="507375" y="24225"/>
                </a:lnTo>
                <a:lnTo>
                  <a:pt x="507450" y="24150"/>
                </a:lnTo>
                <a:lnTo>
                  <a:pt x="507750" y="23550"/>
                </a:lnTo>
                <a:lnTo>
                  <a:pt x="507750" y="23475"/>
                </a:lnTo>
                <a:lnTo>
                  <a:pt x="508050" y="22875"/>
                </a:lnTo>
                <a:lnTo>
                  <a:pt x="508125" y="22800"/>
                </a:lnTo>
                <a:lnTo>
                  <a:pt x="508125" y="22650"/>
                </a:lnTo>
                <a:lnTo>
                  <a:pt x="508275" y="22425"/>
                </a:lnTo>
                <a:lnTo>
                  <a:pt x="508275" y="22350"/>
                </a:lnTo>
                <a:lnTo>
                  <a:pt x="508425" y="22050"/>
                </a:lnTo>
                <a:lnTo>
                  <a:pt x="508500" y="21975"/>
                </a:lnTo>
                <a:lnTo>
                  <a:pt x="508500" y="21825"/>
                </a:lnTo>
                <a:lnTo>
                  <a:pt x="508800" y="21225"/>
                </a:lnTo>
                <a:lnTo>
                  <a:pt x="508875" y="21150"/>
                </a:lnTo>
                <a:lnTo>
                  <a:pt x="508875" y="21000"/>
                </a:lnTo>
                <a:lnTo>
                  <a:pt x="509175" y="20400"/>
                </a:lnTo>
                <a:lnTo>
                  <a:pt x="509250" y="20325"/>
                </a:lnTo>
                <a:lnTo>
                  <a:pt x="509250" y="20250"/>
                </a:lnTo>
                <a:lnTo>
                  <a:pt x="509400" y="20025"/>
                </a:lnTo>
                <a:lnTo>
                  <a:pt x="509400" y="19875"/>
                </a:lnTo>
                <a:lnTo>
                  <a:pt x="509475" y="19875"/>
                </a:lnTo>
                <a:lnTo>
                  <a:pt x="509475" y="19725"/>
                </a:lnTo>
                <a:lnTo>
                  <a:pt x="509550" y="19725"/>
                </a:lnTo>
                <a:lnTo>
                  <a:pt x="509550" y="19575"/>
                </a:lnTo>
                <a:lnTo>
                  <a:pt x="509625" y="19575"/>
                </a:lnTo>
                <a:lnTo>
                  <a:pt x="509625" y="19500"/>
                </a:lnTo>
                <a:lnTo>
                  <a:pt x="509700" y="19500"/>
                </a:lnTo>
                <a:lnTo>
                  <a:pt x="509700" y="19350"/>
                </a:lnTo>
                <a:lnTo>
                  <a:pt x="509775" y="19350"/>
                </a:lnTo>
                <a:lnTo>
                  <a:pt x="509775" y="19200"/>
                </a:lnTo>
                <a:lnTo>
                  <a:pt x="509850" y="19200"/>
                </a:lnTo>
                <a:lnTo>
                  <a:pt x="509850" y="19050"/>
                </a:lnTo>
                <a:lnTo>
                  <a:pt x="509925" y="19050"/>
                </a:lnTo>
                <a:lnTo>
                  <a:pt x="509925" y="18900"/>
                </a:lnTo>
                <a:lnTo>
                  <a:pt x="510000" y="18900"/>
                </a:lnTo>
                <a:lnTo>
                  <a:pt x="510075" y="18825"/>
                </a:lnTo>
                <a:lnTo>
                  <a:pt x="510075" y="18750"/>
                </a:lnTo>
                <a:lnTo>
                  <a:pt x="510375" y="18300"/>
                </a:lnTo>
                <a:lnTo>
                  <a:pt x="510375" y="18225"/>
                </a:lnTo>
                <a:lnTo>
                  <a:pt x="510600" y="18000"/>
                </a:lnTo>
                <a:lnTo>
                  <a:pt x="510750" y="17775"/>
                </a:lnTo>
                <a:lnTo>
                  <a:pt x="510750" y="17700"/>
                </a:lnTo>
                <a:lnTo>
                  <a:pt x="510825" y="17625"/>
                </a:lnTo>
                <a:lnTo>
                  <a:pt x="510900" y="17625"/>
                </a:lnTo>
                <a:lnTo>
                  <a:pt x="510900" y="17550"/>
                </a:lnTo>
                <a:lnTo>
                  <a:pt x="511050" y="17325"/>
                </a:lnTo>
                <a:lnTo>
                  <a:pt x="511125" y="17325"/>
                </a:lnTo>
                <a:lnTo>
                  <a:pt x="511200" y="17250"/>
                </a:lnTo>
                <a:lnTo>
                  <a:pt x="511200" y="17175"/>
                </a:lnTo>
                <a:lnTo>
                  <a:pt x="511275" y="17100"/>
                </a:lnTo>
                <a:lnTo>
                  <a:pt x="511350" y="17100"/>
                </a:lnTo>
                <a:lnTo>
                  <a:pt x="511425" y="16950"/>
                </a:lnTo>
                <a:lnTo>
                  <a:pt x="511650" y="16725"/>
                </a:lnTo>
                <a:lnTo>
                  <a:pt x="511725" y="16725"/>
                </a:lnTo>
                <a:lnTo>
                  <a:pt x="511800" y="16575"/>
                </a:lnTo>
                <a:lnTo>
                  <a:pt x="512025" y="16350"/>
                </a:lnTo>
                <a:lnTo>
                  <a:pt x="512100" y="16350"/>
                </a:lnTo>
                <a:lnTo>
                  <a:pt x="512325" y="16125"/>
                </a:lnTo>
                <a:lnTo>
                  <a:pt x="512400" y="16125"/>
                </a:lnTo>
                <a:lnTo>
                  <a:pt x="512625" y="15900"/>
                </a:lnTo>
                <a:lnTo>
                  <a:pt x="512700" y="15900"/>
                </a:lnTo>
                <a:lnTo>
                  <a:pt x="512925" y="15675"/>
                </a:lnTo>
                <a:lnTo>
                  <a:pt x="513000" y="15675"/>
                </a:lnTo>
                <a:lnTo>
                  <a:pt x="513075" y="15600"/>
                </a:lnTo>
                <a:lnTo>
                  <a:pt x="513150" y="15600"/>
                </a:lnTo>
                <a:lnTo>
                  <a:pt x="513150" y="15525"/>
                </a:lnTo>
                <a:lnTo>
                  <a:pt x="513225" y="15525"/>
                </a:lnTo>
                <a:lnTo>
                  <a:pt x="513300" y="15450"/>
                </a:lnTo>
                <a:lnTo>
                  <a:pt x="513450" y="15375"/>
                </a:lnTo>
                <a:lnTo>
                  <a:pt x="513525" y="15375"/>
                </a:lnTo>
                <a:lnTo>
                  <a:pt x="513750" y="15225"/>
                </a:lnTo>
                <a:lnTo>
                  <a:pt x="513825" y="15225"/>
                </a:lnTo>
                <a:lnTo>
                  <a:pt x="513825" y="15150"/>
                </a:lnTo>
                <a:lnTo>
                  <a:pt x="513975" y="15150"/>
                </a:lnTo>
                <a:lnTo>
                  <a:pt x="514050" y="15075"/>
                </a:lnTo>
                <a:lnTo>
                  <a:pt x="514125" y="15075"/>
                </a:lnTo>
                <a:lnTo>
                  <a:pt x="514125" y="15000"/>
                </a:lnTo>
                <a:lnTo>
                  <a:pt x="514425" y="14925"/>
                </a:lnTo>
                <a:lnTo>
                  <a:pt x="514500" y="14850"/>
                </a:lnTo>
                <a:lnTo>
                  <a:pt x="514575" y="14850"/>
                </a:lnTo>
                <a:lnTo>
                  <a:pt x="514725" y="14775"/>
                </a:lnTo>
                <a:lnTo>
                  <a:pt x="514950" y="14775"/>
                </a:lnTo>
                <a:lnTo>
                  <a:pt x="514950" y="14700"/>
                </a:lnTo>
                <a:lnTo>
                  <a:pt x="515100" y="14700"/>
                </a:lnTo>
                <a:lnTo>
                  <a:pt x="515175" y="14625"/>
                </a:lnTo>
                <a:lnTo>
                  <a:pt x="515400" y="14625"/>
                </a:lnTo>
                <a:lnTo>
                  <a:pt x="515550" y="14550"/>
                </a:lnTo>
                <a:lnTo>
                  <a:pt x="515700" y="14550"/>
                </a:lnTo>
                <a:lnTo>
                  <a:pt x="515775" y="14475"/>
                </a:lnTo>
                <a:lnTo>
                  <a:pt x="516000" y="14475"/>
                </a:lnTo>
                <a:lnTo>
                  <a:pt x="516150" y="14400"/>
                </a:lnTo>
                <a:lnTo>
                  <a:pt x="516450" y="14400"/>
                </a:lnTo>
                <a:lnTo>
                  <a:pt x="516600" y="14325"/>
                </a:lnTo>
                <a:lnTo>
                  <a:pt x="517275" y="14325"/>
                </a:lnTo>
                <a:lnTo>
                  <a:pt x="517275" y="14250"/>
                </a:lnTo>
                <a:lnTo>
                  <a:pt x="518175" y="14250"/>
                </a:lnTo>
                <a:lnTo>
                  <a:pt x="518250" y="19125"/>
                </a:lnTo>
                <a:lnTo>
                  <a:pt x="517575" y="19125"/>
                </a:lnTo>
                <a:lnTo>
                  <a:pt x="517500" y="19200"/>
                </a:lnTo>
                <a:lnTo>
                  <a:pt x="517125" y="19200"/>
                </a:lnTo>
                <a:lnTo>
                  <a:pt x="517125" y="19275"/>
                </a:lnTo>
                <a:lnTo>
                  <a:pt x="516900" y="19275"/>
                </a:lnTo>
                <a:lnTo>
                  <a:pt x="516825" y="19350"/>
                </a:lnTo>
                <a:lnTo>
                  <a:pt x="516750" y="19350"/>
                </a:lnTo>
                <a:lnTo>
                  <a:pt x="516675" y="19425"/>
                </a:lnTo>
                <a:lnTo>
                  <a:pt x="516600" y="19425"/>
                </a:lnTo>
                <a:lnTo>
                  <a:pt x="516525" y="19500"/>
                </a:lnTo>
                <a:lnTo>
                  <a:pt x="516450" y="19500"/>
                </a:lnTo>
                <a:lnTo>
                  <a:pt x="516300" y="19650"/>
                </a:lnTo>
                <a:lnTo>
                  <a:pt x="516225" y="19650"/>
                </a:lnTo>
                <a:lnTo>
                  <a:pt x="516225" y="19725"/>
                </a:lnTo>
                <a:lnTo>
                  <a:pt x="516150" y="19725"/>
                </a:lnTo>
                <a:lnTo>
                  <a:pt x="515625" y="20250"/>
                </a:lnTo>
                <a:lnTo>
                  <a:pt x="515625" y="20325"/>
                </a:lnTo>
                <a:lnTo>
                  <a:pt x="515400" y="20550"/>
                </a:lnTo>
                <a:lnTo>
                  <a:pt x="515400" y="20625"/>
                </a:lnTo>
                <a:lnTo>
                  <a:pt x="515175" y="20850"/>
                </a:lnTo>
                <a:lnTo>
                  <a:pt x="515175" y="20925"/>
                </a:lnTo>
                <a:lnTo>
                  <a:pt x="515025" y="21150"/>
                </a:lnTo>
                <a:lnTo>
                  <a:pt x="515025" y="21225"/>
                </a:lnTo>
                <a:lnTo>
                  <a:pt x="514800" y="21525"/>
                </a:lnTo>
                <a:lnTo>
                  <a:pt x="514800" y="21600"/>
                </a:lnTo>
                <a:lnTo>
                  <a:pt x="514650" y="21825"/>
                </a:lnTo>
                <a:lnTo>
                  <a:pt x="514575" y="21975"/>
                </a:lnTo>
                <a:lnTo>
                  <a:pt x="514575" y="22050"/>
                </a:lnTo>
                <a:lnTo>
                  <a:pt x="514425" y="22275"/>
                </a:lnTo>
                <a:lnTo>
                  <a:pt x="514350" y="22425"/>
                </a:lnTo>
                <a:lnTo>
                  <a:pt x="514350" y="22500"/>
                </a:lnTo>
                <a:lnTo>
                  <a:pt x="514050" y="23025"/>
                </a:lnTo>
                <a:lnTo>
                  <a:pt x="514050" y="23175"/>
                </a:lnTo>
                <a:lnTo>
                  <a:pt x="513900" y="23400"/>
                </a:lnTo>
                <a:lnTo>
                  <a:pt x="513750" y="23700"/>
                </a:lnTo>
                <a:lnTo>
                  <a:pt x="513750" y="23850"/>
                </a:lnTo>
                <a:lnTo>
                  <a:pt x="513675" y="23925"/>
                </a:lnTo>
                <a:lnTo>
                  <a:pt x="513675" y="24000"/>
                </a:lnTo>
                <a:lnTo>
                  <a:pt x="513600" y="24075"/>
                </a:lnTo>
                <a:lnTo>
                  <a:pt x="513375" y="24525"/>
                </a:lnTo>
                <a:lnTo>
                  <a:pt x="513375" y="24675"/>
                </a:lnTo>
                <a:lnTo>
                  <a:pt x="512325" y="26775"/>
                </a:lnTo>
                <a:lnTo>
                  <a:pt x="512250" y="26775"/>
                </a:lnTo>
                <a:lnTo>
                  <a:pt x="512100" y="27075"/>
                </a:lnTo>
                <a:lnTo>
                  <a:pt x="512100" y="27150"/>
                </a:lnTo>
                <a:lnTo>
                  <a:pt x="512025" y="27225"/>
                </a:lnTo>
                <a:lnTo>
                  <a:pt x="512025" y="27300"/>
                </a:lnTo>
                <a:lnTo>
                  <a:pt x="511950" y="27300"/>
                </a:lnTo>
                <a:lnTo>
                  <a:pt x="511875" y="27375"/>
                </a:lnTo>
                <a:lnTo>
                  <a:pt x="511875" y="27450"/>
                </a:lnTo>
                <a:lnTo>
                  <a:pt x="511800" y="27525"/>
                </a:lnTo>
                <a:lnTo>
                  <a:pt x="511800" y="27600"/>
                </a:lnTo>
                <a:lnTo>
                  <a:pt x="511650" y="27750"/>
                </a:lnTo>
                <a:lnTo>
                  <a:pt x="511650" y="27825"/>
                </a:lnTo>
                <a:lnTo>
                  <a:pt x="511425" y="28050"/>
                </a:lnTo>
                <a:lnTo>
                  <a:pt x="511425" y="28125"/>
                </a:lnTo>
                <a:lnTo>
                  <a:pt x="511275" y="28350"/>
                </a:lnTo>
                <a:lnTo>
                  <a:pt x="511200" y="28350"/>
                </a:lnTo>
                <a:lnTo>
                  <a:pt x="511050" y="28575"/>
                </a:lnTo>
                <a:lnTo>
                  <a:pt x="511050" y="28650"/>
                </a:lnTo>
                <a:lnTo>
                  <a:pt x="510900" y="28725"/>
                </a:lnTo>
                <a:lnTo>
                  <a:pt x="510750" y="29025"/>
                </a:lnTo>
                <a:lnTo>
                  <a:pt x="510675" y="29025"/>
                </a:lnTo>
                <a:lnTo>
                  <a:pt x="510525" y="29175"/>
                </a:lnTo>
                <a:lnTo>
                  <a:pt x="510525" y="29250"/>
                </a:lnTo>
                <a:lnTo>
                  <a:pt x="509550" y="30225"/>
                </a:lnTo>
                <a:lnTo>
                  <a:pt x="509475" y="30225"/>
                </a:lnTo>
                <a:lnTo>
                  <a:pt x="509400" y="30375"/>
                </a:lnTo>
                <a:lnTo>
                  <a:pt x="509325" y="30375"/>
                </a:lnTo>
                <a:lnTo>
                  <a:pt x="509175" y="30525"/>
                </a:lnTo>
                <a:lnTo>
                  <a:pt x="509175" y="30600"/>
                </a:lnTo>
                <a:lnTo>
                  <a:pt x="508875" y="30750"/>
                </a:lnTo>
                <a:lnTo>
                  <a:pt x="508875" y="30825"/>
                </a:lnTo>
                <a:lnTo>
                  <a:pt x="508200" y="31275"/>
                </a:lnTo>
                <a:lnTo>
                  <a:pt x="508200" y="31350"/>
                </a:lnTo>
                <a:lnTo>
                  <a:pt x="507900" y="31500"/>
                </a:lnTo>
                <a:lnTo>
                  <a:pt x="507750" y="31650"/>
                </a:lnTo>
                <a:lnTo>
                  <a:pt x="507675" y="31650"/>
                </a:lnTo>
                <a:lnTo>
                  <a:pt x="507450" y="31875"/>
                </a:lnTo>
                <a:lnTo>
                  <a:pt x="507300" y="31875"/>
                </a:lnTo>
                <a:lnTo>
                  <a:pt x="507300" y="31950"/>
                </a:lnTo>
                <a:lnTo>
                  <a:pt x="506925" y="32100"/>
                </a:lnTo>
                <a:lnTo>
                  <a:pt x="506925" y="32175"/>
                </a:lnTo>
                <a:lnTo>
                  <a:pt x="506550" y="32325"/>
                </a:lnTo>
                <a:lnTo>
                  <a:pt x="506550" y="32400"/>
                </a:lnTo>
                <a:lnTo>
                  <a:pt x="506400" y="32475"/>
                </a:lnTo>
                <a:lnTo>
                  <a:pt x="506325" y="32475"/>
                </a:lnTo>
                <a:lnTo>
                  <a:pt x="506025" y="32625"/>
                </a:lnTo>
                <a:lnTo>
                  <a:pt x="505950" y="32700"/>
                </a:lnTo>
                <a:lnTo>
                  <a:pt x="505875" y="32700"/>
                </a:lnTo>
                <a:lnTo>
                  <a:pt x="505650" y="32850"/>
                </a:lnTo>
                <a:lnTo>
                  <a:pt x="505575" y="32850"/>
                </a:lnTo>
                <a:lnTo>
                  <a:pt x="505350" y="33000"/>
                </a:lnTo>
                <a:lnTo>
                  <a:pt x="505275" y="33000"/>
                </a:lnTo>
                <a:lnTo>
                  <a:pt x="504975" y="33150"/>
                </a:lnTo>
                <a:lnTo>
                  <a:pt x="504900" y="33150"/>
                </a:lnTo>
                <a:lnTo>
                  <a:pt x="504525" y="33375"/>
                </a:lnTo>
                <a:lnTo>
                  <a:pt x="504900" y="33600"/>
                </a:lnTo>
                <a:lnTo>
                  <a:pt x="504975" y="33600"/>
                </a:lnTo>
                <a:lnTo>
                  <a:pt x="505275" y="33750"/>
                </a:lnTo>
                <a:lnTo>
                  <a:pt x="505350" y="33750"/>
                </a:lnTo>
                <a:lnTo>
                  <a:pt x="505575" y="33900"/>
                </a:lnTo>
                <a:lnTo>
                  <a:pt x="505650" y="33900"/>
                </a:lnTo>
                <a:lnTo>
                  <a:pt x="505725" y="33975"/>
                </a:lnTo>
                <a:lnTo>
                  <a:pt x="505875" y="34050"/>
                </a:lnTo>
                <a:lnTo>
                  <a:pt x="505950" y="34050"/>
                </a:lnTo>
                <a:lnTo>
                  <a:pt x="506025" y="34125"/>
                </a:lnTo>
                <a:lnTo>
                  <a:pt x="506550" y="34350"/>
                </a:lnTo>
                <a:lnTo>
                  <a:pt x="506550" y="34425"/>
                </a:lnTo>
                <a:lnTo>
                  <a:pt x="506925" y="34575"/>
                </a:lnTo>
                <a:lnTo>
                  <a:pt x="506925" y="34650"/>
                </a:lnTo>
                <a:lnTo>
                  <a:pt x="507300" y="34800"/>
                </a:lnTo>
                <a:lnTo>
                  <a:pt x="507300" y="34875"/>
                </a:lnTo>
                <a:lnTo>
                  <a:pt x="507450" y="34875"/>
                </a:lnTo>
                <a:lnTo>
                  <a:pt x="507675" y="35100"/>
                </a:lnTo>
                <a:lnTo>
                  <a:pt x="507750" y="35100"/>
                </a:lnTo>
                <a:lnTo>
                  <a:pt x="507900" y="35250"/>
                </a:lnTo>
                <a:lnTo>
                  <a:pt x="508200" y="35400"/>
                </a:lnTo>
                <a:lnTo>
                  <a:pt x="508200" y="35475"/>
                </a:lnTo>
                <a:lnTo>
                  <a:pt x="508875" y="35925"/>
                </a:lnTo>
                <a:lnTo>
                  <a:pt x="508875" y="36000"/>
                </a:lnTo>
                <a:lnTo>
                  <a:pt x="509175" y="36150"/>
                </a:lnTo>
                <a:lnTo>
                  <a:pt x="509175" y="36225"/>
                </a:lnTo>
                <a:lnTo>
                  <a:pt x="509325" y="36375"/>
                </a:lnTo>
                <a:lnTo>
                  <a:pt x="509400" y="36375"/>
                </a:lnTo>
                <a:lnTo>
                  <a:pt x="509475" y="36525"/>
                </a:lnTo>
                <a:lnTo>
                  <a:pt x="509550" y="36525"/>
                </a:lnTo>
                <a:lnTo>
                  <a:pt x="510525" y="37500"/>
                </a:lnTo>
                <a:lnTo>
                  <a:pt x="510525" y="37575"/>
                </a:lnTo>
                <a:lnTo>
                  <a:pt x="510675" y="37725"/>
                </a:lnTo>
                <a:lnTo>
                  <a:pt x="510750" y="37725"/>
                </a:lnTo>
                <a:lnTo>
                  <a:pt x="510900" y="38025"/>
                </a:lnTo>
                <a:lnTo>
                  <a:pt x="511050" y="38100"/>
                </a:lnTo>
                <a:lnTo>
                  <a:pt x="511050" y="38175"/>
                </a:lnTo>
                <a:lnTo>
                  <a:pt x="511200" y="38400"/>
                </a:lnTo>
                <a:lnTo>
                  <a:pt x="511275" y="38400"/>
                </a:lnTo>
                <a:lnTo>
                  <a:pt x="511425" y="38625"/>
                </a:lnTo>
                <a:lnTo>
                  <a:pt x="511425" y="38700"/>
                </a:lnTo>
                <a:lnTo>
                  <a:pt x="511650" y="38925"/>
                </a:lnTo>
                <a:lnTo>
                  <a:pt x="511650" y="39000"/>
                </a:lnTo>
                <a:lnTo>
                  <a:pt x="511800" y="39150"/>
                </a:lnTo>
                <a:lnTo>
                  <a:pt x="511800" y="39225"/>
                </a:lnTo>
                <a:lnTo>
                  <a:pt x="511875" y="39300"/>
                </a:lnTo>
                <a:lnTo>
                  <a:pt x="511875" y="39375"/>
                </a:lnTo>
                <a:lnTo>
                  <a:pt x="511950" y="39450"/>
                </a:lnTo>
                <a:lnTo>
                  <a:pt x="512025" y="39450"/>
                </a:lnTo>
                <a:lnTo>
                  <a:pt x="512025" y="39525"/>
                </a:lnTo>
                <a:lnTo>
                  <a:pt x="512100" y="39600"/>
                </a:lnTo>
                <a:lnTo>
                  <a:pt x="512100" y="39675"/>
                </a:lnTo>
                <a:lnTo>
                  <a:pt x="512250" y="39975"/>
                </a:lnTo>
                <a:lnTo>
                  <a:pt x="512325" y="39975"/>
                </a:lnTo>
                <a:lnTo>
                  <a:pt x="513375" y="42075"/>
                </a:lnTo>
                <a:lnTo>
                  <a:pt x="513375" y="42225"/>
                </a:lnTo>
                <a:lnTo>
                  <a:pt x="513600" y="42675"/>
                </a:lnTo>
                <a:lnTo>
                  <a:pt x="513675" y="42750"/>
                </a:lnTo>
                <a:lnTo>
                  <a:pt x="513675" y="42825"/>
                </a:lnTo>
                <a:lnTo>
                  <a:pt x="513750" y="42900"/>
                </a:lnTo>
                <a:lnTo>
                  <a:pt x="513750" y="43050"/>
                </a:lnTo>
                <a:lnTo>
                  <a:pt x="514050" y="43575"/>
                </a:lnTo>
                <a:lnTo>
                  <a:pt x="514050" y="43725"/>
                </a:lnTo>
                <a:lnTo>
                  <a:pt x="514200" y="43950"/>
                </a:lnTo>
                <a:lnTo>
                  <a:pt x="514350" y="44250"/>
                </a:lnTo>
                <a:lnTo>
                  <a:pt x="514350" y="44325"/>
                </a:lnTo>
                <a:lnTo>
                  <a:pt x="514500" y="44550"/>
                </a:lnTo>
                <a:lnTo>
                  <a:pt x="514575" y="44700"/>
                </a:lnTo>
                <a:lnTo>
                  <a:pt x="514575" y="44775"/>
                </a:lnTo>
                <a:lnTo>
                  <a:pt x="514800" y="45150"/>
                </a:lnTo>
                <a:lnTo>
                  <a:pt x="514800" y="45225"/>
                </a:lnTo>
                <a:lnTo>
                  <a:pt x="515025" y="45525"/>
                </a:lnTo>
                <a:lnTo>
                  <a:pt x="515025" y="45600"/>
                </a:lnTo>
                <a:lnTo>
                  <a:pt x="515100" y="45675"/>
                </a:lnTo>
                <a:lnTo>
                  <a:pt x="515175" y="45825"/>
                </a:lnTo>
                <a:lnTo>
                  <a:pt x="515175" y="45900"/>
                </a:lnTo>
                <a:lnTo>
                  <a:pt x="515400" y="46125"/>
                </a:lnTo>
                <a:lnTo>
                  <a:pt x="515400" y="46200"/>
                </a:lnTo>
                <a:lnTo>
                  <a:pt x="515625" y="46425"/>
                </a:lnTo>
                <a:lnTo>
                  <a:pt x="515625" y="46500"/>
                </a:lnTo>
                <a:lnTo>
                  <a:pt x="516150" y="47025"/>
                </a:lnTo>
                <a:lnTo>
                  <a:pt x="516225" y="47025"/>
                </a:lnTo>
                <a:lnTo>
                  <a:pt x="516225" y="47100"/>
                </a:lnTo>
                <a:lnTo>
                  <a:pt x="516300" y="47100"/>
                </a:lnTo>
                <a:lnTo>
                  <a:pt x="516450" y="47250"/>
                </a:lnTo>
                <a:lnTo>
                  <a:pt x="516525" y="47250"/>
                </a:lnTo>
                <a:lnTo>
                  <a:pt x="516600" y="47325"/>
                </a:lnTo>
                <a:lnTo>
                  <a:pt x="516675" y="47325"/>
                </a:lnTo>
                <a:lnTo>
                  <a:pt x="516900" y="47475"/>
                </a:lnTo>
                <a:lnTo>
                  <a:pt x="517125" y="47475"/>
                </a:lnTo>
                <a:lnTo>
                  <a:pt x="517125" y="47550"/>
                </a:lnTo>
                <a:lnTo>
                  <a:pt x="517500" y="47550"/>
                </a:lnTo>
                <a:lnTo>
                  <a:pt x="517575" y="47625"/>
                </a:lnTo>
                <a:lnTo>
                  <a:pt x="518250" y="47625"/>
                </a:lnTo>
                <a:lnTo>
                  <a:pt x="518175" y="52500"/>
                </a:lnTo>
                <a:lnTo>
                  <a:pt x="517275" y="52500"/>
                </a:lnTo>
                <a:lnTo>
                  <a:pt x="517275" y="52425"/>
                </a:lnTo>
                <a:lnTo>
                  <a:pt x="516600" y="52425"/>
                </a:lnTo>
                <a:lnTo>
                  <a:pt x="516450" y="52350"/>
                </a:lnTo>
                <a:lnTo>
                  <a:pt x="516150" y="52350"/>
                </a:lnTo>
                <a:lnTo>
                  <a:pt x="516000" y="52275"/>
                </a:lnTo>
                <a:lnTo>
                  <a:pt x="515775" y="52275"/>
                </a:lnTo>
                <a:lnTo>
                  <a:pt x="515700" y="52200"/>
                </a:lnTo>
                <a:lnTo>
                  <a:pt x="515550" y="52200"/>
                </a:lnTo>
                <a:lnTo>
                  <a:pt x="515400" y="52125"/>
                </a:lnTo>
                <a:lnTo>
                  <a:pt x="515175" y="52125"/>
                </a:lnTo>
                <a:lnTo>
                  <a:pt x="515100" y="52050"/>
                </a:lnTo>
                <a:lnTo>
                  <a:pt x="514950" y="52050"/>
                </a:lnTo>
                <a:lnTo>
                  <a:pt x="514950" y="51975"/>
                </a:lnTo>
                <a:lnTo>
                  <a:pt x="514725" y="51975"/>
                </a:lnTo>
                <a:lnTo>
                  <a:pt x="514575" y="51900"/>
                </a:lnTo>
                <a:lnTo>
                  <a:pt x="514500" y="51900"/>
                </a:lnTo>
                <a:lnTo>
                  <a:pt x="514425" y="51825"/>
                </a:lnTo>
                <a:lnTo>
                  <a:pt x="514125" y="51750"/>
                </a:lnTo>
                <a:lnTo>
                  <a:pt x="514125" y="51675"/>
                </a:lnTo>
                <a:lnTo>
                  <a:pt x="514050" y="51675"/>
                </a:lnTo>
                <a:lnTo>
                  <a:pt x="513975" y="51600"/>
                </a:lnTo>
                <a:lnTo>
                  <a:pt x="513825" y="51600"/>
                </a:lnTo>
                <a:lnTo>
                  <a:pt x="513825" y="51525"/>
                </a:lnTo>
                <a:lnTo>
                  <a:pt x="513750" y="51525"/>
                </a:lnTo>
                <a:lnTo>
                  <a:pt x="513675" y="51450"/>
                </a:lnTo>
                <a:lnTo>
                  <a:pt x="513600" y="51450"/>
                </a:lnTo>
                <a:lnTo>
                  <a:pt x="513525" y="51375"/>
                </a:lnTo>
                <a:lnTo>
                  <a:pt x="513450" y="51375"/>
                </a:lnTo>
                <a:lnTo>
                  <a:pt x="513225" y="51225"/>
                </a:lnTo>
                <a:lnTo>
                  <a:pt x="513150" y="51225"/>
                </a:lnTo>
                <a:lnTo>
                  <a:pt x="513150" y="51150"/>
                </a:lnTo>
                <a:lnTo>
                  <a:pt x="513075" y="51150"/>
                </a:lnTo>
                <a:lnTo>
                  <a:pt x="513000" y="51075"/>
                </a:lnTo>
                <a:lnTo>
                  <a:pt x="512925" y="51075"/>
                </a:lnTo>
                <a:lnTo>
                  <a:pt x="512700" y="50850"/>
                </a:lnTo>
                <a:lnTo>
                  <a:pt x="512625" y="50850"/>
                </a:lnTo>
                <a:lnTo>
                  <a:pt x="512400" y="50625"/>
                </a:lnTo>
                <a:lnTo>
                  <a:pt x="512325" y="50625"/>
                </a:lnTo>
                <a:lnTo>
                  <a:pt x="512100" y="50400"/>
                </a:lnTo>
                <a:lnTo>
                  <a:pt x="512025" y="50400"/>
                </a:lnTo>
                <a:lnTo>
                  <a:pt x="511800" y="50175"/>
                </a:lnTo>
                <a:lnTo>
                  <a:pt x="511725" y="50025"/>
                </a:lnTo>
                <a:lnTo>
                  <a:pt x="511650" y="50025"/>
                </a:lnTo>
                <a:lnTo>
                  <a:pt x="511425" y="49800"/>
                </a:lnTo>
                <a:lnTo>
                  <a:pt x="511350" y="49650"/>
                </a:lnTo>
                <a:lnTo>
                  <a:pt x="511275" y="49650"/>
                </a:lnTo>
                <a:lnTo>
                  <a:pt x="511200" y="49575"/>
                </a:lnTo>
                <a:lnTo>
                  <a:pt x="511200" y="49500"/>
                </a:lnTo>
                <a:lnTo>
                  <a:pt x="511125" y="49425"/>
                </a:lnTo>
                <a:lnTo>
                  <a:pt x="511050" y="49425"/>
                </a:lnTo>
                <a:lnTo>
                  <a:pt x="510900" y="49200"/>
                </a:lnTo>
                <a:lnTo>
                  <a:pt x="510900" y="49125"/>
                </a:lnTo>
                <a:lnTo>
                  <a:pt x="510825" y="49125"/>
                </a:lnTo>
                <a:lnTo>
                  <a:pt x="510750" y="49050"/>
                </a:lnTo>
                <a:lnTo>
                  <a:pt x="510750" y="48975"/>
                </a:lnTo>
                <a:lnTo>
                  <a:pt x="510600" y="48750"/>
                </a:lnTo>
                <a:lnTo>
                  <a:pt x="510375" y="48525"/>
                </a:lnTo>
                <a:lnTo>
                  <a:pt x="510375" y="48450"/>
                </a:lnTo>
                <a:lnTo>
                  <a:pt x="510075" y="48000"/>
                </a:lnTo>
                <a:lnTo>
                  <a:pt x="510075" y="47925"/>
                </a:lnTo>
                <a:lnTo>
                  <a:pt x="510000" y="47850"/>
                </a:lnTo>
                <a:lnTo>
                  <a:pt x="509925" y="47850"/>
                </a:lnTo>
                <a:lnTo>
                  <a:pt x="509925" y="47700"/>
                </a:lnTo>
                <a:lnTo>
                  <a:pt x="509850" y="47700"/>
                </a:lnTo>
                <a:lnTo>
                  <a:pt x="509850" y="47550"/>
                </a:lnTo>
                <a:lnTo>
                  <a:pt x="509775" y="47550"/>
                </a:lnTo>
                <a:lnTo>
                  <a:pt x="509775" y="47400"/>
                </a:lnTo>
                <a:lnTo>
                  <a:pt x="509700" y="47400"/>
                </a:lnTo>
                <a:lnTo>
                  <a:pt x="509700" y="47250"/>
                </a:lnTo>
                <a:lnTo>
                  <a:pt x="509625" y="47250"/>
                </a:lnTo>
                <a:lnTo>
                  <a:pt x="509625" y="47175"/>
                </a:lnTo>
                <a:lnTo>
                  <a:pt x="509550" y="47175"/>
                </a:lnTo>
                <a:lnTo>
                  <a:pt x="509550" y="47025"/>
                </a:lnTo>
                <a:lnTo>
                  <a:pt x="509475" y="47025"/>
                </a:lnTo>
                <a:lnTo>
                  <a:pt x="509475" y="46875"/>
                </a:lnTo>
                <a:lnTo>
                  <a:pt x="509400" y="46875"/>
                </a:lnTo>
                <a:lnTo>
                  <a:pt x="509400" y="46725"/>
                </a:lnTo>
                <a:lnTo>
                  <a:pt x="509250" y="46500"/>
                </a:lnTo>
                <a:lnTo>
                  <a:pt x="509250" y="46425"/>
                </a:lnTo>
                <a:lnTo>
                  <a:pt x="509175" y="46350"/>
                </a:lnTo>
                <a:lnTo>
                  <a:pt x="508875" y="45750"/>
                </a:lnTo>
                <a:lnTo>
                  <a:pt x="508875" y="45600"/>
                </a:lnTo>
                <a:lnTo>
                  <a:pt x="508800" y="45525"/>
                </a:lnTo>
                <a:lnTo>
                  <a:pt x="508500" y="44925"/>
                </a:lnTo>
                <a:lnTo>
                  <a:pt x="508500" y="44775"/>
                </a:lnTo>
                <a:lnTo>
                  <a:pt x="508425" y="44700"/>
                </a:lnTo>
                <a:lnTo>
                  <a:pt x="508125" y="44100"/>
                </a:lnTo>
                <a:lnTo>
                  <a:pt x="508125" y="43950"/>
                </a:lnTo>
                <a:lnTo>
                  <a:pt x="508050" y="43875"/>
                </a:lnTo>
                <a:lnTo>
                  <a:pt x="507750" y="43275"/>
                </a:lnTo>
                <a:lnTo>
                  <a:pt x="507750" y="43200"/>
                </a:lnTo>
                <a:lnTo>
                  <a:pt x="507450" y="42600"/>
                </a:lnTo>
                <a:lnTo>
                  <a:pt x="507375" y="42525"/>
                </a:lnTo>
                <a:lnTo>
                  <a:pt x="507375" y="42450"/>
                </a:lnTo>
                <a:lnTo>
                  <a:pt x="507300" y="42375"/>
                </a:lnTo>
                <a:lnTo>
                  <a:pt x="507300" y="42225"/>
                </a:lnTo>
                <a:lnTo>
                  <a:pt x="507225" y="42225"/>
                </a:lnTo>
                <a:lnTo>
                  <a:pt x="507225" y="42075"/>
                </a:lnTo>
                <a:lnTo>
                  <a:pt x="507150" y="42075"/>
                </a:lnTo>
                <a:lnTo>
                  <a:pt x="507150" y="41925"/>
                </a:lnTo>
                <a:lnTo>
                  <a:pt x="507075" y="41850"/>
                </a:lnTo>
                <a:lnTo>
                  <a:pt x="507075" y="41775"/>
                </a:lnTo>
                <a:lnTo>
                  <a:pt x="507000" y="41700"/>
                </a:lnTo>
                <a:lnTo>
                  <a:pt x="507000" y="41625"/>
                </a:lnTo>
                <a:lnTo>
                  <a:pt x="506925" y="41550"/>
                </a:lnTo>
                <a:lnTo>
                  <a:pt x="506925" y="41475"/>
                </a:lnTo>
                <a:lnTo>
                  <a:pt x="506850" y="41400"/>
                </a:lnTo>
                <a:lnTo>
                  <a:pt x="506850" y="41325"/>
                </a:lnTo>
                <a:lnTo>
                  <a:pt x="506700" y="41100"/>
                </a:lnTo>
                <a:lnTo>
                  <a:pt x="506700" y="40950"/>
                </a:lnTo>
                <a:lnTo>
                  <a:pt x="506625" y="40875"/>
                </a:lnTo>
                <a:lnTo>
                  <a:pt x="506625" y="40800"/>
                </a:lnTo>
                <a:lnTo>
                  <a:pt x="506550" y="40725"/>
                </a:lnTo>
                <a:lnTo>
                  <a:pt x="506550" y="40650"/>
                </a:lnTo>
                <a:lnTo>
                  <a:pt x="506475" y="40575"/>
                </a:lnTo>
                <a:lnTo>
                  <a:pt x="506475" y="40500"/>
                </a:lnTo>
                <a:lnTo>
                  <a:pt x="506400" y="40425"/>
                </a:lnTo>
                <a:lnTo>
                  <a:pt x="506400" y="40350"/>
                </a:lnTo>
                <a:lnTo>
                  <a:pt x="506325" y="40275"/>
                </a:lnTo>
                <a:lnTo>
                  <a:pt x="506325" y="40200"/>
                </a:lnTo>
                <a:lnTo>
                  <a:pt x="506250" y="40125"/>
                </a:lnTo>
                <a:lnTo>
                  <a:pt x="506250" y="40050"/>
                </a:lnTo>
                <a:lnTo>
                  <a:pt x="506175" y="39975"/>
                </a:lnTo>
                <a:lnTo>
                  <a:pt x="505800" y="39225"/>
                </a:lnTo>
                <a:lnTo>
                  <a:pt x="505725" y="39225"/>
                </a:lnTo>
                <a:lnTo>
                  <a:pt x="505425" y="38625"/>
                </a:lnTo>
                <a:lnTo>
                  <a:pt x="505275" y="38475"/>
                </a:lnTo>
                <a:lnTo>
                  <a:pt x="505275" y="38400"/>
                </a:lnTo>
                <a:lnTo>
                  <a:pt x="505200" y="38325"/>
                </a:lnTo>
                <a:lnTo>
                  <a:pt x="505200" y="38250"/>
                </a:lnTo>
                <a:lnTo>
                  <a:pt x="505050" y="38100"/>
                </a:lnTo>
                <a:lnTo>
                  <a:pt x="505050" y="38025"/>
                </a:lnTo>
                <a:lnTo>
                  <a:pt x="504975" y="38025"/>
                </a:lnTo>
                <a:lnTo>
                  <a:pt x="504825" y="37725"/>
                </a:lnTo>
                <a:lnTo>
                  <a:pt x="504675" y="37650"/>
                </a:lnTo>
                <a:lnTo>
                  <a:pt x="504675" y="37500"/>
                </a:lnTo>
                <a:lnTo>
                  <a:pt x="504525" y="37425"/>
                </a:lnTo>
                <a:lnTo>
                  <a:pt x="504450" y="37275"/>
                </a:lnTo>
                <a:lnTo>
                  <a:pt x="504375" y="37275"/>
                </a:lnTo>
                <a:lnTo>
                  <a:pt x="504300" y="37125"/>
                </a:lnTo>
                <a:lnTo>
                  <a:pt x="504150" y="36975"/>
                </a:lnTo>
                <a:lnTo>
                  <a:pt x="504150" y="36900"/>
                </a:lnTo>
                <a:lnTo>
                  <a:pt x="504075" y="36825"/>
                </a:lnTo>
                <a:lnTo>
                  <a:pt x="504000" y="36825"/>
                </a:lnTo>
                <a:lnTo>
                  <a:pt x="503925" y="36675"/>
                </a:lnTo>
                <a:lnTo>
                  <a:pt x="503775" y="36600"/>
                </a:lnTo>
                <a:lnTo>
                  <a:pt x="503775" y="52500"/>
                </a:lnTo>
                <a:lnTo>
                  <a:pt x="498075" y="52500"/>
                </a:lnTo>
                <a:lnTo>
                  <a:pt x="498075" y="36600"/>
                </a:lnTo>
                <a:lnTo>
                  <a:pt x="497925" y="36825"/>
                </a:lnTo>
                <a:lnTo>
                  <a:pt x="497850" y="36825"/>
                </a:lnTo>
                <a:lnTo>
                  <a:pt x="497775" y="36900"/>
                </a:lnTo>
                <a:lnTo>
                  <a:pt x="497775" y="36975"/>
                </a:lnTo>
                <a:lnTo>
                  <a:pt x="497625" y="37125"/>
                </a:lnTo>
                <a:lnTo>
                  <a:pt x="497550" y="37125"/>
                </a:lnTo>
                <a:lnTo>
                  <a:pt x="497400" y="37425"/>
                </a:lnTo>
                <a:lnTo>
                  <a:pt x="497250" y="37500"/>
                </a:lnTo>
                <a:lnTo>
                  <a:pt x="497250" y="37575"/>
                </a:lnTo>
                <a:lnTo>
                  <a:pt x="497175" y="37575"/>
                </a:lnTo>
                <a:lnTo>
                  <a:pt x="497175" y="37650"/>
                </a:lnTo>
                <a:lnTo>
                  <a:pt x="497100" y="37725"/>
                </a:lnTo>
                <a:lnTo>
                  <a:pt x="496950" y="38025"/>
                </a:lnTo>
                <a:lnTo>
                  <a:pt x="496875" y="38025"/>
                </a:lnTo>
                <a:lnTo>
                  <a:pt x="496800" y="38100"/>
                </a:lnTo>
                <a:lnTo>
                  <a:pt x="496800" y="38175"/>
                </a:lnTo>
                <a:lnTo>
                  <a:pt x="496725" y="38250"/>
                </a:lnTo>
                <a:lnTo>
                  <a:pt x="496725" y="38325"/>
                </a:lnTo>
                <a:lnTo>
                  <a:pt x="496575" y="38475"/>
                </a:lnTo>
                <a:lnTo>
                  <a:pt x="496575" y="38550"/>
                </a:lnTo>
                <a:lnTo>
                  <a:pt x="496500" y="38625"/>
                </a:lnTo>
                <a:lnTo>
                  <a:pt x="496350" y="38925"/>
                </a:lnTo>
                <a:lnTo>
                  <a:pt x="496275" y="38925"/>
                </a:lnTo>
                <a:lnTo>
                  <a:pt x="495750" y="39975"/>
                </a:lnTo>
                <a:lnTo>
                  <a:pt x="495675" y="40050"/>
                </a:lnTo>
                <a:lnTo>
                  <a:pt x="495675" y="40125"/>
                </a:lnTo>
                <a:lnTo>
                  <a:pt x="495600" y="40200"/>
                </a:lnTo>
                <a:lnTo>
                  <a:pt x="495600" y="40275"/>
                </a:lnTo>
                <a:lnTo>
                  <a:pt x="495525" y="40350"/>
                </a:lnTo>
                <a:lnTo>
                  <a:pt x="495525" y="40425"/>
                </a:lnTo>
                <a:lnTo>
                  <a:pt x="495450" y="40500"/>
                </a:lnTo>
                <a:lnTo>
                  <a:pt x="495450" y="40575"/>
                </a:lnTo>
                <a:lnTo>
                  <a:pt x="495375" y="40650"/>
                </a:lnTo>
                <a:lnTo>
                  <a:pt x="495375" y="40725"/>
                </a:lnTo>
                <a:lnTo>
                  <a:pt x="495300" y="40800"/>
                </a:lnTo>
                <a:lnTo>
                  <a:pt x="495300" y="40875"/>
                </a:lnTo>
                <a:lnTo>
                  <a:pt x="495225" y="40950"/>
                </a:lnTo>
                <a:lnTo>
                  <a:pt x="495225" y="41025"/>
                </a:lnTo>
                <a:lnTo>
                  <a:pt x="495150" y="41100"/>
                </a:lnTo>
                <a:lnTo>
                  <a:pt x="495150" y="41175"/>
                </a:lnTo>
                <a:lnTo>
                  <a:pt x="495075" y="41250"/>
                </a:lnTo>
                <a:lnTo>
                  <a:pt x="495075" y="41325"/>
                </a:lnTo>
                <a:lnTo>
                  <a:pt x="495000" y="41400"/>
                </a:lnTo>
                <a:lnTo>
                  <a:pt x="495000" y="41475"/>
                </a:lnTo>
                <a:lnTo>
                  <a:pt x="494925" y="41550"/>
                </a:lnTo>
                <a:lnTo>
                  <a:pt x="494925" y="41700"/>
                </a:lnTo>
                <a:lnTo>
                  <a:pt x="494850" y="41700"/>
                </a:lnTo>
                <a:lnTo>
                  <a:pt x="494850" y="41850"/>
                </a:lnTo>
                <a:lnTo>
                  <a:pt x="494775" y="41850"/>
                </a:lnTo>
                <a:lnTo>
                  <a:pt x="494775" y="42000"/>
                </a:lnTo>
                <a:lnTo>
                  <a:pt x="494700" y="42075"/>
                </a:lnTo>
                <a:lnTo>
                  <a:pt x="494700" y="42150"/>
                </a:lnTo>
                <a:lnTo>
                  <a:pt x="494625" y="42150"/>
                </a:lnTo>
                <a:lnTo>
                  <a:pt x="494625" y="42300"/>
                </a:lnTo>
                <a:lnTo>
                  <a:pt x="494550" y="42375"/>
                </a:lnTo>
                <a:lnTo>
                  <a:pt x="494550" y="42450"/>
                </a:lnTo>
                <a:lnTo>
                  <a:pt x="494475" y="42525"/>
                </a:lnTo>
                <a:lnTo>
                  <a:pt x="494475" y="42600"/>
                </a:lnTo>
                <a:lnTo>
                  <a:pt x="494175" y="43200"/>
                </a:lnTo>
                <a:lnTo>
                  <a:pt x="494100" y="43275"/>
                </a:lnTo>
                <a:lnTo>
                  <a:pt x="494100" y="43425"/>
                </a:lnTo>
                <a:lnTo>
                  <a:pt x="493725" y="44100"/>
                </a:lnTo>
                <a:lnTo>
                  <a:pt x="493725" y="44250"/>
                </a:lnTo>
                <a:lnTo>
                  <a:pt x="493350" y="44925"/>
                </a:lnTo>
                <a:lnTo>
                  <a:pt x="493350" y="45075"/>
                </a:lnTo>
                <a:lnTo>
                  <a:pt x="493125" y="45525"/>
                </a:lnTo>
                <a:lnTo>
                  <a:pt x="493050" y="45600"/>
                </a:lnTo>
                <a:lnTo>
                  <a:pt x="493050" y="45675"/>
                </a:lnTo>
                <a:lnTo>
                  <a:pt x="492975" y="45750"/>
                </a:lnTo>
                <a:lnTo>
                  <a:pt x="492975" y="45900"/>
                </a:lnTo>
                <a:lnTo>
                  <a:pt x="492750" y="46350"/>
                </a:lnTo>
                <a:lnTo>
                  <a:pt x="492675" y="46425"/>
                </a:lnTo>
                <a:lnTo>
                  <a:pt x="492675" y="46500"/>
                </a:lnTo>
                <a:lnTo>
                  <a:pt x="492600" y="46575"/>
                </a:lnTo>
                <a:lnTo>
                  <a:pt x="492375" y="47025"/>
                </a:lnTo>
                <a:lnTo>
                  <a:pt x="492300" y="47100"/>
                </a:lnTo>
                <a:lnTo>
                  <a:pt x="492300" y="47175"/>
                </a:lnTo>
                <a:lnTo>
                  <a:pt x="492225" y="47250"/>
                </a:lnTo>
                <a:lnTo>
                  <a:pt x="492225" y="47325"/>
                </a:lnTo>
                <a:lnTo>
                  <a:pt x="492150" y="47400"/>
                </a:lnTo>
                <a:lnTo>
                  <a:pt x="491925" y="47850"/>
                </a:lnTo>
                <a:lnTo>
                  <a:pt x="491850" y="47925"/>
                </a:lnTo>
                <a:lnTo>
                  <a:pt x="491850" y="48000"/>
                </a:lnTo>
                <a:lnTo>
                  <a:pt x="491550" y="48450"/>
                </a:lnTo>
                <a:lnTo>
                  <a:pt x="491550" y="48525"/>
                </a:lnTo>
                <a:lnTo>
                  <a:pt x="491475" y="48525"/>
                </a:lnTo>
                <a:lnTo>
                  <a:pt x="491400" y="48600"/>
                </a:lnTo>
                <a:lnTo>
                  <a:pt x="491400" y="48675"/>
                </a:lnTo>
                <a:lnTo>
                  <a:pt x="491250" y="48900"/>
                </a:lnTo>
                <a:lnTo>
                  <a:pt x="491025" y="49125"/>
                </a:lnTo>
                <a:lnTo>
                  <a:pt x="491025" y="49200"/>
                </a:lnTo>
                <a:lnTo>
                  <a:pt x="490875" y="49425"/>
                </a:lnTo>
                <a:lnTo>
                  <a:pt x="490800" y="49425"/>
                </a:lnTo>
                <a:lnTo>
                  <a:pt x="490725" y="49500"/>
                </a:lnTo>
                <a:lnTo>
                  <a:pt x="490725" y="49575"/>
                </a:lnTo>
                <a:lnTo>
                  <a:pt x="490650" y="49650"/>
                </a:lnTo>
                <a:lnTo>
                  <a:pt x="490575" y="49650"/>
                </a:lnTo>
                <a:lnTo>
                  <a:pt x="490500" y="49800"/>
                </a:lnTo>
                <a:lnTo>
                  <a:pt x="490350" y="49875"/>
                </a:lnTo>
                <a:lnTo>
                  <a:pt x="490350" y="49950"/>
                </a:lnTo>
                <a:lnTo>
                  <a:pt x="490275" y="50025"/>
                </a:lnTo>
                <a:lnTo>
                  <a:pt x="490200" y="50025"/>
                </a:lnTo>
                <a:lnTo>
                  <a:pt x="490125" y="50175"/>
                </a:lnTo>
                <a:lnTo>
                  <a:pt x="489975" y="50250"/>
                </a:lnTo>
                <a:lnTo>
                  <a:pt x="489975" y="50325"/>
                </a:lnTo>
                <a:lnTo>
                  <a:pt x="489900" y="50400"/>
                </a:lnTo>
                <a:lnTo>
                  <a:pt x="489825" y="50400"/>
                </a:lnTo>
                <a:lnTo>
                  <a:pt x="489600" y="50625"/>
                </a:lnTo>
                <a:lnTo>
                  <a:pt x="489525" y="50625"/>
                </a:lnTo>
                <a:lnTo>
                  <a:pt x="489300" y="50850"/>
                </a:lnTo>
                <a:lnTo>
                  <a:pt x="489225" y="50850"/>
                </a:lnTo>
                <a:lnTo>
                  <a:pt x="489000" y="51075"/>
                </a:lnTo>
                <a:lnTo>
                  <a:pt x="488925" y="51075"/>
                </a:lnTo>
                <a:lnTo>
                  <a:pt x="488850" y="51150"/>
                </a:lnTo>
                <a:lnTo>
                  <a:pt x="488775" y="51150"/>
                </a:lnTo>
                <a:lnTo>
                  <a:pt x="488775" y="51225"/>
                </a:lnTo>
                <a:lnTo>
                  <a:pt x="488625" y="51225"/>
                </a:lnTo>
                <a:lnTo>
                  <a:pt x="488625" y="51300"/>
                </a:lnTo>
                <a:lnTo>
                  <a:pt x="488100" y="51525"/>
                </a:lnTo>
                <a:lnTo>
                  <a:pt x="488100" y="51600"/>
                </a:lnTo>
                <a:lnTo>
                  <a:pt x="487950" y="51600"/>
                </a:lnTo>
                <a:lnTo>
                  <a:pt x="487875" y="51675"/>
                </a:lnTo>
                <a:lnTo>
                  <a:pt x="487800" y="51675"/>
                </a:lnTo>
                <a:lnTo>
                  <a:pt x="487725" y="51750"/>
                </a:lnTo>
                <a:lnTo>
                  <a:pt x="487575" y="51825"/>
                </a:lnTo>
                <a:lnTo>
                  <a:pt x="487500" y="51825"/>
                </a:lnTo>
                <a:lnTo>
                  <a:pt x="487425" y="51900"/>
                </a:lnTo>
                <a:lnTo>
                  <a:pt x="487350" y="51900"/>
                </a:lnTo>
                <a:lnTo>
                  <a:pt x="487200" y="51975"/>
                </a:lnTo>
                <a:lnTo>
                  <a:pt x="486975" y="51975"/>
                </a:lnTo>
                <a:lnTo>
                  <a:pt x="486750" y="52125"/>
                </a:lnTo>
                <a:lnTo>
                  <a:pt x="486525" y="52125"/>
                </a:lnTo>
                <a:lnTo>
                  <a:pt x="486375" y="52200"/>
                </a:lnTo>
                <a:lnTo>
                  <a:pt x="486150" y="52200"/>
                </a:lnTo>
                <a:lnTo>
                  <a:pt x="486150" y="52275"/>
                </a:lnTo>
                <a:lnTo>
                  <a:pt x="485925" y="52275"/>
                </a:lnTo>
                <a:lnTo>
                  <a:pt x="485775" y="52350"/>
                </a:lnTo>
                <a:lnTo>
                  <a:pt x="485475" y="52350"/>
                </a:lnTo>
                <a:lnTo>
                  <a:pt x="485325" y="52425"/>
                </a:lnTo>
                <a:lnTo>
                  <a:pt x="484650" y="52425"/>
                </a:lnTo>
                <a:lnTo>
                  <a:pt x="484650" y="52500"/>
                </a:lnTo>
                <a:lnTo>
                  <a:pt x="483750" y="52500"/>
                </a:lnTo>
                <a:close/>
                <a:moveTo>
                  <a:pt x="528600" y="14400"/>
                </a:moveTo>
                <a:lnTo>
                  <a:pt x="529275" y="14400"/>
                </a:lnTo>
                <a:lnTo>
                  <a:pt x="529500" y="14475"/>
                </a:lnTo>
                <a:lnTo>
                  <a:pt x="529950" y="14475"/>
                </a:lnTo>
                <a:lnTo>
                  <a:pt x="530100" y="14550"/>
                </a:lnTo>
                <a:lnTo>
                  <a:pt x="530325" y="14550"/>
                </a:lnTo>
                <a:lnTo>
                  <a:pt x="530550" y="14625"/>
                </a:lnTo>
                <a:lnTo>
                  <a:pt x="530925" y="14625"/>
                </a:lnTo>
                <a:lnTo>
                  <a:pt x="530925" y="14700"/>
                </a:lnTo>
                <a:lnTo>
                  <a:pt x="531375" y="14700"/>
                </a:lnTo>
                <a:lnTo>
                  <a:pt x="531525" y="14775"/>
                </a:lnTo>
                <a:lnTo>
                  <a:pt x="531750" y="14775"/>
                </a:lnTo>
                <a:lnTo>
                  <a:pt x="531900" y="14850"/>
                </a:lnTo>
                <a:lnTo>
                  <a:pt x="532125" y="14850"/>
                </a:lnTo>
                <a:lnTo>
                  <a:pt x="532125" y="14925"/>
                </a:lnTo>
                <a:lnTo>
                  <a:pt x="532350" y="14925"/>
                </a:lnTo>
                <a:lnTo>
                  <a:pt x="532500" y="15000"/>
                </a:lnTo>
                <a:lnTo>
                  <a:pt x="532725" y="15000"/>
                </a:lnTo>
                <a:lnTo>
                  <a:pt x="532875" y="15075"/>
                </a:lnTo>
                <a:lnTo>
                  <a:pt x="533100" y="15075"/>
                </a:lnTo>
                <a:lnTo>
                  <a:pt x="533100" y="15150"/>
                </a:lnTo>
                <a:lnTo>
                  <a:pt x="533325" y="15150"/>
                </a:lnTo>
                <a:lnTo>
                  <a:pt x="533700" y="15300"/>
                </a:lnTo>
                <a:lnTo>
                  <a:pt x="533925" y="15300"/>
                </a:lnTo>
                <a:lnTo>
                  <a:pt x="534225" y="15450"/>
                </a:lnTo>
                <a:lnTo>
                  <a:pt x="534450" y="15450"/>
                </a:lnTo>
                <a:lnTo>
                  <a:pt x="534450" y="15525"/>
                </a:lnTo>
                <a:lnTo>
                  <a:pt x="534600" y="15525"/>
                </a:lnTo>
                <a:lnTo>
                  <a:pt x="535125" y="15750"/>
                </a:lnTo>
                <a:lnTo>
                  <a:pt x="535350" y="15750"/>
                </a:lnTo>
                <a:lnTo>
                  <a:pt x="535350" y="15825"/>
                </a:lnTo>
                <a:lnTo>
                  <a:pt x="535575" y="15825"/>
                </a:lnTo>
                <a:lnTo>
                  <a:pt x="536025" y="16050"/>
                </a:lnTo>
                <a:lnTo>
                  <a:pt x="536100" y="16050"/>
                </a:lnTo>
                <a:lnTo>
                  <a:pt x="536550" y="16275"/>
                </a:lnTo>
                <a:lnTo>
                  <a:pt x="536625" y="16275"/>
                </a:lnTo>
                <a:lnTo>
                  <a:pt x="537225" y="16575"/>
                </a:lnTo>
                <a:lnTo>
                  <a:pt x="537300" y="16575"/>
                </a:lnTo>
                <a:lnTo>
                  <a:pt x="537375" y="16650"/>
                </a:lnTo>
                <a:lnTo>
                  <a:pt x="537450" y="16650"/>
                </a:lnTo>
                <a:lnTo>
                  <a:pt x="538050" y="16950"/>
                </a:lnTo>
                <a:lnTo>
                  <a:pt x="538125" y="16950"/>
                </a:lnTo>
                <a:lnTo>
                  <a:pt x="538200" y="17025"/>
                </a:lnTo>
                <a:lnTo>
                  <a:pt x="538275" y="17025"/>
                </a:lnTo>
                <a:lnTo>
                  <a:pt x="538350" y="17100"/>
                </a:lnTo>
                <a:lnTo>
                  <a:pt x="538425" y="17100"/>
                </a:lnTo>
                <a:lnTo>
                  <a:pt x="538725" y="17250"/>
                </a:lnTo>
                <a:lnTo>
                  <a:pt x="538725" y="17325"/>
                </a:lnTo>
                <a:lnTo>
                  <a:pt x="539625" y="17775"/>
                </a:lnTo>
                <a:lnTo>
                  <a:pt x="539625" y="17850"/>
                </a:lnTo>
                <a:lnTo>
                  <a:pt x="540225" y="18150"/>
                </a:lnTo>
                <a:lnTo>
                  <a:pt x="540225" y="18225"/>
                </a:lnTo>
                <a:lnTo>
                  <a:pt x="540675" y="18450"/>
                </a:lnTo>
                <a:lnTo>
                  <a:pt x="540675" y="18525"/>
                </a:lnTo>
                <a:lnTo>
                  <a:pt x="540750" y="18600"/>
                </a:lnTo>
                <a:lnTo>
                  <a:pt x="540825" y="18600"/>
                </a:lnTo>
                <a:lnTo>
                  <a:pt x="540900" y="18675"/>
                </a:lnTo>
                <a:lnTo>
                  <a:pt x="540975" y="18675"/>
                </a:lnTo>
                <a:lnTo>
                  <a:pt x="541050" y="18750"/>
                </a:lnTo>
                <a:lnTo>
                  <a:pt x="541050" y="18825"/>
                </a:lnTo>
                <a:lnTo>
                  <a:pt x="541350" y="18975"/>
                </a:lnTo>
                <a:lnTo>
                  <a:pt x="541575" y="19200"/>
                </a:lnTo>
                <a:lnTo>
                  <a:pt x="541650" y="19200"/>
                </a:lnTo>
                <a:lnTo>
                  <a:pt x="541725" y="19275"/>
                </a:lnTo>
                <a:lnTo>
                  <a:pt x="541725" y="19350"/>
                </a:lnTo>
                <a:lnTo>
                  <a:pt x="542025" y="19500"/>
                </a:lnTo>
                <a:lnTo>
                  <a:pt x="542100" y="19650"/>
                </a:lnTo>
                <a:lnTo>
                  <a:pt x="542250" y="19725"/>
                </a:lnTo>
                <a:lnTo>
                  <a:pt x="542475" y="19950"/>
                </a:lnTo>
                <a:lnTo>
                  <a:pt x="542550" y="19950"/>
                </a:lnTo>
                <a:lnTo>
                  <a:pt x="542625" y="20100"/>
                </a:lnTo>
                <a:lnTo>
                  <a:pt x="542775" y="20175"/>
                </a:lnTo>
                <a:lnTo>
                  <a:pt x="542850" y="20325"/>
                </a:lnTo>
                <a:lnTo>
                  <a:pt x="543000" y="20400"/>
                </a:lnTo>
                <a:lnTo>
                  <a:pt x="543075" y="20550"/>
                </a:lnTo>
                <a:lnTo>
                  <a:pt x="543150" y="20550"/>
                </a:lnTo>
                <a:lnTo>
                  <a:pt x="543300" y="20775"/>
                </a:lnTo>
                <a:lnTo>
                  <a:pt x="543375" y="20775"/>
                </a:lnTo>
                <a:lnTo>
                  <a:pt x="543525" y="21000"/>
                </a:lnTo>
                <a:lnTo>
                  <a:pt x="543600" y="21000"/>
                </a:lnTo>
                <a:lnTo>
                  <a:pt x="543675" y="21075"/>
                </a:lnTo>
                <a:lnTo>
                  <a:pt x="543675" y="21150"/>
                </a:lnTo>
                <a:lnTo>
                  <a:pt x="543750" y="21225"/>
                </a:lnTo>
                <a:lnTo>
                  <a:pt x="543825" y="21225"/>
                </a:lnTo>
                <a:lnTo>
                  <a:pt x="543975" y="21450"/>
                </a:lnTo>
                <a:lnTo>
                  <a:pt x="544050" y="21450"/>
                </a:lnTo>
                <a:lnTo>
                  <a:pt x="544200" y="21675"/>
                </a:lnTo>
                <a:lnTo>
                  <a:pt x="544200" y="21750"/>
                </a:lnTo>
                <a:lnTo>
                  <a:pt x="544350" y="21825"/>
                </a:lnTo>
                <a:lnTo>
                  <a:pt x="544425" y="21975"/>
                </a:lnTo>
                <a:lnTo>
                  <a:pt x="544950" y="22575"/>
                </a:lnTo>
                <a:lnTo>
                  <a:pt x="545100" y="22800"/>
                </a:lnTo>
                <a:lnTo>
                  <a:pt x="545100" y="22875"/>
                </a:lnTo>
                <a:lnTo>
                  <a:pt x="545175" y="22950"/>
                </a:lnTo>
                <a:lnTo>
                  <a:pt x="545250" y="22950"/>
                </a:lnTo>
                <a:lnTo>
                  <a:pt x="545700" y="23775"/>
                </a:lnTo>
                <a:lnTo>
                  <a:pt x="545775" y="23775"/>
                </a:lnTo>
                <a:lnTo>
                  <a:pt x="545850" y="23850"/>
                </a:lnTo>
                <a:lnTo>
                  <a:pt x="545850" y="23925"/>
                </a:lnTo>
                <a:lnTo>
                  <a:pt x="546150" y="24375"/>
                </a:lnTo>
                <a:lnTo>
                  <a:pt x="546150" y="24450"/>
                </a:lnTo>
                <a:lnTo>
                  <a:pt x="546225" y="24525"/>
                </a:lnTo>
                <a:lnTo>
                  <a:pt x="546225" y="24600"/>
                </a:lnTo>
                <a:lnTo>
                  <a:pt x="546300" y="24675"/>
                </a:lnTo>
                <a:lnTo>
                  <a:pt x="546525" y="25125"/>
                </a:lnTo>
                <a:lnTo>
                  <a:pt x="546600" y="25200"/>
                </a:lnTo>
                <a:lnTo>
                  <a:pt x="546600" y="25275"/>
                </a:lnTo>
                <a:lnTo>
                  <a:pt x="546675" y="25350"/>
                </a:lnTo>
                <a:lnTo>
                  <a:pt x="546900" y="25800"/>
                </a:lnTo>
                <a:lnTo>
                  <a:pt x="546900" y="25950"/>
                </a:lnTo>
                <a:lnTo>
                  <a:pt x="546975" y="25950"/>
                </a:lnTo>
                <a:lnTo>
                  <a:pt x="546975" y="26100"/>
                </a:lnTo>
                <a:lnTo>
                  <a:pt x="547050" y="26175"/>
                </a:lnTo>
                <a:lnTo>
                  <a:pt x="547050" y="26250"/>
                </a:lnTo>
                <a:lnTo>
                  <a:pt x="547200" y="26475"/>
                </a:lnTo>
                <a:lnTo>
                  <a:pt x="547200" y="26625"/>
                </a:lnTo>
                <a:lnTo>
                  <a:pt x="547275" y="26625"/>
                </a:lnTo>
                <a:lnTo>
                  <a:pt x="547275" y="26775"/>
                </a:lnTo>
                <a:lnTo>
                  <a:pt x="547425" y="27075"/>
                </a:lnTo>
                <a:lnTo>
                  <a:pt x="547425" y="27225"/>
                </a:lnTo>
                <a:lnTo>
                  <a:pt x="547500" y="27225"/>
                </a:lnTo>
                <a:lnTo>
                  <a:pt x="547500" y="27375"/>
                </a:lnTo>
                <a:lnTo>
                  <a:pt x="547575" y="27450"/>
                </a:lnTo>
                <a:lnTo>
                  <a:pt x="547575" y="27600"/>
                </a:lnTo>
                <a:lnTo>
                  <a:pt x="547650" y="27675"/>
                </a:lnTo>
                <a:lnTo>
                  <a:pt x="547650" y="27750"/>
                </a:lnTo>
                <a:lnTo>
                  <a:pt x="547725" y="27900"/>
                </a:lnTo>
                <a:lnTo>
                  <a:pt x="547725" y="28050"/>
                </a:lnTo>
                <a:lnTo>
                  <a:pt x="547875" y="28350"/>
                </a:lnTo>
                <a:lnTo>
                  <a:pt x="547875" y="28500"/>
                </a:lnTo>
                <a:lnTo>
                  <a:pt x="547950" y="28650"/>
                </a:lnTo>
                <a:lnTo>
                  <a:pt x="547950" y="28800"/>
                </a:lnTo>
                <a:lnTo>
                  <a:pt x="548025" y="28950"/>
                </a:lnTo>
                <a:lnTo>
                  <a:pt x="548025" y="29100"/>
                </a:lnTo>
                <a:lnTo>
                  <a:pt x="548100" y="29250"/>
                </a:lnTo>
                <a:lnTo>
                  <a:pt x="548100" y="29400"/>
                </a:lnTo>
                <a:lnTo>
                  <a:pt x="548175" y="29475"/>
                </a:lnTo>
                <a:lnTo>
                  <a:pt x="548175" y="29850"/>
                </a:lnTo>
                <a:lnTo>
                  <a:pt x="548250" y="29925"/>
                </a:lnTo>
                <a:lnTo>
                  <a:pt x="548250" y="30150"/>
                </a:lnTo>
                <a:lnTo>
                  <a:pt x="548325" y="30225"/>
                </a:lnTo>
                <a:lnTo>
                  <a:pt x="548325" y="30525"/>
                </a:lnTo>
                <a:lnTo>
                  <a:pt x="548400" y="30675"/>
                </a:lnTo>
                <a:lnTo>
                  <a:pt x="548400" y="31125"/>
                </a:lnTo>
                <a:lnTo>
                  <a:pt x="548475" y="31275"/>
                </a:lnTo>
                <a:lnTo>
                  <a:pt x="548475" y="31875"/>
                </a:lnTo>
                <a:lnTo>
                  <a:pt x="548550" y="32025"/>
                </a:lnTo>
                <a:lnTo>
                  <a:pt x="548550" y="34725"/>
                </a:lnTo>
                <a:lnTo>
                  <a:pt x="548475" y="34875"/>
                </a:lnTo>
                <a:lnTo>
                  <a:pt x="548475" y="35475"/>
                </a:lnTo>
                <a:lnTo>
                  <a:pt x="548400" y="35625"/>
                </a:lnTo>
                <a:lnTo>
                  <a:pt x="548400" y="36075"/>
                </a:lnTo>
                <a:lnTo>
                  <a:pt x="548325" y="36225"/>
                </a:lnTo>
                <a:lnTo>
                  <a:pt x="548325" y="36525"/>
                </a:lnTo>
                <a:lnTo>
                  <a:pt x="548250" y="36600"/>
                </a:lnTo>
                <a:lnTo>
                  <a:pt x="548250" y="36825"/>
                </a:lnTo>
                <a:lnTo>
                  <a:pt x="548175" y="36900"/>
                </a:lnTo>
                <a:lnTo>
                  <a:pt x="548175" y="37275"/>
                </a:lnTo>
                <a:lnTo>
                  <a:pt x="548100" y="37350"/>
                </a:lnTo>
                <a:lnTo>
                  <a:pt x="548100" y="37500"/>
                </a:lnTo>
                <a:lnTo>
                  <a:pt x="548025" y="37650"/>
                </a:lnTo>
                <a:lnTo>
                  <a:pt x="548025" y="37800"/>
                </a:lnTo>
                <a:lnTo>
                  <a:pt x="547950" y="37950"/>
                </a:lnTo>
                <a:lnTo>
                  <a:pt x="547950" y="38100"/>
                </a:lnTo>
                <a:lnTo>
                  <a:pt x="547875" y="38250"/>
                </a:lnTo>
                <a:lnTo>
                  <a:pt x="547875" y="38400"/>
                </a:lnTo>
                <a:lnTo>
                  <a:pt x="547725" y="38700"/>
                </a:lnTo>
                <a:lnTo>
                  <a:pt x="547725" y="38850"/>
                </a:lnTo>
                <a:lnTo>
                  <a:pt x="547650" y="39000"/>
                </a:lnTo>
                <a:lnTo>
                  <a:pt x="547650" y="39075"/>
                </a:lnTo>
                <a:lnTo>
                  <a:pt x="547575" y="39150"/>
                </a:lnTo>
                <a:lnTo>
                  <a:pt x="547575" y="39300"/>
                </a:lnTo>
                <a:lnTo>
                  <a:pt x="547500" y="39375"/>
                </a:lnTo>
                <a:lnTo>
                  <a:pt x="547500" y="39525"/>
                </a:lnTo>
                <a:lnTo>
                  <a:pt x="547425" y="39525"/>
                </a:lnTo>
                <a:lnTo>
                  <a:pt x="547425" y="39675"/>
                </a:lnTo>
                <a:lnTo>
                  <a:pt x="547275" y="39975"/>
                </a:lnTo>
                <a:lnTo>
                  <a:pt x="547275" y="40125"/>
                </a:lnTo>
                <a:lnTo>
                  <a:pt x="547200" y="40125"/>
                </a:lnTo>
                <a:lnTo>
                  <a:pt x="547200" y="40275"/>
                </a:lnTo>
                <a:lnTo>
                  <a:pt x="547050" y="40500"/>
                </a:lnTo>
                <a:lnTo>
                  <a:pt x="547050" y="40575"/>
                </a:lnTo>
                <a:lnTo>
                  <a:pt x="546975" y="40650"/>
                </a:lnTo>
                <a:lnTo>
                  <a:pt x="546975" y="40800"/>
                </a:lnTo>
                <a:lnTo>
                  <a:pt x="546900" y="40800"/>
                </a:lnTo>
                <a:lnTo>
                  <a:pt x="546900" y="40950"/>
                </a:lnTo>
                <a:lnTo>
                  <a:pt x="546675" y="41400"/>
                </a:lnTo>
                <a:lnTo>
                  <a:pt x="546600" y="41475"/>
                </a:lnTo>
                <a:lnTo>
                  <a:pt x="546600" y="41550"/>
                </a:lnTo>
                <a:lnTo>
                  <a:pt x="546525" y="41625"/>
                </a:lnTo>
                <a:lnTo>
                  <a:pt x="546300" y="42075"/>
                </a:lnTo>
                <a:lnTo>
                  <a:pt x="546225" y="42150"/>
                </a:lnTo>
                <a:lnTo>
                  <a:pt x="546225" y="42225"/>
                </a:lnTo>
                <a:lnTo>
                  <a:pt x="546150" y="42300"/>
                </a:lnTo>
                <a:lnTo>
                  <a:pt x="546150" y="42375"/>
                </a:lnTo>
                <a:lnTo>
                  <a:pt x="545850" y="42825"/>
                </a:lnTo>
                <a:lnTo>
                  <a:pt x="545850" y="42900"/>
                </a:lnTo>
                <a:lnTo>
                  <a:pt x="545775" y="42975"/>
                </a:lnTo>
                <a:lnTo>
                  <a:pt x="545700" y="42975"/>
                </a:lnTo>
                <a:lnTo>
                  <a:pt x="545250" y="43800"/>
                </a:lnTo>
                <a:lnTo>
                  <a:pt x="545175" y="43800"/>
                </a:lnTo>
                <a:lnTo>
                  <a:pt x="545100" y="43875"/>
                </a:lnTo>
                <a:lnTo>
                  <a:pt x="545100" y="43950"/>
                </a:lnTo>
                <a:lnTo>
                  <a:pt x="544950" y="44175"/>
                </a:lnTo>
                <a:lnTo>
                  <a:pt x="544725" y="44400"/>
                </a:lnTo>
                <a:lnTo>
                  <a:pt x="544650" y="44550"/>
                </a:lnTo>
                <a:lnTo>
                  <a:pt x="544425" y="44775"/>
                </a:lnTo>
                <a:lnTo>
                  <a:pt x="544350" y="44925"/>
                </a:lnTo>
                <a:lnTo>
                  <a:pt x="544200" y="45000"/>
                </a:lnTo>
                <a:lnTo>
                  <a:pt x="544200" y="45075"/>
                </a:lnTo>
                <a:lnTo>
                  <a:pt x="544050" y="45300"/>
                </a:lnTo>
                <a:lnTo>
                  <a:pt x="543975" y="45300"/>
                </a:lnTo>
                <a:lnTo>
                  <a:pt x="543825" y="45525"/>
                </a:lnTo>
                <a:lnTo>
                  <a:pt x="543750" y="45525"/>
                </a:lnTo>
                <a:lnTo>
                  <a:pt x="543675" y="45600"/>
                </a:lnTo>
                <a:lnTo>
                  <a:pt x="543675" y="45675"/>
                </a:lnTo>
                <a:lnTo>
                  <a:pt x="543600" y="45750"/>
                </a:lnTo>
                <a:lnTo>
                  <a:pt x="543525" y="45750"/>
                </a:lnTo>
                <a:lnTo>
                  <a:pt x="543450" y="45900"/>
                </a:lnTo>
                <a:lnTo>
                  <a:pt x="543375" y="45975"/>
                </a:lnTo>
                <a:lnTo>
                  <a:pt x="543300" y="45975"/>
                </a:lnTo>
                <a:lnTo>
                  <a:pt x="543225" y="46125"/>
                </a:lnTo>
                <a:lnTo>
                  <a:pt x="543150" y="46200"/>
                </a:lnTo>
                <a:lnTo>
                  <a:pt x="543075" y="46200"/>
                </a:lnTo>
                <a:lnTo>
                  <a:pt x="543000" y="46350"/>
                </a:lnTo>
                <a:lnTo>
                  <a:pt x="542850" y="46425"/>
                </a:lnTo>
                <a:lnTo>
                  <a:pt x="542775" y="46575"/>
                </a:lnTo>
                <a:lnTo>
                  <a:pt x="542625" y="46650"/>
                </a:lnTo>
                <a:lnTo>
                  <a:pt x="542550" y="46800"/>
                </a:lnTo>
                <a:lnTo>
                  <a:pt x="542475" y="46800"/>
                </a:lnTo>
                <a:lnTo>
                  <a:pt x="542250" y="47025"/>
                </a:lnTo>
                <a:lnTo>
                  <a:pt x="542100" y="47100"/>
                </a:lnTo>
                <a:lnTo>
                  <a:pt x="542025" y="47250"/>
                </a:lnTo>
                <a:lnTo>
                  <a:pt x="541725" y="47400"/>
                </a:lnTo>
                <a:lnTo>
                  <a:pt x="541725" y="47475"/>
                </a:lnTo>
                <a:lnTo>
                  <a:pt x="541650" y="47550"/>
                </a:lnTo>
                <a:lnTo>
                  <a:pt x="541575" y="47550"/>
                </a:lnTo>
                <a:lnTo>
                  <a:pt x="541350" y="47775"/>
                </a:lnTo>
                <a:lnTo>
                  <a:pt x="541050" y="47925"/>
                </a:lnTo>
                <a:lnTo>
                  <a:pt x="541050" y="48000"/>
                </a:lnTo>
                <a:lnTo>
                  <a:pt x="540975" y="48075"/>
                </a:lnTo>
                <a:lnTo>
                  <a:pt x="540900" y="48075"/>
                </a:lnTo>
                <a:lnTo>
                  <a:pt x="540825" y="48150"/>
                </a:lnTo>
                <a:lnTo>
                  <a:pt x="540750" y="48150"/>
                </a:lnTo>
                <a:lnTo>
                  <a:pt x="540675" y="48225"/>
                </a:lnTo>
                <a:lnTo>
                  <a:pt x="540675" y="48300"/>
                </a:lnTo>
                <a:lnTo>
                  <a:pt x="540225" y="48525"/>
                </a:lnTo>
                <a:lnTo>
                  <a:pt x="540225" y="48600"/>
                </a:lnTo>
                <a:lnTo>
                  <a:pt x="539625" y="48900"/>
                </a:lnTo>
                <a:lnTo>
                  <a:pt x="539625" y="48975"/>
                </a:lnTo>
                <a:lnTo>
                  <a:pt x="538725" y="49425"/>
                </a:lnTo>
                <a:lnTo>
                  <a:pt x="538725" y="49500"/>
                </a:lnTo>
                <a:lnTo>
                  <a:pt x="538425" y="49650"/>
                </a:lnTo>
                <a:lnTo>
                  <a:pt x="538350" y="49650"/>
                </a:lnTo>
                <a:lnTo>
                  <a:pt x="538125" y="49800"/>
                </a:lnTo>
                <a:lnTo>
                  <a:pt x="538050" y="49800"/>
                </a:lnTo>
                <a:lnTo>
                  <a:pt x="537450" y="50100"/>
                </a:lnTo>
                <a:lnTo>
                  <a:pt x="537375" y="50100"/>
                </a:lnTo>
                <a:lnTo>
                  <a:pt x="537300" y="50175"/>
                </a:lnTo>
                <a:lnTo>
                  <a:pt x="537225" y="50175"/>
                </a:lnTo>
                <a:lnTo>
                  <a:pt x="536625" y="50475"/>
                </a:lnTo>
                <a:lnTo>
                  <a:pt x="536550" y="50475"/>
                </a:lnTo>
                <a:lnTo>
                  <a:pt x="535575" y="50925"/>
                </a:lnTo>
                <a:lnTo>
                  <a:pt x="535350" y="50925"/>
                </a:lnTo>
                <a:lnTo>
                  <a:pt x="535350" y="51000"/>
                </a:lnTo>
                <a:lnTo>
                  <a:pt x="535125" y="51000"/>
                </a:lnTo>
                <a:lnTo>
                  <a:pt x="534825" y="51150"/>
                </a:lnTo>
                <a:lnTo>
                  <a:pt x="534600" y="51225"/>
                </a:lnTo>
                <a:lnTo>
                  <a:pt x="534450" y="51225"/>
                </a:lnTo>
                <a:lnTo>
                  <a:pt x="534450" y="51300"/>
                </a:lnTo>
                <a:lnTo>
                  <a:pt x="534225" y="51300"/>
                </a:lnTo>
                <a:lnTo>
                  <a:pt x="533925" y="51450"/>
                </a:lnTo>
                <a:lnTo>
                  <a:pt x="533700" y="51450"/>
                </a:lnTo>
                <a:lnTo>
                  <a:pt x="533325" y="51600"/>
                </a:lnTo>
                <a:lnTo>
                  <a:pt x="533100" y="51600"/>
                </a:lnTo>
                <a:lnTo>
                  <a:pt x="533100" y="51675"/>
                </a:lnTo>
                <a:lnTo>
                  <a:pt x="532875" y="51675"/>
                </a:lnTo>
                <a:lnTo>
                  <a:pt x="532725" y="51750"/>
                </a:lnTo>
                <a:lnTo>
                  <a:pt x="532500" y="51750"/>
                </a:lnTo>
                <a:lnTo>
                  <a:pt x="532350" y="51825"/>
                </a:lnTo>
                <a:lnTo>
                  <a:pt x="532125" y="51825"/>
                </a:lnTo>
                <a:lnTo>
                  <a:pt x="532125" y="51900"/>
                </a:lnTo>
                <a:lnTo>
                  <a:pt x="531900" y="51900"/>
                </a:lnTo>
                <a:lnTo>
                  <a:pt x="531750" y="51975"/>
                </a:lnTo>
                <a:lnTo>
                  <a:pt x="531525" y="51975"/>
                </a:lnTo>
                <a:lnTo>
                  <a:pt x="531375" y="52050"/>
                </a:lnTo>
                <a:lnTo>
                  <a:pt x="530925" y="52050"/>
                </a:lnTo>
                <a:lnTo>
                  <a:pt x="530925" y="52125"/>
                </a:lnTo>
                <a:lnTo>
                  <a:pt x="530550" y="52125"/>
                </a:lnTo>
                <a:lnTo>
                  <a:pt x="530325" y="52200"/>
                </a:lnTo>
                <a:lnTo>
                  <a:pt x="530100" y="52200"/>
                </a:lnTo>
                <a:lnTo>
                  <a:pt x="529950" y="52275"/>
                </a:lnTo>
                <a:lnTo>
                  <a:pt x="529500" y="52275"/>
                </a:lnTo>
                <a:lnTo>
                  <a:pt x="529275" y="52350"/>
                </a:lnTo>
                <a:lnTo>
                  <a:pt x="528600" y="52350"/>
                </a:lnTo>
                <a:lnTo>
                  <a:pt x="528600" y="52500"/>
                </a:lnTo>
                <a:lnTo>
                  <a:pt x="522900" y="52500"/>
                </a:lnTo>
                <a:lnTo>
                  <a:pt x="522900" y="0"/>
                </a:lnTo>
                <a:lnTo>
                  <a:pt x="528600" y="0"/>
                </a:lnTo>
                <a:close/>
                <a:moveTo>
                  <a:pt x="528750" y="47100"/>
                </a:moveTo>
                <a:lnTo>
                  <a:pt x="528975" y="47025"/>
                </a:lnTo>
                <a:lnTo>
                  <a:pt x="529425" y="47025"/>
                </a:lnTo>
                <a:lnTo>
                  <a:pt x="529575" y="46950"/>
                </a:lnTo>
                <a:lnTo>
                  <a:pt x="529950" y="46950"/>
                </a:lnTo>
                <a:lnTo>
                  <a:pt x="530100" y="46875"/>
                </a:lnTo>
                <a:lnTo>
                  <a:pt x="530250" y="46875"/>
                </a:lnTo>
                <a:lnTo>
                  <a:pt x="530400" y="46800"/>
                </a:lnTo>
                <a:lnTo>
                  <a:pt x="530700" y="46800"/>
                </a:lnTo>
                <a:lnTo>
                  <a:pt x="530850" y="46725"/>
                </a:lnTo>
                <a:lnTo>
                  <a:pt x="531000" y="46725"/>
                </a:lnTo>
                <a:lnTo>
                  <a:pt x="531150" y="46650"/>
                </a:lnTo>
                <a:lnTo>
                  <a:pt x="531300" y="46650"/>
                </a:lnTo>
                <a:lnTo>
                  <a:pt x="531450" y="46575"/>
                </a:lnTo>
                <a:lnTo>
                  <a:pt x="531600" y="46575"/>
                </a:lnTo>
                <a:lnTo>
                  <a:pt x="531750" y="46500"/>
                </a:lnTo>
                <a:lnTo>
                  <a:pt x="531900" y="46500"/>
                </a:lnTo>
                <a:lnTo>
                  <a:pt x="532050" y="46425"/>
                </a:lnTo>
                <a:lnTo>
                  <a:pt x="532200" y="46425"/>
                </a:lnTo>
                <a:lnTo>
                  <a:pt x="532350" y="46350"/>
                </a:lnTo>
                <a:lnTo>
                  <a:pt x="532500" y="46350"/>
                </a:lnTo>
                <a:lnTo>
                  <a:pt x="532650" y="46275"/>
                </a:lnTo>
                <a:lnTo>
                  <a:pt x="532800" y="46275"/>
                </a:lnTo>
                <a:lnTo>
                  <a:pt x="533025" y="46125"/>
                </a:lnTo>
                <a:lnTo>
                  <a:pt x="533175" y="46125"/>
                </a:lnTo>
                <a:lnTo>
                  <a:pt x="533325" y="46050"/>
                </a:lnTo>
                <a:lnTo>
                  <a:pt x="533475" y="46050"/>
                </a:lnTo>
                <a:lnTo>
                  <a:pt x="533550" y="45975"/>
                </a:lnTo>
                <a:lnTo>
                  <a:pt x="533700" y="45900"/>
                </a:lnTo>
                <a:lnTo>
                  <a:pt x="533850" y="45900"/>
                </a:lnTo>
                <a:lnTo>
                  <a:pt x="534225" y="45675"/>
                </a:lnTo>
                <a:lnTo>
                  <a:pt x="534375" y="45675"/>
                </a:lnTo>
                <a:lnTo>
                  <a:pt x="534600" y="45525"/>
                </a:lnTo>
                <a:lnTo>
                  <a:pt x="534750" y="45525"/>
                </a:lnTo>
                <a:lnTo>
                  <a:pt x="535200" y="45225"/>
                </a:lnTo>
                <a:lnTo>
                  <a:pt x="535350" y="45225"/>
                </a:lnTo>
                <a:lnTo>
                  <a:pt x="535650" y="45000"/>
                </a:lnTo>
                <a:lnTo>
                  <a:pt x="536025" y="44850"/>
                </a:lnTo>
                <a:lnTo>
                  <a:pt x="536550" y="44475"/>
                </a:lnTo>
                <a:lnTo>
                  <a:pt x="536925" y="44325"/>
                </a:lnTo>
                <a:lnTo>
                  <a:pt x="537075" y="44175"/>
                </a:lnTo>
                <a:lnTo>
                  <a:pt x="537225" y="44100"/>
                </a:lnTo>
                <a:lnTo>
                  <a:pt x="537375" y="43950"/>
                </a:lnTo>
                <a:lnTo>
                  <a:pt x="537825" y="43650"/>
                </a:lnTo>
                <a:lnTo>
                  <a:pt x="538050" y="43425"/>
                </a:lnTo>
                <a:lnTo>
                  <a:pt x="538200" y="43350"/>
                </a:lnTo>
                <a:lnTo>
                  <a:pt x="538500" y="43050"/>
                </a:lnTo>
                <a:lnTo>
                  <a:pt x="538650" y="42975"/>
                </a:lnTo>
                <a:lnTo>
                  <a:pt x="538800" y="42825"/>
                </a:lnTo>
                <a:lnTo>
                  <a:pt x="538875" y="42675"/>
                </a:lnTo>
                <a:lnTo>
                  <a:pt x="539250" y="42300"/>
                </a:lnTo>
                <a:lnTo>
                  <a:pt x="539400" y="42225"/>
                </a:lnTo>
                <a:lnTo>
                  <a:pt x="539550" y="42075"/>
                </a:lnTo>
                <a:lnTo>
                  <a:pt x="539625" y="41925"/>
                </a:lnTo>
                <a:lnTo>
                  <a:pt x="540000" y="41550"/>
                </a:lnTo>
                <a:lnTo>
                  <a:pt x="540150" y="41325"/>
                </a:lnTo>
                <a:lnTo>
                  <a:pt x="540150" y="41250"/>
                </a:lnTo>
                <a:lnTo>
                  <a:pt x="540300" y="41100"/>
                </a:lnTo>
                <a:lnTo>
                  <a:pt x="540375" y="40950"/>
                </a:lnTo>
                <a:lnTo>
                  <a:pt x="540600" y="40725"/>
                </a:lnTo>
                <a:lnTo>
                  <a:pt x="540675" y="40575"/>
                </a:lnTo>
                <a:lnTo>
                  <a:pt x="540675" y="40500"/>
                </a:lnTo>
                <a:lnTo>
                  <a:pt x="540825" y="40350"/>
                </a:lnTo>
                <a:lnTo>
                  <a:pt x="540975" y="40125"/>
                </a:lnTo>
                <a:lnTo>
                  <a:pt x="540975" y="40050"/>
                </a:lnTo>
                <a:lnTo>
                  <a:pt x="541200" y="39750"/>
                </a:lnTo>
                <a:lnTo>
                  <a:pt x="541200" y="39675"/>
                </a:lnTo>
                <a:lnTo>
                  <a:pt x="541275" y="39525"/>
                </a:lnTo>
                <a:lnTo>
                  <a:pt x="541425" y="39375"/>
                </a:lnTo>
                <a:lnTo>
                  <a:pt x="541425" y="39300"/>
                </a:lnTo>
                <a:lnTo>
                  <a:pt x="541575" y="39075"/>
                </a:lnTo>
                <a:lnTo>
                  <a:pt x="541650" y="38775"/>
                </a:lnTo>
                <a:lnTo>
                  <a:pt x="541725" y="38700"/>
                </a:lnTo>
                <a:lnTo>
                  <a:pt x="541800" y="38550"/>
                </a:lnTo>
                <a:lnTo>
                  <a:pt x="541800" y="38475"/>
                </a:lnTo>
                <a:lnTo>
                  <a:pt x="541875" y="38400"/>
                </a:lnTo>
                <a:lnTo>
                  <a:pt x="541875" y="38250"/>
                </a:lnTo>
                <a:lnTo>
                  <a:pt x="541950" y="38175"/>
                </a:lnTo>
                <a:lnTo>
                  <a:pt x="542025" y="38025"/>
                </a:lnTo>
                <a:lnTo>
                  <a:pt x="542025" y="37950"/>
                </a:lnTo>
                <a:lnTo>
                  <a:pt x="542100" y="37875"/>
                </a:lnTo>
                <a:lnTo>
                  <a:pt x="542100" y="37725"/>
                </a:lnTo>
                <a:lnTo>
                  <a:pt x="542175" y="37650"/>
                </a:lnTo>
                <a:lnTo>
                  <a:pt x="542175" y="37425"/>
                </a:lnTo>
                <a:lnTo>
                  <a:pt x="542250" y="37350"/>
                </a:lnTo>
                <a:lnTo>
                  <a:pt x="542250" y="37200"/>
                </a:lnTo>
                <a:lnTo>
                  <a:pt x="542325" y="37125"/>
                </a:lnTo>
                <a:lnTo>
                  <a:pt x="542325" y="37050"/>
                </a:lnTo>
                <a:lnTo>
                  <a:pt x="542400" y="36900"/>
                </a:lnTo>
                <a:lnTo>
                  <a:pt x="542400" y="36675"/>
                </a:lnTo>
                <a:lnTo>
                  <a:pt x="542475" y="36600"/>
                </a:lnTo>
                <a:lnTo>
                  <a:pt x="542475" y="36375"/>
                </a:lnTo>
                <a:lnTo>
                  <a:pt x="542550" y="36300"/>
                </a:lnTo>
                <a:lnTo>
                  <a:pt x="542550" y="36075"/>
                </a:lnTo>
                <a:lnTo>
                  <a:pt x="542625" y="36000"/>
                </a:lnTo>
                <a:lnTo>
                  <a:pt x="542625" y="35775"/>
                </a:lnTo>
                <a:lnTo>
                  <a:pt x="542700" y="35625"/>
                </a:lnTo>
                <a:lnTo>
                  <a:pt x="542700" y="35250"/>
                </a:lnTo>
                <a:lnTo>
                  <a:pt x="542775" y="35100"/>
                </a:lnTo>
                <a:lnTo>
                  <a:pt x="542775" y="34650"/>
                </a:lnTo>
                <a:lnTo>
                  <a:pt x="542850" y="34575"/>
                </a:lnTo>
                <a:lnTo>
                  <a:pt x="542850" y="32175"/>
                </a:lnTo>
                <a:lnTo>
                  <a:pt x="542775" y="32100"/>
                </a:lnTo>
                <a:lnTo>
                  <a:pt x="542775" y="31650"/>
                </a:lnTo>
                <a:lnTo>
                  <a:pt x="542700" y="31500"/>
                </a:lnTo>
                <a:lnTo>
                  <a:pt x="542700" y="31125"/>
                </a:lnTo>
                <a:lnTo>
                  <a:pt x="542625" y="30975"/>
                </a:lnTo>
                <a:lnTo>
                  <a:pt x="542625" y="30750"/>
                </a:lnTo>
                <a:lnTo>
                  <a:pt x="542550" y="30675"/>
                </a:lnTo>
                <a:lnTo>
                  <a:pt x="542550" y="30450"/>
                </a:lnTo>
                <a:lnTo>
                  <a:pt x="542475" y="30375"/>
                </a:lnTo>
                <a:lnTo>
                  <a:pt x="542475" y="30150"/>
                </a:lnTo>
                <a:lnTo>
                  <a:pt x="542400" y="30075"/>
                </a:lnTo>
                <a:lnTo>
                  <a:pt x="542400" y="29850"/>
                </a:lnTo>
                <a:lnTo>
                  <a:pt x="542325" y="29700"/>
                </a:lnTo>
                <a:lnTo>
                  <a:pt x="542325" y="29625"/>
                </a:lnTo>
                <a:lnTo>
                  <a:pt x="542250" y="29550"/>
                </a:lnTo>
                <a:lnTo>
                  <a:pt x="542250" y="29400"/>
                </a:lnTo>
                <a:lnTo>
                  <a:pt x="542175" y="29325"/>
                </a:lnTo>
                <a:lnTo>
                  <a:pt x="542175" y="29100"/>
                </a:lnTo>
                <a:lnTo>
                  <a:pt x="542100" y="29025"/>
                </a:lnTo>
                <a:lnTo>
                  <a:pt x="542100" y="28875"/>
                </a:lnTo>
                <a:lnTo>
                  <a:pt x="542025" y="28800"/>
                </a:lnTo>
                <a:lnTo>
                  <a:pt x="542025" y="28725"/>
                </a:lnTo>
                <a:lnTo>
                  <a:pt x="541875" y="28500"/>
                </a:lnTo>
                <a:lnTo>
                  <a:pt x="541875" y="28350"/>
                </a:lnTo>
                <a:lnTo>
                  <a:pt x="541800" y="28275"/>
                </a:lnTo>
                <a:lnTo>
                  <a:pt x="541800" y="28200"/>
                </a:lnTo>
                <a:lnTo>
                  <a:pt x="541650" y="27975"/>
                </a:lnTo>
                <a:lnTo>
                  <a:pt x="541575" y="27675"/>
                </a:lnTo>
                <a:lnTo>
                  <a:pt x="541500" y="27600"/>
                </a:lnTo>
                <a:lnTo>
                  <a:pt x="541425" y="27450"/>
                </a:lnTo>
                <a:lnTo>
                  <a:pt x="541425" y="27375"/>
                </a:lnTo>
                <a:lnTo>
                  <a:pt x="541275" y="27225"/>
                </a:lnTo>
                <a:lnTo>
                  <a:pt x="541200" y="27075"/>
                </a:lnTo>
                <a:lnTo>
                  <a:pt x="541200" y="27000"/>
                </a:lnTo>
                <a:lnTo>
                  <a:pt x="540975" y="26700"/>
                </a:lnTo>
                <a:lnTo>
                  <a:pt x="540975" y="26625"/>
                </a:lnTo>
                <a:lnTo>
                  <a:pt x="540825" y="26400"/>
                </a:lnTo>
                <a:lnTo>
                  <a:pt x="540675" y="26250"/>
                </a:lnTo>
                <a:lnTo>
                  <a:pt x="540675" y="26175"/>
                </a:lnTo>
                <a:lnTo>
                  <a:pt x="540600" y="26025"/>
                </a:lnTo>
                <a:lnTo>
                  <a:pt x="540375" y="25800"/>
                </a:lnTo>
                <a:lnTo>
                  <a:pt x="540300" y="25650"/>
                </a:lnTo>
                <a:lnTo>
                  <a:pt x="540150" y="25500"/>
                </a:lnTo>
                <a:lnTo>
                  <a:pt x="540150" y="25425"/>
                </a:lnTo>
                <a:lnTo>
                  <a:pt x="540000" y="25200"/>
                </a:lnTo>
                <a:lnTo>
                  <a:pt x="539625" y="24825"/>
                </a:lnTo>
                <a:lnTo>
                  <a:pt x="539550" y="24675"/>
                </a:lnTo>
                <a:lnTo>
                  <a:pt x="539400" y="24525"/>
                </a:lnTo>
                <a:lnTo>
                  <a:pt x="539250" y="24450"/>
                </a:lnTo>
                <a:lnTo>
                  <a:pt x="538875" y="24075"/>
                </a:lnTo>
                <a:lnTo>
                  <a:pt x="538800" y="23925"/>
                </a:lnTo>
                <a:lnTo>
                  <a:pt x="538650" y="23775"/>
                </a:lnTo>
                <a:lnTo>
                  <a:pt x="538500" y="23700"/>
                </a:lnTo>
                <a:lnTo>
                  <a:pt x="538200" y="23400"/>
                </a:lnTo>
                <a:lnTo>
                  <a:pt x="538050" y="23325"/>
                </a:lnTo>
                <a:lnTo>
                  <a:pt x="537825" y="23100"/>
                </a:lnTo>
                <a:lnTo>
                  <a:pt x="537675" y="23025"/>
                </a:lnTo>
                <a:lnTo>
                  <a:pt x="537525" y="22875"/>
                </a:lnTo>
                <a:lnTo>
                  <a:pt x="537375" y="22800"/>
                </a:lnTo>
                <a:lnTo>
                  <a:pt x="536925" y="22425"/>
                </a:lnTo>
                <a:lnTo>
                  <a:pt x="536550" y="22275"/>
                </a:lnTo>
                <a:lnTo>
                  <a:pt x="536025" y="21900"/>
                </a:lnTo>
                <a:lnTo>
                  <a:pt x="535650" y="21750"/>
                </a:lnTo>
                <a:lnTo>
                  <a:pt x="535350" y="21525"/>
                </a:lnTo>
                <a:lnTo>
                  <a:pt x="535200" y="21525"/>
                </a:lnTo>
                <a:lnTo>
                  <a:pt x="534750" y="21225"/>
                </a:lnTo>
                <a:lnTo>
                  <a:pt x="534600" y="21225"/>
                </a:lnTo>
                <a:lnTo>
                  <a:pt x="534375" y="21075"/>
                </a:lnTo>
                <a:lnTo>
                  <a:pt x="534225" y="21075"/>
                </a:lnTo>
                <a:lnTo>
                  <a:pt x="533850" y="20850"/>
                </a:lnTo>
                <a:lnTo>
                  <a:pt x="533700" y="20850"/>
                </a:lnTo>
                <a:lnTo>
                  <a:pt x="533475" y="20700"/>
                </a:lnTo>
                <a:lnTo>
                  <a:pt x="533325" y="20700"/>
                </a:lnTo>
                <a:lnTo>
                  <a:pt x="533175" y="20625"/>
                </a:lnTo>
                <a:lnTo>
                  <a:pt x="533025" y="20625"/>
                </a:lnTo>
                <a:lnTo>
                  <a:pt x="532800" y="20475"/>
                </a:lnTo>
                <a:lnTo>
                  <a:pt x="532650" y="20475"/>
                </a:lnTo>
                <a:lnTo>
                  <a:pt x="532500" y="20400"/>
                </a:lnTo>
                <a:lnTo>
                  <a:pt x="532350" y="20400"/>
                </a:lnTo>
                <a:lnTo>
                  <a:pt x="532200" y="20325"/>
                </a:lnTo>
                <a:lnTo>
                  <a:pt x="532050" y="20325"/>
                </a:lnTo>
                <a:lnTo>
                  <a:pt x="531900" y="20250"/>
                </a:lnTo>
                <a:lnTo>
                  <a:pt x="531750" y="20250"/>
                </a:lnTo>
                <a:lnTo>
                  <a:pt x="531600" y="20175"/>
                </a:lnTo>
                <a:lnTo>
                  <a:pt x="531450" y="20175"/>
                </a:lnTo>
                <a:lnTo>
                  <a:pt x="531300" y="20100"/>
                </a:lnTo>
                <a:lnTo>
                  <a:pt x="531150" y="20100"/>
                </a:lnTo>
                <a:lnTo>
                  <a:pt x="531000" y="20025"/>
                </a:lnTo>
                <a:lnTo>
                  <a:pt x="530850" y="20025"/>
                </a:lnTo>
                <a:lnTo>
                  <a:pt x="530700" y="19950"/>
                </a:lnTo>
                <a:lnTo>
                  <a:pt x="530400" y="19950"/>
                </a:lnTo>
                <a:lnTo>
                  <a:pt x="530250" y="19875"/>
                </a:lnTo>
                <a:lnTo>
                  <a:pt x="530100" y="19875"/>
                </a:lnTo>
                <a:lnTo>
                  <a:pt x="529950" y="19800"/>
                </a:lnTo>
                <a:lnTo>
                  <a:pt x="529575" y="19800"/>
                </a:lnTo>
                <a:lnTo>
                  <a:pt x="529425" y="19725"/>
                </a:lnTo>
                <a:lnTo>
                  <a:pt x="528975" y="19725"/>
                </a:lnTo>
                <a:lnTo>
                  <a:pt x="528750" y="19650"/>
                </a:lnTo>
                <a:lnTo>
                  <a:pt x="528600" y="19650"/>
                </a:lnTo>
                <a:lnTo>
                  <a:pt x="528600" y="47100"/>
                </a:lnTo>
                <a:close/>
                <a:moveTo>
                  <a:pt x="589725" y="47250"/>
                </a:moveTo>
                <a:lnTo>
                  <a:pt x="589725" y="47175"/>
                </a:lnTo>
                <a:lnTo>
                  <a:pt x="589575" y="47025"/>
                </a:lnTo>
                <a:lnTo>
                  <a:pt x="589500" y="46800"/>
                </a:lnTo>
                <a:lnTo>
                  <a:pt x="589350" y="46575"/>
                </a:lnTo>
                <a:lnTo>
                  <a:pt x="589200" y="46425"/>
                </a:lnTo>
                <a:lnTo>
                  <a:pt x="588975" y="46050"/>
                </a:lnTo>
                <a:lnTo>
                  <a:pt x="588900" y="45825"/>
                </a:lnTo>
                <a:lnTo>
                  <a:pt x="588750" y="45675"/>
                </a:lnTo>
                <a:lnTo>
                  <a:pt x="587700" y="43950"/>
                </a:lnTo>
                <a:lnTo>
                  <a:pt x="587550" y="43725"/>
                </a:lnTo>
                <a:lnTo>
                  <a:pt x="587400" y="43575"/>
                </a:lnTo>
                <a:lnTo>
                  <a:pt x="587325" y="43350"/>
                </a:lnTo>
                <a:lnTo>
                  <a:pt x="587175" y="43200"/>
                </a:lnTo>
                <a:lnTo>
                  <a:pt x="587100" y="42975"/>
                </a:lnTo>
                <a:lnTo>
                  <a:pt x="586950" y="42825"/>
                </a:lnTo>
                <a:lnTo>
                  <a:pt x="586875" y="42600"/>
                </a:lnTo>
                <a:lnTo>
                  <a:pt x="586575" y="42225"/>
                </a:lnTo>
                <a:lnTo>
                  <a:pt x="586350" y="41850"/>
                </a:lnTo>
                <a:lnTo>
                  <a:pt x="586275" y="41625"/>
                </a:lnTo>
                <a:lnTo>
                  <a:pt x="586125" y="41475"/>
                </a:lnTo>
                <a:lnTo>
                  <a:pt x="585975" y="41250"/>
                </a:lnTo>
                <a:lnTo>
                  <a:pt x="584850" y="39375"/>
                </a:lnTo>
                <a:lnTo>
                  <a:pt x="584700" y="39150"/>
                </a:lnTo>
                <a:lnTo>
                  <a:pt x="584550" y="39000"/>
                </a:lnTo>
                <a:lnTo>
                  <a:pt x="584475" y="38775"/>
                </a:lnTo>
                <a:lnTo>
                  <a:pt x="584325" y="38625"/>
                </a:lnTo>
                <a:lnTo>
                  <a:pt x="584250" y="38400"/>
                </a:lnTo>
                <a:lnTo>
                  <a:pt x="584100" y="38250"/>
                </a:lnTo>
                <a:lnTo>
                  <a:pt x="583950" y="38025"/>
                </a:lnTo>
                <a:lnTo>
                  <a:pt x="583875" y="37800"/>
                </a:lnTo>
                <a:lnTo>
                  <a:pt x="583725" y="37650"/>
                </a:lnTo>
                <a:lnTo>
                  <a:pt x="583650" y="37425"/>
                </a:lnTo>
                <a:lnTo>
                  <a:pt x="583500" y="37275"/>
                </a:lnTo>
                <a:lnTo>
                  <a:pt x="583350" y="37050"/>
                </a:lnTo>
                <a:lnTo>
                  <a:pt x="582075" y="34950"/>
                </a:lnTo>
                <a:lnTo>
                  <a:pt x="581925" y="34800"/>
                </a:lnTo>
                <a:lnTo>
                  <a:pt x="581850" y="34575"/>
                </a:lnTo>
                <a:lnTo>
                  <a:pt x="581700" y="34425"/>
                </a:lnTo>
                <a:lnTo>
                  <a:pt x="581625" y="34200"/>
                </a:lnTo>
                <a:lnTo>
                  <a:pt x="581475" y="34050"/>
                </a:lnTo>
                <a:lnTo>
                  <a:pt x="581325" y="33825"/>
                </a:lnTo>
                <a:lnTo>
                  <a:pt x="581250" y="33600"/>
                </a:lnTo>
                <a:lnTo>
                  <a:pt x="580725" y="32850"/>
                </a:lnTo>
                <a:lnTo>
                  <a:pt x="579600" y="30975"/>
                </a:lnTo>
                <a:lnTo>
                  <a:pt x="579450" y="30750"/>
                </a:lnTo>
                <a:lnTo>
                  <a:pt x="579300" y="30600"/>
                </a:lnTo>
                <a:lnTo>
                  <a:pt x="579075" y="30225"/>
                </a:lnTo>
                <a:lnTo>
                  <a:pt x="579000" y="30000"/>
                </a:lnTo>
                <a:lnTo>
                  <a:pt x="578850" y="29850"/>
                </a:lnTo>
                <a:lnTo>
                  <a:pt x="578475" y="29250"/>
                </a:lnTo>
                <a:lnTo>
                  <a:pt x="578400" y="29025"/>
                </a:lnTo>
                <a:lnTo>
                  <a:pt x="578250" y="28875"/>
                </a:lnTo>
                <a:lnTo>
                  <a:pt x="577575" y="27750"/>
                </a:lnTo>
                <a:lnTo>
                  <a:pt x="577425" y="27525"/>
                </a:lnTo>
                <a:lnTo>
                  <a:pt x="577275" y="27375"/>
                </a:lnTo>
                <a:lnTo>
                  <a:pt x="577200" y="27150"/>
                </a:lnTo>
                <a:lnTo>
                  <a:pt x="576825" y="26550"/>
                </a:lnTo>
                <a:lnTo>
                  <a:pt x="576675" y="26400"/>
                </a:lnTo>
                <a:lnTo>
                  <a:pt x="576600" y="26175"/>
                </a:lnTo>
                <a:lnTo>
                  <a:pt x="576450" y="26025"/>
                </a:lnTo>
                <a:lnTo>
                  <a:pt x="576375" y="25800"/>
                </a:lnTo>
                <a:lnTo>
                  <a:pt x="576225" y="25650"/>
                </a:lnTo>
                <a:lnTo>
                  <a:pt x="575850" y="25050"/>
                </a:lnTo>
                <a:lnTo>
                  <a:pt x="575775" y="24825"/>
                </a:lnTo>
                <a:lnTo>
                  <a:pt x="575625" y="24675"/>
                </a:lnTo>
                <a:lnTo>
                  <a:pt x="575550" y="24450"/>
                </a:lnTo>
                <a:lnTo>
                  <a:pt x="575400" y="24300"/>
                </a:lnTo>
                <a:lnTo>
                  <a:pt x="574950" y="23550"/>
                </a:lnTo>
                <a:lnTo>
                  <a:pt x="574800" y="23325"/>
                </a:lnTo>
                <a:lnTo>
                  <a:pt x="574650" y="23175"/>
                </a:lnTo>
                <a:lnTo>
                  <a:pt x="574575" y="22950"/>
                </a:lnTo>
                <a:lnTo>
                  <a:pt x="574425" y="22800"/>
                </a:lnTo>
                <a:lnTo>
                  <a:pt x="574350" y="22575"/>
                </a:lnTo>
                <a:lnTo>
                  <a:pt x="574200" y="22350"/>
                </a:lnTo>
                <a:lnTo>
                  <a:pt x="574050" y="22200"/>
                </a:lnTo>
                <a:lnTo>
                  <a:pt x="573975" y="21975"/>
                </a:lnTo>
                <a:lnTo>
                  <a:pt x="573825" y="21825"/>
                </a:lnTo>
                <a:lnTo>
                  <a:pt x="573750" y="21600"/>
                </a:lnTo>
                <a:lnTo>
                  <a:pt x="573600" y="21450"/>
                </a:lnTo>
                <a:lnTo>
                  <a:pt x="573525" y="21225"/>
                </a:lnTo>
                <a:lnTo>
                  <a:pt x="573375" y="21075"/>
                </a:lnTo>
                <a:lnTo>
                  <a:pt x="573225" y="20850"/>
                </a:lnTo>
                <a:lnTo>
                  <a:pt x="572925" y="20250"/>
                </a:lnTo>
                <a:lnTo>
                  <a:pt x="572775" y="20100"/>
                </a:lnTo>
                <a:lnTo>
                  <a:pt x="572325" y="19350"/>
                </a:lnTo>
                <a:lnTo>
                  <a:pt x="572025" y="18975"/>
                </a:lnTo>
                <a:lnTo>
                  <a:pt x="571950" y="18750"/>
                </a:lnTo>
                <a:lnTo>
                  <a:pt x="571800" y="18600"/>
                </a:lnTo>
                <a:lnTo>
                  <a:pt x="571725" y="18375"/>
                </a:lnTo>
                <a:lnTo>
                  <a:pt x="571575" y="18150"/>
                </a:lnTo>
                <a:lnTo>
                  <a:pt x="571275" y="17550"/>
                </a:lnTo>
                <a:lnTo>
                  <a:pt x="571200" y="17250"/>
                </a:lnTo>
                <a:lnTo>
                  <a:pt x="571200" y="16500"/>
                </a:lnTo>
                <a:lnTo>
                  <a:pt x="571275" y="16200"/>
                </a:lnTo>
                <a:lnTo>
                  <a:pt x="571575" y="15525"/>
                </a:lnTo>
                <a:lnTo>
                  <a:pt x="571800" y="15300"/>
                </a:lnTo>
                <a:lnTo>
                  <a:pt x="572025" y="15000"/>
                </a:lnTo>
                <a:lnTo>
                  <a:pt x="572325" y="14775"/>
                </a:lnTo>
                <a:lnTo>
                  <a:pt x="573300" y="14325"/>
                </a:lnTo>
                <a:lnTo>
                  <a:pt x="573675" y="14250"/>
                </a:lnTo>
                <a:lnTo>
                  <a:pt x="595425" y="14250"/>
                </a:lnTo>
                <a:lnTo>
                  <a:pt x="595800" y="14325"/>
                </a:lnTo>
                <a:lnTo>
                  <a:pt x="596775" y="14775"/>
                </a:lnTo>
                <a:lnTo>
                  <a:pt x="597075" y="15000"/>
                </a:lnTo>
                <a:lnTo>
                  <a:pt x="597300" y="15300"/>
                </a:lnTo>
                <a:lnTo>
                  <a:pt x="597525" y="15525"/>
                </a:lnTo>
                <a:lnTo>
                  <a:pt x="597825" y="16200"/>
                </a:lnTo>
                <a:lnTo>
                  <a:pt x="597900" y="16500"/>
                </a:lnTo>
                <a:lnTo>
                  <a:pt x="597900" y="21375"/>
                </a:lnTo>
                <a:lnTo>
                  <a:pt x="592200" y="21375"/>
                </a:lnTo>
                <a:lnTo>
                  <a:pt x="592200" y="19500"/>
                </a:lnTo>
                <a:lnTo>
                  <a:pt x="579000" y="19500"/>
                </a:lnTo>
                <a:lnTo>
                  <a:pt x="579000" y="19575"/>
                </a:lnTo>
                <a:lnTo>
                  <a:pt x="579150" y="19725"/>
                </a:lnTo>
                <a:lnTo>
                  <a:pt x="579225" y="19950"/>
                </a:lnTo>
                <a:lnTo>
                  <a:pt x="579375" y="20175"/>
                </a:lnTo>
                <a:lnTo>
                  <a:pt x="579525" y="20325"/>
                </a:lnTo>
                <a:lnTo>
                  <a:pt x="579600" y="20550"/>
                </a:lnTo>
                <a:lnTo>
                  <a:pt x="579750" y="20700"/>
                </a:lnTo>
                <a:lnTo>
                  <a:pt x="579825" y="20925"/>
                </a:lnTo>
                <a:lnTo>
                  <a:pt x="579975" y="21075"/>
                </a:lnTo>
                <a:lnTo>
                  <a:pt x="581175" y="23025"/>
                </a:lnTo>
                <a:lnTo>
                  <a:pt x="581325" y="23175"/>
                </a:lnTo>
                <a:lnTo>
                  <a:pt x="581400" y="23400"/>
                </a:lnTo>
                <a:lnTo>
                  <a:pt x="581550" y="23550"/>
                </a:lnTo>
                <a:lnTo>
                  <a:pt x="581625" y="23775"/>
                </a:lnTo>
                <a:lnTo>
                  <a:pt x="581775" y="23925"/>
                </a:lnTo>
                <a:lnTo>
                  <a:pt x="581850" y="24150"/>
                </a:lnTo>
                <a:lnTo>
                  <a:pt x="582000" y="24375"/>
                </a:lnTo>
                <a:lnTo>
                  <a:pt x="582150" y="24525"/>
                </a:lnTo>
                <a:lnTo>
                  <a:pt x="582225" y="24750"/>
                </a:lnTo>
                <a:lnTo>
                  <a:pt x="582375" y="24900"/>
                </a:lnTo>
                <a:lnTo>
                  <a:pt x="582450" y="25125"/>
                </a:lnTo>
                <a:lnTo>
                  <a:pt x="582600" y="25275"/>
                </a:lnTo>
                <a:lnTo>
                  <a:pt x="582750" y="25500"/>
                </a:lnTo>
                <a:lnTo>
                  <a:pt x="584250" y="27975"/>
                </a:lnTo>
                <a:lnTo>
                  <a:pt x="584400" y="28125"/>
                </a:lnTo>
                <a:lnTo>
                  <a:pt x="584475" y="28350"/>
                </a:lnTo>
                <a:lnTo>
                  <a:pt x="584625" y="28500"/>
                </a:lnTo>
                <a:lnTo>
                  <a:pt x="584775" y="28725"/>
                </a:lnTo>
                <a:lnTo>
                  <a:pt x="584850" y="28950"/>
                </a:lnTo>
                <a:lnTo>
                  <a:pt x="585000" y="29100"/>
                </a:lnTo>
                <a:lnTo>
                  <a:pt x="585075" y="29325"/>
                </a:lnTo>
                <a:lnTo>
                  <a:pt x="585225" y="29475"/>
                </a:lnTo>
                <a:lnTo>
                  <a:pt x="585375" y="29700"/>
                </a:lnTo>
                <a:lnTo>
                  <a:pt x="586500" y="31575"/>
                </a:lnTo>
                <a:lnTo>
                  <a:pt x="586650" y="31800"/>
                </a:lnTo>
                <a:lnTo>
                  <a:pt x="586800" y="31950"/>
                </a:lnTo>
                <a:lnTo>
                  <a:pt x="586875" y="32175"/>
                </a:lnTo>
                <a:lnTo>
                  <a:pt x="587025" y="32325"/>
                </a:lnTo>
                <a:lnTo>
                  <a:pt x="587400" y="32925"/>
                </a:lnTo>
                <a:lnTo>
                  <a:pt x="587475" y="33150"/>
                </a:lnTo>
                <a:lnTo>
                  <a:pt x="587625" y="33300"/>
                </a:lnTo>
                <a:lnTo>
                  <a:pt x="589125" y="35775"/>
                </a:lnTo>
                <a:lnTo>
                  <a:pt x="589275" y="36000"/>
                </a:lnTo>
                <a:lnTo>
                  <a:pt x="589425" y="36150"/>
                </a:lnTo>
                <a:lnTo>
                  <a:pt x="589500" y="36375"/>
                </a:lnTo>
                <a:lnTo>
                  <a:pt x="589650" y="36525"/>
                </a:lnTo>
                <a:lnTo>
                  <a:pt x="589725" y="36750"/>
                </a:lnTo>
                <a:lnTo>
                  <a:pt x="589875" y="36900"/>
                </a:lnTo>
                <a:lnTo>
                  <a:pt x="590025" y="37125"/>
                </a:lnTo>
                <a:lnTo>
                  <a:pt x="590250" y="37500"/>
                </a:lnTo>
                <a:lnTo>
                  <a:pt x="590325" y="37725"/>
                </a:lnTo>
                <a:lnTo>
                  <a:pt x="590475" y="37875"/>
                </a:lnTo>
                <a:lnTo>
                  <a:pt x="590625" y="38100"/>
                </a:lnTo>
                <a:lnTo>
                  <a:pt x="591750" y="39975"/>
                </a:lnTo>
                <a:lnTo>
                  <a:pt x="591900" y="40200"/>
                </a:lnTo>
                <a:lnTo>
                  <a:pt x="592050" y="40350"/>
                </a:lnTo>
                <a:lnTo>
                  <a:pt x="592125" y="40575"/>
                </a:lnTo>
                <a:lnTo>
                  <a:pt x="592275" y="40725"/>
                </a:lnTo>
                <a:lnTo>
                  <a:pt x="592350" y="40950"/>
                </a:lnTo>
                <a:lnTo>
                  <a:pt x="592500" y="41100"/>
                </a:lnTo>
                <a:lnTo>
                  <a:pt x="592650" y="41325"/>
                </a:lnTo>
                <a:lnTo>
                  <a:pt x="592950" y="41925"/>
                </a:lnTo>
                <a:lnTo>
                  <a:pt x="593100" y="42075"/>
                </a:lnTo>
                <a:lnTo>
                  <a:pt x="593175" y="42300"/>
                </a:lnTo>
                <a:lnTo>
                  <a:pt x="593325" y="42450"/>
                </a:lnTo>
                <a:lnTo>
                  <a:pt x="594150" y="43800"/>
                </a:lnTo>
                <a:lnTo>
                  <a:pt x="594300" y="43950"/>
                </a:lnTo>
                <a:lnTo>
                  <a:pt x="594375" y="44175"/>
                </a:lnTo>
                <a:lnTo>
                  <a:pt x="594525" y="44400"/>
                </a:lnTo>
                <a:lnTo>
                  <a:pt x="594675" y="44550"/>
                </a:lnTo>
                <a:lnTo>
                  <a:pt x="594750" y="44775"/>
                </a:lnTo>
                <a:lnTo>
                  <a:pt x="594900" y="44925"/>
                </a:lnTo>
                <a:lnTo>
                  <a:pt x="594975" y="45150"/>
                </a:lnTo>
                <a:lnTo>
                  <a:pt x="595125" y="45300"/>
                </a:lnTo>
                <a:lnTo>
                  <a:pt x="595200" y="45525"/>
                </a:lnTo>
                <a:lnTo>
                  <a:pt x="595350" y="45675"/>
                </a:lnTo>
                <a:lnTo>
                  <a:pt x="595500" y="45900"/>
                </a:lnTo>
                <a:lnTo>
                  <a:pt x="595800" y="46500"/>
                </a:lnTo>
                <a:lnTo>
                  <a:pt x="595950" y="46650"/>
                </a:lnTo>
                <a:lnTo>
                  <a:pt x="596700" y="47775"/>
                </a:lnTo>
                <a:lnTo>
                  <a:pt x="596775" y="48000"/>
                </a:lnTo>
                <a:lnTo>
                  <a:pt x="596925" y="48150"/>
                </a:lnTo>
                <a:lnTo>
                  <a:pt x="597000" y="48375"/>
                </a:lnTo>
                <a:lnTo>
                  <a:pt x="597150" y="48600"/>
                </a:lnTo>
                <a:lnTo>
                  <a:pt x="597450" y="49200"/>
                </a:lnTo>
                <a:lnTo>
                  <a:pt x="597525" y="49500"/>
                </a:lnTo>
                <a:lnTo>
                  <a:pt x="597525" y="50250"/>
                </a:lnTo>
                <a:lnTo>
                  <a:pt x="597450" y="50550"/>
                </a:lnTo>
                <a:lnTo>
                  <a:pt x="597150" y="51225"/>
                </a:lnTo>
                <a:lnTo>
                  <a:pt x="596925" y="51450"/>
                </a:lnTo>
                <a:lnTo>
                  <a:pt x="596700" y="51750"/>
                </a:lnTo>
                <a:lnTo>
                  <a:pt x="596400" y="51975"/>
                </a:lnTo>
                <a:lnTo>
                  <a:pt x="595425" y="52425"/>
                </a:lnTo>
                <a:lnTo>
                  <a:pt x="595050" y="52500"/>
                </a:lnTo>
                <a:lnTo>
                  <a:pt x="573300" y="52500"/>
                </a:lnTo>
                <a:lnTo>
                  <a:pt x="572925" y="52425"/>
                </a:lnTo>
                <a:lnTo>
                  <a:pt x="572550" y="52275"/>
                </a:lnTo>
                <a:lnTo>
                  <a:pt x="571950" y="51975"/>
                </a:lnTo>
                <a:lnTo>
                  <a:pt x="571650" y="51750"/>
                </a:lnTo>
                <a:lnTo>
                  <a:pt x="571425" y="51450"/>
                </a:lnTo>
                <a:lnTo>
                  <a:pt x="571200" y="51225"/>
                </a:lnTo>
                <a:lnTo>
                  <a:pt x="570900" y="50550"/>
                </a:lnTo>
                <a:lnTo>
                  <a:pt x="570825" y="50250"/>
                </a:lnTo>
                <a:lnTo>
                  <a:pt x="570825" y="45375"/>
                </a:lnTo>
                <a:lnTo>
                  <a:pt x="576525" y="45375"/>
                </a:lnTo>
                <a:lnTo>
                  <a:pt x="576525" y="47250"/>
                </a:lnTo>
                <a:close/>
                <a:moveTo>
                  <a:pt x="619575" y="35625"/>
                </a:moveTo>
                <a:lnTo>
                  <a:pt x="619500" y="35625"/>
                </a:lnTo>
                <a:lnTo>
                  <a:pt x="618900" y="35925"/>
                </a:lnTo>
                <a:lnTo>
                  <a:pt x="618825" y="36000"/>
                </a:lnTo>
                <a:lnTo>
                  <a:pt x="618375" y="36225"/>
                </a:lnTo>
                <a:lnTo>
                  <a:pt x="618225" y="36375"/>
                </a:lnTo>
                <a:lnTo>
                  <a:pt x="617775" y="36600"/>
                </a:lnTo>
                <a:lnTo>
                  <a:pt x="617625" y="36750"/>
                </a:lnTo>
                <a:lnTo>
                  <a:pt x="617475" y="36825"/>
                </a:lnTo>
                <a:lnTo>
                  <a:pt x="617400" y="36975"/>
                </a:lnTo>
                <a:lnTo>
                  <a:pt x="617250" y="37050"/>
                </a:lnTo>
                <a:lnTo>
                  <a:pt x="617100" y="37200"/>
                </a:lnTo>
                <a:lnTo>
                  <a:pt x="616650" y="37500"/>
                </a:lnTo>
                <a:lnTo>
                  <a:pt x="615375" y="38775"/>
                </a:lnTo>
                <a:lnTo>
                  <a:pt x="615225" y="38850"/>
                </a:lnTo>
                <a:lnTo>
                  <a:pt x="615150" y="39000"/>
                </a:lnTo>
                <a:lnTo>
                  <a:pt x="614700" y="39450"/>
                </a:lnTo>
                <a:lnTo>
                  <a:pt x="614475" y="39825"/>
                </a:lnTo>
                <a:lnTo>
                  <a:pt x="614025" y="40275"/>
                </a:lnTo>
                <a:lnTo>
                  <a:pt x="613950" y="40425"/>
                </a:lnTo>
                <a:lnTo>
                  <a:pt x="613650" y="40725"/>
                </a:lnTo>
                <a:lnTo>
                  <a:pt x="613425" y="41100"/>
                </a:lnTo>
                <a:lnTo>
                  <a:pt x="613125" y="41400"/>
                </a:lnTo>
                <a:lnTo>
                  <a:pt x="613050" y="41625"/>
                </a:lnTo>
                <a:lnTo>
                  <a:pt x="612750" y="41925"/>
                </a:lnTo>
                <a:lnTo>
                  <a:pt x="612675" y="42150"/>
                </a:lnTo>
                <a:lnTo>
                  <a:pt x="612525" y="42300"/>
                </a:lnTo>
                <a:lnTo>
                  <a:pt x="612075" y="42975"/>
                </a:lnTo>
                <a:lnTo>
                  <a:pt x="611925" y="43125"/>
                </a:lnTo>
                <a:lnTo>
                  <a:pt x="611850" y="43350"/>
                </a:lnTo>
                <a:lnTo>
                  <a:pt x="611550" y="43650"/>
                </a:lnTo>
                <a:lnTo>
                  <a:pt x="611475" y="43875"/>
                </a:lnTo>
                <a:lnTo>
                  <a:pt x="611325" y="44025"/>
                </a:lnTo>
                <a:lnTo>
                  <a:pt x="611025" y="44550"/>
                </a:lnTo>
                <a:lnTo>
                  <a:pt x="610875" y="44700"/>
                </a:lnTo>
                <a:lnTo>
                  <a:pt x="610800" y="44925"/>
                </a:lnTo>
                <a:lnTo>
                  <a:pt x="610650" y="45075"/>
                </a:lnTo>
                <a:lnTo>
                  <a:pt x="610500" y="45450"/>
                </a:lnTo>
                <a:lnTo>
                  <a:pt x="610350" y="45600"/>
                </a:lnTo>
                <a:lnTo>
                  <a:pt x="609975" y="46275"/>
                </a:lnTo>
                <a:lnTo>
                  <a:pt x="609825" y="46425"/>
                </a:lnTo>
                <a:lnTo>
                  <a:pt x="609750" y="46650"/>
                </a:lnTo>
                <a:lnTo>
                  <a:pt x="609600" y="46800"/>
                </a:lnTo>
                <a:lnTo>
                  <a:pt x="609450" y="47100"/>
                </a:lnTo>
                <a:lnTo>
                  <a:pt x="609300" y="47250"/>
                </a:lnTo>
                <a:lnTo>
                  <a:pt x="609150" y="47625"/>
                </a:lnTo>
                <a:lnTo>
                  <a:pt x="609000" y="47775"/>
                </a:lnTo>
                <a:lnTo>
                  <a:pt x="608850" y="48075"/>
                </a:lnTo>
                <a:lnTo>
                  <a:pt x="608700" y="48225"/>
                </a:lnTo>
                <a:lnTo>
                  <a:pt x="608475" y="48675"/>
                </a:lnTo>
                <a:lnTo>
                  <a:pt x="608325" y="48825"/>
                </a:lnTo>
                <a:lnTo>
                  <a:pt x="608100" y="49275"/>
                </a:lnTo>
                <a:lnTo>
                  <a:pt x="607950" y="49425"/>
                </a:lnTo>
                <a:lnTo>
                  <a:pt x="607725" y="49875"/>
                </a:lnTo>
                <a:lnTo>
                  <a:pt x="607500" y="50100"/>
                </a:lnTo>
                <a:lnTo>
                  <a:pt x="607500" y="50175"/>
                </a:lnTo>
                <a:lnTo>
                  <a:pt x="607350" y="50400"/>
                </a:lnTo>
                <a:lnTo>
                  <a:pt x="607125" y="50625"/>
                </a:lnTo>
                <a:lnTo>
                  <a:pt x="607125" y="50700"/>
                </a:lnTo>
                <a:lnTo>
                  <a:pt x="606975" y="50925"/>
                </a:lnTo>
                <a:lnTo>
                  <a:pt x="606825" y="51000"/>
                </a:lnTo>
                <a:lnTo>
                  <a:pt x="606825" y="51075"/>
                </a:lnTo>
                <a:lnTo>
                  <a:pt x="606675" y="51300"/>
                </a:lnTo>
                <a:lnTo>
                  <a:pt x="606600" y="51375"/>
                </a:lnTo>
                <a:lnTo>
                  <a:pt x="606525" y="51375"/>
                </a:lnTo>
                <a:lnTo>
                  <a:pt x="606450" y="51525"/>
                </a:lnTo>
                <a:lnTo>
                  <a:pt x="606150" y="51825"/>
                </a:lnTo>
                <a:lnTo>
                  <a:pt x="605850" y="52050"/>
                </a:lnTo>
                <a:lnTo>
                  <a:pt x="604875" y="52500"/>
                </a:lnTo>
                <a:lnTo>
                  <a:pt x="604575" y="52575"/>
                </a:lnTo>
                <a:lnTo>
                  <a:pt x="603825" y="52575"/>
                </a:lnTo>
                <a:lnTo>
                  <a:pt x="602775" y="52350"/>
                </a:lnTo>
                <a:lnTo>
                  <a:pt x="602400" y="52200"/>
                </a:lnTo>
                <a:lnTo>
                  <a:pt x="602100" y="51975"/>
                </a:lnTo>
                <a:lnTo>
                  <a:pt x="601650" y="51525"/>
                </a:lnTo>
                <a:lnTo>
                  <a:pt x="601350" y="51000"/>
                </a:lnTo>
                <a:lnTo>
                  <a:pt x="601200" y="50400"/>
                </a:lnTo>
                <a:lnTo>
                  <a:pt x="601200" y="50100"/>
                </a:lnTo>
                <a:lnTo>
                  <a:pt x="601425" y="49275"/>
                </a:lnTo>
                <a:lnTo>
                  <a:pt x="601425" y="49050"/>
                </a:lnTo>
                <a:lnTo>
                  <a:pt x="601800" y="47775"/>
                </a:lnTo>
                <a:lnTo>
                  <a:pt x="601800" y="47475"/>
                </a:lnTo>
                <a:lnTo>
                  <a:pt x="602100" y="46500"/>
                </a:lnTo>
                <a:lnTo>
                  <a:pt x="602100" y="46200"/>
                </a:lnTo>
                <a:lnTo>
                  <a:pt x="602325" y="45450"/>
                </a:lnTo>
                <a:lnTo>
                  <a:pt x="602325" y="45225"/>
                </a:lnTo>
                <a:lnTo>
                  <a:pt x="602475" y="44700"/>
                </a:lnTo>
                <a:lnTo>
                  <a:pt x="602475" y="44400"/>
                </a:lnTo>
                <a:lnTo>
                  <a:pt x="602625" y="43875"/>
                </a:lnTo>
                <a:lnTo>
                  <a:pt x="602625" y="43650"/>
                </a:lnTo>
                <a:lnTo>
                  <a:pt x="602775" y="43125"/>
                </a:lnTo>
                <a:lnTo>
                  <a:pt x="602775" y="42900"/>
                </a:lnTo>
                <a:lnTo>
                  <a:pt x="602925" y="42375"/>
                </a:lnTo>
                <a:lnTo>
                  <a:pt x="602925" y="42075"/>
                </a:lnTo>
                <a:lnTo>
                  <a:pt x="603000" y="41850"/>
                </a:lnTo>
                <a:lnTo>
                  <a:pt x="603000" y="41550"/>
                </a:lnTo>
                <a:lnTo>
                  <a:pt x="603075" y="41325"/>
                </a:lnTo>
                <a:lnTo>
                  <a:pt x="603075" y="41100"/>
                </a:lnTo>
                <a:lnTo>
                  <a:pt x="603225" y="40575"/>
                </a:lnTo>
                <a:lnTo>
                  <a:pt x="603225" y="40275"/>
                </a:lnTo>
                <a:lnTo>
                  <a:pt x="603300" y="40050"/>
                </a:lnTo>
                <a:lnTo>
                  <a:pt x="603300" y="39825"/>
                </a:lnTo>
                <a:lnTo>
                  <a:pt x="603375" y="39525"/>
                </a:lnTo>
                <a:lnTo>
                  <a:pt x="603375" y="39000"/>
                </a:lnTo>
                <a:lnTo>
                  <a:pt x="603450" y="38775"/>
                </a:lnTo>
                <a:lnTo>
                  <a:pt x="603450" y="38550"/>
                </a:lnTo>
                <a:lnTo>
                  <a:pt x="603600" y="37725"/>
                </a:lnTo>
                <a:lnTo>
                  <a:pt x="603600" y="37275"/>
                </a:lnTo>
                <a:lnTo>
                  <a:pt x="603675" y="36975"/>
                </a:lnTo>
                <a:lnTo>
                  <a:pt x="603675" y="36750"/>
                </a:lnTo>
                <a:lnTo>
                  <a:pt x="603750" y="36525"/>
                </a:lnTo>
                <a:lnTo>
                  <a:pt x="603750" y="36000"/>
                </a:lnTo>
                <a:lnTo>
                  <a:pt x="603825" y="35775"/>
                </a:lnTo>
                <a:lnTo>
                  <a:pt x="603825" y="35250"/>
                </a:lnTo>
                <a:lnTo>
                  <a:pt x="603900" y="35025"/>
                </a:lnTo>
                <a:lnTo>
                  <a:pt x="603900" y="34275"/>
                </a:lnTo>
                <a:lnTo>
                  <a:pt x="603975" y="34050"/>
                </a:lnTo>
                <a:lnTo>
                  <a:pt x="603975" y="33300"/>
                </a:lnTo>
                <a:lnTo>
                  <a:pt x="604050" y="33075"/>
                </a:lnTo>
                <a:lnTo>
                  <a:pt x="604050" y="31875"/>
                </a:lnTo>
                <a:lnTo>
                  <a:pt x="604125" y="31650"/>
                </a:lnTo>
                <a:lnTo>
                  <a:pt x="604125" y="26325"/>
                </a:lnTo>
                <a:lnTo>
                  <a:pt x="604050" y="26175"/>
                </a:lnTo>
                <a:lnTo>
                  <a:pt x="604050" y="25350"/>
                </a:lnTo>
                <a:lnTo>
                  <a:pt x="603975" y="25125"/>
                </a:lnTo>
                <a:lnTo>
                  <a:pt x="603975" y="24375"/>
                </a:lnTo>
                <a:lnTo>
                  <a:pt x="603900" y="24150"/>
                </a:lnTo>
                <a:lnTo>
                  <a:pt x="603900" y="23775"/>
                </a:lnTo>
                <a:lnTo>
                  <a:pt x="603825" y="23625"/>
                </a:lnTo>
                <a:lnTo>
                  <a:pt x="603825" y="23100"/>
                </a:lnTo>
                <a:lnTo>
                  <a:pt x="603750" y="22875"/>
                </a:lnTo>
                <a:lnTo>
                  <a:pt x="603750" y="22725"/>
                </a:lnTo>
                <a:lnTo>
                  <a:pt x="603675" y="22575"/>
                </a:lnTo>
                <a:lnTo>
                  <a:pt x="603675" y="22200"/>
                </a:lnTo>
                <a:lnTo>
                  <a:pt x="603600" y="22050"/>
                </a:lnTo>
                <a:lnTo>
                  <a:pt x="603600" y="21675"/>
                </a:lnTo>
                <a:lnTo>
                  <a:pt x="603525" y="21525"/>
                </a:lnTo>
                <a:lnTo>
                  <a:pt x="603525" y="21375"/>
                </a:lnTo>
                <a:lnTo>
                  <a:pt x="603450" y="21225"/>
                </a:lnTo>
                <a:lnTo>
                  <a:pt x="603450" y="21075"/>
                </a:lnTo>
                <a:lnTo>
                  <a:pt x="603375" y="20925"/>
                </a:lnTo>
                <a:lnTo>
                  <a:pt x="603375" y="20775"/>
                </a:lnTo>
                <a:lnTo>
                  <a:pt x="603300" y="20625"/>
                </a:lnTo>
                <a:lnTo>
                  <a:pt x="603300" y="20475"/>
                </a:lnTo>
                <a:lnTo>
                  <a:pt x="603225" y="20325"/>
                </a:lnTo>
                <a:lnTo>
                  <a:pt x="603225" y="20175"/>
                </a:lnTo>
                <a:lnTo>
                  <a:pt x="603150" y="20025"/>
                </a:lnTo>
                <a:lnTo>
                  <a:pt x="603150" y="19875"/>
                </a:lnTo>
                <a:lnTo>
                  <a:pt x="603075" y="19725"/>
                </a:lnTo>
                <a:lnTo>
                  <a:pt x="603075" y="19575"/>
                </a:lnTo>
                <a:lnTo>
                  <a:pt x="602850" y="19050"/>
                </a:lnTo>
                <a:lnTo>
                  <a:pt x="602775" y="18750"/>
                </a:lnTo>
                <a:lnTo>
                  <a:pt x="602625" y="18450"/>
                </a:lnTo>
                <a:lnTo>
                  <a:pt x="602625" y="18375"/>
                </a:lnTo>
                <a:lnTo>
                  <a:pt x="602475" y="18150"/>
                </a:lnTo>
                <a:lnTo>
                  <a:pt x="602400" y="17850"/>
                </a:lnTo>
                <a:lnTo>
                  <a:pt x="602250" y="17700"/>
                </a:lnTo>
                <a:lnTo>
                  <a:pt x="602250" y="17550"/>
                </a:lnTo>
                <a:lnTo>
                  <a:pt x="602100" y="17400"/>
                </a:lnTo>
                <a:lnTo>
                  <a:pt x="602100" y="17325"/>
                </a:lnTo>
                <a:lnTo>
                  <a:pt x="601950" y="17175"/>
                </a:lnTo>
                <a:lnTo>
                  <a:pt x="601950" y="17100"/>
                </a:lnTo>
                <a:lnTo>
                  <a:pt x="601650" y="16800"/>
                </a:lnTo>
                <a:lnTo>
                  <a:pt x="606450" y="14250"/>
                </a:lnTo>
                <a:lnTo>
                  <a:pt x="606525" y="14325"/>
                </a:lnTo>
                <a:lnTo>
                  <a:pt x="606525" y="14400"/>
                </a:lnTo>
                <a:lnTo>
                  <a:pt x="606675" y="14625"/>
                </a:lnTo>
                <a:lnTo>
                  <a:pt x="606750" y="14625"/>
                </a:lnTo>
                <a:lnTo>
                  <a:pt x="606825" y="14700"/>
                </a:lnTo>
                <a:lnTo>
                  <a:pt x="606825" y="14775"/>
                </a:lnTo>
                <a:lnTo>
                  <a:pt x="606900" y="14850"/>
                </a:lnTo>
                <a:lnTo>
                  <a:pt x="606900" y="14925"/>
                </a:lnTo>
                <a:lnTo>
                  <a:pt x="606975" y="15000"/>
                </a:lnTo>
                <a:lnTo>
                  <a:pt x="607125" y="15300"/>
                </a:lnTo>
                <a:lnTo>
                  <a:pt x="607200" y="15300"/>
                </a:lnTo>
                <a:lnTo>
                  <a:pt x="607275" y="15375"/>
                </a:lnTo>
                <a:lnTo>
                  <a:pt x="607275" y="15450"/>
                </a:lnTo>
                <a:lnTo>
                  <a:pt x="607350" y="15525"/>
                </a:lnTo>
                <a:lnTo>
                  <a:pt x="607350" y="15600"/>
                </a:lnTo>
                <a:lnTo>
                  <a:pt x="607425" y="15675"/>
                </a:lnTo>
                <a:lnTo>
                  <a:pt x="608025" y="16875"/>
                </a:lnTo>
                <a:lnTo>
                  <a:pt x="608025" y="17025"/>
                </a:lnTo>
                <a:lnTo>
                  <a:pt x="608100" y="17025"/>
                </a:lnTo>
                <a:lnTo>
                  <a:pt x="608100" y="17175"/>
                </a:lnTo>
                <a:lnTo>
                  <a:pt x="608250" y="17475"/>
                </a:lnTo>
                <a:lnTo>
                  <a:pt x="608250" y="17550"/>
                </a:lnTo>
                <a:lnTo>
                  <a:pt x="608325" y="17625"/>
                </a:lnTo>
                <a:lnTo>
                  <a:pt x="608325" y="17850"/>
                </a:lnTo>
                <a:lnTo>
                  <a:pt x="608400" y="17850"/>
                </a:lnTo>
                <a:lnTo>
                  <a:pt x="608400" y="18000"/>
                </a:lnTo>
                <a:lnTo>
                  <a:pt x="608550" y="18300"/>
                </a:lnTo>
                <a:lnTo>
                  <a:pt x="608550" y="18525"/>
                </a:lnTo>
                <a:lnTo>
                  <a:pt x="608700" y="18825"/>
                </a:lnTo>
                <a:lnTo>
                  <a:pt x="608700" y="18975"/>
                </a:lnTo>
                <a:lnTo>
                  <a:pt x="608775" y="19050"/>
                </a:lnTo>
                <a:lnTo>
                  <a:pt x="608775" y="19200"/>
                </a:lnTo>
                <a:lnTo>
                  <a:pt x="608850" y="19350"/>
                </a:lnTo>
                <a:lnTo>
                  <a:pt x="608850" y="19575"/>
                </a:lnTo>
                <a:lnTo>
                  <a:pt x="608925" y="19725"/>
                </a:lnTo>
                <a:lnTo>
                  <a:pt x="608925" y="19875"/>
                </a:lnTo>
                <a:lnTo>
                  <a:pt x="609000" y="19875"/>
                </a:lnTo>
                <a:lnTo>
                  <a:pt x="609000" y="20100"/>
                </a:lnTo>
                <a:lnTo>
                  <a:pt x="609075" y="20250"/>
                </a:lnTo>
                <a:lnTo>
                  <a:pt x="609075" y="20475"/>
                </a:lnTo>
                <a:lnTo>
                  <a:pt x="609150" y="20625"/>
                </a:lnTo>
                <a:lnTo>
                  <a:pt x="609150" y="20850"/>
                </a:lnTo>
                <a:lnTo>
                  <a:pt x="609225" y="21000"/>
                </a:lnTo>
                <a:lnTo>
                  <a:pt x="609225" y="21225"/>
                </a:lnTo>
                <a:lnTo>
                  <a:pt x="609300" y="21375"/>
                </a:lnTo>
                <a:lnTo>
                  <a:pt x="609300" y="21750"/>
                </a:lnTo>
                <a:lnTo>
                  <a:pt x="609375" y="21975"/>
                </a:lnTo>
                <a:lnTo>
                  <a:pt x="609375" y="22200"/>
                </a:lnTo>
                <a:lnTo>
                  <a:pt x="609450" y="22350"/>
                </a:lnTo>
                <a:lnTo>
                  <a:pt x="609450" y="22800"/>
                </a:lnTo>
                <a:lnTo>
                  <a:pt x="609525" y="22950"/>
                </a:lnTo>
                <a:lnTo>
                  <a:pt x="609525" y="23400"/>
                </a:lnTo>
                <a:lnTo>
                  <a:pt x="609600" y="23625"/>
                </a:lnTo>
                <a:lnTo>
                  <a:pt x="609600" y="24000"/>
                </a:lnTo>
                <a:lnTo>
                  <a:pt x="609675" y="24225"/>
                </a:lnTo>
                <a:lnTo>
                  <a:pt x="609675" y="24900"/>
                </a:lnTo>
                <a:lnTo>
                  <a:pt x="609750" y="25050"/>
                </a:lnTo>
                <a:lnTo>
                  <a:pt x="609750" y="26175"/>
                </a:lnTo>
                <a:lnTo>
                  <a:pt x="609825" y="26400"/>
                </a:lnTo>
                <a:lnTo>
                  <a:pt x="609825" y="31575"/>
                </a:lnTo>
                <a:lnTo>
                  <a:pt x="609750" y="31800"/>
                </a:lnTo>
                <a:lnTo>
                  <a:pt x="609750" y="33075"/>
                </a:lnTo>
                <a:lnTo>
                  <a:pt x="609675" y="33300"/>
                </a:lnTo>
                <a:lnTo>
                  <a:pt x="609675" y="34050"/>
                </a:lnTo>
                <a:lnTo>
                  <a:pt x="609600" y="34350"/>
                </a:lnTo>
                <a:lnTo>
                  <a:pt x="609600" y="35100"/>
                </a:lnTo>
                <a:lnTo>
                  <a:pt x="609525" y="35325"/>
                </a:lnTo>
                <a:lnTo>
                  <a:pt x="609525" y="35850"/>
                </a:lnTo>
                <a:lnTo>
                  <a:pt x="609450" y="36150"/>
                </a:lnTo>
                <a:lnTo>
                  <a:pt x="609450" y="36675"/>
                </a:lnTo>
                <a:lnTo>
                  <a:pt x="609375" y="36900"/>
                </a:lnTo>
                <a:lnTo>
                  <a:pt x="609375" y="37425"/>
                </a:lnTo>
                <a:lnTo>
                  <a:pt x="609300" y="37725"/>
                </a:lnTo>
                <a:lnTo>
                  <a:pt x="609600" y="37425"/>
                </a:lnTo>
                <a:lnTo>
                  <a:pt x="610050" y="36825"/>
                </a:lnTo>
                <a:lnTo>
                  <a:pt x="610350" y="36525"/>
                </a:lnTo>
                <a:lnTo>
                  <a:pt x="610350" y="36450"/>
                </a:lnTo>
                <a:lnTo>
                  <a:pt x="610500" y="36300"/>
                </a:lnTo>
                <a:lnTo>
                  <a:pt x="610575" y="36300"/>
                </a:lnTo>
                <a:lnTo>
                  <a:pt x="610875" y="36000"/>
                </a:lnTo>
                <a:lnTo>
                  <a:pt x="610875" y="35925"/>
                </a:lnTo>
                <a:lnTo>
                  <a:pt x="611175" y="35625"/>
                </a:lnTo>
                <a:lnTo>
                  <a:pt x="611250" y="35625"/>
                </a:lnTo>
                <a:lnTo>
                  <a:pt x="611400" y="35475"/>
                </a:lnTo>
                <a:lnTo>
                  <a:pt x="611400" y="35400"/>
                </a:lnTo>
                <a:lnTo>
                  <a:pt x="611700" y="35100"/>
                </a:lnTo>
                <a:lnTo>
                  <a:pt x="611775" y="35100"/>
                </a:lnTo>
                <a:lnTo>
                  <a:pt x="612075" y="34800"/>
                </a:lnTo>
                <a:lnTo>
                  <a:pt x="612075" y="34725"/>
                </a:lnTo>
                <a:lnTo>
                  <a:pt x="612300" y="34575"/>
                </a:lnTo>
                <a:lnTo>
                  <a:pt x="613200" y="33825"/>
                </a:lnTo>
                <a:lnTo>
                  <a:pt x="613275" y="33825"/>
                </a:lnTo>
                <a:lnTo>
                  <a:pt x="613425" y="33675"/>
                </a:lnTo>
                <a:lnTo>
                  <a:pt x="613425" y="33600"/>
                </a:lnTo>
                <a:lnTo>
                  <a:pt x="614250" y="33075"/>
                </a:lnTo>
                <a:lnTo>
                  <a:pt x="614400" y="32925"/>
                </a:lnTo>
                <a:lnTo>
                  <a:pt x="614475" y="32925"/>
                </a:lnTo>
                <a:lnTo>
                  <a:pt x="614625" y="32775"/>
                </a:lnTo>
                <a:lnTo>
                  <a:pt x="614700" y="32775"/>
                </a:lnTo>
                <a:lnTo>
                  <a:pt x="614850" y="32625"/>
                </a:lnTo>
                <a:lnTo>
                  <a:pt x="614925" y="32625"/>
                </a:lnTo>
                <a:lnTo>
                  <a:pt x="615075" y="32550"/>
                </a:lnTo>
                <a:lnTo>
                  <a:pt x="615075" y="32475"/>
                </a:lnTo>
                <a:lnTo>
                  <a:pt x="615300" y="32400"/>
                </a:lnTo>
                <a:lnTo>
                  <a:pt x="615750" y="32100"/>
                </a:lnTo>
                <a:lnTo>
                  <a:pt x="616050" y="32025"/>
                </a:lnTo>
                <a:lnTo>
                  <a:pt x="616200" y="31875"/>
                </a:lnTo>
                <a:lnTo>
                  <a:pt x="616275" y="31875"/>
                </a:lnTo>
                <a:lnTo>
                  <a:pt x="616650" y="31650"/>
                </a:lnTo>
                <a:lnTo>
                  <a:pt x="616950" y="31575"/>
                </a:lnTo>
                <a:lnTo>
                  <a:pt x="617175" y="31425"/>
                </a:lnTo>
                <a:lnTo>
                  <a:pt x="617925" y="31200"/>
                </a:lnTo>
                <a:lnTo>
                  <a:pt x="618150" y="31050"/>
                </a:lnTo>
                <a:lnTo>
                  <a:pt x="618525" y="30975"/>
                </a:lnTo>
                <a:lnTo>
                  <a:pt x="618675" y="30900"/>
                </a:lnTo>
                <a:lnTo>
                  <a:pt x="619050" y="30825"/>
                </a:lnTo>
                <a:lnTo>
                  <a:pt x="619200" y="30750"/>
                </a:lnTo>
                <a:lnTo>
                  <a:pt x="619500" y="30750"/>
                </a:lnTo>
                <a:lnTo>
                  <a:pt x="619575" y="30675"/>
                </a:lnTo>
                <a:lnTo>
                  <a:pt x="619575" y="14250"/>
                </a:lnTo>
                <a:lnTo>
                  <a:pt x="625275" y="14250"/>
                </a:lnTo>
                <a:lnTo>
                  <a:pt x="625275" y="66750"/>
                </a:lnTo>
                <a:lnTo>
                  <a:pt x="619575" y="66750"/>
                </a:lnTo>
                <a:close/>
                <a:moveTo>
                  <a:pt x="651675" y="50475"/>
                </a:moveTo>
                <a:lnTo>
                  <a:pt x="651600" y="50475"/>
                </a:lnTo>
                <a:lnTo>
                  <a:pt x="651375" y="50700"/>
                </a:lnTo>
                <a:lnTo>
                  <a:pt x="651300" y="50700"/>
                </a:lnTo>
                <a:lnTo>
                  <a:pt x="651225" y="50775"/>
                </a:lnTo>
                <a:lnTo>
                  <a:pt x="651150" y="50775"/>
                </a:lnTo>
                <a:lnTo>
                  <a:pt x="650850" y="50925"/>
                </a:lnTo>
                <a:lnTo>
                  <a:pt x="650850" y="51000"/>
                </a:lnTo>
                <a:lnTo>
                  <a:pt x="650250" y="51300"/>
                </a:lnTo>
                <a:lnTo>
                  <a:pt x="650175" y="51300"/>
                </a:lnTo>
                <a:lnTo>
                  <a:pt x="649950" y="51450"/>
                </a:lnTo>
                <a:lnTo>
                  <a:pt x="649875" y="51450"/>
                </a:lnTo>
                <a:lnTo>
                  <a:pt x="648600" y="52050"/>
                </a:lnTo>
                <a:lnTo>
                  <a:pt x="648450" y="52050"/>
                </a:lnTo>
                <a:lnTo>
                  <a:pt x="648375" y="52125"/>
                </a:lnTo>
                <a:lnTo>
                  <a:pt x="648225" y="52125"/>
                </a:lnTo>
                <a:lnTo>
                  <a:pt x="647925" y="52275"/>
                </a:lnTo>
                <a:lnTo>
                  <a:pt x="647700" y="52275"/>
                </a:lnTo>
                <a:lnTo>
                  <a:pt x="647400" y="52425"/>
                </a:lnTo>
                <a:lnTo>
                  <a:pt x="647175" y="52425"/>
                </a:lnTo>
                <a:lnTo>
                  <a:pt x="647025" y="52500"/>
                </a:lnTo>
                <a:lnTo>
                  <a:pt x="646800" y="52500"/>
                </a:lnTo>
                <a:lnTo>
                  <a:pt x="646725" y="52575"/>
                </a:lnTo>
                <a:lnTo>
                  <a:pt x="646500" y="52575"/>
                </a:lnTo>
                <a:lnTo>
                  <a:pt x="646350" y="52650"/>
                </a:lnTo>
                <a:lnTo>
                  <a:pt x="646125" y="52650"/>
                </a:lnTo>
                <a:lnTo>
                  <a:pt x="645975" y="52725"/>
                </a:lnTo>
                <a:lnTo>
                  <a:pt x="645600" y="52725"/>
                </a:lnTo>
                <a:lnTo>
                  <a:pt x="645450" y="52800"/>
                </a:lnTo>
                <a:lnTo>
                  <a:pt x="644775" y="52800"/>
                </a:lnTo>
                <a:lnTo>
                  <a:pt x="644700" y="52875"/>
                </a:lnTo>
                <a:lnTo>
                  <a:pt x="642600" y="52875"/>
                </a:lnTo>
                <a:lnTo>
                  <a:pt x="642525" y="52800"/>
                </a:lnTo>
                <a:lnTo>
                  <a:pt x="641850" y="52800"/>
                </a:lnTo>
                <a:lnTo>
                  <a:pt x="641700" y="52725"/>
                </a:lnTo>
                <a:lnTo>
                  <a:pt x="641325" y="52725"/>
                </a:lnTo>
                <a:lnTo>
                  <a:pt x="641175" y="52650"/>
                </a:lnTo>
                <a:lnTo>
                  <a:pt x="640950" y="52650"/>
                </a:lnTo>
                <a:lnTo>
                  <a:pt x="640800" y="52575"/>
                </a:lnTo>
                <a:lnTo>
                  <a:pt x="640575" y="52575"/>
                </a:lnTo>
                <a:lnTo>
                  <a:pt x="640500" y="52500"/>
                </a:lnTo>
                <a:lnTo>
                  <a:pt x="640275" y="52500"/>
                </a:lnTo>
                <a:lnTo>
                  <a:pt x="640125" y="52425"/>
                </a:lnTo>
                <a:lnTo>
                  <a:pt x="639900" y="52425"/>
                </a:lnTo>
                <a:lnTo>
                  <a:pt x="639600" y="52275"/>
                </a:lnTo>
                <a:lnTo>
                  <a:pt x="639375" y="52275"/>
                </a:lnTo>
                <a:lnTo>
                  <a:pt x="639075" y="52125"/>
                </a:lnTo>
                <a:lnTo>
                  <a:pt x="638925" y="52125"/>
                </a:lnTo>
                <a:lnTo>
                  <a:pt x="638850" y="52050"/>
                </a:lnTo>
                <a:lnTo>
                  <a:pt x="638700" y="52050"/>
                </a:lnTo>
                <a:lnTo>
                  <a:pt x="638250" y="51825"/>
                </a:lnTo>
                <a:lnTo>
                  <a:pt x="638175" y="51825"/>
                </a:lnTo>
                <a:lnTo>
                  <a:pt x="638100" y="51750"/>
                </a:lnTo>
                <a:lnTo>
                  <a:pt x="638025" y="51750"/>
                </a:lnTo>
                <a:lnTo>
                  <a:pt x="637425" y="51450"/>
                </a:lnTo>
                <a:lnTo>
                  <a:pt x="637350" y="51450"/>
                </a:lnTo>
                <a:lnTo>
                  <a:pt x="637275" y="51375"/>
                </a:lnTo>
                <a:lnTo>
                  <a:pt x="637200" y="51375"/>
                </a:lnTo>
                <a:lnTo>
                  <a:pt x="637125" y="51300"/>
                </a:lnTo>
                <a:lnTo>
                  <a:pt x="637050" y="51300"/>
                </a:lnTo>
                <a:lnTo>
                  <a:pt x="636450" y="51000"/>
                </a:lnTo>
                <a:lnTo>
                  <a:pt x="636450" y="50925"/>
                </a:lnTo>
                <a:lnTo>
                  <a:pt x="636150" y="50775"/>
                </a:lnTo>
                <a:lnTo>
                  <a:pt x="636075" y="50775"/>
                </a:lnTo>
                <a:lnTo>
                  <a:pt x="636000" y="50700"/>
                </a:lnTo>
                <a:lnTo>
                  <a:pt x="635925" y="50700"/>
                </a:lnTo>
                <a:lnTo>
                  <a:pt x="635700" y="50475"/>
                </a:lnTo>
                <a:lnTo>
                  <a:pt x="635625" y="50475"/>
                </a:lnTo>
                <a:lnTo>
                  <a:pt x="635550" y="50400"/>
                </a:lnTo>
                <a:lnTo>
                  <a:pt x="635475" y="50400"/>
                </a:lnTo>
                <a:lnTo>
                  <a:pt x="635250" y="50175"/>
                </a:lnTo>
                <a:lnTo>
                  <a:pt x="635175" y="50175"/>
                </a:lnTo>
                <a:lnTo>
                  <a:pt x="634950" y="49950"/>
                </a:lnTo>
                <a:lnTo>
                  <a:pt x="634800" y="49875"/>
                </a:lnTo>
                <a:lnTo>
                  <a:pt x="634800" y="49800"/>
                </a:lnTo>
                <a:lnTo>
                  <a:pt x="634500" y="49650"/>
                </a:lnTo>
                <a:lnTo>
                  <a:pt x="634500" y="49575"/>
                </a:lnTo>
                <a:lnTo>
                  <a:pt x="634350" y="49500"/>
                </a:lnTo>
                <a:lnTo>
                  <a:pt x="634275" y="49350"/>
                </a:lnTo>
                <a:lnTo>
                  <a:pt x="634200" y="49350"/>
                </a:lnTo>
                <a:lnTo>
                  <a:pt x="633300" y="48450"/>
                </a:lnTo>
                <a:lnTo>
                  <a:pt x="633225" y="48300"/>
                </a:lnTo>
                <a:lnTo>
                  <a:pt x="633150" y="48300"/>
                </a:lnTo>
                <a:lnTo>
                  <a:pt x="632850" y="47850"/>
                </a:lnTo>
                <a:lnTo>
                  <a:pt x="632700" y="47775"/>
                </a:lnTo>
                <a:lnTo>
                  <a:pt x="632700" y="47700"/>
                </a:lnTo>
                <a:lnTo>
                  <a:pt x="632625" y="47625"/>
                </a:lnTo>
                <a:lnTo>
                  <a:pt x="632625" y="47550"/>
                </a:lnTo>
                <a:lnTo>
                  <a:pt x="632475" y="47475"/>
                </a:lnTo>
                <a:lnTo>
                  <a:pt x="632475" y="47400"/>
                </a:lnTo>
                <a:lnTo>
                  <a:pt x="632400" y="47250"/>
                </a:lnTo>
                <a:lnTo>
                  <a:pt x="632250" y="47100"/>
                </a:lnTo>
                <a:lnTo>
                  <a:pt x="632100" y="46800"/>
                </a:lnTo>
                <a:lnTo>
                  <a:pt x="632025" y="46800"/>
                </a:lnTo>
                <a:lnTo>
                  <a:pt x="631875" y="46500"/>
                </a:lnTo>
                <a:lnTo>
                  <a:pt x="631875" y="46425"/>
                </a:lnTo>
                <a:lnTo>
                  <a:pt x="631725" y="46275"/>
                </a:lnTo>
                <a:lnTo>
                  <a:pt x="631500" y="45825"/>
                </a:lnTo>
                <a:lnTo>
                  <a:pt x="631500" y="45750"/>
                </a:lnTo>
                <a:lnTo>
                  <a:pt x="631425" y="45675"/>
                </a:lnTo>
                <a:lnTo>
                  <a:pt x="631425" y="45600"/>
                </a:lnTo>
                <a:lnTo>
                  <a:pt x="631350" y="45450"/>
                </a:lnTo>
                <a:lnTo>
                  <a:pt x="631275" y="45450"/>
                </a:lnTo>
                <a:lnTo>
                  <a:pt x="631275" y="45300"/>
                </a:lnTo>
                <a:lnTo>
                  <a:pt x="631125" y="45150"/>
                </a:lnTo>
                <a:lnTo>
                  <a:pt x="631125" y="45075"/>
                </a:lnTo>
                <a:lnTo>
                  <a:pt x="630825" y="44400"/>
                </a:lnTo>
                <a:lnTo>
                  <a:pt x="630825" y="44175"/>
                </a:lnTo>
                <a:lnTo>
                  <a:pt x="630750" y="44175"/>
                </a:lnTo>
                <a:lnTo>
                  <a:pt x="630750" y="44025"/>
                </a:lnTo>
                <a:lnTo>
                  <a:pt x="630675" y="43950"/>
                </a:lnTo>
                <a:lnTo>
                  <a:pt x="630675" y="43800"/>
                </a:lnTo>
                <a:lnTo>
                  <a:pt x="630450" y="43275"/>
                </a:lnTo>
                <a:lnTo>
                  <a:pt x="630450" y="42975"/>
                </a:lnTo>
                <a:lnTo>
                  <a:pt x="630300" y="42675"/>
                </a:lnTo>
                <a:lnTo>
                  <a:pt x="630300" y="42450"/>
                </a:lnTo>
                <a:lnTo>
                  <a:pt x="630225" y="42225"/>
                </a:lnTo>
                <a:lnTo>
                  <a:pt x="630225" y="42000"/>
                </a:lnTo>
                <a:lnTo>
                  <a:pt x="630150" y="41850"/>
                </a:lnTo>
                <a:lnTo>
                  <a:pt x="630150" y="41625"/>
                </a:lnTo>
                <a:lnTo>
                  <a:pt x="630075" y="41400"/>
                </a:lnTo>
                <a:lnTo>
                  <a:pt x="630075" y="41025"/>
                </a:lnTo>
                <a:lnTo>
                  <a:pt x="630000" y="40950"/>
                </a:lnTo>
                <a:lnTo>
                  <a:pt x="630000" y="40350"/>
                </a:lnTo>
                <a:lnTo>
                  <a:pt x="629925" y="40125"/>
                </a:lnTo>
                <a:lnTo>
                  <a:pt x="629925" y="14250"/>
                </a:lnTo>
                <a:lnTo>
                  <a:pt x="635625" y="14250"/>
                </a:lnTo>
                <a:lnTo>
                  <a:pt x="635625" y="39975"/>
                </a:lnTo>
                <a:lnTo>
                  <a:pt x="635700" y="40125"/>
                </a:lnTo>
                <a:lnTo>
                  <a:pt x="635700" y="40575"/>
                </a:lnTo>
                <a:lnTo>
                  <a:pt x="635775" y="40725"/>
                </a:lnTo>
                <a:lnTo>
                  <a:pt x="635775" y="40950"/>
                </a:lnTo>
                <a:lnTo>
                  <a:pt x="635850" y="41100"/>
                </a:lnTo>
                <a:lnTo>
                  <a:pt x="635850" y="41400"/>
                </a:lnTo>
                <a:lnTo>
                  <a:pt x="636000" y="41775"/>
                </a:lnTo>
                <a:lnTo>
                  <a:pt x="636000" y="42075"/>
                </a:lnTo>
                <a:lnTo>
                  <a:pt x="636150" y="42300"/>
                </a:lnTo>
                <a:lnTo>
                  <a:pt x="636150" y="42450"/>
                </a:lnTo>
                <a:lnTo>
                  <a:pt x="636225" y="42525"/>
                </a:lnTo>
                <a:lnTo>
                  <a:pt x="636225" y="42675"/>
                </a:lnTo>
                <a:lnTo>
                  <a:pt x="636300" y="42750"/>
                </a:lnTo>
                <a:lnTo>
                  <a:pt x="636300" y="42900"/>
                </a:lnTo>
                <a:lnTo>
                  <a:pt x="636375" y="42975"/>
                </a:lnTo>
                <a:lnTo>
                  <a:pt x="636450" y="43125"/>
                </a:lnTo>
                <a:lnTo>
                  <a:pt x="636450" y="43200"/>
                </a:lnTo>
                <a:lnTo>
                  <a:pt x="636825" y="43875"/>
                </a:lnTo>
                <a:lnTo>
                  <a:pt x="636825" y="43950"/>
                </a:lnTo>
                <a:lnTo>
                  <a:pt x="637200" y="44400"/>
                </a:lnTo>
                <a:lnTo>
                  <a:pt x="637200" y="44475"/>
                </a:lnTo>
                <a:lnTo>
                  <a:pt x="637275" y="44625"/>
                </a:lnTo>
                <a:lnTo>
                  <a:pt x="638700" y="46050"/>
                </a:lnTo>
                <a:lnTo>
                  <a:pt x="638775" y="46050"/>
                </a:lnTo>
                <a:lnTo>
                  <a:pt x="638925" y="46200"/>
                </a:lnTo>
                <a:lnTo>
                  <a:pt x="639150" y="46350"/>
                </a:lnTo>
                <a:lnTo>
                  <a:pt x="639225" y="46350"/>
                </a:lnTo>
                <a:lnTo>
                  <a:pt x="639375" y="46500"/>
                </a:lnTo>
                <a:lnTo>
                  <a:pt x="639450" y="46500"/>
                </a:lnTo>
                <a:lnTo>
                  <a:pt x="639675" y="46650"/>
                </a:lnTo>
                <a:lnTo>
                  <a:pt x="639750" y="46650"/>
                </a:lnTo>
                <a:lnTo>
                  <a:pt x="639900" y="46800"/>
                </a:lnTo>
                <a:lnTo>
                  <a:pt x="640050" y="46800"/>
                </a:lnTo>
                <a:lnTo>
                  <a:pt x="640275" y="46950"/>
                </a:lnTo>
                <a:lnTo>
                  <a:pt x="640425" y="46950"/>
                </a:lnTo>
                <a:lnTo>
                  <a:pt x="640575" y="47100"/>
                </a:lnTo>
                <a:lnTo>
                  <a:pt x="640800" y="47100"/>
                </a:lnTo>
                <a:lnTo>
                  <a:pt x="640875" y="47175"/>
                </a:lnTo>
                <a:lnTo>
                  <a:pt x="641175" y="47250"/>
                </a:lnTo>
                <a:lnTo>
                  <a:pt x="641250" y="47325"/>
                </a:lnTo>
                <a:lnTo>
                  <a:pt x="641475" y="47325"/>
                </a:lnTo>
                <a:lnTo>
                  <a:pt x="641550" y="47400"/>
                </a:lnTo>
                <a:lnTo>
                  <a:pt x="641775" y="47400"/>
                </a:lnTo>
                <a:lnTo>
                  <a:pt x="641850" y="47475"/>
                </a:lnTo>
                <a:lnTo>
                  <a:pt x="642225" y="47475"/>
                </a:lnTo>
                <a:lnTo>
                  <a:pt x="642300" y="47550"/>
                </a:lnTo>
                <a:lnTo>
                  <a:pt x="642825" y="47550"/>
                </a:lnTo>
                <a:lnTo>
                  <a:pt x="642900" y="47625"/>
                </a:lnTo>
                <a:lnTo>
                  <a:pt x="644400" y="47625"/>
                </a:lnTo>
                <a:lnTo>
                  <a:pt x="644475" y="47550"/>
                </a:lnTo>
                <a:lnTo>
                  <a:pt x="645000" y="47550"/>
                </a:lnTo>
                <a:lnTo>
                  <a:pt x="645075" y="47475"/>
                </a:lnTo>
                <a:lnTo>
                  <a:pt x="645450" y="47475"/>
                </a:lnTo>
                <a:lnTo>
                  <a:pt x="645525" y="47400"/>
                </a:lnTo>
                <a:lnTo>
                  <a:pt x="645750" y="47400"/>
                </a:lnTo>
                <a:lnTo>
                  <a:pt x="645825" y="47325"/>
                </a:lnTo>
                <a:lnTo>
                  <a:pt x="646050" y="47325"/>
                </a:lnTo>
                <a:lnTo>
                  <a:pt x="646125" y="47250"/>
                </a:lnTo>
                <a:lnTo>
                  <a:pt x="646425" y="47175"/>
                </a:lnTo>
                <a:lnTo>
                  <a:pt x="646500" y="47100"/>
                </a:lnTo>
                <a:lnTo>
                  <a:pt x="646725" y="47100"/>
                </a:lnTo>
                <a:lnTo>
                  <a:pt x="646875" y="46950"/>
                </a:lnTo>
                <a:lnTo>
                  <a:pt x="647025" y="46950"/>
                </a:lnTo>
                <a:lnTo>
                  <a:pt x="647250" y="46800"/>
                </a:lnTo>
                <a:lnTo>
                  <a:pt x="647400" y="46800"/>
                </a:lnTo>
                <a:lnTo>
                  <a:pt x="647550" y="46650"/>
                </a:lnTo>
                <a:lnTo>
                  <a:pt x="647625" y="46650"/>
                </a:lnTo>
                <a:lnTo>
                  <a:pt x="647700" y="46575"/>
                </a:lnTo>
                <a:lnTo>
                  <a:pt x="647850" y="46500"/>
                </a:lnTo>
                <a:lnTo>
                  <a:pt x="647925" y="46500"/>
                </a:lnTo>
                <a:lnTo>
                  <a:pt x="648075" y="46350"/>
                </a:lnTo>
                <a:lnTo>
                  <a:pt x="648150" y="46350"/>
                </a:lnTo>
                <a:lnTo>
                  <a:pt x="648375" y="46200"/>
                </a:lnTo>
                <a:lnTo>
                  <a:pt x="648525" y="46050"/>
                </a:lnTo>
                <a:lnTo>
                  <a:pt x="648600" y="46050"/>
                </a:lnTo>
                <a:lnTo>
                  <a:pt x="650025" y="44625"/>
                </a:lnTo>
                <a:lnTo>
                  <a:pt x="650100" y="44475"/>
                </a:lnTo>
                <a:lnTo>
                  <a:pt x="650100" y="44400"/>
                </a:lnTo>
                <a:lnTo>
                  <a:pt x="650475" y="43950"/>
                </a:lnTo>
                <a:lnTo>
                  <a:pt x="650475" y="43875"/>
                </a:lnTo>
                <a:lnTo>
                  <a:pt x="650625" y="43650"/>
                </a:lnTo>
                <a:lnTo>
                  <a:pt x="650700" y="43500"/>
                </a:lnTo>
                <a:lnTo>
                  <a:pt x="650700" y="43425"/>
                </a:lnTo>
                <a:lnTo>
                  <a:pt x="650775" y="43350"/>
                </a:lnTo>
                <a:lnTo>
                  <a:pt x="650925" y="42975"/>
                </a:lnTo>
                <a:lnTo>
                  <a:pt x="651000" y="42900"/>
                </a:lnTo>
                <a:lnTo>
                  <a:pt x="651000" y="42750"/>
                </a:lnTo>
                <a:lnTo>
                  <a:pt x="651075" y="42675"/>
                </a:lnTo>
                <a:lnTo>
                  <a:pt x="651075" y="42525"/>
                </a:lnTo>
                <a:lnTo>
                  <a:pt x="651150" y="42450"/>
                </a:lnTo>
                <a:lnTo>
                  <a:pt x="651150" y="42300"/>
                </a:lnTo>
                <a:lnTo>
                  <a:pt x="651300" y="42075"/>
                </a:lnTo>
                <a:lnTo>
                  <a:pt x="651300" y="41775"/>
                </a:lnTo>
                <a:lnTo>
                  <a:pt x="651450" y="41400"/>
                </a:lnTo>
                <a:lnTo>
                  <a:pt x="651450" y="41100"/>
                </a:lnTo>
                <a:lnTo>
                  <a:pt x="651525" y="40950"/>
                </a:lnTo>
                <a:lnTo>
                  <a:pt x="651525" y="40725"/>
                </a:lnTo>
                <a:lnTo>
                  <a:pt x="651600" y="40575"/>
                </a:lnTo>
                <a:lnTo>
                  <a:pt x="651600" y="40125"/>
                </a:lnTo>
                <a:lnTo>
                  <a:pt x="651675" y="39975"/>
                </a:lnTo>
                <a:lnTo>
                  <a:pt x="651675" y="14250"/>
                </a:lnTo>
                <a:lnTo>
                  <a:pt x="657375" y="14250"/>
                </a:lnTo>
                <a:lnTo>
                  <a:pt x="657375" y="66750"/>
                </a:lnTo>
                <a:lnTo>
                  <a:pt x="651675" y="66750"/>
                </a:lnTo>
                <a:close/>
                <a:moveTo>
                  <a:pt x="682050" y="66750"/>
                </a:moveTo>
                <a:lnTo>
                  <a:pt x="682050" y="26625"/>
                </a:lnTo>
                <a:lnTo>
                  <a:pt x="682125" y="26475"/>
                </a:lnTo>
                <a:lnTo>
                  <a:pt x="682125" y="25725"/>
                </a:lnTo>
                <a:lnTo>
                  <a:pt x="682200" y="25500"/>
                </a:lnTo>
                <a:lnTo>
                  <a:pt x="682200" y="25275"/>
                </a:lnTo>
                <a:lnTo>
                  <a:pt x="682275" y="25050"/>
                </a:lnTo>
                <a:lnTo>
                  <a:pt x="682275" y="24600"/>
                </a:lnTo>
                <a:lnTo>
                  <a:pt x="682350" y="24600"/>
                </a:lnTo>
                <a:lnTo>
                  <a:pt x="682350" y="24375"/>
                </a:lnTo>
                <a:lnTo>
                  <a:pt x="682425" y="24150"/>
                </a:lnTo>
                <a:lnTo>
                  <a:pt x="682425" y="23925"/>
                </a:lnTo>
                <a:lnTo>
                  <a:pt x="682500" y="23700"/>
                </a:lnTo>
                <a:lnTo>
                  <a:pt x="682500" y="23475"/>
                </a:lnTo>
                <a:lnTo>
                  <a:pt x="682575" y="23475"/>
                </a:lnTo>
                <a:lnTo>
                  <a:pt x="682575" y="23250"/>
                </a:lnTo>
                <a:lnTo>
                  <a:pt x="682800" y="22650"/>
                </a:lnTo>
                <a:lnTo>
                  <a:pt x="682800" y="22425"/>
                </a:lnTo>
                <a:lnTo>
                  <a:pt x="682875" y="22425"/>
                </a:lnTo>
                <a:lnTo>
                  <a:pt x="682875" y="22200"/>
                </a:lnTo>
                <a:lnTo>
                  <a:pt x="682950" y="22050"/>
                </a:lnTo>
                <a:lnTo>
                  <a:pt x="682950" y="21975"/>
                </a:lnTo>
                <a:lnTo>
                  <a:pt x="683100" y="21600"/>
                </a:lnTo>
                <a:lnTo>
                  <a:pt x="683250" y="21375"/>
                </a:lnTo>
                <a:lnTo>
                  <a:pt x="683250" y="21225"/>
                </a:lnTo>
                <a:lnTo>
                  <a:pt x="683325" y="21225"/>
                </a:lnTo>
                <a:lnTo>
                  <a:pt x="683400" y="21075"/>
                </a:lnTo>
                <a:lnTo>
                  <a:pt x="683475" y="20775"/>
                </a:lnTo>
                <a:lnTo>
                  <a:pt x="683625" y="20475"/>
                </a:lnTo>
                <a:lnTo>
                  <a:pt x="683700" y="20400"/>
                </a:lnTo>
                <a:lnTo>
                  <a:pt x="683850" y="20100"/>
                </a:lnTo>
                <a:lnTo>
                  <a:pt x="683850" y="20025"/>
                </a:lnTo>
                <a:lnTo>
                  <a:pt x="684000" y="19875"/>
                </a:lnTo>
                <a:lnTo>
                  <a:pt x="684375" y="19200"/>
                </a:lnTo>
                <a:lnTo>
                  <a:pt x="684450" y="19200"/>
                </a:lnTo>
                <a:lnTo>
                  <a:pt x="684525" y="19050"/>
                </a:lnTo>
                <a:lnTo>
                  <a:pt x="684525" y="18975"/>
                </a:lnTo>
                <a:lnTo>
                  <a:pt x="684675" y="18900"/>
                </a:lnTo>
                <a:lnTo>
                  <a:pt x="684675" y="18825"/>
                </a:lnTo>
                <a:lnTo>
                  <a:pt x="684750" y="18675"/>
                </a:lnTo>
                <a:lnTo>
                  <a:pt x="684825" y="18675"/>
                </a:lnTo>
                <a:lnTo>
                  <a:pt x="685125" y="18225"/>
                </a:lnTo>
                <a:lnTo>
                  <a:pt x="686175" y="17175"/>
                </a:lnTo>
                <a:lnTo>
                  <a:pt x="686250" y="17175"/>
                </a:lnTo>
                <a:lnTo>
                  <a:pt x="686325" y="17025"/>
                </a:lnTo>
                <a:lnTo>
                  <a:pt x="686400" y="17025"/>
                </a:lnTo>
                <a:lnTo>
                  <a:pt x="686550" y="16875"/>
                </a:lnTo>
                <a:lnTo>
                  <a:pt x="686700" y="16800"/>
                </a:lnTo>
                <a:lnTo>
                  <a:pt x="686700" y="16725"/>
                </a:lnTo>
                <a:lnTo>
                  <a:pt x="686850" y="16650"/>
                </a:lnTo>
                <a:lnTo>
                  <a:pt x="686925" y="16650"/>
                </a:lnTo>
                <a:lnTo>
                  <a:pt x="687000" y="16500"/>
                </a:lnTo>
                <a:lnTo>
                  <a:pt x="687075" y="16500"/>
                </a:lnTo>
                <a:lnTo>
                  <a:pt x="687225" y="16425"/>
                </a:lnTo>
                <a:lnTo>
                  <a:pt x="687225" y="16350"/>
                </a:lnTo>
                <a:lnTo>
                  <a:pt x="687375" y="16275"/>
                </a:lnTo>
                <a:lnTo>
                  <a:pt x="687450" y="16275"/>
                </a:lnTo>
                <a:lnTo>
                  <a:pt x="687600" y="16125"/>
                </a:lnTo>
                <a:lnTo>
                  <a:pt x="687900" y="15975"/>
                </a:lnTo>
                <a:lnTo>
                  <a:pt x="687975" y="15900"/>
                </a:lnTo>
                <a:lnTo>
                  <a:pt x="688500" y="15675"/>
                </a:lnTo>
                <a:lnTo>
                  <a:pt x="688500" y="15600"/>
                </a:lnTo>
                <a:lnTo>
                  <a:pt x="688650" y="15525"/>
                </a:lnTo>
                <a:lnTo>
                  <a:pt x="688950" y="15450"/>
                </a:lnTo>
                <a:lnTo>
                  <a:pt x="689025" y="15375"/>
                </a:lnTo>
                <a:lnTo>
                  <a:pt x="689325" y="15300"/>
                </a:lnTo>
                <a:lnTo>
                  <a:pt x="689475" y="15225"/>
                </a:lnTo>
                <a:lnTo>
                  <a:pt x="689475" y="15150"/>
                </a:lnTo>
                <a:lnTo>
                  <a:pt x="689700" y="15150"/>
                </a:lnTo>
                <a:lnTo>
                  <a:pt x="689700" y="15075"/>
                </a:lnTo>
                <a:lnTo>
                  <a:pt x="689850" y="15075"/>
                </a:lnTo>
                <a:lnTo>
                  <a:pt x="689925" y="15000"/>
                </a:lnTo>
                <a:lnTo>
                  <a:pt x="690075" y="15000"/>
                </a:lnTo>
                <a:lnTo>
                  <a:pt x="690150" y="14925"/>
                </a:lnTo>
                <a:lnTo>
                  <a:pt x="690300" y="14925"/>
                </a:lnTo>
                <a:lnTo>
                  <a:pt x="690900" y="14700"/>
                </a:lnTo>
                <a:lnTo>
                  <a:pt x="691125" y="14700"/>
                </a:lnTo>
                <a:lnTo>
                  <a:pt x="691200" y="14625"/>
                </a:lnTo>
                <a:lnTo>
                  <a:pt x="691425" y="14625"/>
                </a:lnTo>
                <a:lnTo>
                  <a:pt x="691575" y="14550"/>
                </a:lnTo>
                <a:lnTo>
                  <a:pt x="691800" y="14550"/>
                </a:lnTo>
                <a:lnTo>
                  <a:pt x="692025" y="14475"/>
                </a:lnTo>
                <a:lnTo>
                  <a:pt x="692250" y="14475"/>
                </a:lnTo>
                <a:lnTo>
                  <a:pt x="692475" y="14400"/>
                </a:lnTo>
                <a:lnTo>
                  <a:pt x="692700" y="14400"/>
                </a:lnTo>
                <a:lnTo>
                  <a:pt x="692925" y="14325"/>
                </a:lnTo>
                <a:lnTo>
                  <a:pt x="693600" y="14325"/>
                </a:lnTo>
                <a:lnTo>
                  <a:pt x="693825" y="14250"/>
                </a:lnTo>
                <a:lnTo>
                  <a:pt x="695925" y="14250"/>
                </a:lnTo>
                <a:lnTo>
                  <a:pt x="696150" y="14325"/>
                </a:lnTo>
                <a:lnTo>
                  <a:pt x="696675" y="14325"/>
                </a:lnTo>
                <a:lnTo>
                  <a:pt x="696900" y="14400"/>
                </a:lnTo>
                <a:lnTo>
                  <a:pt x="697425" y="14400"/>
                </a:lnTo>
                <a:lnTo>
                  <a:pt x="697650" y="14475"/>
                </a:lnTo>
                <a:lnTo>
                  <a:pt x="697875" y="14475"/>
                </a:lnTo>
                <a:lnTo>
                  <a:pt x="698100" y="14550"/>
                </a:lnTo>
                <a:lnTo>
                  <a:pt x="698400" y="14550"/>
                </a:lnTo>
                <a:lnTo>
                  <a:pt x="698625" y="14625"/>
                </a:lnTo>
                <a:lnTo>
                  <a:pt x="698850" y="14625"/>
                </a:lnTo>
                <a:lnTo>
                  <a:pt x="698925" y="14700"/>
                </a:lnTo>
                <a:lnTo>
                  <a:pt x="699150" y="14700"/>
                </a:lnTo>
                <a:lnTo>
                  <a:pt x="699600" y="14850"/>
                </a:lnTo>
                <a:lnTo>
                  <a:pt x="699900" y="14850"/>
                </a:lnTo>
                <a:lnTo>
                  <a:pt x="702525" y="15600"/>
                </a:lnTo>
                <a:lnTo>
                  <a:pt x="703050" y="15825"/>
                </a:lnTo>
                <a:lnTo>
                  <a:pt x="703800" y="16050"/>
                </a:lnTo>
                <a:lnTo>
                  <a:pt x="703875" y="16125"/>
                </a:lnTo>
                <a:lnTo>
                  <a:pt x="704400" y="16275"/>
                </a:lnTo>
                <a:lnTo>
                  <a:pt x="702150" y="21150"/>
                </a:lnTo>
                <a:lnTo>
                  <a:pt x="701925" y="21075"/>
                </a:lnTo>
                <a:lnTo>
                  <a:pt x="701700" y="20925"/>
                </a:lnTo>
                <a:lnTo>
                  <a:pt x="699975" y="20325"/>
                </a:lnTo>
                <a:lnTo>
                  <a:pt x="699750" y="20325"/>
                </a:lnTo>
                <a:lnTo>
                  <a:pt x="699075" y="20100"/>
                </a:lnTo>
                <a:lnTo>
                  <a:pt x="698925" y="20100"/>
                </a:lnTo>
                <a:lnTo>
                  <a:pt x="698475" y="19950"/>
                </a:lnTo>
                <a:lnTo>
                  <a:pt x="698325" y="19950"/>
                </a:lnTo>
                <a:lnTo>
                  <a:pt x="698100" y="19875"/>
                </a:lnTo>
                <a:lnTo>
                  <a:pt x="697875" y="19875"/>
                </a:lnTo>
                <a:lnTo>
                  <a:pt x="697725" y="19800"/>
                </a:lnTo>
                <a:lnTo>
                  <a:pt x="697500" y="19800"/>
                </a:lnTo>
                <a:lnTo>
                  <a:pt x="697350" y="19725"/>
                </a:lnTo>
                <a:lnTo>
                  <a:pt x="697125" y="19725"/>
                </a:lnTo>
                <a:lnTo>
                  <a:pt x="696975" y="19650"/>
                </a:lnTo>
                <a:lnTo>
                  <a:pt x="696600" y="19650"/>
                </a:lnTo>
                <a:lnTo>
                  <a:pt x="696450" y="19575"/>
                </a:lnTo>
                <a:lnTo>
                  <a:pt x="695925" y="19575"/>
                </a:lnTo>
                <a:lnTo>
                  <a:pt x="695775" y="19500"/>
                </a:lnTo>
                <a:lnTo>
                  <a:pt x="694050" y="19500"/>
                </a:lnTo>
                <a:lnTo>
                  <a:pt x="693900" y="19575"/>
                </a:lnTo>
                <a:lnTo>
                  <a:pt x="693375" y="19575"/>
                </a:lnTo>
                <a:lnTo>
                  <a:pt x="693225" y="19650"/>
                </a:lnTo>
                <a:lnTo>
                  <a:pt x="693000" y="19650"/>
                </a:lnTo>
                <a:lnTo>
                  <a:pt x="692850" y="19725"/>
                </a:lnTo>
                <a:lnTo>
                  <a:pt x="692625" y="19725"/>
                </a:lnTo>
                <a:lnTo>
                  <a:pt x="692475" y="19800"/>
                </a:lnTo>
                <a:lnTo>
                  <a:pt x="692250" y="19800"/>
                </a:lnTo>
                <a:lnTo>
                  <a:pt x="692175" y="19875"/>
                </a:lnTo>
                <a:lnTo>
                  <a:pt x="692025" y="19875"/>
                </a:lnTo>
                <a:lnTo>
                  <a:pt x="691950" y="19950"/>
                </a:lnTo>
                <a:lnTo>
                  <a:pt x="691800" y="19950"/>
                </a:lnTo>
                <a:lnTo>
                  <a:pt x="691725" y="20025"/>
                </a:lnTo>
                <a:lnTo>
                  <a:pt x="691650" y="20025"/>
                </a:lnTo>
                <a:lnTo>
                  <a:pt x="691425" y="20175"/>
                </a:lnTo>
                <a:lnTo>
                  <a:pt x="691125" y="20250"/>
                </a:lnTo>
                <a:lnTo>
                  <a:pt x="690900" y="20475"/>
                </a:lnTo>
                <a:lnTo>
                  <a:pt x="690750" y="20475"/>
                </a:lnTo>
                <a:lnTo>
                  <a:pt x="690600" y="20625"/>
                </a:lnTo>
                <a:lnTo>
                  <a:pt x="690525" y="20625"/>
                </a:lnTo>
                <a:lnTo>
                  <a:pt x="690000" y="21150"/>
                </a:lnTo>
                <a:lnTo>
                  <a:pt x="689925" y="21150"/>
                </a:lnTo>
                <a:lnTo>
                  <a:pt x="689700" y="21375"/>
                </a:lnTo>
                <a:lnTo>
                  <a:pt x="689625" y="21525"/>
                </a:lnTo>
                <a:lnTo>
                  <a:pt x="689250" y="21900"/>
                </a:lnTo>
                <a:lnTo>
                  <a:pt x="689250" y="21975"/>
                </a:lnTo>
                <a:lnTo>
                  <a:pt x="689175" y="22125"/>
                </a:lnTo>
                <a:lnTo>
                  <a:pt x="689025" y="22275"/>
                </a:lnTo>
                <a:lnTo>
                  <a:pt x="688950" y="22425"/>
                </a:lnTo>
                <a:lnTo>
                  <a:pt x="688950" y="22500"/>
                </a:lnTo>
                <a:lnTo>
                  <a:pt x="688725" y="22800"/>
                </a:lnTo>
                <a:lnTo>
                  <a:pt x="688725" y="22950"/>
                </a:lnTo>
                <a:lnTo>
                  <a:pt x="688500" y="23250"/>
                </a:lnTo>
                <a:lnTo>
                  <a:pt x="688500" y="23400"/>
                </a:lnTo>
                <a:lnTo>
                  <a:pt x="688275" y="23925"/>
                </a:lnTo>
                <a:lnTo>
                  <a:pt x="688275" y="24075"/>
                </a:lnTo>
                <a:lnTo>
                  <a:pt x="688125" y="24450"/>
                </a:lnTo>
                <a:lnTo>
                  <a:pt x="688125" y="24600"/>
                </a:lnTo>
                <a:lnTo>
                  <a:pt x="688050" y="24750"/>
                </a:lnTo>
                <a:lnTo>
                  <a:pt x="688050" y="24900"/>
                </a:lnTo>
                <a:lnTo>
                  <a:pt x="687975" y="25050"/>
                </a:lnTo>
                <a:lnTo>
                  <a:pt x="687975" y="25425"/>
                </a:lnTo>
                <a:lnTo>
                  <a:pt x="687900" y="25575"/>
                </a:lnTo>
                <a:lnTo>
                  <a:pt x="687900" y="25875"/>
                </a:lnTo>
                <a:lnTo>
                  <a:pt x="687825" y="26025"/>
                </a:lnTo>
                <a:lnTo>
                  <a:pt x="687825" y="26550"/>
                </a:lnTo>
                <a:lnTo>
                  <a:pt x="687750" y="26775"/>
                </a:lnTo>
                <a:lnTo>
                  <a:pt x="687750" y="66750"/>
                </a:lnTo>
                <a:close/>
                <a:moveTo>
                  <a:pt x="746400" y="52500"/>
                </a:moveTo>
                <a:lnTo>
                  <a:pt x="746400" y="25725"/>
                </a:lnTo>
                <a:lnTo>
                  <a:pt x="746325" y="25575"/>
                </a:lnTo>
                <a:lnTo>
                  <a:pt x="746325" y="25050"/>
                </a:lnTo>
                <a:lnTo>
                  <a:pt x="746250" y="24900"/>
                </a:lnTo>
                <a:lnTo>
                  <a:pt x="746250" y="24600"/>
                </a:lnTo>
                <a:lnTo>
                  <a:pt x="746175" y="24450"/>
                </a:lnTo>
                <a:lnTo>
                  <a:pt x="746175" y="24225"/>
                </a:lnTo>
                <a:lnTo>
                  <a:pt x="746100" y="24075"/>
                </a:lnTo>
                <a:lnTo>
                  <a:pt x="745800" y="23100"/>
                </a:lnTo>
                <a:lnTo>
                  <a:pt x="745725" y="23025"/>
                </a:lnTo>
                <a:lnTo>
                  <a:pt x="745725" y="22875"/>
                </a:lnTo>
                <a:lnTo>
                  <a:pt x="745575" y="22725"/>
                </a:lnTo>
                <a:lnTo>
                  <a:pt x="745575" y="22575"/>
                </a:lnTo>
                <a:lnTo>
                  <a:pt x="745425" y="22425"/>
                </a:lnTo>
                <a:lnTo>
                  <a:pt x="745425" y="22350"/>
                </a:lnTo>
                <a:lnTo>
                  <a:pt x="745350" y="22200"/>
                </a:lnTo>
                <a:lnTo>
                  <a:pt x="745200" y="22050"/>
                </a:lnTo>
                <a:lnTo>
                  <a:pt x="745200" y="21975"/>
                </a:lnTo>
                <a:lnTo>
                  <a:pt x="744975" y="21750"/>
                </a:lnTo>
                <a:lnTo>
                  <a:pt x="744975" y="21675"/>
                </a:lnTo>
                <a:lnTo>
                  <a:pt x="744600" y="21300"/>
                </a:lnTo>
                <a:lnTo>
                  <a:pt x="744600" y="21225"/>
                </a:lnTo>
                <a:lnTo>
                  <a:pt x="744375" y="21000"/>
                </a:lnTo>
                <a:lnTo>
                  <a:pt x="744300" y="21000"/>
                </a:lnTo>
                <a:lnTo>
                  <a:pt x="744000" y="20700"/>
                </a:lnTo>
                <a:lnTo>
                  <a:pt x="743925" y="20700"/>
                </a:lnTo>
                <a:lnTo>
                  <a:pt x="743700" y="20475"/>
                </a:lnTo>
                <a:lnTo>
                  <a:pt x="743625" y="20475"/>
                </a:lnTo>
                <a:lnTo>
                  <a:pt x="743550" y="20400"/>
                </a:lnTo>
                <a:lnTo>
                  <a:pt x="743475" y="20400"/>
                </a:lnTo>
                <a:lnTo>
                  <a:pt x="743325" y="20250"/>
                </a:lnTo>
                <a:lnTo>
                  <a:pt x="743250" y="20250"/>
                </a:lnTo>
                <a:lnTo>
                  <a:pt x="743175" y="20175"/>
                </a:lnTo>
                <a:lnTo>
                  <a:pt x="743100" y="20175"/>
                </a:lnTo>
                <a:lnTo>
                  <a:pt x="743025" y="20100"/>
                </a:lnTo>
                <a:lnTo>
                  <a:pt x="742950" y="20100"/>
                </a:lnTo>
                <a:lnTo>
                  <a:pt x="742875" y="20025"/>
                </a:lnTo>
                <a:lnTo>
                  <a:pt x="742800" y="20025"/>
                </a:lnTo>
                <a:lnTo>
                  <a:pt x="742725" y="19950"/>
                </a:lnTo>
                <a:lnTo>
                  <a:pt x="742650" y="19950"/>
                </a:lnTo>
                <a:lnTo>
                  <a:pt x="742425" y="19800"/>
                </a:lnTo>
                <a:lnTo>
                  <a:pt x="742200" y="19800"/>
                </a:lnTo>
                <a:lnTo>
                  <a:pt x="742125" y="19725"/>
                </a:lnTo>
                <a:lnTo>
                  <a:pt x="741975" y="19725"/>
                </a:lnTo>
                <a:lnTo>
                  <a:pt x="741900" y="19650"/>
                </a:lnTo>
                <a:lnTo>
                  <a:pt x="741675" y="19650"/>
                </a:lnTo>
                <a:lnTo>
                  <a:pt x="741525" y="19575"/>
                </a:lnTo>
                <a:lnTo>
                  <a:pt x="741150" y="19575"/>
                </a:lnTo>
                <a:lnTo>
                  <a:pt x="741000" y="19500"/>
                </a:lnTo>
                <a:lnTo>
                  <a:pt x="739800" y="19500"/>
                </a:lnTo>
                <a:lnTo>
                  <a:pt x="739725" y="19575"/>
                </a:lnTo>
                <a:lnTo>
                  <a:pt x="739350" y="19575"/>
                </a:lnTo>
                <a:lnTo>
                  <a:pt x="739275" y="19650"/>
                </a:lnTo>
                <a:lnTo>
                  <a:pt x="738975" y="19650"/>
                </a:lnTo>
                <a:lnTo>
                  <a:pt x="738900" y="19725"/>
                </a:lnTo>
                <a:lnTo>
                  <a:pt x="738750" y="19725"/>
                </a:lnTo>
                <a:lnTo>
                  <a:pt x="738600" y="19800"/>
                </a:lnTo>
                <a:lnTo>
                  <a:pt x="738450" y="19800"/>
                </a:lnTo>
                <a:lnTo>
                  <a:pt x="738225" y="19950"/>
                </a:lnTo>
                <a:lnTo>
                  <a:pt x="737925" y="20025"/>
                </a:lnTo>
                <a:lnTo>
                  <a:pt x="737850" y="20100"/>
                </a:lnTo>
                <a:lnTo>
                  <a:pt x="737775" y="20100"/>
                </a:lnTo>
                <a:lnTo>
                  <a:pt x="737700" y="20175"/>
                </a:lnTo>
                <a:lnTo>
                  <a:pt x="737625" y="20175"/>
                </a:lnTo>
                <a:lnTo>
                  <a:pt x="737550" y="20250"/>
                </a:lnTo>
                <a:lnTo>
                  <a:pt x="737475" y="20250"/>
                </a:lnTo>
                <a:lnTo>
                  <a:pt x="737250" y="20400"/>
                </a:lnTo>
                <a:lnTo>
                  <a:pt x="737175" y="20400"/>
                </a:lnTo>
                <a:lnTo>
                  <a:pt x="737025" y="20550"/>
                </a:lnTo>
                <a:lnTo>
                  <a:pt x="736950" y="20550"/>
                </a:lnTo>
                <a:lnTo>
                  <a:pt x="736650" y="20850"/>
                </a:lnTo>
                <a:lnTo>
                  <a:pt x="736575" y="20850"/>
                </a:lnTo>
                <a:lnTo>
                  <a:pt x="735375" y="22050"/>
                </a:lnTo>
                <a:lnTo>
                  <a:pt x="735375" y="22200"/>
                </a:lnTo>
                <a:lnTo>
                  <a:pt x="735150" y="22425"/>
                </a:lnTo>
                <a:lnTo>
                  <a:pt x="735000" y="22650"/>
                </a:lnTo>
                <a:lnTo>
                  <a:pt x="735000" y="22725"/>
                </a:lnTo>
                <a:lnTo>
                  <a:pt x="734850" y="22950"/>
                </a:lnTo>
                <a:lnTo>
                  <a:pt x="734775" y="23100"/>
                </a:lnTo>
                <a:lnTo>
                  <a:pt x="734775" y="23175"/>
                </a:lnTo>
                <a:lnTo>
                  <a:pt x="734625" y="23400"/>
                </a:lnTo>
                <a:lnTo>
                  <a:pt x="734475" y="23775"/>
                </a:lnTo>
                <a:lnTo>
                  <a:pt x="734400" y="23850"/>
                </a:lnTo>
                <a:lnTo>
                  <a:pt x="734400" y="24000"/>
                </a:lnTo>
                <a:lnTo>
                  <a:pt x="734175" y="24525"/>
                </a:lnTo>
                <a:lnTo>
                  <a:pt x="734175" y="24675"/>
                </a:lnTo>
                <a:lnTo>
                  <a:pt x="734100" y="24750"/>
                </a:lnTo>
                <a:lnTo>
                  <a:pt x="734100" y="24900"/>
                </a:lnTo>
                <a:lnTo>
                  <a:pt x="734025" y="25050"/>
                </a:lnTo>
                <a:lnTo>
                  <a:pt x="734025" y="25350"/>
                </a:lnTo>
                <a:lnTo>
                  <a:pt x="733950" y="25500"/>
                </a:lnTo>
                <a:lnTo>
                  <a:pt x="733950" y="25650"/>
                </a:lnTo>
                <a:lnTo>
                  <a:pt x="733875" y="25800"/>
                </a:lnTo>
                <a:lnTo>
                  <a:pt x="733875" y="26100"/>
                </a:lnTo>
                <a:lnTo>
                  <a:pt x="733800" y="26250"/>
                </a:lnTo>
                <a:lnTo>
                  <a:pt x="733800" y="26925"/>
                </a:lnTo>
                <a:lnTo>
                  <a:pt x="733725" y="27075"/>
                </a:lnTo>
                <a:lnTo>
                  <a:pt x="733725" y="66750"/>
                </a:lnTo>
                <a:lnTo>
                  <a:pt x="728025" y="66750"/>
                </a:lnTo>
                <a:lnTo>
                  <a:pt x="728025" y="26775"/>
                </a:lnTo>
                <a:lnTo>
                  <a:pt x="728100" y="26775"/>
                </a:lnTo>
                <a:lnTo>
                  <a:pt x="728100" y="26475"/>
                </a:lnTo>
                <a:lnTo>
                  <a:pt x="728025" y="26475"/>
                </a:lnTo>
                <a:lnTo>
                  <a:pt x="728025" y="25725"/>
                </a:lnTo>
                <a:lnTo>
                  <a:pt x="727950" y="25575"/>
                </a:lnTo>
                <a:lnTo>
                  <a:pt x="727950" y="24975"/>
                </a:lnTo>
                <a:lnTo>
                  <a:pt x="727875" y="24825"/>
                </a:lnTo>
                <a:lnTo>
                  <a:pt x="727875" y="24600"/>
                </a:lnTo>
                <a:lnTo>
                  <a:pt x="727800" y="24450"/>
                </a:lnTo>
                <a:lnTo>
                  <a:pt x="727800" y="24225"/>
                </a:lnTo>
                <a:lnTo>
                  <a:pt x="727725" y="24075"/>
                </a:lnTo>
                <a:lnTo>
                  <a:pt x="727350" y="22875"/>
                </a:lnTo>
                <a:lnTo>
                  <a:pt x="727275" y="22800"/>
                </a:lnTo>
                <a:lnTo>
                  <a:pt x="727200" y="22650"/>
                </a:lnTo>
                <a:lnTo>
                  <a:pt x="727200" y="22575"/>
                </a:lnTo>
                <a:lnTo>
                  <a:pt x="727050" y="22425"/>
                </a:lnTo>
                <a:lnTo>
                  <a:pt x="727050" y="22350"/>
                </a:lnTo>
                <a:lnTo>
                  <a:pt x="726975" y="22200"/>
                </a:lnTo>
                <a:lnTo>
                  <a:pt x="726825" y="22050"/>
                </a:lnTo>
                <a:lnTo>
                  <a:pt x="726825" y="21975"/>
                </a:lnTo>
                <a:lnTo>
                  <a:pt x="726600" y="21750"/>
                </a:lnTo>
                <a:lnTo>
                  <a:pt x="726600" y="21675"/>
                </a:lnTo>
                <a:lnTo>
                  <a:pt x="726225" y="21300"/>
                </a:lnTo>
                <a:lnTo>
                  <a:pt x="726225" y="21225"/>
                </a:lnTo>
                <a:lnTo>
                  <a:pt x="725925" y="20925"/>
                </a:lnTo>
                <a:lnTo>
                  <a:pt x="725850" y="20925"/>
                </a:lnTo>
                <a:lnTo>
                  <a:pt x="725625" y="20700"/>
                </a:lnTo>
                <a:lnTo>
                  <a:pt x="725550" y="20700"/>
                </a:lnTo>
                <a:lnTo>
                  <a:pt x="725325" y="20475"/>
                </a:lnTo>
                <a:lnTo>
                  <a:pt x="725250" y="20475"/>
                </a:lnTo>
                <a:lnTo>
                  <a:pt x="725250" y="20400"/>
                </a:lnTo>
                <a:lnTo>
                  <a:pt x="725175" y="20400"/>
                </a:lnTo>
                <a:lnTo>
                  <a:pt x="724950" y="20250"/>
                </a:lnTo>
                <a:lnTo>
                  <a:pt x="724875" y="20250"/>
                </a:lnTo>
                <a:lnTo>
                  <a:pt x="724800" y="20175"/>
                </a:lnTo>
                <a:lnTo>
                  <a:pt x="724725" y="20175"/>
                </a:lnTo>
                <a:lnTo>
                  <a:pt x="724650" y="20100"/>
                </a:lnTo>
                <a:lnTo>
                  <a:pt x="724575" y="20100"/>
                </a:lnTo>
                <a:lnTo>
                  <a:pt x="724500" y="20025"/>
                </a:lnTo>
                <a:lnTo>
                  <a:pt x="724425" y="20025"/>
                </a:lnTo>
                <a:lnTo>
                  <a:pt x="724350" y="19950"/>
                </a:lnTo>
                <a:lnTo>
                  <a:pt x="724275" y="19950"/>
                </a:lnTo>
                <a:lnTo>
                  <a:pt x="724200" y="19875"/>
                </a:lnTo>
                <a:lnTo>
                  <a:pt x="724125" y="19875"/>
                </a:lnTo>
                <a:lnTo>
                  <a:pt x="724050" y="19800"/>
                </a:lnTo>
                <a:lnTo>
                  <a:pt x="723900" y="19800"/>
                </a:lnTo>
                <a:lnTo>
                  <a:pt x="723750" y="19725"/>
                </a:lnTo>
                <a:lnTo>
                  <a:pt x="723600" y="19725"/>
                </a:lnTo>
                <a:lnTo>
                  <a:pt x="723525" y="19650"/>
                </a:lnTo>
                <a:lnTo>
                  <a:pt x="723300" y="19650"/>
                </a:lnTo>
                <a:lnTo>
                  <a:pt x="723150" y="19575"/>
                </a:lnTo>
                <a:lnTo>
                  <a:pt x="722775" y="19575"/>
                </a:lnTo>
                <a:lnTo>
                  <a:pt x="722625" y="19500"/>
                </a:lnTo>
                <a:lnTo>
                  <a:pt x="721425" y="19500"/>
                </a:lnTo>
                <a:lnTo>
                  <a:pt x="721350" y="19575"/>
                </a:lnTo>
                <a:lnTo>
                  <a:pt x="720975" y="19575"/>
                </a:lnTo>
                <a:lnTo>
                  <a:pt x="720900" y="19650"/>
                </a:lnTo>
                <a:lnTo>
                  <a:pt x="720600" y="19650"/>
                </a:lnTo>
                <a:lnTo>
                  <a:pt x="720525" y="19725"/>
                </a:lnTo>
                <a:lnTo>
                  <a:pt x="720375" y="19725"/>
                </a:lnTo>
                <a:lnTo>
                  <a:pt x="720225" y="19800"/>
                </a:lnTo>
                <a:lnTo>
                  <a:pt x="720075" y="19800"/>
                </a:lnTo>
                <a:lnTo>
                  <a:pt x="720000" y="19875"/>
                </a:lnTo>
                <a:lnTo>
                  <a:pt x="719925" y="19875"/>
                </a:lnTo>
                <a:lnTo>
                  <a:pt x="719850" y="19950"/>
                </a:lnTo>
                <a:lnTo>
                  <a:pt x="719700" y="19950"/>
                </a:lnTo>
                <a:lnTo>
                  <a:pt x="719625" y="20025"/>
                </a:lnTo>
                <a:lnTo>
                  <a:pt x="719550" y="20025"/>
                </a:lnTo>
                <a:lnTo>
                  <a:pt x="719475" y="20100"/>
                </a:lnTo>
                <a:lnTo>
                  <a:pt x="719400" y="20100"/>
                </a:lnTo>
                <a:lnTo>
                  <a:pt x="719175" y="20250"/>
                </a:lnTo>
                <a:lnTo>
                  <a:pt x="719025" y="20250"/>
                </a:lnTo>
                <a:lnTo>
                  <a:pt x="718875" y="20400"/>
                </a:lnTo>
                <a:lnTo>
                  <a:pt x="718800" y="20400"/>
                </a:lnTo>
                <a:lnTo>
                  <a:pt x="718650" y="20550"/>
                </a:lnTo>
                <a:lnTo>
                  <a:pt x="718575" y="20550"/>
                </a:lnTo>
                <a:lnTo>
                  <a:pt x="718275" y="20850"/>
                </a:lnTo>
                <a:lnTo>
                  <a:pt x="718200" y="20850"/>
                </a:lnTo>
                <a:lnTo>
                  <a:pt x="717000" y="22050"/>
                </a:lnTo>
                <a:lnTo>
                  <a:pt x="717000" y="22200"/>
                </a:lnTo>
                <a:lnTo>
                  <a:pt x="716775" y="22425"/>
                </a:lnTo>
                <a:lnTo>
                  <a:pt x="716625" y="22650"/>
                </a:lnTo>
                <a:lnTo>
                  <a:pt x="716625" y="22725"/>
                </a:lnTo>
                <a:lnTo>
                  <a:pt x="716550" y="22875"/>
                </a:lnTo>
                <a:lnTo>
                  <a:pt x="716400" y="23025"/>
                </a:lnTo>
                <a:lnTo>
                  <a:pt x="716325" y="23175"/>
                </a:lnTo>
                <a:lnTo>
                  <a:pt x="716325" y="23250"/>
                </a:lnTo>
                <a:lnTo>
                  <a:pt x="716175" y="23475"/>
                </a:lnTo>
                <a:lnTo>
                  <a:pt x="716175" y="23625"/>
                </a:lnTo>
                <a:lnTo>
                  <a:pt x="716025" y="23850"/>
                </a:lnTo>
                <a:lnTo>
                  <a:pt x="716025" y="24000"/>
                </a:lnTo>
                <a:lnTo>
                  <a:pt x="715950" y="24075"/>
                </a:lnTo>
                <a:lnTo>
                  <a:pt x="715950" y="24225"/>
                </a:lnTo>
                <a:lnTo>
                  <a:pt x="715800" y="24525"/>
                </a:lnTo>
                <a:lnTo>
                  <a:pt x="715800" y="24600"/>
                </a:lnTo>
                <a:lnTo>
                  <a:pt x="715725" y="24750"/>
                </a:lnTo>
                <a:lnTo>
                  <a:pt x="715725" y="24900"/>
                </a:lnTo>
                <a:lnTo>
                  <a:pt x="715650" y="25050"/>
                </a:lnTo>
                <a:lnTo>
                  <a:pt x="715650" y="25350"/>
                </a:lnTo>
                <a:lnTo>
                  <a:pt x="715575" y="25500"/>
                </a:lnTo>
                <a:lnTo>
                  <a:pt x="715575" y="25650"/>
                </a:lnTo>
                <a:lnTo>
                  <a:pt x="715500" y="25800"/>
                </a:lnTo>
                <a:lnTo>
                  <a:pt x="715500" y="26100"/>
                </a:lnTo>
                <a:lnTo>
                  <a:pt x="715425" y="26250"/>
                </a:lnTo>
                <a:lnTo>
                  <a:pt x="715425" y="26925"/>
                </a:lnTo>
                <a:lnTo>
                  <a:pt x="715350" y="27075"/>
                </a:lnTo>
                <a:lnTo>
                  <a:pt x="715350" y="52500"/>
                </a:lnTo>
                <a:lnTo>
                  <a:pt x="709650" y="52500"/>
                </a:lnTo>
                <a:lnTo>
                  <a:pt x="709650" y="26775"/>
                </a:lnTo>
                <a:lnTo>
                  <a:pt x="709725" y="26775"/>
                </a:lnTo>
                <a:lnTo>
                  <a:pt x="709725" y="26025"/>
                </a:lnTo>
                <a:lnTo>
                  <a:pt x="709800" y="25875"/>
                </a:lnTo>
                <a:lnTo>
                  <a:pt x="709800" y="25350"/>
                </a:lnTo>
                <a:lnTo>
                  <a:pt x="709875" y="25200"/>
                </a:lnTo>
                <a:lnTo>
                  <a:pt x="709875" y="24900"/>
                </a:lnTo>
                <a:lnTo>
                  <a:pt x="709950" y="24750"/>
                </a:lnTo>
                <a:lnTo>
                  <a:pt x="709950" y="24525"/>
                </a:lnTo>
                <a:lnTo>
                  <a:pt x="710100" y="24075"/>
                </a:lnTo>
                <a:lnTo>
                  <a:pt x="710100" y="23850"/>
                </a:lnTo>
                <a:lnTo>
                  <a:pt x="710250" y="23475"/>
                </a:lnTo>
                <a:lnTo>
                  <a:pt x="710250" y="23250"/>
                </a:lnTo>
                <a:lnTo>
                  <a:pt x="710325" y="23250"/>
                </a:lnTo>
                <a:lnTo>
                  <a:pt x="710325" y="23025"/>
                </a:lnTo>
                <a:lnTo>
                  <a:pt x="710550" y="22500"/>
                </a:lnTo>
                <a:lnTo>
                  <a:pt x="710550" y="22425"/>
                </a:lnTo>
                <a:lnTo>
                  <a:pt x="710700" y="22125"/>
                </a:lnTo>
                <a:lnTo>
                  <a:pt x="710700" y="22050"/>
                </a:lnTo>
                <a:lnTo>
                  <a:pt x="710850" y="21750"/>
                </a:lnTo>
                <a:lnTo>
                  <a:pt x="710850" y="21675"/>
                </a:lnTo>
                <a:lnTo>
                  <a:pt x="711000" y="21375"/>
                </a:lnTo>
                <a:lnTo>
                  <a:pt x="711000" y="21300"/>
                </a:lnTo>
                <a:lnTo>
                  <a:pt x="711150" y="21000"/>
                </a:lnTo>
                <a:lnTo>
                  <a:pt x="711225" y="20925"/>
                </a:lnTo>
                <a:lnTo>
                  <a:pt x="711450" y="20475"/>
                </a:lnTo>
                <a:lnTo>
                  <a:pt x="711450" y="20400"/>
                </a:lnTo>
                <a:lnTo>
                  <a:pt x="711525" y="20250"/>
                </a:lnTo>
                <a:lnTo>
                  <a:pt x="711600" y="20250"/>
                </a:lnTo>
                <a:lnTo>
                  <a:pt x="711750" y="19950"/>
                </a:lnTo>
                <a:lnTo>
                  <a:pt x="711750" y="19875"/>
                </a:lnTo>
                <a:lnTo>
                  <a:pt x="711900" y="19800"/>
                </a:lnTo>
                <a:lnTo>
                  <a:pt x="711900" y="19725"/>
                </a:lnTo>
                <a:lnTo>
                  <a:pt x="712050" y="19425"/>
                </a:lnTo>
                <a:lnTo>
                  <a:pt x="712125" y="19425"/>
                </a:lnTo>
                <a:lnTo>
                  <a:pt x="712275" y="19125"/>
                </a:lnTo>
                <a:lnTo>
                  <a:pt x="712350" y="19125"/>
                </a:lnTo>
                <a:lnTo>
                  <a:pt x="712425" y="18975"/>
                </a:lnTo>
                <a:lnTo>
                  <a:pt x="712575" y="18825"/>
                </a:lnTo>
                <a:lnTo>
                  <a:pt x="712650" y="18675"/>
                </a:lnTo>
                <a:lnTo>
                  <a:pt x="712725" y="18675"/>
                </a:lnTo>
                <a:lnTo>
                  <a:pt x="713025" y="18225"/>
                </a:lnTo>
                <a:lnTo>
                  <a:pt x="713100" y="18225"/>
                </a:lnTo>
                <a:lnTo>
                  <a:pt x="713175" y="18075"/>
                </a:lnTo>
                <a:lnTo>
                  <a:pt x="713850" y="17400"/>
                </a:lnTo>
                <a:lnTo>
                  <a:pt x="714000" y="17325"/>
                </a:lnTo>
                <a:lnTo>
                  <a:pt x="714000" y="17250"/>
                </a:lnTo>
                <a:lnTo>
                  <a:pt x="714150" y="17175"/>
                </a:lnTo>
                <a:lnTo>
                  <a:pt x="714225" y="17025"/>
                </a:lnTo>
                <a:lnTo>
                  <a:pt x="714300" y="17025"/>
                </a:lnTo>
                <a:lnTo>
                  <a:pt x="714375" y="16950"/>
                </a:lnTo>
                <a:lnTo>
                  <a:pt x="714450" y="16950"/>
                </a:lnTo>
                <a:lnTo>
                  <a:pt x="714525" y="16800"/>
                </a:lnTo>
                <a:lnTo>
                  <a:pt x="714600" y="16800"/>
                </a:lnTo>
                <a:lnTo>
                  <a:pt x="714825" y="16575"/>
                </a:lnTo>
                <a:lnTo>
                  <a:pt x="714900" y="16575"/>
                </a:lnTo>
                <a:lnTo>
                  <a:pt x="714975" y="16500"/>
                </a:lnTo>
                <a:lnTo>
                  <a:pt x="715050" y="16500"/>
                </a:lnTo>
                <a:lnTo>
                  <a:pt x="715125" y="16350"/>
                </a:lnTo>
                <a:lnTo>
                  <a:pt x="715200" y="16350"/>
                </a:lnTo>
                <a:lnTo>
                  <a:pt x="715275" y="16275"/>
                </a:lnTo>
                <a:lnTo>
                  <a:pt x="715350" y="16275"/>
                </a:lnTo>
                <a:lnTo>
                  <a:pt x="715500" y="16125"/>
                </a:lnTo>
                <a:lnTo>
                  <a:pt x="716100" y="15825"/>
                </a:lnTo>
                <a:lnTo>
                  <a:pt x="716100" y="15750"/>
                </a:lnTo>
                <a:lnTo>
                  <a:pt x="716250" y="15675"/>
                </a:lnTo>
                <a:lnTo>
                  <a:pt x="716325" y="15675"/>
                </a:lnTo>
                <a:lnTo>
                  <a:pt x="716550" y="15525"/>
                </a:lnTo>
                <a:lnTo>
                  <a:pt x="716625" y="15525"/>
                </a:lnTo>
                <a:lnTo>
                  <a:pt x="717075" y="15300"/>
                </a:lnTo>
                <a:lnTo>
                  <a:pt x="717150" y="15300"/>
                </a:lnTo>
                <a:lnTo>
                  <a:pt x="717375" y="15150"/>
                </a:lnTo>
                <a:lnTo>
                  <a:pt x="717450" y="15150"/>
                </a:lnTo>
                <a:lnTo>
                  <a:pt x="717750" y="15000"/>
                </a:lnTo>
                <a:lnTo>
                  <a:pt x="717900" y="15000"/>
                </a:lnTo>
                <a:lnTo>
                  <a:pt x="717975" y="14925"/>
                </a:lnTo>
                <a:lnTo>
                  <a:pt x="718125" y="14925"/>
                </a:lnTo>
                <a:lnTo>
                  <a:pt x="718425" y="14775"/>
                </a:lnTo>
                <a:lnTo>
                  <a:pt x="718575" y="14775"/>
                </a:lnTo>
                <a:lnTo>
                  <a:pt x="718650" y="14700"/>
                </a:lnTo>
                <a:lnTo>
                  <a:pt x="718800" y="14700"/>
                </a:lnTo>
                <a:lnTo>
                  <a:pt x="718950" y="14625"/>
                </a:lnTo>
                <a:lnTo>
                  <a:pt x="719175" y="14625"/>
                </a:lnTo>
                <a:lnTo>
                  <a:pt x="719325" y="14550"/>
                </a:lnTo>
                <a:lnTo>
                  <a:pt x="719475" y="14550"/>
                </a:lnTo>
                <a:lnTo>
                  <a:pt x="719550" y="14475"/>
                </a:lnTo>
                <a:lnTo>
                  <a:pt x="719850" y="14475"/>
                </a:lnTo>
                <a:lnTo>
                  <a:pt x="720000" y="14400"/>
                </a:lnTo>
                <a:lnTo>
                  <a:pt x="720375" y="14400"/>
                </a:lnTo>
                <a:lnTo>
                  <a:pt x="720450" y="14325"/>
                </a:lnTo>
                <a:lnTo>
                  <a:pt x="721125" y="14325"/>
                </a:lnTo>
                <a:lnTo>
                  <a:pt x="721125" y="14250"/>
                </a:lnTo>
                <a:lnTo>
                  <a:pt x="722925" y="14250"/>
                </a:lnTo>
                <a:lnTo>
                  <a:pt x="723075" y="14325"/>
                </a:lnTo>
                <a:lnTo>
                  <a:pt x="723675" y="14325"/>
                </a:lnTo>
                <a:lnTo>
                  <a:pt x="723750" y="14400"/>
                </a:lnTo>
                <a:lnTo>
                  <a:pt x="724200" y="14400"/>
                </a:lnTo>
                <a:lnTo>
                  <a:pt x="724275" y="14475"/>
                </a:lnTo>
                <a:lnTo>
                  <a:pt x="724500" y="14475"/>
                </a:lnTo>
                <a:lnTo>
                  <a:pt x="724650" y="14550"/>
                </a:lnTo>
                <a:lnTo>
                  <a:pt x="724875" y="14550"/>
                </a:lnTo>
                <a:lnTo>
                  <a:pt x="725025" y="14625"/>
                </a:lnTo>
                <a:lnTo>
                  <a:pt x="725175" y="14625"/>
                </a:lnTo>
                <a:lnTo>
                  <a:pt x="725250" y="14700"/>
                </a:lnTo>
                <a:lnTo>
                  <a:pt x="725400" y="14700"/>
                </a:lnTo>
                <a:lnTo>
                  <a:pt x="725550" y="14775"/>
                </a:lnTo>
                <a:lnTo>
                  <a:pt x="725700" y="14775"/>
                </a:lnTo>
                <a:lnTo>
                  <a:pt x="725775" y="14850"/>
                </a:lnTo>
                <a:lnTo>
                  <a:pt x="725925" y="14850"/>
                </a:lnTo>
                <a:lnTo>
                  <a:pt x="726375" y="15075"/>
                </a:lnTo>
                <a:lnTo>
                  <a:pt x="726525" y="15075"/>
                </a:lnTo>
                <a:lnTo>
                  <a:pt x="726750" y="15225"/>
                </a:lnTo>
                <a:lnTo>
                  <a:pt x="726900" y="15225"/>
                </a:lnTo>
                <a:lnTo>
                  <a:pt x="726900" y="15300"/>
                </a:lnTo>
                <a:lnTo>
                  <a:pt x="727050" y="15300"/>
                </a:lnTo>
                <a:lnTo>
                  <a:pt x="727050" y="15375"/>
                </a:lnTo>
                <a:lnTo>
                  <a:pt x="727200" y="15375"/>
                </a:lnTo>
                <a:lnTo>
                  <a:pt x="727275" y="15450"/>
                </a:lnTo>
                <a:lnTo>
                  <a:pt x="727350" y="15450"/>
                </a:lnTo>
                <a:lnTo>
                  <a:pt x="727425" y="15525"/>
                </a:lnTo>
                <a:lnTo>
                  <a:pt x="727500" y="15525"/>
                </a:lnTo>
                <a:lnTo>
                  <a:pt x="727650" y="15675"/>
                </a:lnTo>
                <a:lnTo>
                  <a:pt x="727725" y="15675"/>
                </a:lnTo>
                <a:lnTo>
                  <a:pt x="728325" y="15975"/>
                </a:lnTo>
                <a:lnTo>
                  <a:pt x="728325" y="16050"/>
                </a:lnTo>
                <a:lnTo>
                  <a:pt x="728775" y="16275"/>
                </a:lnTo>
                <a:lnTo>
                  <a:pt x="728775" y="16350"/>
                </a:lnTo>
                <a:lnTo>
                  <a:pt x="729075" y="16500"/>
                </a:lnTo>
                <a:lnTo>
                  <a:pt x="729075" y="16575"/>
                </a:lnTo>
                <a:lnTo>
                  <a:pt x="729375" y="16725"/>
                </a:lnTo>
                <a:lnTo>
                  <a:pt x="729375" y="16800"/>
                </a:lnTo>
                <a:lnTo>
                  <a:pt x="729525" y="16875"/>
                </a:lnTo>
                <a:lnTo>
                  <a:pt x="729750" y="17100"/>
                </a:lnTo>
                <a:lnTo>
                  <a:pt x="729825" y="17100"/>
                </a:lnTo>
                <a:lnTo>
                  <a:pt x="730725" y="18000"/>
                </a:lnTo>
                <a:lnTo>
                  <a:pt x="730800" y="18150"/>
                </a:lnTo>
                <a:lnTo>
                  <a:pt x="730875" y="18150"/>
                </a:lnTo>
                <a:lnTo>
                  <a:pt x="730950" y="18300"/>
                </a:lnTo>
                <a:lnTo>
                  <a:pt x="731175" y="18525"/>
                </a:lnTo>
                <a:lnTo>
                  <a:pt x="731250" y="18375"/>
                </a:lnTo>
                <a:lnTo>
                  <a:pt x="731325" y="18375"/>
                </a:lnTo>
                <a:lnTo>
                  <a:pt x="731400" y="18225"/>
                </a:lnTo>
                <a:lnTo>
                  <a:pt x="731475" y="18225"/>
                </a:lnTo>
                <a:lnTo>
                  <a:pt x="731550" y="18075"/>
                </a:lnTo>
                <a:lnTo>
                  <a:pt x="731700" y="18000"/>
                </a:lnTo>
                <a:lnTo>
                  <a:pt x="731700" y="17925"/>
                </a:lnTo>
                <a:lnTo>
                  <a:pt x="731925" y="17700"/>
                </a:lnTo>
                <a:lnTo>
                  <a:pt x="732000" y="17700"/>
                </a:lnTo>
                <a:lnTo>
                  <a:pt x="732075" y="17550"/>
                </a:lnTo>
                <a:lnTo>
                  <a:pt x="732225" y="17475"/>
                </a:lnTo>
                <a:lnTo>
                  <a:pt x="732225" y="17400"/>
                </a:lnTo>
                <a:lnTo>
                  <a:pt x="732375" y="17325"/>
                </a:lnTo>
                <a:lnTo>
                  <a:pt x="732375" y="17250"/>
                </a:lnTo>
                <a:lnTo>
                  <a:pt x="732525" y="17175"/>
                </a:lnTo>
                <a:lnTo>
                  <a:pt x="732750" y="16950"/>
                </a:lnTo>
                <a:lnTo>
                  <a:pt x="732825" y="16950"/>
                </a:lnTo>
                <a:lnTo>
                  <a:pt x="732900" y="16800"/>
                </a:lnTo>
                <a:lnTo>
                  <a:pt x="732975" y="16800"/>
                </a:lnTo>
                <a:lnTo>
                  <a:pt x="733050" y="16725"/>
                </a:lnTo>
                <a:lnTo>
                  <a:pt x="733125" y="16725"/>
                </a:lnTo>
                <a:lnTo>
                  <a:pt x="733200" y="16575"/>
                </a:lnTo>
                <a:lnTo>
                  <a:pt x="733275" y="16575"/>
                </a:lnTo>
                <a:lnTo>
                  <a:pt x="733350" y="16500"/>
                </a:lnTo>
                <a:lnTo>
                  <a:pt x="733425" y="16500"/>
                </a:lnTo>
                <a:lnTo>
                  <a:pt x="733650" y="16275"/>
                </a:lnTo>
                <a:lnTo>
                  <a:pt x="733725" y="16275"/>
                </a:lnTo>
                <a:lnTo>
                  <a:pt x="733950" y="16050"/>
                </a:lnTo>
                <a:lnTo>
                  <a:pt x="734025" y="16050"/>
                </a:lnTo>
                <a:lnTo>
                  <a:pt x="734475" y="15825"/>
                </a:lnTo>
                <a:lnTo>
                  <a:pt x="734475" y="15750"/>
                </a:lnTo>
                <a:lnTo>
                  <a:pt x="734625" y="15750"/>
                </a:lnTo>
                <a:lnTo>
                  <a:pt x="734775" y="15600"/>
                </a:lnTo>
                <a:lnTo>
                  <a:pt x="734850" y="15600"/>
                </a:lnTo>
                <a:lnTo>
                  <a:pt x="734925" y="15525"/>
                </a:lnTo>
                <a:lnTo>
                  <a:pt x="735000" y="15525"/>
                </a:lnTo>
                <a:lnTo>
                  <a:pt x="735600" y="15225"/>
                </a:lnTo>
                <a:lnTo>
                  <a:pt x="735675" y="15225"/>
                </a:lnTo>
                <a:lnTo>
                  <a:pt x="735750" y="15150"/>
                </a:lnTo>
                <a:lnTo>
                  <a:pt x="735825" y="15150"/>
                </a:lnTo>
                <a:lnTo>
                  <a:pt x="736125" y="15000"/>
                </a:lnTo>
                <a:lnTo>
                  <a:pt x="736275" y="15000"/>
                </a:lnTo>
                <a:lnTo>
                  <a:pt x="736350" y="14925"/>
                </a:lnTo>
                <a:lnTo>
                  <a:pt x="736500" y="14925"/>
                </a:lnTo>
                <a:lnTo>
                  <a:pt x="736800" y="14775"/>
                </a:lnTo>
                <a:lnTo>
                  <a:pt x="736950" y="14775"/>
                </a:lnTo>
                <a:lnTo>
                  <a:pt x="737025" y="14700"/>
                </a:lnTo>
                <a:lnTo>
                  <a:pt x="737175" y="14700"/>
                </a:lnTo>
                <a:lnTo>
                  <a:pt x="737325" y="14625"/>
                </a:lnTo>
                <a:lnTo>
                  <a:pt x="737550" y="14625"/>
                </a:lnTo>
                <a:lnTo>
                  <a:pt x="737700" y="14550"/>
                </a:lnTo>
                <a:lnTo>
                  <a:pt x="737925" y="14550"/>
                </a:lnTo>
                <a:lnTo>
                  <a:pt x="738075" y="14475"/>
                </a:lnTo>
                <a:lnTo>
                  <a:pt x="738225" y="14475"/>
                </a:lnTo>
                <a:lnTo>
                  <a:pt x="738375" y="14400"/>
                </a:lnTo>
                <a:lnTo>
                  <a:pt x="738750" y="14400"/>
                </a:lnTo>
                <a:lnTo>
                  <a:pt x="738825" y="14325"/>
                </a:lnTo>
                <a:lnTo>
                  <a:pt x="739500" y="14325"/>
                </a:lnTo>
                <a:lnTo>
                  <a:pt x="739500" y="14250"/>
                </a:lnTo>
                <a:lnTo>
                  <a:pt x="741300" y="14250"/>
                </a:lnTo>
                <a:lnTo>
                  <a:pt x="741450" y="14325"/>
                </a:lnTo>
                <a:lnTo>
                  <a:pt x="742050" y="14325"/>
                </a:lnTo>
                <a:lnTo>
                  <a:pt x="742125" y="14400"/>
                </a:lnTo>
                <a:lnTo>
                  <a:pt x="742575" y="14400"/>
                </a:lnTo>
                <a:lnTo>
                  <a:pt x="742650" y="14475"/>
                </a:lnTo>
                <a:lnTo>
                  <a:pt x="742875" y="14475"/>
                </a:lnTo>
                <a:lnTo>
                  <a:pt x="743025" y="14550"/>
                </a:lnTo>
                <a:lnTo>
                  <a:pt x="743250" y="14550"/>
                </a:lnTo>
                <a:lnTo>
                  <a:pt x="743400" y="14625"/>
                </a:lnTo>
                <a:lnTo>
                  <a:pt x="743550" y="14625"/>
                </a:lnTo>
                <a:lnTo>
                  <a:pt x="743625" y="14700"/>
                </a:lnTo>
                <a:lnTo>
                  <a:pt x="743775" y="14700"/>
                </a:lnTo>
                <a:lnTo>
                  <a:pt x="743925" y="14775"/>
                </a:lnTo>
                <a:lnTo>
                  <a:pt x="744075" y="14775"/>
                </a:lnTo>
                <a:lnTo>
                  <a:pt x="744150" y="14850"/>
                </a:lnTo>
                <a:lnTo>
                  <a:pt x="744300" y="14850"/>
                </a:lnTo>
                <a:lnTo>
                  <a:pt x="744750" y="15075"/>
                </a:lnTo>
                <a:lnTo>
                  <a:pt x="744900" y="15075"/>
                </a:lnTo>
                <a:lnTo>
                  <a:pt x="744975" y="15150"/>
                </a:lnTo>
                <a:lnTo>
                  <a:pt x="745125" y="15150"/>
                </a:lnTo>
                <a:lnTo>
                  <a:pt x="745125" y="15225"/>
                </a:lnTo>
                <a:lnTo>
                  <a:pt x="745275" y="15225"/>
                </a:lnTo>
                <a:lnTo>
                  <a:pt x="745275" y="15300"/>
                </a:lnTo>
                <a:lnTo>
                  <a:pt x="745425" y="15300"/>
                </a:lnTo>
                <a:lnTo>
                  <a:pt x="745425" y="15375"/>
                </a:lnTo>
                <a:lnTo>
                  <a:pt x="745575" y="15375"/>
                </a:lnTo>
                <a:lnTo>
                  <a:pt x="745650" y="15450"/>
                </a:lnTo>
                <a:lnTo>
                  <a:pt x="745725" y="15450"/>
                </a:lnTo>
                <a:lnTo>
                  <a:pt x="745800" y="15525"/>
                </a:lnTo>
                <a:lnTo>
                  <a:pt x="745875" y="15525"/>
                </a:lnTo>
                <a:lnTo>
                  <a:pt x="745950" y="15600"/>
                </a:lnTo>
                <a:lnTo>
                  <a:pt x="746400" y="15825"/>
                </a:lnTo>
                <a:lnTo>
                  <a:pt x="746400" y="14250"/>
                </a:lnTo>
                <a:lnTo>
                  <a:pt x="752100" y="14250"/>
                </a:lnTo>
                <a:lnTo>
                  <a:pt x="752100" y="52500"/>
                </a:lnTo>
                <a:close/>
                <a:moveTo>
                  <a:pt x="769200" y="34500"/>
                </a:moveTo>
                <a:lnTo>
                  <a:pt x="768375" y="34275"/>
                </a:lnTo>
                <a:lnTo>
                  <a:pt x="768375" y="34200"/>
                </a:lnTo>
                <a:lnTo>
                  <a:pt x="767850" y="34050"/>
                </a:lnTo>
                <a:lnTo>
                  <a:pt x="767625" y="33900"/>
                </a:lnTo>
                <a:lnTo>
                  <a:pt x="767325" y="33825"/>
                </a:lnTo>
                <a:lnTo>
                  <a:pt x="767100" y="33675"/>
                </a:lnTo>
                <a:lnTo>
                  <a:pt x="766875" y="33600"/>
                </a:lnTo>
                <a:lnTo>
                  <a:pt x="766650" y="33450"/>
                </a:lnTo>
                <a:lnTo>
                  <a:pt x="766425" y="33375"/>
                </a:lnTo>
                <a:lnTo>
                  <a:pt x="766200" y="33225"/>
                </a:lnTo>
                <a:lnTo>
                  <a:pt x="765975" y="33150"/>
                </a:lnTo>
                <a:lnTo>
                  <a:pt x="765975" y="33075"/>
                </a:lnTo>
                <a:lnTo>
                  <a:pt x="765750" y="33000"/>
                </a:lnTo>
                <a:lnTo>
                  <a:pt x="765525" y="32850"/>
                </a:lnTo>
                <a:lnTo>
                  <a:pt x="765300" y="32775"/>
                </a:lnTo>
                <a:lnTo>
                  <a:pt x="765075" y="32625"/>
                </a:lnTo>
                <a:lnTo>
                  <a:pt x="764925" y="32475"/>
                </a:lnTo>
                <a:lnTo>
                  <a:pt x="764850" y="32475"/>
                </a:lnTo>
                <a:lnTo>
                  <a:pt x="764700" y="32400"/>
                </a:lnTo>
                <a:lnTo>
                  <a:pt x="764475" y="32250"/>
                </a:lnTo>
                <a:lnTo>
                  <a:pt x="764325" y="32100"/>
                </a:lnTo>
                <a:lnTo>
                  <a:pt x="764250" y="32100"/>
                </a:lnTo>
                <a:lnTo>
                  <a:pt x="764100" y="32025"/>
                </a:lnTo>
                <a:lnTo>
                  <a:pt x="763875" y="31875"/>
                </a:lnTo>
                <a:lnTo>
                  <a:pt x="763725" y="31725"/>
                </a:lnTo>
                <a:lnTo>
                  <a:pt x="763500" y="31650"/>
                </a:lnTo>
                <a:lnTo>
                  <a:pt x="763350" y="31500"/>
                </a:lnTo>
                <a:lnTo>
                  <a:pt x="762975" y="31275"/>
                </a:lnTo>
                <a:lnTo>
                  <a:pt x="762825" y="31125"/>
                </a:lnTo>
                <a:lnTo>
                  <a:pt x="762750" y="31125"/>
                </a:lnTo>
                <a:lnTo>
                  <a:pt x="762300" y="30750"/>
                </a:lnTo>
                <a:lnTo>
                  <a:pt x="762075" y="30675"/>
                </a:lnTo>
                <a:lnTo>
                  <a:pt x="761775" y="30375"/>
                </a:lnTo>
                <a:lnTo>
                  <a:pt x="761625" y="30300"/>
                </a:lnTo>
                <a:lnTo>
                  <a:pt x="761475" y="30150"/>
                </a:lnTo>
                <a:lnTo>
                  <a:pt x="761250" y="30075"/>
                </a:lnTo>
                <a:lnTo>
                  <a:pt x="761100" y="29925"/>
                </a:lnTo>
                <a:lnTo>
                  <a:pt x="760800" y="29775"/>
                </a:lnTo>
                <a:lnTo>
                  <a:pt x="760350" y="29400"/>
                </a:lnTo>
                <a:lnTo>
                  <a:pt x="759900" y="29175"/>
                </a:lnTo>
                <a:lnTo>
                  <a:pt x="759750" y="29025"/>
                </a:lnTo>
                <a:lnTo>
                  <a:pt x="759525" y="28875"/>
                </a:lnTo>
                <a:lnTo>
                  <a:pt x="758775" y="28500"/>
                </a:lnTo>
                <a:lnTo>
                  <a:pt x="758700" y="28425"/>
                </a:lnTo>
                <a:lnTo>
                  <a:pt x="758250" y="28200"/>
                </a:lnTo>
                <a:lnTo>
                  <a:pt x="758175" y="28125"/>
                </a:lnTo>
                <a:lnTo>
                  <a:pt x="758025" y="28125"/>
                </a:lnTo>
                <a:lnTo>
                  <a:pt x="757800" y="27975"/>
                </a:lnTo>
                <a:lnTo>
                  <a:pt x="757650" y="27900"/>
                </a:lnTo>
                <a:lnTo>
                  <a:pt x="757500" y="27900"/>
                </a:lnTo>
                <a:lnTo>
                  <a:pt x="757425" y="27825"/>
                </a:lnTo>
                <a:lnTo>
                  <a:pt x="757275" y="27825"/>
                </a:lnTo>
                <a:lnTo>
                  <a:pt x="756900" y="27675"/>
                </a:lnTo>
                <a:lnTo>
                  <a:pt x="756750" y="27675"/>
                </a:lnTo>
                <a:lnTo>
                  <a:pt x="758175" y="22575"/>
                </a:lnTo>
                <a:lnTo>
                  <a:pt x="758475" y="22650"/>
                </a:lnTo>
                <a:lnTo>
                  <a:pt x="758625" y="22725"/>
                </a:lnTo>
                <a:lnTo>
                  <a:pt x="758850" y="22725"/>
                </a:lnTo>
                <a:lnTo>
                  <a:pt x="758925" y="22800"/>
                </a:lnTo>
                <a:lnTo>
                  <a:pt x="759075" y="22800"/>
                </a:lnTo>
                <a:lnTo>
                  <a:pt x="759150" y="22875"/>
                </a:lnTo>
                <a:lnTo>
                  <a:pt x="759300" y="22875"/>
                </a:lnTo>
                <a:lnTo>
                  <a:pt x="759375" y="22950"/>
                </a:lnTo>
                <a:lnTo>
                  <a:pt x="759525" y="22950"/>
                </a:lnTo>
                <a:lnTo>
                  <a:pt x="759750" y="23100"/>
                </a:lnTo>
                <a:lnTo>
                  <a:pt x="760500" y="23325"/>
                </a:lnTo>
                <a:lnTo>
                  <a:pt x="760725" y="23475"/>
                </a:lnTo>
                <a:lnTo>
                  <a:pt x="761100" y="23625"/>
                </a:lnTo>
                <a:lnTo>
                  <a:pt x="761475" y="23850"/>
                </a:lnTo>
                <a:lnTo>
                  <a:pt x="761550" y="23850"/>
                </a:lnTo>
                <a:lnTo>
                  <a:pt x="761700" y="23925"/>
                </a:lnTo>
                <a:lnTo>
                  <a:pt x="761850" y="24075"/>
                </a:lnTo>
                <a:lnTo>
                  <a:pt x="761925" y="24075"/>
                </a:lnTo>
                <a:lnTo>
                  <a:pt x="762075" y="24150"/>
                </a:lnTo>
                <a:lnTo>
                  <a:pt x="762225" y="24300"/>
                </a:lnTo>
                <a:lnTo>
                  <a:pt x="762300" y="24300"/>
                </a:lnTo>
                <a:lnTo>
                  <a:pt x="762450" y="24375"/>
                </a:lnTo>
                <a:lnTo>
                  <a:pt x="762600" y="24525"/>
                </a:lnTo>
                <a:lnTo>
                  <a:pt x="762675" y="24525"/>
                </a:lnTo>
                <a:lnTo>
                  <a:pt x="762825" y="24600"/>
                </a:lnTo>
                <a:lnTo>
                  <a:pt x="762975" y="24750"/>
                </a:lnTo>
                <a:lnTo>
                  <a:pt x="763050" y="24750"/>
                </a:lnTo>
                <a:lnTo>
                  <a:pt x="763200" y="24825"/>
                </a:lnTo>
                <a:lnTo>
                  <a:pt x="763350" y="24975"/>
                </a:lnTo>
                <a:lnTo>
                  <a:pt x="763500" y="25050"/>
                </a:lnTo>
                <a:lnTo>
                  <a:pt x="763575" y="25050"/>
                </a:lnTo>
                <a:lnTo>
                  <a:pt x="764025" y="25425"/>
                </a:lnTo>
                <a:lnTo>
                  <a:pt x="764100" y="25425"/>
                </a:lnTo>
                <a:lnTo>
                  <a:pt x="764250" y="25500"/>
                </a:lnTo>
                <a:lnTo>
                  <a:pt x="764250" y="25575"/>
                </a:lnTo>
                <a:lnTo>
                  <a:pt x="764400" y="25650"/>
                </a:lnTo>
                <a:lnTo>
                  <a:pt x="764550" y="25800"/>
                </a:lnTo>
                <a:lnTo>
                  <a:pt x="764700" y="25875"/>
                </a:lnTo>
                <a:lnTo>
                  <a:pt x="764775" y="25875"/>
                </a:lnTo>
                <a:lnTo>
                  <a:pt x="764925" y="26025"/>
                </a:lnTo>
                <a:lnTo>
                  <a:pt x="765600" y="26475"/>
                </a:lnTo>
                <a:lnTo>
                  <a:pt x="765750" y="26625"/>
                </a:lnTo>
                <a:lnTo>
                  <a:pt x="765900" y="26700"/>
                </a:lnTo>
                <a:lnTo>
                  <a:pt x="766350" y="27075"/>
                </a:lnTo>
                <a:lnTo>
                  <a:pt x="766575" y="27150"/>
                </a:lnTo>
                <a:lnTo>
                  <a:pt x="766725" y="27300"/>
                </a:lnTo>
                <a:lnTo>
                  <a:pt x="767025" y="27450"/>
                </a:lnTo>
                <a:lnTo>
                  <a:pt x="767175" y="27600"/>
                </a:lnTo>
                <a:lnTo>
                  <a:pt x="767850" y="27975"/>
                </a:lnTo>
                <a:lnTo>
                  <a:pt x="768000" y="28125"/>
                </a:lnTo>
                <a:lnTo>
                  <a:pt x="768375" y="28275"/>
                </a:lnTo>
                <a:lnTo>
                  <a:pt x="768525" y="28425"/>
                </a:lnTo>
                <a:lnTo>
                  <a:pt x="769050" y="28650"/>
                </a:lnTo>
                <a:lnTo>
                  <a:pt x="769200" y="28800"/>
                </a:lnTo>
                <a:lnTo>
                  <a:pt x="769275" y="28800"/>
                </a:lnTo>
                <a:lnTo>
                  <a:pt x="769275" y="0"/>
                </a:lnTo>
                <a:lnTo>
                  <a:pt x="774975" y="0"/>
                </a:lnTo>
                <a:lnTo>
                  <a:pt x="774975" y="52500"/>
                </a:lnTo>
                <a:lnTo>
                  <a:pt x="769275" y="52500"/>
                </a:lnTo>
                <a:lnTo>
                  <a:pt x="769275" y="34575"/>
                </a:lnTo>
                <a:close/>
                <a:moveTo>
                  <a:pt x="787575" y="22800"/>
                </a:moveTo>
                <a:lnTo>
                  <a:pt x="789000" y="22050"/>
                </a:lnTo>
                <a:lnTo>
                  <a:pt x="789150" y="21900"/>
                </a:lnTo>
                <a:lnTo>
                  <a:pt x="789450" y="21750"/>
                </a:lnTo>
                <a:lnTo>
                  <a:pt x="789600" y="21600"/>
                </a:lnTo>
                <a:lnTo>
                  <a:pt x="789750" y="21525"/>
                </a:lnTo>
                <a:lnTo>
                  <a:pt x="789900" y="21375"/>
                </a:lnTo>
                <a:lnTo>
                  <a:pt x="790050" y="21300"/>
                </a:lnTo>
                <a:lnTo>
                  <a:pt x="790200" y="21150"/>
                </a:lnTo>
                <a:lnTo>
                  <a:pt x="790350" y="21075"/>
                </a:lnTo>
                <a:lnTo>
                  <a:pt x="790500" y="20925"/>
                </a:lnTo>
                <a:lnTo>
                  <a:pt x="790950" y="20625"/>
                </a:lnTo>
                <a:lnTo>
                  <a:pt x="791250" y="20325"/>
                </a:lnTo>
                <a:lnTo>
                  <a:pt x="791400" y="20250"/>
                </a:lnTo>
                <a:lnTo>
                  <a:pt x="791850" y="19800"/>
                </a:lnTo>
                <a:lnTo>
                  <a:pt x="792000" y="19725"/>
                </a:lnTo>
                <a:lnTo>
                  <a:pt x="792750" y="18975"/>
                </a:lnTo>
                <a:lnTo>
                  <a:pt x="792900" y="18900"/>
                </a:lnTo>
                <a:lnTo>
                  <a:pt x="794400" y="17400"/>
                </a:lnTo>
                <a:lnTo>
                  <a:pt x="794550" y="17325"/>
                </a:lnTo>
                <a:lnTo>
                  <a:pt x="794700" y="17175"/>
                </a:lnTo>
                <a:lnTo>
                  <a:pt x="794925" y="17025"/>
                </a:lnTo>
                <a:lnTo>
                  <a:pt x="796725" y="15225"/>
                </a:lnTo>
                <a:lnTo>
                  <a:pt x="796875" y="15150"/>
                </a:lnTo>
                <a:lnTo>
                  <a:pt x="796875" y="15075"/>
                </a:lnTo>
                <a:lnTo>
                  <a:pt x="797025" y="15000"/>
                </a:lnTo>
                <a:lnTo>
                  <a:pt x="797100" y="15000"/>
                </a:lnTo>
                <a:lnTo>
                  <a:pt x="797850" y="14250"/>
                </a:lnTo>
                <a:lnTo>
                  <a:pt x="798000" y="14175"/>
                </a:lnTo>
                <a:lnTo>
                  <a:pt x="798000" y="14100"/>
                </a:lnTo>
                <a:lnTo>
                  <a:pt x="798150" y="14025"/>
                </a:lnTo>
                <a:lnTo>
                  <a:pt x="798225" y="14025"/>
                </a:lnTo>
                <a:lnTo>
                  <a:pt x="798675" y="13575"/>
                </a:lnTo>
                <a:lnTo>
                  <a:pt x="799350" y="13125"/>
                </a:lnTo>
                <a:lnTo>
                  <a:pt x="799350" y="13050"/>
                </a:lnTo>
                <a:lnTo>
                  <a:pt x="799500" y="12975"/>
                </a:lnTo>
                <a:lnTo>
                  <a:pt x="799650" y="12825"/>
                </a:lnTo>
                <a:lnTo>
                  <a:pt x="799725" y="12825"/>
                </a:lnTo>
                <a:lnTo>
                  <a:pt x="799875" y="12750"/>
                </a:lnTo>
                <a:lnTo>
                  <a:pt x="800025" y="12600"/>
                </a:lnTo>
                <a:lnTo>
                  <a:pt x="800925" y="12075"/>
                </a:lnTo>
                <a:lnTo>
                  <a:pt x="801000" y="12000"/>
                </a:lnTo>
                <a:lnTo>
                  <a:pt x="801525" y="11775"/>
                </a:lnTo>
                <a:lnTo>
                  <a:pt x="801525" y="11700"/>
                </a:lnTo>
                <a:lnTo>
                  <a:pt x="801675" y="11625"/>
                </a:lnTo>
                <a:lnTo>
                  <a:pt x="801975" y="11550"/>
                </a:lnTo>
                <a:lnTo>
                  <a:pt x="802275" y="11400"/>
                </a:lnTo>
                <a:lnTo>
                  <a:pt x="802350" y="11325"/>
                </a:lnTo>
                <a:lnTo>
                  <a:pt x="802500" y="11325"/>
                </a:lnTo>
                <a:lnTo>
                  <a:pt x="802575" y="11250"/>
                </a:lnTo>
                <a:lnTo>
                  <a:pt x="802725" y="11250"/>
                </a:lnTo>
                <a:lnTo>
                  <a:pt x="802800" y="11175"/>
                </a:lnTo>
                <a:lnTo>
                  <a:pt x="802950" y="11175"/>
                </a:lnTo>
                <a:lnTo>
                  <a:pt x="803025" y="11100"/>
                </a:lnTo>
                <a:lnTo>
                  <a:pt x="803175" y="11100"/>
                </a:lnTo>
                <a:lnTo>
                  <a:pt x="803250" y="11025"/>
                </a:lnTo>
                <a:lnTo>
                  <a:pt x="803400" y="11025"/>
                </a:lnTo>
                <a:lnTo>
                  <a:pt x="803475" y="10950"/>
                </a:lnTo>
                <a:lnTo>
                  <a:pt x="803700" y="10950"/>
                </a:lnTo>
                <a:lnTo>
                  <a:pt x="804075" y="10800"/>
                </a:lnTo>
                <a:lnTo>
                  <a:pt x="804375" y="10800"/>
                </a:lnTo>
                <a:lnTo>
                  <a:pt x="804525" y="10725"/>
                </a:lnTo>
                <a:lnTo>
                  <a:pt x="804975" y="10725"/>
                </a:lnTo>
                <a:lnTo>
                  <a:pt x="805125" y="10650"/>
                </a:lnTo>
                <a:lnTo>
                  <a:pt x="806175" y="10650"/>
                </a:lnTo>
                <a:lnTo>
                  <a:pt x="806550" y="10725"/>
                </a:lnTo>
                <a:lnTo>
                  <a:pt x="807375" y="11025"/>
                </a:lnTo>
                <a:lnTo>
                  <a:pt x="807975" y="11475"/>
                </a:lnTo>
                <a:lnTo>
                  <a:pt x="808275" y="11775"/>
                </a:lnTo>
                <a:lnTo>
                  <a:pt x="808725" y="12375"/>
                </a:lnTo>
                <a:lnTo>
                  <a:pt x="808875" y="12750"/>
                </a:lnTo>
                <a:lnTo>
                  <a:pt x="808950" y="13125"/>
                </a:lnTo>
                <a:lnTo>
                  <a:pt x="808950" y="13875"/>
                </a:lnTo>
                <a:lnTo>
                  <a:pt x="808875" y="14250"/>
                </a:lnTo>
                <a:lnTo>
                  <a:pt x="808725" y="14625"/>
                </a:lnTo>
                <a:lnTo>
                  <a:pt x="807825" y="16650"/>
                </a:lnTo>
                <a:lnTo>
                  <a:pt x="807750" y="16875"/>
                </a:lnTo>
                <a:lnTo>
                  <a:pt x="807750" y="17025"/>
                </a:lnTo>
                <a:lnTo>
                  <a:pt x="807525" y="17550"/>
                </a:lnTo>
                <a:lnTo>
                  <a:pt x="807450" y="17775"/>
                </a:lnTo>
                <a:lnTo>
                  <a:pt x="807450" y="17925"/>
                </a:lnTo>
                <a:lnTo>
                  <a:pt x="807225" y="18525"/>
                </a:lnTo>
                <a:lnTo>
                  <a:pt x="807225" y="18675"/>
                </a:lnTo>
                <a:lnTo>
                  <a:pt x="807075" y="19050"/>
                </a:lnTo>
                <a:lnTo>
                  <a:pt x="807075" y="19275"/>
                </a:lnTo>
                <a:lnTo>
                  <a:pt x="806925" y="19650"/>
                </a:lnTo>
                <a:lnTo>
                  <a:pt x="806925" y="19875"/>
                </a:lnTo>
                <a:lnTo>
                  <a:pt x="806775" y="20250"/>
                </a:lnTo>
                <a:lnTo>
                  <a:pt x="806775" y="20400"/>
                </a:lnTo>
                <a:lnTo>
                  <a:pt x="806700" y="20625"/>
                </a:lnTo>
                <a:lnTo>
                  <a:pt x="806700" y="20850"/>
                </a:lnTo>
                <a:lnTo>
                  <a:pt x="806625" y="21000"/>
                </a:lnTo>
                <a:lnTo>
                  <a:pt x="806625" y="21225"/>
                </a:lnTo>
                <a:lnTo>
                  <a:pt x="806550" y="21450"/>
                </a:lnTo>
                <a:lnTo>
                  <a:pt x="806550" y="21600"/>
                </a:lnTo>
                <a:lnTo>
                  <a:pt x="806475" y="21825"/>
                </a:lnTo>
                <a:lnTo>
                  <a:pt x="806475" y="22050"/>
                </a:lnTo>
                <a:lnTo>
                  <a:pt x="806400" y="22200"/>
                </a:lnTo>
                <a:lnTo>
                  <a:pt x="806400" y="22425"/>
                </a:lnTo>
                <a:lnTo>
                  <a:pt x="806325" y="22650"/>
                </a:lnTo>
                <a:lnTo>
                  <a:pt x="806325" y="23025"/>
                </a:lnTo>
                <a:lnTo>
                  <a:pt x="806250" y="23250"/>
                </a:lnTo>
                <a:lnTo>
                  <a:pt x="806250" y="23700"/>
                </a:lnTo>
                <a:lnTo>
                  <a:pt x="806175" y="23850"/>
                </a:lnTo>
                <a:lnTo>
                  <a:pt x="806175" y="24300"/>
                </a:lnTo>
                <a:lnTo>
                  <a:pt x="806100" y="24525"/>
                </a:lnTo>
                <a:lnTo>
                  <a:pt x="806100" y="24900"/>
                </a:lnTo>
                <a:lnTo>
                  <a:pt x="806025" y="25125"/>
                </a:lnTo>
                <a:lnTo>
                  <a:pt x="806025" y="25950"/>
                </a:lnTo>
                <a:lnTo>
                  <a:pt x="805950" y="26175"/>
                </a:lnTo>
                <a:lnTo>
                  <a:pt x="805950" y="27675"/>
                </a:lnTo>
                <a:lnTo>
                  <a:pt x="805875" y="27900"/>
                </a:lnTo>
                <a:lnTo>
                  <a:pt x="805875" y="29625"/>
                </a:lnTo>
                <a:lnTo>
                  <a:pt x="805950" y="29850"/>
                </a:lnTo>
                <a:lnTo>
                  <a:pt x="805950" y="31500"/>
                </a:lnTo>
                <a:lnTo>
                  <a:pt x="806025" y="31725"/>
                </a:lnTo>
                <a:lnTo>
                  <a:pt x="806025" y="32625"/>
                </a:lnTo>
                <a:lnTo>
                  <a:pt x="806100" y="32850"/>
                </a:lnTo>
                <a:lnTo>
                  <a:pt x="806100" y="33225"/>
                </a:lnTo>
                <a:lnTo>
                  <a:pt x="806175" y="33450"/>
                </a:lnTo>
                <a:lnTo>
                  <a:pt x="806175" y="34125"/>
                </a:lnTo>
                <a:lnTo>
                  <a:pt x="806250" y="34275"/>
                </a:lnTo>
                <a:lnTo>
                  <a:pt x="806250" y="34500"/>
                </a:lnTo>
                <a:lnTo>
                  <a:pt x="806325" y="34725"/>
                </a:lnTo>
                <a:lnTo>
                  <a:pt x="806325" y="35175"/>
                </a:lnTo>
                <a:lnTo>
                  <a:pt x="806475" y="35775"/>
                </a:lnTo>
                <a:lnTo>
                  <a:pt x="806475" y="36225"/>
                </a:lnTo>
                <a:lnTo>
                  <a:pt x="806550" y="36375"/>
                </a:lnTo>
                <a:lnTo>
                  <a:pt x="806550" y="36600"/>
                </a:lnTo>
                <a:lnTo>
                  <a:pt x="806625" y="36825"/>
                </a:lnTo>
                <a:lnTo>
                  <a:pt x="806625" y="37050"/>
                </a:lnTo>
                <a:lnTo>
                  <a:pt x="806700" y="37200"/>
                </a:lnTo>
                <a:lnTo>
                  <a:pt x="806700" y="37425"/>
                </a:lnTo>
                <a:lnTo>
                  <a:pt x="806850" y="37875"/>
                </a:lnTo>
                <a:lnTo>
                  <a:pt x="806850" y="38025"/>
                </a:lnTo>
                <a:lnTo>
                  <a:pt x="806925" y="38250"/>
                </a:lnTo>
                <a:lnTo>
                  <a:pt x="806925" y="38475"/>
                </a:lnTo>
                <a:lnTo>
                  <a:pt x="807075" y="38850"/>
                </a:lnTo>
                <a:lnTo>
                  <a:pt x="807075" y="39075"/>
                </a:lnTo>
                <a:lnTo>
                  <a:pt x="807150" y="39300"/>
                </a:lnTo>
                <a:lnTo>
                  <a:pt x="807150" y="39450"/>
                </a:lnTo>
                <a:lnTo>
                  <a:pt x="807300" y="39900"/>
                </a:lnTo>
                <a:lnTo>
                  <a:pt x="807300" y="40050"/>
                </a:lnTo>
                <a:lnTo>
                  <a:pt x="807525" y="40650"/>
                </a:lnTo>
                <a:lnTo>
                  <a:pt x="807525" y="40875"/>
                </a:lnTo>
                <a:lnTo>
                  <a:pt x="807750" y="41400"/>
                </a:lnTo>
                <a:lnTo>
                  <a:pt x="807750" y="41625"/>
                </a:lnTo>
                <a:lnTo>
                  <a:pt x="807975" y="42150"/>
                </a:lnTo>
                <a:lnTo>
                  <a:pt x="808125" y="42750"/>
                </a:lnTo>
                <a:lnTo>
                  <a:pt x="808575" y="43800"/>
                </a:lnTo>
                <a:lnTo>
                  <a:pt x="808575" y="44025"/>
                </a:lnTo>
                <a:lnTo>
                  <a:pt x="809700" y="46575"/>
                </a:lnTo>
                <a:lnTo>
                  <a:pt x="809850" y="46725"/>
                </a:lnTo>
                <a:lnTo>
                  <a:pt x="810450" y="47925"/>
                </a:lnTo>
                <a:lnTo>
                  <a:pt x="810600" y="48075"/>
                </a:lnTo>
                <a:lnTo>
                  <a:pt x="810825" y="48525"/>
                </a:lnTo>
                <a:lnTo>
                  <a:pt x="810975" y="48750"/>
                </a:lnTo>
                <a:lnTo>
                  <a:pt x="811125" y="48900"/>
                </a:lnTo>
                <a:lnTo>
                  <a:pt x="811425" y="49425"/>
                </a:lnTo>
                <a:lnTo>
                  <a:pt x="806175" y="52500"/>
                </a:lnTo>
                <a:lnTo>
                  <a:pt x="806025" y="52350"/>
                </a:lnTo>
                <a:lnTo>
                  <a:pt x="805800" y="51975"/>
                </a:lnTo>
                <a:lnTo>
                  <a:pt x="805425" y="51525"/>
                </a:lnTo>
                <a:lnTo>
                  <a:pt x="805425" y="51450"/>
                </a:lnTo>
                <a:lnTo>
                  <a:pt x="805275" y="51150"/>
                </a:lnTo>
                <a:lnTo>
                  <a:pt x="805200" y="51150"/>
                </a:lnTo>
                <a:lnTo>
                  <a:pt x="805050" y="50775"/>
                </a:lnTo>
                <a:lnTo>
                  <a:pt x="804975" y="50775"/>
                </a:lnTo>
                <a:lnTo>
                  <a:pt x="804825" y="50400"/>
                </a:lnTo>
                <a:lnTo>
                  <a:pt x="804675" y="50250"/>
                </a:lnTo>
                <a:lnTo>
                  <a:pt x="804675" y="50175"/>
                </a:lnTo>
                <a:lnTo>
                  <a:pt x="804375" y="49650"/>
                </a:lnTo>
                <a:lnTo>
                  <a:pt x="804225" y="49275"/>
                </a:lnTo>
                <a:lnTo>
                  <a:pt x="804075" y="49125"/>
                </a:lnTo>
                <a:lnTo>
                  <a:pt x="804075" y="49050"/>
                </a:lnTo>
                <a:lnTo>
                  <a:pt x="803925" y="48750"/>
                </a:lnTo>
                <a:lnTo>
                  <a:pt x="803925" y="48675"/>
                </a:lnTo>
                <a:lnTo>
                  <a:pt x="803775" y="48525"/>
                </a:lnTo>
                <a:lnTo>
                  <a:pt x="803550" y="47925"/>
                </a:lnTo>
                <a:lnTo>
                  <a:pt x="803325" y="47550"/>
                </a:lnTo>
                <a:lnTo>
                  <a:pt x="802950" y="46500"/>
                </a:lnTo>
                <a:lnTo>
                  <a:pt x="802800" y="46350"/>
                </a:lnTo>
                <a:lnTo>
                  <a:pt x="802800" y="46275"/>
                </a:lnTo>
                <a:lnTo>
                  <a:pt x="802500" y="45525"/>
                </a:lnTo>
                <a:lnTo>
                  <a:pt x="802500" y="45450"/>
                </a:lnTo>
                <a:lnTo>
                  <a:pt x="802125" y="44475"/>
                </a:lnTo>
                <a:lnTo>
                  <a:pt x="802125" y="44400"/>
                </a:lnTo>
                <a:lnTo>
                  <a:pt x="801675" y="43125"/>
                </a:lnTo>
                <a:lnTo>
                  <a:pt x="801675" y="42900"/>
                </a:lnTo>
                <a:lnTo>
                  <a:pt x="801300" y="41850"/>
                </a:lnTo>
                <a:lnTo>
                  <a:pt x="801300" y="41625"/>
                </a:lnTo>
                <a:lnTo>
                  <a:pt x="801000" y="40725"/>
                </a:lnTo>
                <a:lnTo>
                  <a:pt x="801000" y="40500"/>
                </a:lnTo>
                <a:lnTo>
                  <a:pt x="800850" y="40050"/>
                </a:lnTo>
                <a:lnTo>
                  <a:pt x="800850" y="39825"/>
                </a:lnTo>
                <a:lnTo>
                  <a:pt x="800700" y="39375"/>
                </a:lnTo>
                <a:lnTo>
                  <a:pt x="800700" y="39150"/>
                </a:lnTo>
                <a:lnTo>
                  <a:pt x="800550" y="38700"/>
                </a:lnTo>
                <a:lnTo>
                  <a:pt x="800550" y="38400"/>
                </a:lnTo>
                <a:lnTo>
                  <a:pt x="800475" y="38175"/>
                </a:lnTo>
                <a:lnTo>
                  <a:pt x="800475" y="37950"/>
                </a:lnTo>
                <a:lnTo>
                  <a:pt x="800325" y="37500"/>
                </a:lnTo>
                <a:lnTo>
                  <a:pt x="800325" y="37275"/>
                </a:lnTo>
                <a:lnTo>
                  <a:pt x="800250" y="37050"/>
                </a:lnTo>
                <a:lnTo>
                  <a:pt x="800250" y="36825"/>
                </a:lnTo>
                <a:lnTo>
                  <a:pt x="800175" y="36600"/>
                </a:lnTo>
                <a:lnTo>
                  <a:pt x="800175" y="36375"/>
                </a:lnTo>
                <a:lnTo>
                  <a:pt x="800100" y="36150"/>
                </a:lnTo>
                <a:lnTo>
                  <a:pt x="800100" y="35625"/>
                </a:lnTo>
                <a:lnTo>
                  <a:pt x="800025" y="35400"/>
                </a:lnTo>
                <a:lnTo>
                  <a:pt x="800025" y="35175"/>
                </a:lnTo>
                <a:lnTo>
                  <a:pt x="799950" y="34950"/>
                </a:lnTo>
                <a:lnTo>
                  <a:pt x="799950" y="34425"/>
                </a:lnTo>
                <a:lnTo>
                  <a:pt x="799875" y="34200"/>
                </a:lnTo>
                <a:lnTo>
                  <a:pt x="799875" y="33750"/>
                </a:lnTo>
                <a:lnTo>
                  <a:pt x="799800" y="33525"/>
                </a:lnTo>
                <a:lnTo>
                  <a:pt x="799800" y="33000"/>
                </a:lnTo>
                <a:lnTo>
                  <a:pt x="799725" y="32775"/>
                </a:lnTo>
                <a:lnTo>
                  <a:pt x="799725" y="31875"/>
                </a:lnTo>
                <a:lnTo>
                  <a:pt x="799650" y="31650"/>
                </a:lnTo>
                <a:lnTo>
                  <a:pt x="799650" y="29925"/>
                </a:lnTo>
                <a:lnTo>
                  <a:pt x="799575" y="29700"/>
                </a:lnTo>
                <a:lnTo>
                  <a:pt x="799575" y="27975"/>
                </a:lnTo>
                <a:lnTo>
                  <a:pt x="799650" y="27750"/>
                </a:lnTo>
                <a:lnTo>
                  <a:pt x="799650" y="26100"/>
                </a:lnTo>
                <a:lnTo>
                  <a:pt x="799725" y="25875"/>
                </a:lnTo>
                <a:lnTo>
                  <a:pt x="799725" y="24900"/>
                </a:lnTo>
                <a:lnTo>
                  <a:pt x="799800" y="24675"/>
                </a:lnTo>
                <a:lnTo>
                  <a:pt x="799800" y="24225"/>
                </a:lnTo>
                <a:lnTo>
                  <a:pt x="799875" y="24000"/>
                </a:lnTo>
                <a:lnTo>
                  <a:pt x="799875" y="23475"/>
                </a:lnTo>
                <a:lnTo>
                  <a:pt x="799950" y="23250"/>
                </a:lnTo>
                <a:lnTo>
                  <a:pt x="799950" y="22800"/>
                </a:lnTo>
                <a:lnTo>
                  <a:pt x="800025" y="22575"/>
                </a:lnTo>
                <a:lnTo>
                  <a:pt x="800025" y="22350"/>
                </a:lnTo>
                <a:lnTo>
                  <a:pt x="800100" y="22125"/>
                </a:lnTo>
                <a:lnTo>
                  <a:pt x="800100" y="21825"/>
                </a:lnTo>
                <a:lnTo>
                  <a:pt x="800175" y="21600"/>
                </a:lnTo>
                <a:lnTo>
                  <a:pt x="800175" y="21375"/>
                </a:lnTo>
                <a:lnTo>
                  <a:pt x="800250" y="21150"/>
                </a:lnTo>
                <a:lnTo>
                  <a:pt x="800250" y="20925"/>
                </a:lnTo>
                <a:lnTo>
                  <a:pt x="800325" y="20700"/>
                </a:lnTo>
                <a:lnTo>
                  <a:pt x="800325" y="20475"/>
                </a:lnTo>
                <a:lnTo>
                  <a:pt x="800475" y="20025"/>
                </a:lnTo>
                <a:lnTo>
                  <a:pt x="800175" y="20175"/>
                </a:lnTo>
                <a:lnTo>
                  <a:pt x="800025" y="20325"/>
                </a:lnTo>
                <a:lnTo>
                  <a:pt x="799950" y="20475"/>
                </a:lnTo>
                <a:lnTo>
                  <a:pt x="799650" y="20775"/>
                </a:lnTo>
                <a:lnTo>
                  <a:pt x="799425" y="20925"/>
                </a:lnTo>
                <a:lnTo>
                  <a:pt x="797925" y="22425"/>
                </a:lnTo>
                <a:lnTo>
                  <a:pt x="797700" y="22575"/>
                </a:lnTo>
                <a:lnTo>
                  <a:pt x="797100" y="23175"/>
                </a:lnTo>
                <a:lnTo>
                  <a:pt x="796875" y="23325"/>
                </a:lnTo>
                <a:lnTo>
                  <a:pt x="796425" y="23775"/>
                </a:lnTo>
                <a:lnTo>
                  <a:pt x="796200" y="23925"/>
                </a:lnTo>
                <a:lnTo>
                  <a:pt x="795375" y="24675"/>
                </a:lnTo>
                <a:lnTo>
                  <a:pt x="795300" y="24675"/>
                </a:lnTo>
                <a:lnTo>
                  <a:pt x="795000" y="24975"/>
                </a:lnTo>
                <a:lnTo>
                  <a:pt x="794775" y="25125"/>
                </a:lnTo>
                <a:lnTo>
                  <a:pt x="794250" y="25575"/>
                </a:lnTo>
                <a:lnTo>
                  <a:pt x="793875" y="25800"/>
                </a:lnTo>
                <a:lnTo>
                  <a:pt x="793875" y="25875"/>
                </a:lnTo>
                <a:lnTo>
                  <a:pt x="793650" y="25950"/>
                </a:lnTo>
                <a:lnTo>
                  <a:pt x="793500" y="26100"/>
                </a:lnTo>
                <a:lnTo>
                  <a:pt x="793425" y="26100"/>
                </a:lnTo>
                <a:lnTo>
                  <a:pt x="793275" y="26250"/>
                </a:lnTo>
                <a:lnTo>
                  <a:pt x="792450" y="26775"/>
                </a:lnTo>
                <a:lnTo>
                  <a:pt x="792300" y="26925"/>
                </a:lnTo>
                <a:lnTo>
                  <a:pt x="792225" y="26925"/>
                </a:lnTo>
                <a:lnTo>
                  <a:pt x="792075" y="27000"/>
                </a:lnTo>
                <a:lnTo>
                  <a:pt x="791625" y="27300"/>
                </a:lnTo>
                <a:lnTo>
                  <a:pt x="791400" y="27375"/>
                </a:lnTo>
                <a:lnTo>
                  <a:pt x="791400" y="27450"/>
                </a:lnTo>
                <a:lnTo>
                  <a:pt x="791250" y="27525"/>
                </a:lnTo>
                <a:lnTo>
                  <a:pt x="791175" y="27525"/>
                </a:lnTo>
                <a:lnTo>
                  <a:pt x="790950" y="27675"/>
                </a:lnTo>
                <a:lnTo>
                  <a:pt x="790800" y="27750"/>
                </a:lnTo>
                <a:lnTo>
                  <a:pt x="790725" y="27750"/>
                </a:lnTo>
                <a:lnTo>
                  <a:pt x="790350" y="27975"/>
                </a:lnTo>
                <a:lnTo>
                  <a:pt x="790050" y="28050"/>
                </a:lnTo>
                <a:lnTo>
                  <a:pt x="789675" y="28275"/>
                </a:lnTo>
                <a:lnTo>
                  <a:pt x="788925" y="28500"/>
                </a:lnTo>
                <a:lnTo>
                  <a:pt x="788850" y="28575"/>
                </a:lnTo>
                <a:lnTo>
                  <a:pt x="788700" y="28575"/>
                </a:lnTo>
                <a:lnTo>
                  <a:pt x="788475" y="28725"/>
                </a:lnTo>
                <a:lnTo>
                  <a:pt x="788100" y="28800"/>
                </a:lnTo>
                <a:lnTo>
                  <a:pt x="787950" y="28875"/>
                </a:lnTo>
                <a:lnTo>
                  <a:pt x="787650" y="28875"/>
                </a:lnTo>
                <a:lnTo>
                  <a:pt x="787650" y="28950"/>
                </a:lnTo>
                <a:lnTo>
                  <a:pt x="787575" y="28950"/>
                </a:lnTo>
                <a:lnTo>
                  <a:pt x="787575" y="52500"/>
                </a:lnTo>
                <a:lnTo>
                  <a:pt x="781275" y="52500"/>
                </a:lnTo>
                <a:lnTo>
                  <a:pt x="781275" y="0"/>
                </a:lnTo>
                <a:lnTo>
                  <a:pt x="787575" y="0"/>
                </a:lnTo>
                <a:close/>
                <a:moveTo>
                  <a:pt x="866550" y="66750"/>
                </a:moveTo>
                <a:lnTo>
                  <a:pt x="860850" y="66750"/>
                </a:lnTo>
                <a:lnTo>
                  <a:pt x="860850" y="47925"/>
                </a:lnTo>
                <a:lnTo>
                  <a:pt x="860625" y="48075"/>
                </a:lnTo>
                <a:lnTo>
                  <a:pt x="860175" y="48525"/>
                </a:lnTo>
                <a:lnTo>
                  <a:pt x="859725" y="48825"/>
                </a:lnTo>
                <a:lnTo>
                  <a:pt x="859575" y="48975"/>
                </a:lnTo>
                <a:lnTo>
                  <a:pt x="859500" y="48975"/>
                </a:lnTo>
                <a:lnTo>
                  <a:pt x="859500" y="49050"/>
                </a:lnTo>
                <a:lnTo>
                  <a:pt x="859425" y="49050"/>
                </a:lnTo>
                <a:lnTo>
                  <a:pt x="859350" y="49125"/>
                </a:lnTo>
                <a:lnTo>
                  <a:pt x="859275" y="49125"/>
                </a:lnTo>
                <a:lnTo>
                  <a:pt x="859275" y="49200"/>
                </a:lnTo>
                <a:lnTo>
                  <a:pt x="859200" y="49200"/>
                </a:lnTo>
                <a:lnTo>
                  <a:pt x="859125" y="49275"/>
                </a:lnTo>
                <a:lnTo>
                  <a:pt x="859050" y="49275"/>
                </a:lnTo>
                <a:lnTo>
                  <a:pt x="859050" y="49350"/>
                </a:lnTo>
                <a:lnTo>
                  <a:pt x="858825" y="49425"/>
                </a:lnTo>
                <a:lnTo>
                  <a:pt x="858675" y="49575"/>
                </a:lnTo>
                <a:lnTo>
                  <a:pt x="858600" y="49575"/>
                </a:lnTo>
                <a:lnTo>
                  <a:pt x="858375" y="49725"/>
                </a:lnTo>
                <a:lnTo>
                  <a:pt x="858225" y="49800"/>
                </a:lnTo>
                <a:lnTo>
                  <a:pt x="858150" y="49800"/>
                </a:lnTo>
                <a:lnTo>
                  <a:pt x="858000" y="49950"/>
                </a:lnTo>
                <a:lnTo>
                  <a:pt x="857775" y="50025"/>
                </a:lnTo>
                <a:lnTo>
                  <a:pt x="857550" y="50175"/>
                </a:lnTo>
                <a:lnTo>
                  <a:pt x="857100" y="50325"/>
                </a:lnTo>
                <a:lnTo>
                  <a:pt x="857100" y="50400"/>
                </a:lnTo>
                <a:lnTo>
                  <a:pt x="856650" y="50550"/>
                </a:lnTo>
                <a:lnTo>
                  <a:pt x="856275" y="50775"/>
                </a:lnTo>
                <a:lnTo>
                  <a:pt x="855750" y="50925"/>
                </a:lnTo>
                <a:lnTo>
                  <a:pt x="855375" y="51150"/>
                </a:lnTo>
                <a:lnTo>
                  <a:pt x="855300" y="51150"/>
                </a:lnTo>
                <a:lnTo>
                  <a:pt x="855150" y="51225"/>
                </a:lnTo>
                <a:lnTo>
                  <a:pt x="855075" y="51225"/>
                </a:lnTo>
                <a:lnTo>
                  <a:pt x="854925" y="51300"/>
                </a:lnTo>
                <a:lnTo>
                  <a:pt x="854850" y="51300"/>
                </a:lnTo>
                <a:lnTo>
                  <a:pt x="853500" y="51750"/>
                </a:lnTo>
                <a:lnTo>
                  <a:pt x="853275" y="51750"/>
                </a:lnTo>
                <a:lnTo>
                  <a:pt x="853275" y="51825"/>
                </a:lnTo>
                <a:lnTo>
                  <a:pt x="853050" y="51825"/>
                </a:lnTo>
                <a:lnTo>
                  <a:pt x="852600" y="51975"/>
                </a:lnTo>
                <a:lnTo>
                  <a:pt x="852300" y="51975"/>
                </a:lnTo>
                <a:lnTo>
                  <a:pt x="852300" y="52050"/>
                </a:lnTo>
                <a:lnTo>
                  <a:pt x="852075" y="52050"/>
                </a:lnTo>
                <a:lnTo>
                  <a:pt x="851925" y="52125"/>
                </a:lnTo>
                <a:lnTo>
                  <a:pt x="851625" y="52125"/>
                </a:lnTo>
                <a:lnTo>
                  <a:pt x="851475" y="52200"/>
                </a:lnTo>
                <a:lnTo>
                  <a:pt x="851175" y="52200"/>
                </a:lnTo>
                <a:lnTo>
                  <a:pt x="850950" y="52275"/>
                </a:lnTo>
                <a:lnTo>
                  <a:pt x="850725" y="52275"/>
                </a:lnTo>
                <a:lnTo>
                  <a:pt x="850500" y="52350"/>
                </a:lnTo>
                <a:lnTo>
                  <a:pt x="850050" y="52350"/>
                </a:lnTo>
                <a:lnTo>
                  <a:pt x="850050" y="52425"/>
                </a:lnTo>
                <a:lnTo>
                  <a:pt x="849075" y="52425"/>
                </a:lnTo>
                <a:lnTo>
                  <a:pt x="849075" y="52500"/>
                </a:lnTo>
                <a:lnTo>
                  <a:pt x="847050" y="52500"/>
                </a:lnTo>
                <a:lnTo>
                  <a:pt x="846975" y="52425"/>
                </a:lnTo>
                <a:lnTo>
                  <a:pt x="846300" y="52425"/>
                </a:lnTo>
                <a:lnTo>
                  <a:pt x="846075" y="52350"/>
                </a:lnTo>
                <a:lnTo>
                  <a:pt x="845775" y="52350"/>
                </a:lnTo>
                <a:lnTo>
                  <a:pt x="845625" y="52275"/>
                </a:lnTo>
                <a:lnTo>
                  <a:pt x="845325" y="52275"/>
                </a:lnTo>
                <a:lnTo>
                  <a:pt x="844950" y="52125"/>
                </a:lnTo>
                <a:lnTo>
                  <a:pt x="844725" y="52125"/>
                </a:lnTo>
                <a:lnTo>
                  <a:pt x="844650" y="52050"/>
                </a:lnTo>
                <a:lnTo>
                  <a:pt x="844500" y="52050"/>
                </a:lnTo>
                <a:lnTo>
                  <a:pt x="843900" y="51825"/>
                </a:lnTo>
                <a:lnTo>
                  <a:pt x="843375" y="51675"/>
                </a:lnTo>
                <a:lnTo>
                  <a:pt x="843075" y="51525"/>
                </a:lnTo>
                <a:lnTo>
                  <a:pt x="842775" y="51450"/>
                </a:lnTo>
                <a:lnTo>
                  <a:pt x="842625" y="51375"/>
                </a:lnTo>
                <a:lnTo>
                  <a:pt x="842625" y="51300"/>
                </a:lnTo>
                <a:lnTo>
                  <a:pt x="842475" y="51225"/>
                </a:lnTo>
                <a:lnTo>
                  <a:pt x="842175" y="51150"/>
                </a:lnTo>
                <a:lnTo>
                  <a:pt x="842025" y="51075"/>
                </a:lnTo>
                <a:lnTo>
                  <a:pt x="842025" y="51000"/>
                </a:lnTo>
                <a:lnTo>
                  <a:pt x="841875" y="50925"/>
                </a:lnTo>
                <a:lnTo>
                  <a:pt x="841800" y="50925"/>
                </a:lnTo>
                <a:lnTo>
                  <a:pt x="841500" y="50775"/>
                </a:lnTo>
                <a:lnTo>
                  <a:pt x="841500" y="50700"/>
                </a:lnTo>
                <a:lnTo>
                  <a:pt x="841425" y="50700"/>
                </a:lnTo>
                <a:lnTo>
                  <a:pt x="841350" y="50625"/>
                </a:lnTo>
                <a:lnTo>
                  <a:pt x="841275" y="50625"/>
                </a:lnTo>
                <a:lnTo>
                  <a:pt x="841125" y="50550"/>
                </a:lnTo>
                <a:lnTo>
                  <a:pt x="841125" y="50475"/>
                </a:lnTo>
                <a:lnTo>
                  <a:pt x="840975" y="50400"/>
                </a:lnTo>
                <a:lnTo>
                  <a:pt x="840900" y="50400"/>
                </a:lnTo>
                <a:lnTo>
                  <a:pt x="840750" y="50250"/>
                </a:lnTo>
                <a:lnTo>
                  <a:pt x="840600" y="50175"/>
                </a:lnTo>
                <a:lnTo>
                  <a:pt x="840600" y="50100"/>
                </a:lnTo>
                <a:lnTo>
                  <a:pt x="840450" y="50025"/>
                </a:lnTo>
                <a:lnTo>
                  <a:pt x="840375" y="50025"/>
                </a:lnTo>
                <a:lnTo>
                  <a:pt x="840300" y="49875"/>
                </a:lnTo>
                <a:lnTo>
                  <a:pt x="840225" y="49875"/>
                </a:lnTo>
                <a:lnTo>
                  <a:pt x="840150" y="49800"/>
                </a:lnTo>
                <a:lnTo>
                  <a:pt x="840075" y="49800"/>
                </a:lnTo>
                <a:lnTo>
                  <a:pt x="840075" y="49725"/>
                </a:lnTo>
                <a:lnTo>
                  <a:pt x="839925" y="49650"/>
                </a:lnTo>
                <a:lnTo>
                  <a:pt x="839925" y="49575"/>
                </a:lnTo>
                <a:lnTo>
                  <a:pt x="839775" y="49500"/>
                </a:lnTo>
                <a:lnTo>
                  <a:pt x="839325" y="49050"/>
                </a:lnTo>
                <a:lnTo>
                  <a:pt x="839175" y="48975"/>
                </a:lnTo>
                <a:lnTo>
                  <a:pt x="839175" y="48900"/>
                </a:lnTo>
                <a:lnTo>
                  <a:pt x="839025" y="48825"/>
                </a:lnTo>
                <a:lnTo>
                  <a:pt x="839025" y="48750"/>
                </a:lnTo>
                <a:lnTo>
                  <a:pt x="838875" y="48675"/>
                </a:lnTo>
                <a:lnTo>
                  <a:pt x="838875" y="48600"/>
                </a:lnTo>
                <a:lnTo>
                  <a:pt x="838725" y="48525"/>
                </a:lnTo>
                <a:lnTo>
                  <a:pt x="838725" y="48450"/>
                </a:lnTo>
                <a:lnTo>
                  <a:pt x="838575" y="48375"/>
                </a:lnTo>
                <a:lnTo>
                  <a:pt x="838575" y="48300"/>
                </a:lnTo>
                <a:lnTo>
                  <a:pt x="838350" y="48075"/>
                </a:lnTo>
                <a:lnTo>
                  <a:pt x="838350" y="48000"/>
                </a:lnTo>
                <a:lnTo>
                  <a:pt x="838275" y="48000"/>
                </a:lnTo>
                <a:lnTo>
                  <a:pt x="837975" y="47550"/>
                </a:lnTo>
                <a:lnTo>
                  <a:pt x="837900" y="47550"/>
                </a:lnTo>
                <a:lnTo>
                  <a:pt x="837825" y="47400"/>
                </a:lnTo>
                <a:lnTo>
                  <a:pt x="837675" y="47250"/>
                </a:lnTo>
                <a:lnTo>
                  <a:pt x="837675" y="47175"/>
                </a:lnTo>
                <a:lnTo>
                  <a:pt x="837525" y="47025"/>
                </a:lnTo>
                <a:lnTo>
                  <a:pt x="837450" y="46875"/>
                </a:lnTo>
                <a:lnTo>
                  <a:pt x="837075" y="46425"/>
                </a:lnTo>
                <a:lnTo>
                  <a:pt x="837075" y="46350"/>
                </a:lnTo>
                <a:lnTo>
                  <a:pt x="837000" y="46200"/>
                </a:lnTo>
                <a:lnTo>
                  <a:pt x="836850" y="46050"/>
                </a:lnTo>
                <a:lnTo>
                  <a:pt x="836700" y="45675"/>
                </a:lnTo>
                <a:lnTo>
                  <a:pt x="836625" y="45675"/>
                </a:lnTo>
                <a:lnTo>
                  <a:pt x="836400" y="45150"/>
                </a:lnTo>
                <a:lnTo>
                  <a:pt x="836325" y="45150"/>
                </a:lnTo>
                <a:lnTo>
                  <a:pt x="836100" y="44625"/>
                </a:lnTo>
                <a:lnTo>
                  <a:pt x="836025" y="44625"/>
                </a:lnTo>
                <a:lnTo>
                  <a:pt x="835800" y="44100"/>
                </a:lnTo>
                <a:lnTo>
                  <a:pt x="835800" y="44025"/>
                </a:lnTo>
                <a:lnTo>
                  <a:pt x="835650" y="43725"/>
                </a:lnTo>
                <a:lnTo>
                  <a:pt x="835650" y="43650"/>
                </a:lnTo>
                <a:lnTo>
                  <a:pt x="835500" y="43350"/>
                </a:lnTo>
                <a:lnTo>
                  <a:pt x="835500" y="43275"/>
                </a:lnTo>
                <a:lnTo>
                  <a:pt x="835425" y="43275"/>
                </a:lnTo>
                <a:lnTo>
                  <a:pt x="835425" y="43125"/>
                </a:lnTo>
                <a:lnTo>
                  <a:pt x="835350" y="43125"/>
                </a:lnTo>
                <a:lnTo>
                  <a:pt x="835200" y="42750"/>
                </a:lnTo>
                <a:lnTo>
                  <a:pt x="835200" y="42525"/>
                </a:lnTo>
                <a:lnTo>
                  <a:pt x="835125" y="42525"/>
                </a:lnTo>
                <a:lnTo>
                  <a:pt x="835125" y="42375"/>
                </a:lnTo>
                <a:lnTo>
                  <a:pt x="835050" y="42375"/>
                </a:lnTo>
                <a:lnTo>
                  <a:pt x="835050" y="42150"/>
                </a:lnTo>
                <a:lnTo>
                  <a:pt x="834975" y="42150"/>
                </a:lnTo>
                <a:lnTo>
                  <a:pt x="834975" y="41925"/>
                </a:lnTo>
                <a:lnTo>
                  <a:pt x="834900" y="41925"/>
                </a:lnTo>
                <a:lnTo>
                  <a:pt x="834900" y="41775"/>
                </a:lnTo>
                <a:lnTo>
                  <a:pt x="834525" y="40725"/>
                </a:lnTo>
                <a:lnTo>
                  <a:pt x="834525" y="40575"/>
                </a:lnTo>
                <a:lnTo>
                  <a:pt x="834375" y="40125"/>
                </a:lnTo>
                <a:lnTo>
                  <a:pt x="834375" y="39900"/>
                </a:lnTo>
                <a:lnTo>
                  <a:pt x="834300" y="39900"/>
                </a:lnTo>
                <a:lnTo>
                  <a:pt x="834300" y="39750"/>
                </a:lnTo>
                <a:lnTo>
                  <a:pt x="834225" y="39525"/>
                </a:lnTo>
                <a:lnTo>
                  <a:pt x="834225" y="39300"/>
                </a:lnTo>
                <a:lnTo>
                  <a:pt x="834150" y="39300"/>
                </a:lnTo>
                <a:lnTo>
                  <a:pt x="834150" y="39075"/>
                </a:lnTo>
                <a:lnTo>
                  <a:pt x="834075" y="38925"/>
                </a:lnTo>
                <a:lnTo>
                  <a:pt x="834075" y="38700"/>
                </a:lnTo>
                <a:lnTo>
                  <a:pt x="834000" y="38475"/>
                </a:lnTo>
                <a:lnTo>
                  <a:pt x="834000" y="38250"/>
                </a:lnTo>
                <a:lnTo>
                  <a:pt x="833925" y="38100"/>
                </a:lnTo>
                <a:lnTo>
                  <a:pt x="833925" y="37875"/>
                </a:lnTo>
                <a:lnTo>
                  <a:pt x="833850" y="37875"/>
                </a:lnTo>
                <a:lnTo>
                  <a:pt x="833850" y="37425"/>
                </a:lnTo>
                <a:lnTo>
                  <a:pt x="833775" y="37275"/>
                </a:lnTo>
                <a:lnTo>
                  <a:pt x="833775" y="37050"/>
                </a:lnTo>
                <a:lnTo>
                  <a:pt x="833700" y="36825"/>
                </a:lnTo>
                <a:lnTo>
                  <a:pt x="833700" y="36375"/>
                </a:lnTo>
                <a:lnTo>
                  <a:pt x="833625" y="36375"/>
                </a:lnTo>
                <a:lnTo>
                  <a:pt x="833625" y="35775"/>
                </a:lnTo>
                <a:lnTo>
                  <a:pt x="833550" y="35775"/>
                </a:lnTo>
                <a:lnTo>
                  <a:pt x="833550" y="35100"/>
                </a:lnTo>
                <a:lnTo>
                  <a:pt x="833475" y="34950"/>
                </a:lnTo>
                <a:lnTo>
                  <a:pt x="833475" y="33900"/>
                </a:lnTo>
                <a:lnTo>
                  <a:pt x="833400" y="33900"/>
                </a:lnTo>
                <a:lnTo>
                  <a:pt x="833400" y="30900"/>
                </a:lnTo>
                <a:lnTo>
                  <a:pt x="833475" y="30750"/>
                </a:lnTo>
                <a:lnTo>
                  <a:pt x="833475" y="29700"/>
                </a:lnTo>
                <a:lnTo>
                  <a:pt x="833550" y="29475"/>
                </a:lnTo>
                <a:lnTo>
                  <a:pt x="833550" y="29025"/>
                </a:lnTo>
                <a:lnTo>
                  <a:pt x="833625" y="28875"/>
                </a:lnTo>
                <a:lnTo>
                  <a:pt x="833625" y="28425"/>
                </a:lnTo>
                <a:lnTo>
                  <a:pt x="833700" y="28275"/>
                </a:lnTo>
                <a:lnTo>
                  <a:pt x="833700" y="27825"/>
                </a:lnTo>
                <a:lnTo>
                  <a:pt x="833775" y="27675"/>
                </a:lnTo>
                <a:lnTo>
                  <a:pt x="833775" y="27450"/>
                </a:lnTo>
                <a:lnTo>
                  <a:pt x="833850" y="27300"/>
                </a:lnTo>
                <a:lnTo>
                  <a:pt x="833850" y="26850"/>
                </a:lnTo>
                <a:lnTo>
                  <a:pt x="833925" y="26850"/>
                </a:lnTo>
                <a:lnTo>
                  <a:pt x="833925" y="26475"/>
                </a:lnTo>
                <a:lnTo>
                  <a:pt x="834000" y="26475"/>
                </a:lnTo>
                <a:lnTo>
                  <a:pt x="834000" y="26250"/>
                </a:lnTo>
                <a:lnTo>
                  <a:pt x="834075" y="26100"/>
                </a:lnTo>
                <a:lnTo>
                  <a:pt x="834075" y="25875"/>
                </a:lnTo>
                <a:lnTo>
                  <a:pt x="834150" y="25725"/>
                </a:lnTo>
                <a:lnTo>
                  <a:pt x="834150" y="25500"/>
                </a:lnTo>
                <a:lnTo>
                  <a:pt x="834300" y="25125"/>
                </a:lnTo>
                <a:lnTo>
                  <a:pt x="834300" y="24900"/>
                </a:lnTo>
                <a:lnTo>
                  <a:pt x="834450" y="24600"/>
                </a:lnTo>
                <a:lnTo>
                  <a:pt x="834450" y="24375"/>
                </a:lnTo>
                <a:lnTo>
                  <a:pt x="834675" y="23850"/>
                </a:lnTo>
                <a:lnTo>
                  <a:pt x="834675" y="23625"/>
                </a:lnTo>
                <a:lnTo>
                  <a:pt x="834750" y="23625"/>
                </a:lnTo>
                <a:lnTo>
                  <a:pt x="834750" y="23475"/>
                </a:lnTo>
                <a:lnTo>
                  <a:pt x="834975" y="22950"/>
                </a:lnTo>
                <a:lnTo>
                  <a:pt x="834975" y="22875"/>
                </a:lnTo>
                <a:lnTo>
                  <a:pt x="835500" y="21750"/>
                </a:lnTo>
                <a:lnTo>
                  <a:pt x="835500" y="21675"/>
                </a:lnTo>
                <a:lnTo>
                  <a:pt x="835875" y="20925"/>
                </a:lnTo>
                <a:lnTo>
                  <a:pt x="835875" y="20850"/>
                </a:lnTo>
                <a:lnTo>
                  <a:pt x="835950" y="20775"/>
                </a:lnTo>
                <a:lnTo>
                  <a:pt x="835950" y="20700"/>
                </a:lnTo>
                <a:lnTo>
                  <a:pt x="836025" y="20700"/>
                </a:lnTo>
                <a:lnTo>
                  <a:pt x="836025" y="20550"/>
                </a:lnTo>
                <a:lnTo>
                  <a:pt x="836100" y="20550"/>
                </a:lnTo>
                <a:lnTo>
                  <a:pt x="836400" y="19950"/>
                </a:lnTo>
                <a:lnTo>
                  <a:pt x="836475" y="19950"/>
                </a:lnTo>
                <a:lnTo>
                  <a:pt x="836700" y="19500"/>
                </a:lnTo>
                <a:lnTo>
                  <a:pt x="836775" y="19500"/>
                </a:lnTo>
                <a:lnTo>
                  <a:pt x="836925" y="19200"/>
                </a:lnTo>
                <a:lnTo>
                  <a:pt x="837000" y="19200"/>
                </a:lnTo>
                <a:lnTo>
                  <a:pt x="837150" y="18975"/>
                </a:lnTo>
                <a:lnTo>
                  <a:pt x="837150" y="18900"/>
                </a:lnTo>
                <a:lnTo>
                  <a:pt x="837225" y="18900"/>
                </a:lnTo>
                <a:lnTo>
                  <a:pt x="837300" y="18825"/>
                </a:lnTo>
                <a:lnTo>
                  <a:pt x="837300" y="18750"/>
                </a:lnTo>
                <a:lnTo>
                  <a:pt x="837525" y="18525"/>
                </a:lnTo>
                <a:lnTo>
                  <a:pt x="837600" y="18375"/>
                </a:lnTo>
                <a:lnTo>
                  <a:pt x="837675" y="18375"/>
                </a:lnTo>
                <a:lnTo>
                  <a:pt x="837750" y="18225"/>
                </a:lnTo>
                <a:lnTo>
                  <a:pt x="837825" y="18225"/>
                </a:lnTo>
                <a:lnTo>
                  <a:pt x="837900" y="18150"/>
                </a:lnTo>
                <a:lnTo>
                  <a:pt x="837900" y="18075"/>
                </a:lnTo>
                <a:lnTo>
                  <a:pt x="837975" y="18000"/>
                </a:lnTo>
                <a:lnTo>
                  <a:pt x="838050" y="18000"/>
                </a:lnTo>
                <a:lnTo>
                  <a:pt x="838050" y="17925"/>
                </a:lnTo>
                <a:lnTo>
                  <a:pt x="838125" y="17850"/>
                </a:lnTo>
                <a:lnTo>
                  <a:pt x="838200" y="17850"/>
                </a:lnTo>
                <a:lnTo>
                  <a:pt x="838425" y="17625"/>
                </a:lnTo>
                <a:lnTo>
                  <a:pt x="838425" y="17550"/>
                </a:lnTo>
                <a:lnTo>
                  <a:pt x="838725" y="17400"/>
                </a:lnTo>
                <a:lnTo>
                  <a:pt x="838725" y="17325"/>
                </a:lnTo>
                <a:lnTo>
                  <a:pt x="838800" y="17250"/>
                </a:lnTo>
                <a:lnTo>
                  <a:pt x="838875" y="17250"/>
                </a:lnTo>
                <a:lnTo>
                  <a:pt x="838950" y="17175"/>
                </a:lnTo>
                <a:lnTo>
                  <a:pt x="839025" y="17175"/>
                </a:lnTo>
                <a:lnTo>
                  <a:pt x="839025" y="17100"/>
                </a:lnTo>
                <a:lnTo>
                  <a:pt x="839100" y="17025"/>
                </a:lnTo>
                <a:lnTo>
                  <a:pt x="839175" y="17025"/>
                </a:lnTo>
                <a:lnTo>
                  <a:pt x="839250" y="16950"/>
                </a:lnTo>
                <a:lnTo>
                  <a:pt x="839325" y="16950"/>
                </a:lnTo>
                <a:lnTo>
                  <a:pt x="839325" y="16875"/>
                </a:lnTo>
                <a:lnTo>
                  <a:pt x="839775" y="16650"/>
                </a:lnTo>
                <a:lnTo>
                  <a:pt x="839850" y="16575"/>
                </a:lnTo>
                <a:lnTo>
                  <a:pt x="839925" y="16575"/>
                </a:lnTo>
                <a:lnTo>
                  <a:pt x="839925" y="16500"/>
                </a:lnTo>
                <a:lnTo>
                  <a:pt x="840000" y="16500"/>
                </a:lnTo>
                <a:lnTo>
                  <a:pt x="840075" y="16425"/>
                </a:lnTo>
                <a:lnTo>
                  <a:pt x="840375" y="16350"/>
                </a:lnTo>
                <a:lnTo>
                  <a:pt x="840450" y="16275"/>
                </a:lnTo>
                <a:lnTo>
                  <a:pt x="840975" y="16125"/>
                </a:lnTo>
                <a:lnTo>
                  <a:pt x="841200" y="15975"/>
                </a:lnTo>
                <a:lnTo>
                  <a:pt x="844425" y="15000"/>
                </a:lnTo>
                <a:lnTo>
                  <a:pt x="844725" y="15000"/>
                </a:lnTo>
                <a:lnTo>
                  <a:pt x="845175" y="14850"/>
                </a:lnTo>
                <a:lnTo>
                  <a:pt x="845400" y="14850"/>
                </a:lnTo>
                <a:lnTo>
                  <a:pt x="845400" y="14775"/>
                </a:lnTo>
                <a:lnTo>
                  <a:pt x="845700" y="14775"/>
                </a:lnTo>
                <a:lnTo>
                  <a:pt x="845925" y="14700"/>
                </a:lnTo>
                <a:lnTo>
                  <a:pt x="846150" y="14700"/>
                </a:lnTo>
                <a:lnTo>
                  <a:pt x="846675" y="14550"/>
                </a:lnTo>
                <a:lnTo>
                  <a:pt x="847125" y="14550"/>
                </a:lnTo>
                <a:lnTo>
                  <a:pt x="847125" y="14475"/>
                </a:lnTo>
                <a:lnTo>
                  <a:pt x="847650" y="14475"/>
                </a:lnTo>
                <a:lnTo>
                  <a:pt x="847875" y="14400"/>
                </a:lnTo>
                <a:lnTo>
                  <a:pt x="848400" y="14400"/>
                </a:lnTo>
                <a:lnTo>
                  <a:pt x="848625" y="14325"/>
                </a:lnTo>
                <a:lnTo>
                  <a:pt x="849375" y="14325"/>
                </a:lnTo>
                <a:lnTo>
                  <a:pt x="849525" y="14250"/>
                </a:lnTo>
                <a:lnTo>
                  <a:pt x="851925" y="14250"/>
                </a:lnTo>
                <a:lnTo>
                  <a:pt x="852150" y="14325"/>
                </a:lnTo>
                <a:lnTo>
                  <a:pt x="852900" y="14325"/>
                </a:lnTo>
                <a:lnTo>
                  <a:pt x="853050" y="14400"/>
                </a:lnTo>
                <a:lnTo>
                  <a:pt x="853575" y="14400"/>
                </a:lnTo>
                <a:lnTo>
                  <a:pt x="853800" y="14475"/>
                </a:lnTo>
                <a:lnTo>
                  <a:pt x="854250" y="14475"/>
                </a:lnTo>
                <a:lnTo>
                  <a:pt x="854250" y="14550"/>
                </a:lnTo>
                <a:lnTo>
                  <a:pt x="854475" y="14550"/>
                </a:lnTo>
                <a:lnTo>
                  <a:pt x="854625" y="14625"/>
                </a:lnTo>
                <a:lnTo>
                  <a:pt x="854925" y="14625"/>
                </a:lnTo>
                <a:lnTo>
                  <a:pt x="855075" y="14700"/>
                </a:lnTo>
                <a:lnTo>
                  <a:pt x="855375" y="14700"/>
                </a:lnTo>
                <a:lnTo>
                  <a:pt x="855750" y="14850"/>
                </a:lnTo>
                <a:lnTo>
                  <a:pt x="855975" y="14850"/>
                </a:lnTo>
                <a:lnTo>
                  <a:pt x="856650" y="15075"/>
                </a:lnTo>
                <a:lnTo>
                  <a:pt x="856800" y="15075"/>
                </a:lnTo>
                <a:lnTo>
                  <a:pt x="856800" y="15150"/>
                </a:lnTo>
                <a:lnTo>
                  <a:pt x="857025" y="15150"/>
                </a:lnTo>
                <a:lnTo>
                  <a:pt x="857100" y="15225"/>
                </a:lnTo>
                <a:lnTo>
                  <a:pt x="857250" y="15225"/>
                </a:lnTo>
                <a:lnTo>
                  <a:pt x="857625" y="15375"/>
                </a:lnTo>
                <a:lnTo>
                  <a:pt x="857925" y="15450"/>
                </a:lnTo>
                <a:lnTo>
                  <a:pt x="858300" y="15600"/>
                </a:lnTo>
                <a:lnTo>
                  <a:pt x="858300" y="15675"/>
                </a:lnTo>
                <a:lnTo>
                  <a:pt x="858450" y="15675"/>
                </a:lnTo>
                <a:lnTo>
                  <a:pt x="858675" y="15825"/>
                </a:lnTo>
                <a:lnTo>
                  <a:pt x="859050" y="15975"/>
                </a:lnTo>
                <a:lnTo>
                  <a:pt x="859125" y="15975"/>
                </a:lnTo>
                <a:lnTo>
                  <a:pt x="859425" y="16125"/>
                </a:lnTo>
                <a:lnTo>
                  <a:pt x="859500" y="16200"/>
                </a:lnTo>
                <a:lnTo>
                  <a:pt x="860025" y="16425"/>
                </a:lnTo>
                <a:lnTo>
                  <a:pt x="860025" y="16500"/>
                </a:lnTo>
                <a:lnTo>
                  <a:pt x="860400" y="16650"/>
                </a:lnTo>
                <a:lnTo>
                  <a:pt x="860400" y="16725"/>
                </a:lnTo>
                <a:lnTo>
                  <a:pt x="860775" y="16875"/>
                </a:lnTo>
                <a:lnTo>
                  <a:pt x="860775" y="16950"/>
                </a:lnTo>
                <a:lnTo>
                  <a:pt x="861075" y="17100"/>
                </a:lnTo>
                <a:lnTo>
                  <a:pt x="861075" y="17175"/>
                </a:lnTo>
                <a:lnTo>
                  <a:pt x="861150" y="17175"/>
                </a:lnTo>
                <a:lnTo>
                  <a:pt x="861300" y="17250"/>
                </a:lnTo>
                <a:lnTo>
                  <a:pt x="861750" y="17625"/>
                </a:lnTo>
                <a:lnTo>
                  <a:pt x="861825" y="17625"/>
                </a:lnTo>
                <a:lnTo>
                  <a:pt x="861900" y="17775"/>
                </a:lnTo>
                <a:lnTo>
                  <a:pt x="861975" y="17775"/>
                </a:lnTo>
                <a:lnTo>
                  <a:pt x="862125" y="17925"/>
                </a:lnTo>
                <a:lnTo>
                  <a:pt x="862275" y="18000"/>
                </a:lnTo>
                <a:lnTo>
                  <a:pt x="862275" y="18075"/>
                </a:lnTo>
                <a:lnTo>
                  <a:pt x="862425" y="18150"/>
                </a:lnTo>
                <a:lnTo>
                  <a:pt x="862425" y="18225"/>
                </a:lnTo>
                <a:lnTo>
                  <a:pt x="862575" y="18300"/>
                </a:lnTo>
                <a:lnTo>
                  <a:pt x="862575" y="18375"/>
                </a:lnTo>
                <a:lnTo>
                  <a:pt x="862725" y="18450"/>
                </a:lnTo>
                <a:lnTo>
                  <a:pt x="863625" y="19350"/>
                </a:lnTo>
                <a:lnTo>
                  <a:pt x="863625" y="19425"/>
                </a:lnTo>
                <a:lnTo>
                  <a:pt x="863850" y="19650"/>
                </a:lnTo>
                <a:lnTo>
                  <a:pt x="863850" y="19725"/>
                </a:lnTo>
                <a:lnTo>
                  <a:pt x="864000" y="19875"/>
                </a:lnTo>
                <a:lnTo>
                  <a:pt x="864075" y="20025"/>
                </a:lnTo>
                <a:lnTo>
                  <a:pt x="864150" y="20025"/>
                </a:lnTo>
                <a:lnTo>
                  <a:pt x="864225" y="20175"/>
                </a:lnTo>
                <a:lnTo>
                  <a:pt x="864375" y="20325"/>
                </a:lnTo>
                <a:lnTo>
                  <a:pt x="864375" y="20400"/>
                </a:lnTo>
                <a:lnTo>
                  <a:pt x="864450" y="20550"/>
                </a:lnTo>
                <a:lnTo>
                  <a:pt x="864525" y="20550"/>
                </a:lnTo>
                <a:lnTo>
                  <a:pt x="864675" y="20850"/>
                </a:lnTo>
                <a:lnTo>
                  <a:pt x="864750" y="20925"/>
                </a:lnTo>
                <a:lnTo>
                  <a:pt x="864900" y="21225"/>
                </a:lnTo>
                <a:lnTo>
                  <a:pt x="864900" y="21300"/>
                </a:lnTo>
                <a:lnTo>
                  <a:pt x="865050" y="21375"/>
                </a:lnTo>
                <a:lnTo>
                  <a:pt x="864975" y="21450"/>
                </a:lnTo>
                <a:lnTo>
                  <a:pt x="865050" y="21450"/>
                </a:lnTo>
                <a:lnTo>
                  <a:pt x="865275" y="21975"/>
                </a:lnTo>
                <a:lnTo>
                  <a:pt x="865350" y="21975"/>
                </a:lnTo>
                <a:lnTo>
                  <a:pt x="865425" y="22125"/>
                </a:lnTo>
                <a:lnTo>
                  <a:pt x="865500" y="22425"/>
                </a:lnTo>
                <a:lnTo>
                  <a:pt x="865650" y="22725"/>
                </a:lnTo>
                <a:lnTo>
                  <a:pt x="865650" y="22800"/>
                </a:lnTo>
                <a:lnTo>
                  <a:pt x="865875" y="23325"/>
                </a:lnTo>
                <a:lnTo>
                  <a:pt x="865875" y="23400"/>
                </a:lnTo>
                <a:lnTo>
                  <a:pt x="866025" y="23775"/>
                </a:lnTo>
                <a:lnTo>
                  <a:pt x="866025" y="24000"/>
                </a:lnTo>
                <a:lnTo>
                  <a:pt x="866100" y="24150"/>
                </a:lnTo>
                <a:lnTo>
                  <a:pt x="866100" y="24225"/>
                </a:lnTo>
                <a:lnTo>
                  <a:pt x="866175" y="24375"/>
                </a:lnTo>
                <a:lnTo>
                  <a:pt x="866550" y="24375"/>
                </a:lnTo>
                <a:close/>
                <a:moveTo>
                  <a:pt x="860850" y="41850"/>
                </a:moveTo>
                <a:lnTo>
                  <a:pt x="860850" y="26925"/>
                </a:lnTo>
                <a:lnTo>
                  <a:pt x="860775" y="26775"/>
                </a:lnTo>
                <a:lnTo>
                  <a:pt x="860775" y="26325"/>
                </a:lnTo>
                <a:lnTo>
                  <a:pt x="860700" y="26175"/>
                </a:lnTo>
                <a:lnTo>
                  <a:pt x="860700" y="25875"/>
                </a:lnTo>
                <a:lnTo>
                  <a:pt x="860625" y="25725"/>
                </a:lnTo>
                <a:lnTo>
                  <a:pt x="860625" y="25500"/>
                </a:lnTo>
                <a:lnTo>
                  <a:pt x="860550" y="25350"/>
                </a:lnTo>
                <a:lnTo>
                  <a:pt x="860550" y="25200"/>
                </a:lnTo>
                <a:lnTo>
                  <a:pt x="860400" y="24825"/>
                </a:lnTo>
                <a:lnTo>
                  <a:pt x="860400" y="24675"/>
                </a:lnTo>
                <a:lnTo>
                  <a:pt x="860250" y="24450"/>
                </a:lnTo>
                <a:lnTo>
                  <a:pt x="860250" y="24375"/>
                </a:lnTo>
                <a:lnTo>
                  <a:pt x="860025" y="23850"/>
                </a:lnTo>
                <a:lnTo>
                  <a:pt x="859875" y="23700"/>
                </a:lnTo>
                <a:lnTo>
                  <a:pt x="859875" y="23550"/>
                </a:lnTo>
                <a:lnTo>
                  <a:pt x="859725" y="23325"/>
                </a:lnTo>
                <a:lnTo>
                  <a:pt x="859575" y="23175"/>
                </a:lnTo>
                <a:lnTo>
                  <a:pt x="859500" y="23025"/>
                </a:lnTo>
                <a:lnTo>
                  <a:pt x="859350" y="22875"/>
                </a:lnTo>
                <a:lnTo>
                  <a:pt x="859275" y="22725"/>
                </a:lnTo>
                <a:lnTo>
                  <a:pt x="859050" y="22500"/>
                </a:lnTo>
                <a:lnTo>
                  <a:pt x="858975" y="22350"/>
                </a:lnTo>
                <a:lnTo>
                  <a:pt x="858525" y="21900"/>
                </a:lnTo>
                <a:lnTo>
                  <a:pt x="858375" y="21825"/>
                </a:lnTo>
                <a:lnTo>
                  <a:pt x="858300" y="21675"/>
                </a:lnTo>
                <a:lnTo>
                  <a:pt x="858075" y="21450"/>
                </a:lnTo>
                <a:lnTo>
                  <a:pt x="857925" y="21375"/>
                </a:lnTo>
                <a:lnTo>
                  <a:pt x="857775" y="21225"/>
                </a:lnTo>
                <a:lnTo>
                  <a:pt x="857400" y="21075"/>
                </a:lnTo>
                <a:lnTo>
                  <a:pt x="857250" y="20925"/>
                </a:lnTo>
                <a:lnTo>
                  <a:pt x="856800" y="20625"/>
                </a:lnTo>
                <a:lnTo>
                  <a:pt x="856650" y="20625"/>
                </a:lnTo>
                <a:lnTo>
                  <a:pt x="856275" y="20400"/>
                </a:lnTo>
                <a:lnTo>
                  <a:pt x="856200" y="20400"/>
                </a:lnTo>
                <a:lnTo>
                  <a:pt x="855525" y="20100"/>
                </a:lnTo>
                <a:lnTo>
                  <a:pt x="855375" y="20100"/>
                </a:lnTo>
                <a:lnTo>
                  <a:pt x="855150" y="19950"/>
                </a:lnTo>
                <a:lnTo>
                  <a:pt x="855000" y="19950"/>
                </a:lnTo>
                <a:lnTo>
                  <a:pt x="854850" y="19875"/>
                </a:lnTo>
                <a:lnTo>
                  <a:pt x="854700" y="19875"/>
                </a:lnTo>
                <a:lnTo>
                  <a:pt x="854550" y="19800"/>
                </a:lnTo>
                <a:lnTo>
                  <a:pt x="854400" y="19800"/>
                </a:lnTo>
                <a:lnTo>
                  <a:pt x="854325" y="19725"/>
                </a:lnTo>
                <a:lnTo>
                  <a:pt x="854175" y="19725"/>
                </a:lnTo>
                <a:lnTo>
                  <a:pt x="854025" y="19650"/>
                </a:lnTo>
                <a:lnTo>
                  <a:pt x="853725" y="19650"/>
                </a:lnTo>
                <a:lnTo>
                  <a:pt x="853575" y="19575"/>
                </a:lnTo>
                <a:lnTo>
                  <a:pt x="853425" y="19575"/>
                </a:lnTo>
                <a:lnTo>
                  <a:pt x="853275" y="19500"/>
                </a:lnTo>
                <a:lnTo>
                  <a:pt x="852750" y="19500"/>
                </a:lnTo>
                <a:lnTo>
                  <a:pt x="852600" y="19425"/>
                </a:lnTo>
                <a:lnTo>
                  <a:pt x="851925" y="19425"/>
                </a:lnTo>
                <a:lnTo>
                  <a:pt x="851775" y="19350"/>
                </a:lnTo>
                <a:lnTo>
                  <a:pt x="849675" y="19350"/>
                </a:lnTo>
                <a:lnTo>
                  <a:pt x="849525" y="19425"/>
                </a:lnTo>
                <a:lnTo>
                  <a:pt x="848775" y="19425"/>
                </a:lnTo>
                <a:lnTo>
                  <a:pt x="848625" y="19500"/>
                </a:lnTo>
                <a:lnTo>
                  <a:pt x="848250" y="19500"/>
                </a:lnTo>
                <a:lnTo>
                  <a:pt x="848025" y="19575"/>
                </a:lnTo>
                <a:lnTo>
                  <a:pt x="847650" y="19575"/>
                </a:lnTo>
                <a:lnTo>
                  <a:pt x="847500" y="19650"/>
                </a:lnTo>
                <a:lnTo>
                  <a:pt x="847275" y="19650"/>
                </a:lnTo>
                <a:lnTo>
                  <a:pt x="847050" y="19725"/>
                </a:lnTo>
                <a:lnTo>
                  <a:pt x="846900" y="19725"/>
                </a:lnTo>
                <a:lnTo>
                  <a:pt x="846675" y="19800"/>
                </a:lnTo>
                <a:lnTo>
                  <a:pt x="846150" y="19875"/>
                </a:lnTo>
                <a:lnTo>
                  <a:pt x="845700" y="20025"/>
                </a:lnTo>
                <a:lnTo>
                  <a:pt x="845550" y="20025"/>
                </a:lnTo>
                <a:lnTo>
                  <a:pt x="844950" y="20250"/>
                </a:lnTo>
                <a:lnTo>
                  <a:pt x="844725" y="20250"/>
                </a:lnTo>
                <a:lnTo>
                  <a:pt x="843525" y="20700"/>
                </a:lnTo>
                <a:lnTo>
                  <a:pt x="843300" y="20700"/>
                </a:lnTo>
                <a:lnTo>
                  <a:pt x="842925" y="20850"/>
                </a:lnTo>
                <a:lnTo>
                  <a:pt x="842925" y="20925"/>
                </a:lnTo>
                <a:lnTo>
                  <a:pt x="842850" y="20925"/>
                </a:lnTo>
                <a:lnTo>
                  <a:pt x="842775" y="21000"/>
                </a:lnTo>
                <a:lnTo>
                  <a:pt x="842700" y="21000"/>
                </a:lnTo>
                <a:lnTo>
                  <a:pt x="842475" y="21225"/>
                </a:lnTo>
                <a:lnTo>
                  <a:pt x="842400" y="21225"/>
                </a:lnTo>
                <a:lnTo>
                  <a:pt x="842400" y="21300"/>
                </a:lnTo>
                <a:lnTo>
                  <a:pt x="842325" y="21375"/>
                </a:lnTo>
                <a:lnTo>
                  <a:pt x="842250" y="21375"/>
                </a:lnTo>
                <a:lnTo>
                  <a:pt x="842025" y="21600"/>
                </a:lnTo>
                <a:lnTo>
                  <a:pt x="842025" y="21675"/>
                </a:lnTo>
                <a:lnTo>
                  <a:pt x="841725" y="21975"/>
                </a:lnTo>
                <a:lnTo>
                  <a:pt x="841725" y="22050"/>
                </a:lnTo>
                <a:lnTo>
                  <a:pt x="841500" y="22275"/>
                </a:lnTo>
                <a:lnTo>
                  <a:pt x="841350" y="22500"/>
                </a:lnTo>
                <a:lnTo>
                  <a:pt x="841350" y="22575"/>
                </a:lnTo>
                <a:lnTo>
                  <a:pt x="841125" y="22875"/>
                </a:lnTo>
                <a:lnTo>
                  <a:pt x="841050" y="23025"/>
                </a:lnTo>
                <a:lnTo>
                  <a:pt x="841050" y="23100"/>
                </a:lnTo>
                <a:lnTo>
                  <a:pt x="840900" y="23325"/>
                </a:lnTo>
                <a:lnTo>
                  <a:pt x="840825" y="23475"/>
                </a:lnTo>
                <a:lnTo>
                  <a:pt x="840825" y="23550"/>
                </a:lnTo>
                <a:lnTo>
                  <a:pt x="840600" y="23925"/>
                </a:lnTo>
                <a:lnTo>
                  <a:pt x="840600" y="24075"/>
                </a:lnTo>
                <a:lnTo>
                  <a:pt x="840525" y="24150"/>
                </a:lnTo>
                <a:lnTo>
                  <a:pt x="840450" y="24300"/>
                </a:lnTo>
                <a:lnTo>
                  <a:pt x="840450" y="24450"/>
                </a:lnTo>
                <a:lnTo>
                  <a:pt x="840300" y="24675"/>
                </a:lnTo>
                <a:lnTo>
                  <a:pt x="840300" y="24825"/>
                </a:lnTo>
                <a:lnTo>
                  <a:pt x="840150" y="25125"/>
                </a:lnTo>
                <a:lnTo>
                  <a:pt x="840150" y="25275"/>
                </a:lnTo>
                <a:lnTo>
                  <a:pt x="840000" y="25500"/>
                </a:lnTo>
                <a:lnTo>
                  <a:pt x="840000" y="25650"/>
                </a:lnTo>
                <a:lnTo>
                  <a:pt x="839925" y="25800"/>
                </a:lnTo>
                <a:lnTo>
                  <a:pt x="839925" y="25950"/>
                </a:lnTo>
                <a:lnTo>
                  <a:pt x="839850" y="26100"/>
                </a:lnTo>
                <a:lnTo>
                  <a:pt x="839850" y="26250"/>
                </a:lnTo>
                <a:lnTo>
                  <a:pt x="839775" y="26400"/>
                </a:lnTo>
                <a:lnTo>
                  <a:pt x="839775" y="26550"/>
                </a:lnTo>
                <a:lnTo>
                  <a:pt x="839700" y="26700"/>
                </a:lnTo>
                <a:lnTo>
                  <a:pt x="839700" y="26925"/>
                </a:lnTo>
                <a:lnTo>
                  <a:pt x="839625" y="27075"/>
                </a:lnTo>
                <a:lnTo>
                  <a:pt x="839625" y="27225"/>
                </a:lnTo>
                <a:lnTo>
                  <a:pt x="839550" y="27375"/>
                </a:lnTo>
                <a:lnTo>
                  <a:pt x="839550" y="27525"/>
                </a:lnTo>
                <a:lnTo>
                  <a:pt x="839475" y="27675"/>
                </a:lnTo>
                <a:lnTo>
                  <a:pt x="839475" y="28050"/>
                </a:lnTo>
                <a:lnTo>
                  <a:pt x="839400" y="28200"/>
                </a:lnTo>
                <a:lnTo>
                  <a:pt x="839400" y="28500"/>
                </a:lnTo>
                <a:lnTo>
                  <a:pt x="839325" y="28725"/>
                </a:lnTo>
                <a:lnTo>
                  <a:pt x="839325" y="29025"/>
                </a:lnTo>
                <a:lnTo>
                  <a:pt x="839250" y="29175"/>
                </a:lnTo>
                <a:lnTo>
                  <a:pt x="839250" y="29700"/>
                </a:lnTo>
                <a:lnTo>
                  <a:pt x="839175" y="29925"/>
                </a:lnTo>
                <a:lnTo>
                  <a:pt x="839175" y="30750"/>
                </a:lnTo>
                <a:lnTo>
                  <a:pt x="839100" y="30975"/>
                </a:lnTo>
                <a:lnTo>
                  <a:pt x="839100" y="33675"/>
                </a:lnTo>
                <a:lnTo>
                  <a:pt x="839175" y="33825"/>
                </a:lnTo>
                <a:lnTo>
                  <a:pt x="839175" y="34725"/>
                </a:lnTo>
                <a:lnTo>
                  <a:pt x="839250" y="34950"/>
                </a:lnTo>
                <a:lnTo>
                  <a:pt x="839250" y="35475"/>
                </a:lnTo>
                <a:lnTo>
                  <a:pt x="839325" y="35625"/>
                </a:lnTo>
                <a:lnTo>
                  <a:pt x="839325" y="36000"/>
                </a:lnTo>
                <a:lnTo>
                  <a:pt x="839400" y="36150"/>
                </a:lnTo>
                <a:lnTo>
                  <a:pt x="839400" y="36525"/>
                </a:lnTo>
                <a:lnTo>
                  <a:pt x="839475" y="36750"/>
                </a:lnTo>
                <a:lnTo>
                  <a:pt x="839475" y="36900"/>
                </a:lnTo>
                <a:lnTo>
                  <a:pt x="839550" y="37050"/>
                </a:lnTo>
                <a:lnTo>
                  <a:pt x="839550" y="37425"/>
                </a:lnTo>
                <a:lnTo>
                  <a:pt x="839625" y="37575"/>
                </a:lnTo>
                <a:lnTo>
                  <a:pt x="839625" y="37800"/>
                </a:lnTo>
                <a:lnTo>
                  <a:pt x="839700" y="37950"/>
                </a:lnTo>
                <a:lnTo>
                  <a:pt x="839700" y="38100"/>
                </a:lnTo>
                <a:lnTo>
                  <a:pt x="839775" y="38250"/>
                </a:lnTo>
                <a:lnTo>
                  <a:pt x="839775" y="38475"/>
                </a:lnTo>
                <a:lnTo>
                  <a:pt x="839925" y="38775"/>
                </a:lnTo>
                <a:lnTo>
                  <a:pt x="840000" y="39300"/>
                </a:lnTo>
                <a:lnTo>
                  <a:pt x="840150" y="39600"/>
                </a:lnTo>
                <a:lnTo>
                  <a:pt x="840150" y="39825"/>
                </a:lnTo>
                <a:lnTo>
                  <a:pt x="840300" y="40125"/>
                </a:lnTo>
                <a:lnTo>
                  <a:pt x="840300" y="40275"/>
                </a:lnTo>
                <a:lnTo>
                  <a:pt x="840525" y="40725"/>
                </a:lnTo>
                <a:lnTo>
                  <a:pt x="840525" y="40875"/>
                </a:lnTo>
                <a:lnTo>
                  <a:pt x="840825" y="41475"/>
                </a:lnTo>
                <a:lnTo>
                  <a:pt x="840825" y="41625"/>
                </a:lnTo>
                <a:lnTo>
                  <a:pt x="841650" y="43200"/>
                </a:lnTo>
                <a:lnTo>
                  <a:pt x="841725" y="43275"/>
                </a:lnTo>
                <a:lnTo>
                  <a:pt x="842100" y="43950"/>
                </a:lnTo>
                <a:lnTo>
                  <a:pt x="842550" y="44625"/>
                </a:lnTo>
                <a:lnTo>
                  <a:pt x="842700" y="44700"/>
                </a:lnTo>
                <a:lnTo>
                  <a:pt x="843000" y="45150"/>
                </a:lnTo>
                <a:lnTo>
                  <a:pt x="843150" y="45300"/>
                </a:lnTo>
                <a:lnTo>
                  <a:pt x="843300" y="45375"/>
                </a:lnTo>
                <a:lnTo>
                  <a:pt x="843525" y="45675"/>
                </a:lnTo>
                <a:lnTo>
                  <a:pt x="843675" y="45750"/>
                </a:lnTo>
                <a:lnTo>
                  <a:pt x="843975" y="46050"/>
                </a:lnTo>
                <a:lnTo>
                  <a:pt x="844125" y="46125"/>
                </a:lnTo>
                <a:lnTo>
                  <a:pt x="844350" y="46350"/>
                </a:lnTo>
                <a:lnTo>
                  <a:pt x="844500" y="46350"/>
                </a:lnTo>
                <a:lnTo>
                  <a:pt x="844650" y="46500"/>
                </a:lnTo>
                <a:lnTo>
                  <a:pt x="844875" y="46650"/>
                </a:lnTo>
                <a:lnTo>
                  <a:pt x="844950" y="46650"/>
                </a:lnTo>
                <a:lnTo>
                  <a:pt x="845475" y="46950"/>
                </a:lnTo>
                <a:lnTo>
                  <a:pt x="845775" y="47025"/>
                </a:lnTo>
                <a:lnTo>
                  <a:pt x="845850" y="47100"/>
                </a:lnTo>
                <a:lnTo>
                  <a:pt x="846075" y="47100"/>
                </a:lnTo>
                <a:lnTo>
                  <a:pt x="846225" y="47175"/>
                </a:lnTo>
                <a:lnTo>
                  <a:pt x="846300" y="47175"/>
                </a:lnTo>
                <a:lnTo>
                  <a:pt x="846375" y="47250"/>
                </a:lnTo>
                <a:lnTo>
                  <a:pt x="846600" y="47250"/>
                </a:lnTo>
                <a:lnTo>
                  <a:pt x="846750" y="47325"/>
                </a:lnTo>
                <a:lnTo>
                  <a:pt x="847200" y="47325"/>
                </a:lnTo>
                <a:lnTo>
                  <a:pt x="847350" y="47400"/>
                </a:lnTo>
                <a:lnTo>
                  <a:pt x="848850" y="47400"/>
                </a:lnTo>
                <a:lnTo>
                  <a:pt x="849075" y="47325"/>
                </a:lnTo>
                <a:lnTo>
                  <a:pt x="849525" y="47325"/>
                </a:lnTo>
                <a:lnTo>
                  <a:pt x="849675" y="47250"/>
                </a:lnTo>
                <a:lnTo>
                  <a:pt x="850200" y="47250"/>
                </a:lnTo>
                <a:lnTo>
                  <a:pt x="850350" y="47175"/>
                </a:lnTo>
                <a:lnTo>
                  <a:pt x="850500" y="47175"/>
                </a:lnTo>
                <a:lnTo>
                  <a:pt x="850650" y="47100"/>
                </a:lnTo>
                <a:lnTo>
                  <a:pt x="850800" y="47100"/>
                </a:lnTo>
                <a:lnTo>
                  <a:pt x="850950" y="47025"/>
                </a:lnTo>
                <a:lnTo>
                  <a:pt x="851175" y="47025"/>
                </a:lnTo>
                <a:lnTo>
                  <a:pt x="851325" y="46950"/>
                </a:lnTo>
                <a:lnTo>
                  <a:pt x="851475" y="46950"/>
                </a:lnTo>
                <a:lnTo>
                  <a:pt x="851625" y="46875"/>
                </a:lnTo>
                <a:lnTo>
                  <a:pt x="851775" y="46875"/>
                </a:lnTo>
                <a:lnTo>
                  <a:pt x="852150" y="46725"/>
                </a:lnTo>
                <a:lnTo>
                  <a:pt x="852300" y="46725"/>
                </a:lnTo>
                <a:lnTo>
                  <a:pt x="852600" y="46575"/>
                </a:lnTo>
                <a:lnTo>
                  <a:pt x="852825" y="46575"/>
                </a:lnTo>
                <a:lnTo>
                  <a:pt x="853425" y="46275"/>
                </a:lnTo>
                <a:lnTo>
                  <a:pt x="853800" y="46125"/>
                </a:lnTo>
                <a:lnTo>
                  <a:pt x="853950" y="46125"/>
                </a:lnTo>
                <a:lnTo>
                  <a:pt x="854400" y="45900"/>
                </a:lnTo>
                <a:lnTo>
                  <a:pt x="854625" y="45825"/>
                </a:lnTo>
                <a:lnTo>
                  <a:pt x="854775" y="45675"/>
                </a:lnTo>
                <a:lnTo>
                  <a:pt x="855375" y="45375"/>
                </a:lnTo>
                <a:lnTo>
                  <a:pt x="855600" y="45300"/>
                </a:lnTo>
                <a:lnTo>
                  <a:pt x="855750" y="45150"/>
                </a:lnTo>
                <a:lnTo>
                  <a:pt x="856200" y="44925"/>
                </a:lnTo>
                <a:lnTo>
                  <a:pt x="856275" y="44850"/>
                </a:lnTo>
                <a:lnTo>
                  <a:pt x="856350" y="44850"/>
                </a:lnTo>
                <a:lnTo>
                  <a:pt x="856425" y="44775"/>
                </a:lnTo>
                <a:lnTo>
                  <a:pt x="856500" y="44775"/>
                </a:lnTo>
                <a:lnTo>
                  <a:pt x="856575" y="44700"/>
                </a:lnTo>
                <a:lnTo>
                  <a:pt x="856650" y="44700"/>
                </a:lnTo>
                <a:lnTo>
                  <a:pt x="856800" y="44550"/>
                </a:lnTo>
                <a:lnTo>
                  <a:pt x="856875" y="44550"/>
                </a:lnTo>
                <a:lnTo>
                  <a:pt x="857175" y="44400"/>
                </a:lnTo>
                <a:lnTo>
                  <a:pt x="857175" y="44325"/>
                </a:lnTo>
                <a:lnTo>
                  <a:pt x="857550" y="44175"/>
                </a:lnTo>
                <a:lnTo>
                  <a:pt x="858225" y="43725"/>
                </a:lnTo>
                <a:lnTo>
                  <a:pt x="858600" y="43575"/>
                </a:lnTo>
                <a:lnTo>
                  <a:pt x="858600" y="43500"/>
                </a:lnTo>
                <a:lnTo>
                  <a:pt x="858750" y="43425"/>
                </a:lnTo>
                <a:lnTo>
                  <a:pt x="858825" y="43425"/>
                </a:lnTo>
                <a:lnTo>
                  <a:pt x="858975" y="43275"/>
                </a:lnTo>
                <a:lnTo>
                  <a:pt x="859200" y="43125"/>
                </a:lnTo>
                <a:lnTo>
                  <a:pt x="859275" y="43125"/>
                </a:lnTo>
                <a:lnTo>
                  <a:pt x="859425" y="42975"/>
                </a:lnTo>
                <a:lnTo>
                  <a:pt x="859575" y="42900"/>
                </a:lnTo>
                <a:lnTo>
                  <a:pt x="859575" y="42825"/>
                </a:lnTo>
                <a:lnTo>
                  <a:pt x="859725" y="42750"/>
                </a:lnTo>
                <a:lnTo>
                  <a:pt x="859800" y="42750"/>
                </a:lnTo>
                <a:lnTo>
                  <a:pt x="859875" y="42600"/>
                </a:lnTo>
                <a:lnTo>
                  <a:pt x="859950" y="42600"/>
                </a:lnTo>
                <a:lnTo>
                  <a:pt x="860175" y="42375"/>
                </a:lnTo>
                <a:lnTo>
                  <a:pt x="860250" y="42375"/>
                </a:lnTo>
                <a:lnTo>
                  <a:pt x="860400" y="42300"/>
                </a:lnTo>
                <a:lnTo>
                  <a:pt x="860400" y="42225"/>
                </a:lnTo>
                <a:lnTo>
                  <a:pt x="860550" y="42150"/>
                </a:lnTo>
                <a:lnTo>
                  <a:pt x="860550" y="42075"/>
                </a:lnTo>
                <a:lnTo>
                  <a:pt x="860775" y="41925"/>
                </a:lnTo>
                <a:lnTo>
                  <a:pt x="860775" y="41850"/>
                </a:lnTo>
                <a:close/>
                <a:moveTo>
                  <a:pt x="875775" y="14250"/>
                </a:moveTo>
                <a:lnTo>
                  <a:pt x="876375" y="14250"/>
                </a:lnTo>
                <a:lnTo>
                  <a:pt x="876450" y="14325"/>
                </a:lnTo>
                <a:lnTo>
                  <a:pt x="876825" y="14325"/>
                </a:lnTo>
                <a:lnTo>
                  <a:pt x="876900" y="14400"/>
                </a:lnTo>
                <a:lnTo>
                  <a:pt x="877275" y="14400"/>
                </a:lnTo>
                <a:lnTo>
                  <a:pt x="877350" y="14475"/>
                </a:lnTo>
                <a:lnTo>
                  <a:pt x="877425" y="14475"/>
                </a:lnTo>
                <a:lnTo>
                  <a:pt x="877575" y="14550"/>
                </a:lnTo>
                <a:lnTo>
                  <a:pt x="877800" y="14550"/>
                </a:lnTo>
                <a:lnTo>
                  <a:pt x="877875" y="14625"/>
                </a:lnTo>
                <a:lnTo>
                  <a:pt x="878175" y="14700"/>
                </a:lnTo>
                <a:lnTo>
                  <a:pt x="878250" y="14775"/>
                </a:lnTo>
                <a:lnTo>
                  <a:pt x="878400" y="14775"/>
                </a:lnTo>
                <a:lnTo>
                  <a:pt x="878550" y="14925"/>
                </a:lnTo>
                <a:lnTo>
                  <a:pt x="878625" y="14925"/>
                </a:lnTo>
                <a:lnTo>
                  <a:pt x="878700" y="15000"/>
                </a:lnTo>
                <a:lnTo>
                  <a:pt x="878850" y="15000"/>
                </a:lnTo>
                <a:lnTo>
                  <a:pt x="879000" y="15150"/>
                </a:lnTo>
                <a:lnTo>
                  <a:pt x="879075" y="15150"/>
                </a:lnTo>
                <a:lnTo>
                  <a:pt x="879225" y="15300"/>
                </a:lnTo>
                <a:lnTo>
                  <a:pt x="879375" y="15300"/>
                </a:lnTo>
                <a:lnTo>
                  <a:pt x="879375" y="15375"/>
                </a:lnTo>
                <a:lnTo>
                  <a:pt x="879525" y="15450"/>
                </a:lnTo>
                <a:lnTo>
                  <a:pt x="879600" y="15450"/>
                </a:lnTo>
                <a:lnTo>
                  <a:pt x="879825" y="15675"/>
                </a:lnTo>
                <a:lnTo>
                  <a:pt x="879900" y="15675"/>
                </a:lnTo>
                <a:lnTo>
                  <a:pt x="879975" y="15750"/>
                </a:lnTo>
                <a:lnTo>
                  <a:pt x="879975" y="15825"/>
                </a:lnTo>
                <a:lnTo>
                  <a:pt x="880275" y="15975"/>
                </a:lnTo>
                <a:lnTo>
                  <a:pt x="880275" y="16050"/>
                </a:lnTo>
                <a:lnTo>
                  <a:pt x="880350" y="16125"/>
                </a:lnTo>
                <a:lnTo>
                  <a:pt x="880425" y="16125"/>
                </a:lnTo>
                <a:lnTo>
                  <a:pt x="880500" y="16275"/>
                </a:lnTo>
                <a:lnTo>
                  <a:pt x="880575" y="16275"/>
                </a:lnTo>
                <a:lnTo>
                  <a:pt x="880650" y="16350"/>
                </a:lnTo>
                <a:lnTo>
                  <a:pt x="880650" y="16425"/>
                </a:lnTo>
                <a:lnTo>
                  <a:pt x="880800" y="16500"/>
                </a:lnTo>
                <a:lnTo>
                  <a:pt x="880875" y="16650"/>
                </a:lnTo>
                <a:lnTo>
                  <a:pt x="880950" y="16650"/>
                </a:lnTo>
                <a:lnTo>
                  <a:pt x="881025" y="16725"/>
                </a:lnTo>
                <a:lnTo>
                  <a:pt x="881025" y="16800"/>
                </a:lnTo>
                <a:lnTo>
                  <a:pt x="881175" y="16875"/>
                </a:lnTo>
                <a:lnTo>
                  <a:pt x="881250" y="17025"/>
                </a:lnTo>
                <a:lnTo>
                  <a:pt x="881325" y="17025"/>
                </a:lnTo>
                <a:lnTo>
                  <a:pt x="881475" y="17325"/>
                </a:lnTo>
                <a:lnTo>
                  <a:pt x="881550" y="17325"/>
                </a:lnTo>
                <a:lnTo>
                  <a:pt x="881625" y="17400"/>
                </a:lnTo>
                <a:lnTo>
                  <a:pt x="881625" y="17475"/>
                </a:lnTo>
                <a:lnTo>
                  <a:pt x="881850" y="17700"/>
                </a:lnTo>
                <a:lnTo>
                  <a:pt x="881925" y="17850"/>
                </a:lnTo>
                <a:lnTo>
                  <a:pt x="882075" y="18000"/>
                </a:lnTo>
                <a:lnTo>
                  <a:pt x="882225" y="18300"/>
                </a:lnTo>
                <a:lnTo>
                  <a:pt x="882300" y="18300"/>
                </a:lnTo>
                <a:lnTo>
                  <a:pt x="882450" y="18600"/>
                </a:lnTo>
                <a:lnTo>
                  <a:pt x="882600" y="18750"/>
                </a:lnTo>
                <a:lnTo>
                  <a:pt x="882750" y="19050"/>
                </a:lnTo>
                <a:lnTo>
                  <a:pt x="882750" y="19125"/>
                </a:lnTo>
                <a:lnTo>
                  <a:pt x="882900" y="19275"/>
                </a:lnTo>
                <a:lnTo>
                  <a:pt x="883125" y="19725"/>
                </a:lnTo>
                <a:lnTo>
                  <a:pt x="883200" y="19725"/>
                </a:lnTo>
                <a:lnTo>
                  <a:pt x="883350" y="20100"/>
                </a:lnTo>
                <a:lnTo>
                  <a:pt x="883500" y="20400"/>
                </a:lnTo>
                <a:lnTo>
                  <a:pt x="883650" y="20550"/>
                </a:lnTo>
                <a:lnTo>
                  <a:pt x="883650" y="20625"/>
                </a:lnTo>
                <a:lnTo>
                  <a:pt x="883875" y="21150"/>
                </a:lnTo>
                <a:lnTo>
                  <a:pt x="883950" y="21300"/>
                </a:lnTo>
                <a:lnTo>
                  <a:pt x="884025" y="21300"/>
                </a:lnTo>
                <a:lnTo>
                  <a:pt x="884325" y="22050"/>
                </a:lnTo>
                <a:lnTo>
                  <a:pt x="884625" y="22575"/>
                </a:lnTo>
                <a:lnTo>
                  <a:pt x="885075" y="23775"/>
                </a:lnTo>
                <a:lnTo>
                  <a:pt x="885150" y="23775"/>
                </a:lnTo>
                <a:lnTo>
                  <a:pt x="885225" y="23925"/>
                </a:lnTo>
                <a:lnTo>
                  <a:pt x="885225" y="24000"/>
                </a:lnTo>
                <a:lnTo>
                  <a:pt x="885825" y="25575"/>
                </a:lnTo>
                <a:lnTo>
                  <a:pt x="885975" y="25800"/>
                </a:lnTo>
                <a:lnTo>
                  <a:pt x="886950" y="28575"/>
                </a:lnTo>
                <a:lnTo>
                  <a:pt x="887100" y="28800"/>
                </a:lnTo>
                <a:lnTo>
                  <a:pt x="888375" y="32550"/>
                </a:lnTo>
                <a:lnTo>
                  <a:pt x="888525" y="32775"/>
                </a:lnTo>
                <a:lnTo>
                  <a:pt x="889725" y="36300"/>
                </a:lnTo>
                <a:lnTo>
                  <a:pt x="889875" y="36450"/>
                </a:lnTo>
                <a:lnTo>
                  <a:pt x="890250" y="37575"/>
                </a:lnTo>
                <a:lnTo>
                  <a:pt x="890700" y="38775"/>
                </a:lnTo>
                <a:lnTo>
                  <a:pt x="890925" y="39150"/>
                </a:lnTo>
                <a:lnTo>
                  <a:pt x="891450" y="40575"/>
                </a:lnTo>
                <a:lnTo>
                  <a:pt x="891750" y="41100"/>
                </a:lnTo>
                <a:lnTo>
                  <a:pt x="892125" y="42075"/>
                </a:lnTo>
                <a:lnTo>
                  <a:pt x="892200" y="42225"/>
                </a:lnTo>
                <a:lnTo>
                  <a:pt x="892350" y="42375"/>
                </a:lnTo>
                <a:lnTo>
                  <a:pt x="892800" y="43425"/>
                </a:lnTo>
                <a:lnTo>
                  <a:pt x="892950" y="43575"/>
                </a:lnTo>
                <a:lnTo>
                  <a:pt x="893325" y="44325"/>
                </a:lnTo>
                <a:lnTo>
                  <a:pt x="893475" y="44475"/>
                </a:lnTo>
                <a:lnTo>
                  <a:pt x="893475" y="14250"/>
                </a:lnTo>
                <a:lnTo>
                  <a:pt x="899175" y="14250"/>
                </a:lnTo>
                <a:lnTo>
                  <a:pt x="899175" y="50175"/>
                </a:lnTo>
                <a:lnTo>
                  <a:pt x="896325" y="50175"/>
                </a:lnTo>
                <a:lnTo>
                  <a:pt x="895875" y="52500"/>
                </a:lnTo>
                <a:lnTo>
                  <a:pt x="895725" y="52425"/>
                </a:lnTo>
                <a:lnTo>
                  <a:pt x="895425" y="52425"/>
                </a:lnTo>
                <a:lnTo>
                  <a:pt x="895275" y="52350"/>
                </a:lnTo>
                <a:lnTo>
                  <a:pt x="895050" y="52350"/>
                </a:lnTo>
                <a:lnTo>
                  <a:pt x="894975" y="52275"/>
                </a:lnTo>
                <a:lnTo>
                  <a:pt x="894750" y="52275"/>
                </a:lnTo>
                <a:lnTo>
                  <a:pt x="894600" y="52200"/>
                </a:lnTo>
                <a:lnTo>
                  <a:pt x="894300" y="52125"/>
                </a:lnTo>
                <a:lnTo>
                  <a:pt x="894225" y="52050"/>
                </a:lnTo>
                <a:lnTo>
                  <a:pt x="893700" y="51900"/>
                </a:lnTo>
                <a:lnTo>
                  <a:pt x="893625" y="51825"/>
                </a:lnTo>
                <a:lnTo>
                  <a:pt x="893550" y="51825"/>
                </a:lnTo>
                <a:lnTo>
                  <a:pt x="893325" y="51675"/>
                </a:lnTo>
                <a:lnTo>
                  <a:pt x="893250" y="51675"/>
                </a:lnTo>
                <a:lnTo>
                  <a:pt x="893175" y="51600"/>
                </a:lnTo>
                <a:lnTo>
                  <a:pt x="893025" y="51525"/>
                </a:lnTo>
                <a:lnTo>
                  <a:pt x="892950" y="51525"/>
                </a:lnTo>
                <a:lnTo>
                  <a:pt x="892800" y="51375"/>
                </a:lnTo>
                <a:lnTo>
                  <a:pt x="892725" y="51375"/>
                </a:lnTo>
                <a:lnTo>
                  <a:pt x="892650" y="51300"/>
                </a:lnTo>
                <a:lnTo>
                  <a:pt x="892350" y="51150"/>
                </a:lnTo>
                <a:lnTo>
                  <a:pt x="892200" y="51000"/>
                </a:lnTo>
                <a:lnTo>
                  <a:pt x="892125" y="51000"/>
                </a:lnTo>
                <a:lnTo>
                  <a:pt x="891900" y="50775"/>
                </a:lnTo>
                <a:lnTo>
                  <a:pt x="891825" y="50775"/>
                </a:lnTo>
                <a:lnTo>
                  <a:pt x="891750" y="50625"/>
                </a:lnTo>
                <a:lnTo>
                  <a:pt x="891675" y="50625"/>
                </a:lnTo>
                <a:lnTo>
                  <a:pt x="891450" y="50400"/>
                </a:lnTo>
                <a:lnTo>
                  <a:pt x="891375" y="50400"/>
                </a:lnTo>
                <a:lnTo>
                  <a:pt x="891300" y="50250"/>
                </a:lnTo>
                <a:lnTo>
                  <a:pt x="891225" y="50250"/>
                </a:lnTo>
                <a:lnTo>
                  <a:pt x="891150" y="50175"/>
                </a:lnTo>
                <a:lnTo>
                  <a:pt x="891150" y="50100"/>
                </a:lnTo>
                <a:lnTo>
                  <a:pt x="891000" y="50025"/>
                </a:lnTo>
                <a:lnTo>
                  <a:pt x="890850" y="49875"/>
                </a:lnTo>
                <a:lnTo>
                  <a:pt x="890775" y="49725"/>
                </a:lnTo>
                <a:lnTo>
                  <a:pt x="890700" y="49725"/>
                </a:lnTo>
                <a:lnTo>
                  <a:pt x="890625" y="49575"/>
                </a:lnTo>
                <a:lnTo>
                  <a:pt x="890550" y="49575"/>
                </a:lnTo>
                <a:lnTo>
                  <a:pt x="890475" y="49500"/>
                </a:lnTo>
                <a:lnTo>
                  <a:pt x="890475" y="49425"/>
                </a:lnTo>
                <a:lnTo>
                  <a:pt x="890325" y="49350"/>
                </a:lnTo>
                <a:lnTo>
                  <a:pt x="890325" y="49275"/>
                </a:lnTo>
                <a:lnTo>
                  <a:pt x="890250" y="49200"/>
                </a:lnTo>
                <a:lnTo>
                  <a:pt x="890175" y="49200"/>
                </a:lnTo>
                <a:lnTo>
                  <a:pt x="890100" y="49050"/>
                </a:lnTo>
                <a:lnTo>
                  <a:pt x="889950" y="48900"/>
                </a:lnTo>
                <a:lnTo>
                  <a:pt x="889650" y="48450"/>
                </a:lnTo>
                <a:lnTo>
                  <a:pt x="889575" y="48450"/>
                </a:lnTo>
                <a:lnTo>
                  <a:pt x="889425" y="48150"/>
                </a:lnTo>
                <a:lnTo>
                  <a:pt x="889275" y="48000"/>
                </a:lnTo>
                <a:lnTo>
                  <a:pt x="889275" y="47925"/>
                </a:lnTo>
                <a:lnTo>
                  <a:pt x="889200" y="47775"/>
                </a:lnTo>
                <a:lnTo>
                  <a:pt x="889125" y="47775"/>
                </a:lnTo>
                <a:lnTo>
                  <a:pt x="888975" y="47475"/>
                </a:lnTo>
                <a:lnTo>
                  <a:pt x="888900" y="47475"/>
                </a:lnTo>
                <a:lnTo>
                  <a:pt x="888750" y="47175"/>
                </a:lnTo>
                <a:lnTo>
                  <a:pt x="888750" y="47100"/>
                </a:lnTo>
                <a:lnTo>
                  <a:pt x="888375" y="46650"/>
                </a:lnTo>
                <a:lnTo>
                  <a:pt x="888300" y="46500"/>
                </a:lnTo>
                <a:lnTo>
                  <a:pt x="888300" y="46425"/>
                </a:lnTo>
                <a:lnTo>
                  <a:pt x="888225" y="46275"/>
                </a:lnTo>
                <a:lnTo>
                  <a:pt x="888075" y="46125"/>
                </a:lnTo>
                <a:lnTo>
                  <a:pt x="887925" y="45750"/>
                </a:lnTo>
                <a:lnTo>
                  <a:pt x="887850" y="45750"/>
                </a:lnTo>
                <a:lnTo>
                  <a:pt x="887775" y="45600"/>
                </a:lnTo>
                <a:lnTo>
                  <a:pt x="887775" y="45525"/>
                </a:lnTo>
                <a:lnTo>
                  <a:pt x="887475" y="45000"/>
                </a:lnTo>
                <a:lnTo>
                  <a:pt x="887325" y="44625"/>
                </a:lnTo>
                <a:lnTo>
                  <a:pt x="887175" y="44475"/>
                </a:lnTo>
                <a:lnTo>
                  <a:pt x="887025" y="44100"/>
                </a:lnTo>
                <a:lnTo>
                  <a:pt x="887025" y="44025"/>
                </a:lnTo>
                <a:lnTo>
                  <a:pt x="886725" y="43500"/>
                </a:lnTo>
                <a:lnTo>
                  <a:pt x="886575" y="43050"/>
                </a:lnTo>
                <a:lnTo>
                  <a:pt x="886425" y="42900"/>
                </a:lnTo>
                <a:lnTo>
                  <a:pt x="886125" y="42075"/>
                </a:lnTo>
                <a:lnTo>
                  <a:pt x="885975" y="41850"/>
                </a:lnTo>
                <a:lnTo>
                  <a:pt x="885825" y="41475"/>
                </a:lnTo>
                <a:lnTo>
                  <a:pt x="885600" y="40800"/>
                </a:lnTo>
                <a:lnTo>
                  <a:pt x="885450" y="40650"/>
                </a:lnTo>
                <a:lnTo>
                  <a:pt x="885450" y="40575"/>
                </a:lnTo>
                <a:lnTo>
                  <a:pt x="885000" y="39300"/>
                </a:lnTo>
                <a:lnTo>
                  <a:pt x="884775" y="38925"/>
                </a:lnTo>
                <a:lnTo>
                  <a:pt x="884175" y="37125"/>
                </a:lnTo>
                <a:lnTo>
                  <a:pt x="884100" y="37125"/>
                </a:lnTo>
                <a:lnTo>
                  <a:pt x="883125" y="34275"/>
                </a:lnTo>
                <a:lnTo>
                  <a:pt x="882975" y="34050"/>
                </a:lnTo>
                <a:lnTo>
                  <a:pt x="881475" y="29625"/>
                </a:lnTo>
                <a:lnTo>
                  <a:pt x="881325" y="29475"/>
                </a:lnTo>
                <a:lnTo>
                  <a:pt x="880725" y="27750"/>
                </a:lnTo>
                <a:lnTo>
                  <a:pt x="879675" y="25050"/>
                </a:lnTo>
                <a:lnTo>
                  <a:pt x="879525" y="24900"/>
                </a:lnTo>
                <a:lnTo>
                  <a:pt x="879000" y="23625"/>
                </a:lnTo>
                <a:lnTo>
                  <a:pt x="878700" y="23025"/>
                </a:lnTo>
                <a:lnTo>
                  <a:pt x="878625" y="22800"/>
                </a:lnTo>
                <a:lnTo>
                  <a:pt x="878550" y="22725"/>
                </a:lnTo>
                <a:lnTo>
                  <a:pt x="878550" y="66750"/>
                </a:lnTo>
                <a:lnTo>
                  <a:pt x="872850" y="66750"/>
                </a:lnTo>
                <a:lnTo>
                  <a:pt x="872850" y="16500"/>
                </a:lnTo>
                <a:lnTo>
                  <a:pt x="875700" y="16500"/>
                </a:lnTo>
                <a:close/>
                <a:moveTo>
                  <a:pt x="937575" y="66750"/>
                </a:moveTo>
                <a:lnTo>
                  <a:pt x="931875" y="66750"/>
                </a:lnTo>
                <a:lnTo>
                  <a:pt x="931875" y="47925"/>
                </a:lnTo>
                <a:lnTo>
                  <a:pt x="931650" y="48075"/>
                </a:lnTo>
                <a:lnTo>
                  <a:pt x="931200" y="48525"/>
                </a:lnTo>
                <a:lnTo>
                  <a:pt x="930750" y="48825"/>
                </a:lnTo>
                <a:lnTo>
                  <a:pt x="930600" y="48975"/>
                </a:lnTo>
                <a:lnTo>
                  <a:pt x="930525" y="48975"/>
                </a:lnTo>
                <a:lnTo>
                  <a:pt x="930525" y="49050"/>
                </a:lnTo>
                <a:lnTo>
                  <a:pt x="930450" y="49050"/>
                </a:lnTo>
                <a:lnTo>
                  <a:pt x="930375" y="49125"/>
                </a:lnTo>
                <a:lnTo>
                  <a:pt x="930300" y="49125"/>
                </a:lnTo>
                <a:lnTo>
                  <a:pt x="930300" y="49200"/>
                </a:lnTo>
                <a:lnTo>
                  <a:pt x="930225" y="49200"/>
                </a:lnTo>
                <a:lnTo>
                  <a:pt x="930150" y="49275"/>
                </a:lnTo>
                <a:lnTo>
                  <a:pt x="930075" y="49275"/>
                </a:lnTo>
                <a:lnTo>
                  <a:pt x="930075" y="49350"/>
                </a:lnTo>
                <a:lnTo>
                  <a:pt x="929850" y="49425"/>
                </a:lnTo>
                <a:lnTo>
                  <a:pt x="929700" y="49575"/>
                </a:lnTo>
                <a:lnTo>
                  <a:pt x="929625" y="49575"/>
                </a:lnTo>
                <a:lnTo>
                  <a:pt x="929400" y="49725"/>
                </a:lnTo>
                <a:lnTo>
                  <a:pt x="929250" y="49800"/>
                </a:lnTo>
                <a:lnTo>
                  <a:pt x="929175" y="49800"/>
                </a:lnTo>
                <a:lnTo>
                  <a:pt x="929025" y="49950"/>
                </a:lnTo>
                <a:lnTo>
                  <a:pt x="928800" y="50025"/>
                </a:lnTo>
                <a:lnTo>
                  <a:pt x="928575" y="50175"/>
                </a:lnTo>
                <a:lnTo>
                  <a:pt x="928125" y="50325"/>
                </a:lnTo>
                <a:lnTo>
                  <a:pt x="928125" y="50400"/>
                </a:lnTo>
                <a:lnTo>
                  <a:pt x="927675" y="50550"/>
                </a:lnTo>
                <a:lnTo>
                  <a:pt x="927300" y="50775"/>
                </a:lnTo>
                <a:lnTo>
                  <a:pt x="926775" y="50925"/>
                </a:lnTo>
                <a:lnTo>
                  <a:pt x="926400" y="51150"/>
                </a:lnTo>
                <a:lnTo>
                  <a:pt x="926325" y="51150"/>
                </a:lnTo>
                <a:lnTo>
                  <a:pt x="926175" y="51225"/>
                </a:lnTo>
                <a:lnTo>
                  <a:pt x="926100" y="51225"/>
                </a:lnTo>
                <a:lnTo>
                  <a:pt x="925950" y="51300"/>
                </a:lnTo>
                <a:lnTo>
                  <a:pt x="925875" y="51300"/>
                </a:lnTo>
                <a:lnTo>
                  <a:pt x="924525" y="51750"/>
                </a:lnTo>
                <a:lnTo>
                  <a:pt x="924300" y="51750"/>
                </a:lnTo>
                <a:lnTo>
                  <a:pt x="924300" y="51825"/>
                </a:lnTo>
                <a:lnTo>
                  <a:pt x="924075" y="51825"/>
                </a:lnTo>
                <a:lnTo>
                  <a:pt x="923625" y="51975"/>
                </a:lnTo>
                <a:lnTo>
                  <a:pt x="923325" y="51975"/>
                </a:lnTo>
                <a:lnTo>
                  <a:pt x="923325" y="52050"/>
                </a:lnTo>
                <a:lnTo>
                  <a:pt x="923100" y="52050"/>
                </a:lnTo>
                <a:lnTo>
                  <a:pt x="922950" y="52125"/>
                </a:lnTo>
                <a:lnTo>
                  <a:pt x="922650" y="52125"/>
                </a:lnTo>
                <a:lnTo>
                  <a:pt x="922500" y="52200"/>
                </a:lnTo>
                <a:lnTo>
                  <a:pt x="922200" y="52200"/>
                </a:lnTo>
                <a:lnTo>
                  <a:pt x="921975" y="52275"/>
                </a:lnTo>
                <a:lnTo>
                  <a:pt x="921750" y="52275"/>
                </a:lnTo>
                <a:lnTo>
                  <a:pt x="921525" y="52350"/>
                </a:lnTo>
                <a:lnTo>
                  <a:pt x="921075" y="52350"/>
                </a:lnTo>
                <a:lnTo>
                  <a:pt x="921075" y="52425"/>
                </a:lnTo>
                <a:lnTo>
                  <a:pt x="920100" y="52425"/>
                </a:lnTo>
                <a:lnTo>
                  <a:pt x="920100" y="52500"/>
                </a:lnTo>
                <a:lnTo>
                  <a:pt x="918075" y="52500"/>
                </a:lnTo>
                <a:lnTo>
                  <a:pt x="918000" y="52425"/>
                </a:lnTo>
                <a:lnTo>
                  <a:pt x="917325" y="52425"/>
                </a:lnTo>
                <a:lnTo>
                  <a:pt x="917100" y="52350"/>
                </a:lnTo>
                <a:lnTo>
                  <a:pt x="916800" y="52350"/>
                </a:lnTo>
                <a:lnTo>
                  <a:pt x="916650" y="52275"/>
                </a:lnTo>
                <a:lnTo>
                  <a:pt x="916350" y="52275"/>
                </a:lnTo>
                <a:lnTo>
                  <a:pt x="915975" y="52125"/>
                </a:lnTo>
                <a:lnTo>
                  <a:pt x="915750" y="52125"/>
                </a:lnTo>
                <a:lnTo>
                  <a:pt x="915675" y="52050"/>
                </a:lnTo>
                <a:lnTo>
                  <a:pt x="915525" y="52050"/>
                </a:lnTo>
                <a:lnTo>
                  <a:pt x="914925" y="51825"/>
                </a:lnTo>
                <a:lnTo>
                  <a:pt x="914400" y="51675"/>
                </a:lnTo>
                <a:lnTo>
                  <a:pt x="914100" y="51525"/>
                </a:lnTo>
                <a:lnTo>
                  <a:pt x="913800" y="51450"/>
                </a:lnTo>
                <a:lnTo>
                  <a:pt x="913650" y="51375"/>
                </a:lnTo>
                <a:lnTo>
                  <a:pt x="913650" y="51300"/>
                </a:lnTo>
                <a:lnTo>
                  <a:pt x="913500" y="51225"/>
                </a:lnTo>
                <a:lnTo>
                  <a:pt x="913200" y="51150"/>
                </a:lnTo>
                <a:lnTo>
                  <a:pt x="913050" y="51075"/>
                </a:lnTo>
                <a:lnTo>
                  <a:pt x="913050" y="51000"/>
                </a:lnTo>
                <a:lnTo>
                  <a:pt x="912900" y="50925"/>
                </a:lnTo>
                <a:lnTo>
                  <a:pt x="912825" y="50925"/>
                </a:lnTo>
                <a:lnTo>
                  <a:pt x="912525" y="50775"/>
                </a:lnTo>
                <a:lnTo>
                  <a:pt x="912525" y="50700"/>
                </a:lnTo>
                <a:lnTo>
                  <a:pt x="912450" y="50700"/>
                </a:lnTo>
                <a:lnTo>
                  <a:pt x="912375" y="50625"/>
                </a:lnTo>
                <a:lnTo>
                  <a:pt x="912300" y="50625"/>
                </a:lnTo>
                <a:lnTo>
                  <a:pt x="912150" y="50550"/>
                </a:lnTo>
                <a:lnTo>
                  <a:pt x="912150" y="50475"/>
                </a:lnTo>
                <a:lnTo>
                  <a:pt x="912000" y="50400"/>
                </a:lnTo>
                <a:lnTo>
                  <a:pt x="911925" y="50400"/>
                </a:lnTo>
                <a:lnTo>
                  <a:pt x="911775" y="50250"/>
                </a:lnTo>
                <a:lnTo>
                  <a:pt x="911625" y="50175"/>
                </a:lnTo>
                <a:lnTo>
                  <a:pt x="911625" y="50100"/>
                </a:lnTo>
                <a:lnTo>
                  <a:pt x="911475" y="50025"/>
                </a:lnTo>
                <a:lnTo>
                  <a:pt x="911400" y="50025"/>
                </a:lnTo>
                <a:lnTo>
                  <a:pt x="911325" y="49875"/>
                </a:lnTo>
                <a:lnTo>
                  <a:pt x="911250" y="49875"/>
                </a:lnTo>
                <a:lnTo>
                  <a:pt x="911175" y="49800"/>
                </a:lnTo>
                <a:lnTo>
                  <a:pt x="911100" y="49800"/>
                </a:lnTo>
                <a:lnTo>
                  <a:pt x="911100" y="49725"/>
                </a:lnTo>
                <a:lnTo>
                  <a:pt x="910950" y="49650"/>
                </a:lnTo>
                <a:lnTo>
                  <a:pt x="910950" y="49575"/>
                </a:lnTo>
                <a:lnTo>
                  <a:pt x="910800" y="49500"/>
                </a:lnTo>
                <a:lnTo>
                  <a:pt x="910350" y="49050"/>
                </a:lnTo>
                <a:lnTo>
                  <a:pt x="910200" y="48975"/>
                </a:lnTo>
                <a:lnTo>
                  <a:pt x="910200" y="48900"/>
                </a:lnTo>
                <a:lnTo>
                  <a:pt x="910050" y="48825"/>
                </a:lnTo>
                <a:lnTo>
                  <a:pt x="910050" y="48750"/>
                </a:lnTo>
                <a:lnTo>
                  <a:pt x="909900" y="48675"/>
                </a:lnTo>
                <a:lnTo>
                  <a:pt x="909900" y="48600"/>
                </a:lnTo>
                <a:lnTo>
                  <a:pt x="909750" y="48525"/>
                </a:lnTo>
                <a:lnTo>
                  <a:pt x="909750" y="48450"/>
                </a:lnTo>
                <a:lnTo>
                  <a:pt x="909600" y="48375"/>
                </a:lnTo>
                <a:lnTo>
                  <a:pt x="909600" y="48300"/>
                </a:lnTo>
                <a:lnTo>
                  <a:pt x="909375" y="48075"/>
                </a:lnTo>
                <a:lnTo>
                  <a:pt x="909375" y="48000"/>
                </a:lnTo>
                <a:lnTo>
                  <a:pt x="909300" y="48000"/>
                </a:lnTo>
                <a:lnTo>
                  <a:pt x="909000" y="47550"/>
                </a:lnTo>
                <a:lnTo>
                  <a:pt x="908925" y="47550"/>
                </a:lnTo>
                <a:lnTo>
                  <a:pt x="908850" y="47400"/>
                </a:lnTo>
                <a:lnTo>
                  <a:pt x="908700" y="47250"/>
                </a:lnTo>
                <a:lnTo>
                  <a:pt x="908700" y="47175"/>
                </a:lnTo>
                <a:lnTo>
                  <a:pt x="908550" y="47025"/>
                </a:lnTo>
                <a:lnTo>
                  <a:pt x="908475" y="46875"/>
                </a:lnTo>
                <a:lnTo>
                  <a:pt x="908100" y="46425"/>
                </a:lnTo>
                <a:lnTo>
                  <a:pt x="908100" y="46350"/>
                </a:lnTo>
                <a:lnTo>
                  <a:pt x="908025" y="46200"/>
                </a:lnTo>
                <a:lnTo>
                  <a:pt x="907875" y="46050"/>
                </a:lnTo>
                <a:lnTo>
                  <a:pt x="907725" y="45675"/>
                </a:lnTo>
                <a:lnTo>
                  <a:pt x="907650" y="45675"/>
                </a:lnTo>
                <a:lnTo>
                  <a:pt x="907425" y="45150"/>
                </a:lnTo>
                <a:lnTo>
                  <a:pt x="907350" y="45150"/>
                </a:lnTo>
                <a:lnTo>
                  <a:pt x="907125" y="44625"/>
                </a:lnTo>
                <a:lnTo>
                  <a:pt x="907050" y="44625"/>
                </a:lnTo>
                <a:lnTo>
                  <a:pt x="906825" y="44100"/>
                </a:lnTo>
                <a:lnTo>
                  <a:pt x="906825" y="44025"/>
                </a:lnTo>
                <a:lnTo>
                  <a:pt x="906675" y="43725"/>
                </a:lnTo>
                <a:lnTo>
                  <a:pt x="906675" y="43650"/>
                </a:lnTo>
                <a:lnTo>
                  <a:pt x="906525" y="43350"/>
                </a:lnTo>
                <a:lnTo>
                  <a:pt x="906525" y="43275"/>
                </a:lnTo>
                <a:lnTo>
                  <a:pt x="906450" y="43275"/>
                </a:lnTo>
                <a:lnTo>
                  <a:pt x="906450" y="43125"/>
                </a:lnTo>
                <a:lnTo>
                  <a:pt x="906375" y="43125"/>
                </a:lnTo>
                <a:lnTo>
                  <a:pt x="906225" y="42750"/>
                </a:lnTo>
                <a:lnTo>
                  <a:pt x="906225" y="42525"/>
                </a:lnTo>
                <a:lnTo>
                  <a:pt x="906150" y="42525"/>
                </a:lnTo>
                <a:lnTo>
                  <a:pt x="906150" y="42375"/>
                </a:lnTo>
                <a:lnTo>
                  <a:pt x="906075" y="42375"/>
                </a:lnTo>
                <a:lnTo>
                  <a:pt x="906075" y="42150"/>
                </a:lnTo>
                <a:lnTo>
                  <a:pt x="906000" y="42150"/>
                </a:lnTo>
                <a:lnTo>
                  <a:pt x="906000" y="41925"/>
                </a:lnTo>
                <a:lnTo>
                  <a:pt x="905925" y="41925"/>
                </a:lnTo>
                <a:lnTo>
                  <a:pt x="905925" y="41775"/>
                </a:lnTo>
                <a:lnTo>
                  <a:pt x="905550" y="40725"/>
                </a:lnTo>
                <a:lnTo>
                  <a:pt x="905550" y="40575"/>
                </a:lnTo>
                <a:lnTo>
                  <a:pt x="905400" y="40125"/>
                </a:lnTo>
                <a:lnTo>
                  <a:pt x="905400" y="39900"/>
                </a:lnTo>
                <a:lnTo>
                  <a:pt x="905325" y="39900"/>
                </a:lnTo>
                <a:lnTo>
                  <a:pt x="905325" y="39750"/>
                </a:lnTo>
                <a:lnTo>
                  <a:pt x="905250" y="39525"/>
                </a:lnTo>
                <a:lnTo>
                  <a:pt x="905250" y="39300"/>
                </a:lnTo>
                <a:lnTo>
                  <a:pt x="905175" y="39300"/>
                </a:lnTo>
                <a:lnTo>
                  <a:pt x="905175" y="39075"/>
                </a:lnTo>
                <a:lnTo>
                  <a:pt x="905100" y="38925"/>
                </a:lnTo>
                <a:lnTo>
                  <a:pt x="905100" y="38700"/>
                </a:lnTo>
                <a:lnTo>
                  <a:pt x="905025" y="38475"/>
                </a:lnTo>
                <a:lnTo>
                  <a:pt x="905025" y="38250"/>
                </a:lnTo>
                <a:lnTo>
                  <a:pt x="904950" y="38100"/>
                </a:lnTo>
                <a:lnTo>
                  <a:pt x="904950" y="37875"/>
                </a:lnTo>
                <a:lnTo>
                  <a:pt x="904875" y="37875"/>
                </a:lnTo>
                <a:lnTo>
                  <a:pt x="904875" y="37425"/>
                </a:lnTo>
                <a:lnTo>
                  <a:pt x="904800" y="37275"/>
                </a:lnTo>
                <a:lnTo>
                  <a:pt x="904800" y="37050"/>
                </a:lnTo>
                <a:lnTo>
                  <a:pt x="904725" y="36825"/>
                </a:lnTo>
                <a:lnTo>
                  <a:pt x="904725" y="36375"/>
                </a:lnTo>
                <a:lnTo>
                  <a:pt x="904650" y="36375"/>
                </a:lnTo>
                <a:lnTo>
                  <a:pt x="904650" y="35775"/>
                </a:lnTo>
                <a:lnTo>
                  <a:pt x="904575" y="35775"/>
                </a:lnTo>
                <a:lnTo>
                  <a:pt x="904575" y="35100"/>
                </a:lnTo>
                <a:lnTo>
                  <a:pt x="904500" y="34950"/>
                </a:lnTo>
                <a:lnTo>
                  <a:pt x="904500" y="33900"/>
                </a:lnTo>
                <a:lnTo>
                  <a:pt x="904425" y="33900"/>
                </a:lnTo>
                <a:lnTo>
                  <a:pt x="904425" y="30900"/>
                </a:lnTo>
                <a:lnTo>
                  <a:pt x="904500" y="30750"/>
                </a:lnTo>
                <a:lnTo>
                  <a:pt x="904500" y="29700"/>
                </a:lnTo>
                <a:lnTo>
                  <a:pt x="904575" y="29475"/>
                </a:lnTo>
                <a:lnTo>
                  <a:pt x="904575" y="29025"/>
                </a:lnTo>
                <a:lnTo>
                  <a:pt x="904650" y="28875"/>
                </a:lnTo>
                <a:lnTo>
                  <a:pt x="904650" y="28425"/>
                </a:lnTo>
                <a:lnTo>
                  <a:pt x="904725" y="28275"/>
                </a:lnTo>
                <a:lnTo>
                  <a:pt x="904725" y="27825"/>
                </a:lnTo>
                <a:lnTo>
                  <a:pt x="904800" y="27675"/>
                </a:lnTo>
                <a:lnTo>
                  <a:pt x="904800" y="27450"/>
                </a:lnTo>
                <a:lnTo>
                  <a:pt x="904875" y="27300"/>
                </a:lnTo>
                <a:lnTo>
                  <a:pt x="904875" y="26850"/>
                </a:lnTo>
                <a:lnTo>
                  <a:pt x="904950" y="26850"/>
                </a:lnTo>
                <a:lnTo>
                  <a:pt x="904950" y="26475"/>
                </a:lnTo>
                <a:lnTo>
                  <a:pt x="905025" y="26475"/>
                </a:lnTo>
                <a:lnTo>
                  <a:pt x="905025" y="26250"/>
                </a:lnTo>
                <a:lnTo>
                  <a:pt x="905100" y="26100"/>
                </a:lnTo>
                <a:lnTo>
                  <a:pt x="905100" y="25875"/>
                </a:lnTo>
                <a:lnTo>
                  <a:pt x="905175" y="25725"/>
                </a:lnTo>
                <a:lnTo>
                  <a:pt x="905175" y="25500"/>
                </a:lnTo>
                <a:lnTo>
                  <a:pt x="905325" y="25125"/>
                </a:lnTo>
                <a:lnTo>
                  <a:pt x="905325" y="24900"/>
                </a:lnTo>
                <a:lnTo>
                  <a:pt x="905475" y="24600"/>
                </a:lnTo>
                <a:lnTo>
                  <a:pt x="905475" y="24375"/>
                </a:lnTo>
                <a:lnTo>
                  <a:pt x="905700" y="23850"/>
                </a:lnTo>
                <a:lnTo>
                  <a:pt x="905700" y="23625"/>
                </a:lnTo>
                <a:lnTo>
                  <a:pt x="905775" y="23625"/>
                </a:lnTo>
                <a:lnTo>
                  <a:pt x="905775" y="23475"/>
                </a:lnTo>
                <a:lnTo>
                  <a:pt x="906000" y="22950"/>
                </a:lnTo>
                <a:lnTo>
                  <a:pt x="906000" y="22875"/>
                </a:lnTo>
                <a:lnTo>
                  <a:pt x="906525" y="21750"/>
                </a:lnTo>
                <a:lnTo>
                  <a:pt x="906525" y="21675"/>
                </a:lnTo>
                <a:lnTo>
                  <a:pt x="906900" y="20925"/>
                </a:lnTo>
                <a:lnTo>
                  <a:pt x="906900" y="20850"/>
                </a:lnTo>
                <a:lnTo>
                  <a:pt x="906975" y="20775"/>
                </a:lnTo>
                <a:lnTo>
                  <a:pt x="906975" y="20700"/>
                </a:lnTo>
                <a:lnTo>
                  <a:pt x="907050" y="20700"/>
                </a:lnTo>
                <a:lnTo>
                  <a:pt x="907050" y="20550"/>
                </a:lnTo>
                <a:lnTo>
                  <a:pt x="907125" y="20550"/>
                </a:lnTo>
                <a:lnTo>
                  <a:pt x="907425" y="19950"/>
                </a:lnTo>
                <a:lnTo>
                  <a:pt x="907500" y="19950"/>
                </a:lnTo>
                <a:lnTo>
                  <a:pt x="907725" y="19500"/>
                </a:lnTo>
                <a:lnTo>
                  <a:pt x="907800" y="19500"/>
                </a:lnTo>
                <a:lnTo>
                  <a:pt x="907950" y="19200"/>
                </a:lnTo>
                <a:lnTo>
                  <a:pt x="908025" y="19200"/>
                </a:lnTo>
                <a:lnTo>
                  <a:pt x="908175" y="18975"/>
                </a:lnTo>
                <a:lnTo>
                  <a:pt x="908175" y="18900"/>
                </a:lnTo>
                <a:lnTo>
                  <a:pt x="908250" y="18900"/>
                </a:lnTo>
                <a:lnTo>
                  <a:pt x="908325" y="18825"/>
                </a:lnTo>
                <a:lnTo>
                  <a:pt x="908325" y="18750"/>
                </a:lnTo>
                <a:lnTo>
                  <a:pt x="908550" y="18525"/>
                </a:lnTo>
                <a:lnTo>
                  <a:pt x="908625" y="18375"/>
                </a:lnTo>
                <a:lnTo>
                  <a:pt x="908700" y="18375"/>
                </a:lnTo>
                <a:lnTo>
                  <a:pt x="908775" y="18225"/>
                </a:lnTo>
                <a:lnTo>
                  <a:pt x="908850" y="18225"/>
                </a:lnTo>
                <a:lnTo>
                  <a:pt x="908925" y="18150"/>
                </a:lnTo>
                <a:lnTo>
                  <a:pt x="908925" y="18075"/>
                </a:lnTo>
                <a:lnTo>
                  <a:pt x="909000" y="18000"/>
                </a:lnTo>
                <a:lnTo>
                  <a:pt x="909075" y="18000"/>
                </a:lnTo>
                <a:lnTo>
                  <a:pt x="909075" y="17925"/>
                </a:lnTo>
                <a:lnTo>
                  <a:pt x="909150" y="17850"/>
                </a:lnTo>
                <a:lnTo>
                  <a:pt x="909225" y="17850"/>
                </a:lnTo>
                <a:lnTo>
                  <a:pt x="909450" y="17625"/>
                </a:lnTo>
                <a:lnTo>
                  <a:pt x="909450" y="17550"/>
                </a:lnTo>
                <a:lnTo>
                  <a:pt x="909750" y="17400"/>
                </a:lnTo>
                <a:lnTo>
                  <a:pt x="909750" y="17325"/>
                </a:lnTo>
                <a:lnTo>
                  <a:pt x="909825" y="17250"/>
                </a:lnTo>
                <a:lnTo>
                  <a:pt x="909900" y="17250"/>
                </a:lnTo>
                <a:lnTo>
                  <a:pt x="909975" y="17175"/>
                </a:lnTo>
                <a:lnTo>
                  <a:pt x="910050" y="17175"/>
                </a:lnTo>
                <a:lnTo>
                  <a:pt x="910050" y="17100"/>
                </a:lnTo>
                <a:lnTo>
                  <a:pt x="910125" y="17025"/>
                </a:lnTo>
                <a:lnTo>
                  <a:pt x="910200" y="17025"/>
                </a:lnTo>
                <a:lnTo>
                  <a:pt x="910275" y="16950"/>
                </a:lnTo>
                <a:lnTo>
                  <a:pt x="910350" y="16950"/>
                </a:lnTo>
                <a:lnTo>
                  <a:pt x="910350" y="16875"/>
                </a:lnTo>
                <a:lnTo>
                  <a:pt x="910800" y="16650"/>
                </a:lnTo>
                <a:lnTo>
                  <a:pt x="910875" y="16575"/>
                </a:lnTo>
                <a:lnTo>
                  <a:pt x="910950" y="16575"/>
                </a:lnTo>
                <a:lnTo>
                  <a:pt x="910950" y="16500"/>
                </a:lnTo>
                <a:lnTo>
                  <a:pt x="911025" y="16500"/>
                </a:lnTo>
                <a:lnTo>
                  <a:pt x="911100" y="16425"/>
                </a:lnTo>
                <a:lnTo>
                  <a:pt x="911400" y="16350"/>
                </a:lnTo>
                <a:lnTo>
                  <a:pt x="911475" y="16275"/>
                </a:lnTo>
                <a:lnTo>
                  <a:pt x="912000" y="16125"/>
                </a:lnTo>
                <a:lnTo>
                  <a:pt x="912225" y="15975"/>
                </a:lnTo>
                <a:lnTo>
                  <a:pt x="915450" y="15000"/>
                </a:lnTo>
                <a:lnTo>
                  <a:pt x="915750" y="15000"/>
                </a:lnTo>
                <a:lnTo>
                  <a:pt x="916200" y="14850"/>
                </a:lnTo>
                <a:lnTo>
                  <a:pt x="916425" y="14850"/>
                </a:lnTo>
                <a:lnTo>
                  <a:pt x="916425" y="14775"/>
                </a:lnTo>
                <a:lnTo>
                  <a:pt x="916725" y="14775"/>
                </a:lnTo>
                <a:lnTo>
                  <a:pt x="916950" y="14700"/>
                </a:lnTo>
                <a:lnTo>
                  <a:pt x="917175" y="14700"/>
                </a:lnTo>
                <a:lnTo>
                  <a:pt x="917700" y="14550"/>
                </a:lnTo>
                <a:lnTo>
                  <a:pt x="918150" y="14550"/>
                </a:lnTo>
                <a:lnTo>
                  <a:pt x="918150" y="14475"/>
                </a:lnTo>
                <a:lnTo>
                  <a:pt x="918675" y="14475"/>
                </a:lnTo>
                <a:lnTo>
                  <a:pt x="918900" y="14400"/>
                </a:lnTo>
                <a:lnTo>
                  <a:pt x="919425" y="14400"/>
                </a:lnTo>
                <a:lnTo>
                  <a:pt x="919650" y="14325"/>
                </a:lnTo>
                <a:lnTo>
                  <a:pt x="920400" y="14325"/>
                </a:lnTo>
                <a:lnTo>
                  <a:pt x="920550" y="14250"/>
                </a:lnTo>
                <a:lnTo>
                  <a:pt x="922950" y="14250"/>
                </a:lnTo>
                <a:lnTo>
                  <a:pt x="923175" y="14325"/>
                </a:lnTo>
                <a:lnTo>
                  <a:pt x="923925" y="14325"/>
                </a:lnTo>
                <a:lnTo>
                  <a:pt x="924075" y="14400"/>
                </a:lnTo>
                <a:lnTo>
                  <a:pt x="924600" y="14400"/>
                </a:lnTo>
                <a:lnTo>
                  <a:pt x="924825" y="14475"/>
                </a:lnTo>
                <a:lnTo>
                  <a:pt x="925275" y="14475"/>
                </a:lnTo>
                <a:lnTo>
                  <a:pt x="925275" y="14550"/>
                </a:lnTo>
                <a:lnTo>
                  <a:pt x="925500" y="14550"/>
                </a:lnTo>
                <a:lnTo>
                  <a:pt x="925650" y="14625"/>
                </a:lnTo>
                <a:lnTo>
                  <a:pt x="925950" y="14625"/>
                </a:lnTo>
                <a:lnTo>
                  <a:pt x="926100" y="14700"/>
                </a:lnTo>
                <a:lnTo>
                  <a:pt x="926400" y="14700"/>
                </a:lnTo>
                <a:lnTo>
                  <a:pt x="926775" y="14850"/>
                </a:lnTo>
                <a:lnTo>
                  <a:pt x="927000" y="14850"/>
                </a:lnTo>
                <a:lnTo>
                  <a:pt x="927675" y="15075"/>
                </a:lnTo>
                <a:lnTo>
                  <a:pt x="927825" y="15075"/>
                </a:lnTo>
                <a:lnTo>
                  <a:pt x="927825" y="15150"/>
                </a:lnTo>
                <a:lnTo>
                  <a:pt x="928050" y="15150"/>
                </a:lnTo>
                <a:lnTo>
                  <a:pt x="928125" y="15225"/>
                </a:lnTo>
                <a:lnTo>
                  <a:pt x="928275" y="15225"/>
                </a:lnTo>
                <a:lnTo>
                  <a:pt x="928650" y="15375"/>
                </a:lnTo>
                <a:lnTo>
                  <a:pt x="928950" y="15450"/>
                </a:lnTo>
                <a:lnTo>
                  <a:pt x="929325" y="15600"/>
                </a:lnTo>
                <a:lnTo>
                  <a:pt x="929325" y="15675"/>
                </a:lnTo>
                <a:lnTo>
                  <a:pt x="929475" y="15675"/>
                </a:lnTo>
                <a:lnTo>
                  <a:pt x="929700" y="15825"/>
                </a:lnTo>
                <a:lnTo>
                  <a:pt x="930075" y="15975"/>
                </a:lnTo>
                <a:lnTo>
                  <a:pt x="930150" y="15975"/>
                </a:lnTo>
                <a:lnTo>
                  <a:pt x="930450" y="16125"/>
                </a:lnTo>
                <a:lnTo>
                  <a:pt x="930525" y="16200"/>
                </a:lnTo>
                <a:lnTo>
                  <a:pt x="931050" y="16425"/>
                </a:lnTo>
                <a:lnTo>
                  <a:pt x="931050" y="16500"/>
                </a:lnTo>
                <a:lnTo>
                  <a:pt x="931425" y="16650"/>
                </a:lnTo>
                <a:lnTo>
                  <a:pt x="931425" y="16725"/>
                </a:lnTo>
                <a:lnTo>
                  <a:pt x="931800" y="16875"/>
                </a:lnTo>
                <a:lnTo>
                  <a:pt x="931800" y="16950"/>
                </a:lnTo>
                <a:lnTo>
                  <a:pt x="932100" y="17100"/>
                </a:lnTo>
                <a:lnTo>
                  <a:pt x="932100" y="17175"/>
                </a:lnTo>
                <a:lnTo>
                  <a:pt x="932175" y="17175"/>
                </a:lnTo>
                <a:lnTo>
                  <a:pt x="932325" y="17250"/>
                </a:lnTo>
                <a:lnTo>
                  <a:pt x="932775" y="17625"/>
                </a:lnTo>
                <a:lnTo>
                  <a:pt x="932850" y="17625"/>
                </a:lnTo>
                <a:lnTo>
                  <a:pt x="932925" y="17775"/>
                </a:lnTo>
                <a:lnTo>
                  <a:pt x="933000" y="17775"/>
                </a:lnTo>
                <a:lnTo>
                  <a:pt x="933150" y="17925"/>
                </a:lnTo>
                <a:lnTo>
                  <a:pt x="933300" y="18000"/>
                </a:lnTo>
                <a:lnTo>
                  <a:pt x="933300" y="18075"/>
                </a:lnTo>
                <a:lnTo>
                  <a:pt x="933450" y="18150"/>
                </a:lnTo>
                <a:lnTo>
                  <a:pt x="933450" y="18225"/>
                </a:lnTo>
                <a:lnTo>
                  <a:pt x="933600" y="18300"/>
                </a:lnTo>
                <a:lnTo>
                  <a:pt x="933600" y="18375"/>
                </a:lnTo>
                <a:lnTo>
                  <a:pt x="933750" y="18450"/>
                </a:lnTo>
                <a:lnTo>
                  <a:pt x="934650" y="19350"/>
                </a:lnTo>
                <a:lnTo>
                  <a:pt x="934650" y="19425"/>
                </a:lnTo>
                <a:lnTo>
                  <a:pt x="934875" y="19650"/>
                </a:lnTo>
                <a:lnTo>
                  <a:pt x="934875" y="19725"/>
                </a:lnTo>
                <a:lnTo>
                  <a:pt x="935025" y="19875"/>
                </a:lnTo>
                <a:lnTo>
                  <a:pt x="935100" y="20025"/>
                </a:lnTo>
                <a:lnTo>
                  <a:pt x="935175" y="20025"/>
                </a:lnTo>
                <a:lnTo>
                  <a:pt x="935250" y="20175"/>
                </a:lnTo>
                <a:lnTo>
                  <a:pt x="935400" y="20325"/>
                </a:lnTo>
                <a:lnTo>
                  <a:pt x="935400" y="20400"/>
                </a:lnTo>
                <a:lnTo>
                  <a:pt x="935475" y="20550"/>
                </a:lnTo>
                <a:lnTo>
                  <a:pt x="935550" y="20550"/>
                </a:lnTo>
                <a:lnTo>
                  <a:pt x="935700" y="20850"/>
                </a:lnTo>
                <a:lnTo>
                  <a:pt x="935775" y="20925"/>
                </a:lnTo>
                <a:lnTo>
                  <a:pt x="935925" y="21225"/>
                </a:lnTo>
                <a:lnTo>
                  <a:pt x="935925" y="21300"/>
                </a:lnTo>
                <a:lnTo>
                  <a:pt x="936075" y="21375"/>
                </a:lnTo>
                <a:lnTo>
                  <a:pt x="936000" y="21450"/>
                </a:lnTo>
                <a:lnTo>
                  <a:pt x="936075" y="21450"/>
                </a:lnTo>
                <a:lnTo>
                  <a:pt x="936300" y="21975"/>
                </a:lnTo>
                <a:lnTo>
                  <a:pt x="936375" y="21975"/>
                </a:lnTo>
                <a:lnTo>
                  <a:pt x="936450" y="22125"/>
                </a:lnTo>
                <a:lnTo>
                  <a:pt x="936525" y="22425"/>
                </a:lnTo>
                <a:lnTo>
                  <a:pt x="936675" y="22725"/>
                </a:lnTo>
                <a:lnTo>
                  <a:pt x="936675" y="22800"/>
                </a:lnTo>
                <a:lnTo>
                  <a:pt x="936900" y="23325"/>
                </a:lnTo>
                <a:lnTo>
                  <a:pt x="936900" y="23400"/>
                </a:lnTo>
                <a:lnTo>
                  <a:pt x="937050" y="23775"/>
                </a:lnTo>
                <a:lnTo>
                  <a:pt x="937050" y="24000"/>
                </a:lnTo>
                <a:lnTo>
                  <a:pt x="937125" y="24150"/>
                </a:lnTo>
                <a:lnTo>
                  <a:pt x="937125" y="24225"/>
                </a:lnTo>
                <a:lnTo>
                  <a:pt x="937200" y="24375"/>
                </a:lnTo>
                <a:lnTo>
                  <a:pt x="937575" y="24375"/>
                </a:lnTo>
                <a:close/>
                <a:moveTo>
                  <a:pt x="931875" y="41850"/>
                </a:moveTo>
                <a:lnTo>
                  <a:pt x="931875" y="26925"/>
                </a:lnTo>
                <a:lnTo>
                  <a:pt x="931800" y="26775"/>
                </a:lnTo>
                <a:lnTo>
                  <a:pt x="931800" y="26325"/>
                </a:lnTo>
                <a:lnTo>
                  <a:pt x="931725" y="26175"/>
                </a:lnTo>
                <a:lnTo>
                  <a:pt x="931725" y="25875"/>
                </a:lnTo>
                <a:lnTo>
                  <a:pt x="931650" y="25725"/>
                </a:lnTo>
                <a:lnTo>
                  <a:pt x="931650" y="25500"/>
                </a:lnTo>
                <a:lnTo>
                  <a:pt x="931575" y="25350"/>
                </a:lnTo>
                <a:lnTo>
                  <a:pt x="931575" y="25200"/>
                </a:lnTo>
                <a:lnTo>
                  <a:pt x="931425" y="24825"/>
                </a:lnTo>
                <a:lnTo>
                  <a:pt x="931425" y="24675"/>
                </a:lnTo>
                <a:lnTo>
                  <a:pt x="931275" y="24450"/>
                </a:lnTo>
                <a:lnTo>
                  <a:pt x="931275" y="24375"/>
                </a:lnTo>
                <a:lnTo>
                  <a:pt x="931050" y="23850"/>
                </a:lnTo>
                <a:lnTo>
                  <a:pt x="930900" y="23700"/>
                </a:lnTo>
                <a:lnTo>
                  <a:pt x="930900" y="23550"/>
                </a:lnTo>
                <a:lnTo>
                  <a:pt x="930750" y="23325"/>
                </a:lnTo>
                <a:lnTo>
                  <a:pt x="930600" y="23175"/>
                </a:lnTo>
                <a:lnTo>
                  <a:pt x="930525" y="23025"/>
                </a:lnTo>
                <a:lnTo>
                  <a:pt x="930375" y="22875"/>
                </a:lnTo>
                <a:lnTo>
                  <a:pt x="930300" y="22725"/>
                </a:lnTo>
                <a:lnTo>
                  <a:pt x="930075" y="22500"/>
                </a:lnTo>
                <a:lnTo>
                  <a:pt x="930000" y="22350"/>
                </a:lnTo>
                <a:lnTo>
                  <a:pt x="929550" y="21900"/>
                </a:lnTo>
                <a:lnTo>
                  <a:pt x="929400" y="21825"/>
                </a:lnTo>
                <a:lnTo>
                  <a:pt x="929325" y="21675"/>
                </a:lnTo>
                <a:lnTo>
                  <a:pt x="929100" y="21450"/>
                </a:lnTo>
                <a:lnTo>
                  <a:pt x="928950" y="21375"/>
                </a:lnTo>
                <a:lnTo>
                  <a:pt x="928800" y="21225"/>
                </a:lnTo>
                <a:lnTo>
                  <a:pt x="928425" y="21075"/>
                </a:lnTo>
                <a:lnTo>
                  <a:pt x="928275" y="20925"/>
                </a:lnTo>
                <a:lnTo>
                  <a:pt x="927825" y="20625"/>
                </a:lnTo>
                <a:lnTo>
                  <a:pt x="927675" y="20625"/>
                </a:lnTo>
                <a:lnTo>
                  <a:pt x="927300" y="20400"/>
                </a:lnTo>
                <a:lnTo>
                  <a:pt x="927225" y="20400"/>
                </a:lnTo>
                <a:lnTo>
                  <a:pt x="926550" y="20100"/>
                </a:lnTo>
                <a:lnTo>
                  <a:pt x="926400" y="20100"/>
                </a:lnTo>
                <a:lnTo>
                  <a:pt x="926175" y="19950"/>
                </a:lnTo>
                <a:lnTo>
                  <a:pt x="926025" y="19950"/>
                </a:lnTo>
                <a:lnTo>
                  <a:pt x="925875" y="19875"/>
                </a:lnTo>
                <a:lnTo>
                  <a:pt x="925725" y="19875"/>
                </a:lnTo>
                <a:lnTo>
                  <a:pt x="925575" y="19800"/>
                </a:lnTo>
                <a:lnTo>
                  <a:pt x="925425" y="19800"/>
                </a:lnTo>
                <a:lnTo>
                  <a:pt x="925350" y="19725"/>
                </a:lnTo>
                <a:lnTo>
                  <a:pt x="925200" y="19725"/>
                </a:lnTo>
                <a:lnTo>
                  <a:pt x="925050" y="19650"/>
                </a:lnTo>
                <a:lnTo>
                  <a:pt x="924750" y="19650"/>
                </a:lnTo>
                <a:lnTo>
                  <a:pt x="924600" y="19575"/>
                </a:lnTo>
                <a:lnTo>
                  <a:pt x="924450" y="19575"/>
                </a:lnTo>
                <a:lnTo>
                  <a:pt x="924300" y="19500"/>
                </a:lnTo>
                <a:lnTo>
                  <a:pt x="923775" y="19500"/>
                </a:lnTo>
                <a:lnTo>
                  <a:pt x="923625" y="19425"/>
                </a:lnTo>
                <a:lnTo>
                  <a:pt x="922950" y="19425"/>
                </a:lnTo>
                <a:lnTo>
                  <a:pt x="922800" y="19350"/>
                </a:lnTo>
                <a:lnTo>
                  <a:pt x="920700" y="19350"/>
                </a:lnTo>
                <a:lnTo>
                  <a:pt x="920550" y="19425"/>
                </a:lnTo>
                <a:lnTo>
                  <a:pt x="919800" y="19425"/>
                </a:lnTo>
                <a:lnTo>
                  <a:pt x="919650" y="19500"/>
                </a:lnTo>
                <a:lnTo>
                  <a:pt x="919275" y="19500"/>
                </a:lnTo>
                <a:lnTo>
                  <a:pt x="919050" y="19575"/>
                </a:lnTo>
                <a:lnTo>
                  <a:pt x="918675" y="19575"/>
                </a:lnTo>
                <a:lnTo>
                  <a:pt x="918525" y="19650"/>
                </a:lnTo>
                <a:lnTo>
                  <a:pt x="918300" y="19650"/>
                </a:lnTo>
                <a:lnTo>
                  <a:pt x="918075" y="19725"/>
                </a:lnTo>
                <a:lnTo>
                  <a:pt x="917925" y="19725"/>
                </a:lnTo>
                <a:lnTo>
                  <a:pt x="917700" y="19800"/>
                </a:lnTo>
                <a:lnTo>
                  <a:pt x="917175" y="19875"/>
                </a:lnTo>
                <a:lnTo>
                  <a:pt x="916725" y="20025"/>
                </a:lnTo>
                <a:lnTo>
                  <a:pt x="916575" y="20025"/>
                </a:lnTo>
                <a:lnTo>
                  <a:pt x="915975" y="20250"/>
                </a:lnTo>
                <a:lnTo>
                  <a:pt x="915750" y="20250"/>
                </a:lnTo>
                <a:lnTo>
                  <a:pt x="914550" y="20700"/>
                </a:lnTo>
                <a:lnTo>
                  <a:pt x="914325" y="20700"/>
                </a:lnTo>
                <a:lnTo>
                  <a:pt x="913950" y="20850"/>
                </a:lnTo>
                <a:lnTo>
                  <a:pt x="913950" y="20925"/>
                </a:lnTo>
                <a:lnTo>
                  <a:pt x="913875" y="20925"/>
                </a:lnTo>
                <a:lnTo>
                  <a:pt x="913800" y="21000"/>
                </a:lnTo>
                <a:lnTo>
                  <a:pt x="913725" y="21000"/>
                </a:lnTo>
                <a:lnTo>
                  <a:pt x="913500" y="21225"/>
                </a:lnTo>
                <a:lnTo>
                  <a:pt x="913425" y="21225"/>
                </a:lnTo>
                <a:lnTo>
                  <a:pt x="913425" y="21300"/>
                </a:lnTo>
                <a:lnTo>
                  <a:pt x="913350" y="21375"/>
                </a:lnTo>
                <a:lnTo>
                  <a:pt x="913275" y="21375"/>
                </a:lnTo>
                <a:lnTo>
                  <a:pt x="913050" y="21600"/>
                </a:lnTo>
                <a:lnTo>
                  <a:pt x="913050" y="21675"/>
                </a:lnTo>
                <a:lnTo>
                  <a:pt x="912750" y="21975"/>
                </a:lnTo>
                <a:lnTo>
                  <a:pt x="912750" y="22050"/>
                </a:lnTo>
                <a:lnTo>
                  <a:pt x="912525" y="22275"/>
                </a:lnTo>
                <a:lnTo>
                  <a:pt x="912375" y="22500"/>
                </a:lnTo>
                <a:lnTo>
                  <a:pt x="912375" y="22575"/>
                </a:lnTo>
                <a:lnTo>
                  <a:pt x="912150" y="22875"/>
                </a:lnTo>
                <a:lnTo>
                  <a:pt x="912075" y="23025"/>
                </a:lnTo>
                <a:lnTo>
                  <a:pt x="912075" y="23100"/>
                </a:lnTo>
                <a:lnTo>
                  <a:pt x="911925" y="23325"/>
                </a:lnTo>
                <a:lnTo>
                  <a:pt x="911850" y="23475"/>
                </a:lnTo>
                <a:lnTo>
                  <a:pt x="911850" y="23550"/>
                </a:lnTo>
                <a:lnTo>
                  <a:pt x="911625" y="23925"/>
                </a:lnTo>
                <a:lnTo>
                  <a:pt x="911625" y="24075"/>
                </a:lnTo>
                <a:lnTo>
                  <a:pt x="911550" y="24150"/>
                </a:lnTo>
                <a:lnTo>
                  <a:pt x="911475" y="24300"/>
                </a:lnTo>
                <a:lnTo>
                  <a:pt x="911475" y="24450"/>
                </a:lnTo>
                <a:lnTo>
                  <a:pt x="911325" y="24675"/>
                </a:lnTo>
                <a:lnTo>
                  <a:pt x="911325" y="24825"/>
                </a:lnTo>
                <a:lnTo>
                  <a:pt x="911175" y="25125"/>
                </a:lnTo>
                <a:lnTo>
                  <a:pt x="911175" y="25275"/>
                </a:lnTo>
                <a:lnTo>
                  <a:pt x="911025" y="25500"/>
                </a:lnTo>
                <a:lnTo>
                  <a:pt x="911025" y="25650"/>
                </a:lnTo>
                <a:lnTo>
                  <a:pt x="910950" y="25800"/>
                </a:lnTo>
                <a:lnTo>
                  <a:pt x="910950" y="25950"/>
                </a:lnTo>
                <a:lnTo>
                  <a:pt x="910875" y="26100"/>
                </a:lnTo>
                <a:lnTo>
                  <a:pt x="910875" y="26250"/>
                </a:lnTo>
                <a:lnTo>
                  <a:pt x="910800" y="26400"/>
                </a:lnTo>
                <a:lnTo>
                  <a:pt x="910800" y="26550"/>
                </a:lnTo>
                <a:lnTo>
                  <a:pt x="910725" y="26700"/>
                </a:lnTo>
                <a:lnTo>
                  <a:pt x="910725" y="26925"/>
                </a:lnTo>
                <a:lnTo>
                  <a:pt x="910650" y="27075"/>
                </a:lnTo>
                <a:lnTo>
                  <a:pt x="910650" y="27225"/>
                </a:lnTo>
                <a:lnTo>
                  <a:pt x="910575" y="27375"/>
                </a:lnTo>
                <a:lnTo>
                  <a:pt x="910575" y="27525"/>
                </a:lnTo>
                <a:lnTo>
                  <a:pt x="910500" y="27675"/>
                </a:lnTo>
                <a:lnTo>
                  <a:pt x="910500" y="28050"/>
                </a:lnTo>
                <a:lnTo>
                  <a:pt x="910425" y="28200"/>
                </a:lnTo>
                <a:lnTo>
                  <a:pt x="910425" y="28500"/>
                </a:lnTo>
                <a:lnTo>
                  <a:pt x="910350" y="28725"/>
                </a:lnTo>
                <a:lnTo>
                  <a:pt x="910350" y="29025"/>
                </a:lnTo>
                <a:lnTo>
                  <a:pt x="910275" y="29175"/>
                </a:lnTo>
                <a:lnTo>
                  <a:pt x="910275" y="29700"/>
                </a:lnTo>
                <a:lnTo>
                  <a:pt x="910200" y="29925"/>
                </a:lnTo>
                <a:lnTo>
                  <a:pt x="910200" y="30750"/>
                </a:lnTo>
                <a:lnTo>
                  <a:pt x="910125" y="30975"/>
                </a:lnTo>
                <a:lnTo>
                  <a:pt x="910125" y="33675"/>
                </a:lnTo>
                <a:lnTo>
                  <a:pt x="910200" y="33825"/>
                </a:lnTo>
                <a:lnTo>
                  <a:pt x="910200" y="34725"/>
                </a:lnTo>
                <a:lnTo>
                  <a:pt x="910275" y="34950"/>
                </a:lnTo>
                <a:lnTo>
                  <a:pt x="910275" y="35475"/>
                </a:lnTo>
                <a:lnTo>
                  <a:pt x="910350" y="35625"/>
                </a:lnTo>
                <a:lnTo>
                  <a:pt x="910350" y="36000"/>
                </a:lnTo>
                <a:lnTo>
                  <a:pt x="910425" y="36150"/>
                </a:lnTo>
                <a:lnTo>
                  <a:pt x="910425" y="36525"/>
                </a:lnTo>
                <a:lnTo>
                  <a:pt x="910500" y="36750"/>
                </a:lnTo>
                <a:lnTo>
                  <a:pt x="910500" y="36900"/>
                </a:lnTo>
                <a:lnTo>
                  <a:pt x="910575" y="37050"/>
                </a:lnTo>
                <a:lnTo>
                  <a:pt x="910575" y="37425"/>
                </a:lnTo>
                <a:lnTo>
                  <a:pt x="910650" y="37575"/>
                </a:lnTo>
                <a:lnTo>
                  <a:pt x="910650" y="37800"/>
                </a:lnTo>
                <a:lnTo>
                  <a:pt x="910725" y="37950"/>
                </a:lnTo>
                <a:lnTo>
                  <a:pt x="910725" y="38100"/>
                </a:lnTo>
                <a:lnTo>
                  <a:pt x="910800" y="38250"/>
                </a:lnTo>
                <a:lnTo>
                  <a:pt x="910800" y="38475"/>
                </a:lnTo>
                <a:lnTo>
                  <a:pt x="910950" y="38775"/>
                </a:lnTo>
                <a:lnTo>
                  <a:pt x="911025" y="39300"/>
                </a:lnTo>
                <a:lnTo>
                  <a:pt x="911175" y="39600"/>
                </a:lnTo>
                <a:lnTo>
                  <a:pt x="911175" y="39825"/>
                </a:lnTo>
                <a:lnTo>
                  <a:pt x="911325" y="40125"/>
                </a:lnTo>
                <a:lnTo>
                  <a:pt x="911325" y="40275"/>
                </a:lnTo>
                <a:lnTo>
                  <a:pt x="911550" y="40725"/>
                </a:lnTo>
                <a:lnTo>
                  <a:pt x="911550" y="40875"/>
                </a:lnTo>
                <a:lnTo>
                  <a:pt x="911850" y="41475"/>
                </a:lnTo>
                <a:lnTo>
                  <a:pt x="911850" y="41625"/>
                </a:lnTo>
                <a:lnTo>
                  <a:pt x="912675" y="43200"/>
                </a:lnTo>
                <a:lnTo>
                  <a:pt x="912750" y="43275"/>
                </a:lnTo>
                <a:lnTo>
                  <a:pt x="913125" y="43950"/>
                </a:lnTo>
                <a:lnTo>
                  <a:pt x="913575" y="44625"/>
                </a:lnTo>
                <a:lnTo>
                  <a:pt x="913725" y="44700"/>
                </a:lnTo>
                <a:lnTo>
                  <a:pt x="914025" y="45150"/>
                </a:lnTo>
                <a:lnTo>
                  <a:pt x="914175" y="45300"/>
                </a:lnTo>
                <a:lnTo>
                  <a:pt x="914325" y="45375"/>
                </a:lnTo>
                <a:lnTo>
                  <a:pt x="914550" y="45675"/>
                </a:lnTo>
                <a:lnTo>
                  <a:pt x="914700" y="45750"/>
                </a:lnTo>
                <a:lnTo>
                  <a:pt x="915000" y="46050"/>
                </a:lnTo>
                <a:lnTo>
                  <a:pt x="915150" y="46125"/>
                </a:lnTo>
                <a:lnTo>
                  <a:pt x="915375" y="46350"/>
                </a:lnTo>
                <a:lnTo>
                  <a:pt x="915525" y="46350"/>
                </a:lnTo>
                <a:lnTo>
                  <a:pt x="915675" y="46500"/>
                </a:lnTo>
                <a:lnTo>
                  <a:pt x="915900" y="46650"/>
                </a:lnTo>
                <a:lnTo>
                  <a:pt x="915975" y="46650"/>
                </a:lnTo>
                <a:lnTo>
                  <a:pt x="916500" y="46950"/>
                </a:lnTo>
                <a:lnTo>
                  <a:pt x="916800" y="47025"/>
                </a:lnTo>
                <a:lnTo>
                  <a:pt x="916875" y="47100"/>
                </a:lnTo>
                <a:lnTo>
                  <a:pt x="917100" y="47100"/>
                </a:lnTo>
                <a:lnTo>
                  <a:pt x="917250" y="47175"/>
                </a:lnTo>
                <a:lnTo>
                  <a:pt x="917325" y="47175"/>
                </a:lnTo>
                <a:lnTo>
                  <a:pt x="917400" y="47250"/>
                </a:lnTo>
                <a:lnTo>
                  <a:pt x="917625" y="47250"/>
                </a:lnTo>
                <a:lnTo>
                  <a:pt x="917775" y="47325"/>
                </a:lnTo>
                <a:lnTo>
                  <a:pt x="918225" y="47325"/>
                </a:lnTo>
                <a:lnTo>
                  <a:pt x="918375" y="47400"/>
                </a:lnTo>
                <a:lnTo>
                  <a:pt x="919875" y="47400"/>
                </a:lnTo>
                <a:lnTo>
                  <a:pt x="920100" y="47325"/>
                </a:lnTo>
                <a:lnTo>
                  <a:pt x="920550" y="47325"/>
                </a:lnTo>
                <a:lnTo>
                  <a:pt x="920700" y="47250"/>
                </a:lnTo>
                <a:lnTo>
                  <a:pt x="921225" y="47250"/>
                </a:lnTo>
                <a:lnTo>
                  <a:pt x="921375" y="47175"/>
                </a:lnTo>
                <a:lnTo>
                  <a:pt x="921525" y="47175"/>
                </a:lnTo>
                <a:lnTo>
                  <a:pt x="921675" y="47100"/>
                </a:lnTo>
                <a:lnTo>
                  <a:pt x="921825" y="47100"/>
                </a:lnTo>
                <a:lnTo>
                  <a:pt x="921975" y="47025"/>
                </a:lnTo>
                <a:lnTo>
                  <a:pt x="922200" y="47025"/>
                </a:lnTo>
                <a:lnTo>
                  <a:pt x="922350" y="46950"/>
                </a:lnTo>
                <a:lnTo>
                  <a:pt x="922500" y="46950"/>
                </a:lnTo>
                <a:lnTo>
                  <a:pt x="922650" y="46875"/>
                </a:lnTo>
                <a:lnTo>
                  <a:pt x="922800" y="46875"/>
                </a:lnTo>
                <a:lnTo>
                  <a:pt x="923175" y="46725"/>
                </a:lnTo>
                <a:lnTo>
                  <a:pt x="923325" y="46725"/>
                </a:lnTo>
                <a:lnTo>
                  <a:pt x="923625" y="46575"/>
                </a:lnTo>
                <a:lnTo>
                  <a:pt x="923850" y="46575"/>
                </a:lnTo>
                <a:lnTo>
                  <a:pt x="924450" y="46275"/>
                </a:lnTo>
                <a:lnTo>
                  <a:pt x="924825" y="46125"/>
                </a:lnTo>
                <a:lnTo>
                  <a:pt x="924975" y="46125"/>
                </a:lnTo>
                <a:lnTo>
                  <a:pt x="925425" y="45900"/>
                </a:lnTo>
                <a:lnTo>
                  <a:pt x="925650" y="45825"/>
                </a:lnTo>
                <a:lnTo>
                  <a:pt x="925800" y="45675"/>
                </a:lnTo>
                <a:lnTo>
                  <a:pt x="926400" y="45375"/>
                </a:lnTo>
                <a:lnTo>
                  <a:pt x="926625" y="45300"/>
                </a:lnTo>
                <a:lnTo>
                  <a:pt x="926775" y="45150"/>
                </a:lnTo>
                <a:lnTo>
                  <a:pt x="927225" y="44925"/>
                </a:lnTo>
                <a:lnTo>
                  <a:pt x="927300" y="44850"/>
                </a:lnTo>
                <a:lnTo>
                  <a:pt x="927375" y="44850"/>
                </a:lnTo>
                <a:lnTo>
                  <a:pt x="927450" y="44775"/>
                </a:lnTo>
                <a:lnTo>
                  <a:pt x="927525" y="44775"/>
                </a:lnTo>
                <a:lnTo>
                  <a:pt x="927600" y="44700"/>
                </a:lnTo>
                <a:lnTo>
                  <a:pt x="927675" y="44700"/>
                </a:lnTo>
                <a:lnTo>
                  <a:pt x="927825" y="44550"/>
                </a:lnTo>
                <a:lnTo>
                  <a:pt x="927900" y="44550"/>
                </a:lnTo>
                <a:lnTo>
                  <a:pt x="928200" y="44400"/>
                </a:lnTo>
                <a:lnTo>
                  <a:pt x="928200" y="44325"/>
                </a:lnTo>
                <a:lnTo>
                  <a:pt x="928575" y="44175"/>
                </a:lnTo>
                <a:lnTo>
                  <a:pt x="929250" y="43725"/>
                </a:lnTo>
                <a:lnTo>
                  <a:pt x="929625" y="43575"/>
                </a:lnTo>
                <a:lnTo>
                  <a:pt x="929625" y="43500"/>
                </a:lnTo>
                <a:lnTo>
                  <a:pt x="929775" y="43425"/>
                </a:lnTo>
                <a:lnTo>
                  <a:pt x="929850" y="43425"/>
                </a:lnTo>
                <a:lnTo>
                  <a:pt x="930000" y="43275"/>
                </a:lnTo>
                <a:lnTo>
                  <a:pt x="930225" y="43125"/>
                </a:lnTo>
                <a:lnTo>
                  <a:pt x="930300" y="43125"/>
                </a:lnTo>
                <a:lnTo>
                  <a:pt x="930450" y="42975"/>
                </a:lnTo>
                <a:lnTo>
                  <a:pt x="930600" y="42900"/>
                </a:lnTo>
                <a:lnTo>
                  <a:pt x="930600" y="42825"/>
                </a:lnTo>
                <a:lnTo>
                  <a:pt x="930750" y="42750"/>
                </a:lnTo>
                <a:lnTo>
                  <a:pt x="930825" y="42750"/>
                </a:lnTo>
                <a:lnTo>
                  <a:pt x="930900" y="42600"/>
                </a:lnTo>
                <a:lnTo>
                  <a:pt x="930975" y="42600"/>
                </a:lnTo>
                <a:lnTo>
                  <a:pt x="931200" y="42375"/>
                </a:lnTo>
                <a:lnTo>
                  <a:pt x="931275" y="42375"/>
                </a:lnTo>
                <a:lnTo>
                  <a:pt x="931425" y="42300"/>
                </a:lnTo>
                <a:lnTo>
                  <a:pt x="931425" y="42225"/>
                </a:lnTo>
                <a:lnTo>
                  <a:pt x="931575" y="42150"/>
                </a:lnTo>
                <a:lnTo>
                  <a:pt x="931575" y="42075"/>
                </a:lnTo>
                <a:lnTo>
                  <a:pt x="931800" y="41925"/>
                </a:lnTo>
                <a:lnTo>
                  <a:pt x="931800" y="41850"/>
                </a:lnTo>
                <a:close/>
                <a:moveTo>
                  <a:pt x="979800" y="47250"/>
                </a:moveTo>
                <a:lnTo>
                  <a:pt x="979800" y="47175"/>
                </a:lnTo>
                <a:lnTo>
                  <a:pt x="979650" y="47025"/>
                </a:lnTo>
                <a:lnTo>
                  <a:pt x="979575" y="46800"/>
                </a:lnTo>
                <a:lnTo>
                  <a:pt x="979425" y="46575"/>
                </a:lnTo>
                <a:lnTo>
                  <a:pt x="979275" y="46425"/>
                </a:lnTo>
                <a:lnTo>
                  <a:pt x="979050" y="46050"/>
                </a:lnTo>
                <a:lnTo>
                  <a:pt x="978975" y="45825"/>
                </a:lnTo>
                <a:lnTo>
                  <a:pt x="978825" y="45675"/>
                </a:lnTo>
                <a:lnTo>
                  <a:pt x="977775" y="43950"/>
                </a:lnTo>
                <a:lnTo>
                  <a:pt x="977625" y="43725"/>
                </a:lnTo>
                <a:lnTo>
                  <a:pt x="977475" y="43575"/>
                </a:lnTo>
                <a:lnTo>
                  <a:pt x="977400" y="43350"/>
                </a:lnTo>
                <a:lnTo>
                  <a:pt x="977250" y="43200"/>
                </a:lnTo>
                <a:lnTo>
                  <a:pt x="977175" y="42975"/>
                </a:lnTo>
                <a:lnTo>
                  <a:pt x="977025" y="42825"/>
                </a:lnTo>
                <a:lnTo>
                  <a:pt x="976950" y="42600"/>
                </a:lnTo>
                <a:lnTo>
                  <a:pt x="976650" y="42225"/>
                </a:lnTo>
                <a:lnTo>
                  <a:pt x="976425" y="41850"/>
                </a:lnTo>
                <a:lnTo>
                  <a:pt x="976350" y="41625"/>
                </a:lnTo>
                <a:lnTo>
                  <a:pt x="976200" y="41475"/>
                </a:lnTo>
                <a:lnTo>
                  <a:pt x="976050" y="41250"/>
                </a:lnTo>
                <a:lnTo>
                  <a:pt x="974925" y="39375"/>
                </a:lnTo>
                <a:lnTo>
                  <a:pt x="974775" y="39150"/>
                </a:lnTo>
                <a:lnTo>
                  <a:pt x="974625" y="39000"/>
                </a:lnTo>
                <a:lnTo>
                  <a:pt x="974550" y="38775"/>
                </a:lnTo>
                <a:lnTo>
                  <a:pt x="974400" y="38625"/>
                </a:lnTo>
                <a:lnTo>
                  <a:pt x="974325" y="38400"/>
                </a:lnTo>
                <a:lnTo>
                  <a:pt x="974175" y="38250"/>
                </a:lnTo>
                <a:lnTo>
                  <a:pt x="974025" y="38025"/>
                </a:lnTo>
                <a:lnTo>
                  <a:pt x="973950" y="37800"/>
                </a:lnTo>
                <a:lnTo>
                  <a:pt x="973800" y="37650"/>
                </a:lnTo>
                <a:lnTo>
                  <a:pt x="973725" y="37425"/>
                </a:lnTo>
                <a:lnTo>
                  <a:pt x="973575" y="37275"/>
                </a:lnTo>
                <a:lnTo>
                  <a:pt x="973425" y="37050"/>
                </a:lnTo>
                <a:lnTo>
                  <a:pt x="972150" y="34950"/>
                </a:lnTo>
                <a:lnTo>
                  <a:pt x="972000" y="34800"/>
                </a:lnTo>
                <a:lnTo>
                  <a:pt x="971925" y="34575"/>
                </a:lnTo>
                <a:lnTo>
                  <a:pt x="971775" y="34425"/>
                </a:lnTo>
                <a:lnTo>
                  <a:pt x="971700" y="34200"/>
                </a:lnTo>
                <a:lnTo>
                  <a:pt x="971550" y="34050"/>
                </a:lnTo>
                <a:lnTo>
                  <a:pt x="971400" y="33825"/>
                </a:lnTo>
                <a:lnTo>
                  <a:pt x="971325" y="33600"/>
                </a:lnTo>
                <a:lnTo>
                  <a:pt x="970800" y="32850"/>
                </a:lnTo>
                <a:lnTo>
                  <a:pt x="969675" y="30975"/>
                </a:lnTo>
                <a:lnTo>
                  <a:pt x="969525" y="30750"/>
                </a:lnTo>
                <a:lnTo>
                  <a:pt x="969375" y="30600"/>
                </a:lnTo>
                <a:lnTo>
                  <a:pt x="969150" y="30225"/>
                </a:lnTo>
                <a:lnTo>
                  <a:pt x="969075" y="30000"/>
                </a:lnTo>
                <a:lnTo>
                  <a:pt x="968925" y="29850"/>
                </a:lnTo>
                <a:lnTo>
                  <a:pt x="968550" y="29250"/>
                </a:lnTo>
                <a:lnTo>
                  <a:pt x="968475" y="29025"/>
                </a:lnTo>
                <a:lnTo>
                  <a:pt x="968325" y="28875"/>
                </a:lnTo>
                <a:lnTo>
                  <a:pt x="967650" y="27750"/>
                </a:lnTo>
                <a:lnTo>
                  <a:pt x="967500" y="27525"/>
                </a:lnTo>
                <a:lnTo>
                  <a:pt x="967350" y="27375"/>
                </a:lnTo>
                <a:lnTo>
                  <a:pt x="967275" y="27150"/>
                </a:lnTo>
                <a:lnTo>
                  <a:pt x="966900" y="26550"/>
                </a:lnTo>
                <a:lnTo>
                  <a:pt x="966750" y="26400"/>
                </a:lnTo>
                <a:lnTo>
                  <a:pt x="966675" y="26175"/>
                </a:lnTo>
                <a:lnTo>
                  <a:pt x="966525" y="26025"/>
                </a:lnTo>
                <a:lnTo>
                  <a:pt x="966450" y="25800"/>
                </a:lnTo>
                <a:lnTo>
                  <a:pt x="966300" y="25650"/>
                </a:lnTo>
                <a:lnTo>
                  <a:pt x="965925" y="25050"/>
                </a:lnTo>
                <a:lnTo>
                  <a:pt x="965850" y="24825"/>
                </a:lnTo>
                <a:lnTo>
                  <a:pt x="965700" y="24675"/>
                </a:lnTo>
                <a:lnTo>
                  <a:pt x="965625" y="24450"/>
                </a:lnTo>
                <a:lnTo>
                  <a:pt x="965475" y="24300"/>
                </a:lnTo>
                <a:lnTo>
                  <a:pt x="965025" y="23550"/>
                </a:lnTo>
                <a:lnTo>
                  <a:pt x="964875" y="23325"/>
                </a:lnTo>
                <a:lnTo>
                  <a:pt x="964725" y="23175"/>
                </a:lnTo>
                <a:lnTo>
                  <a:pt x="964650" y="22950"/>
                </a:lnTo>
                <a:lnTo>
                  <a:pt x="964500" y="22800"/>
                </a:lnTo>
                <a:lnTo>
                  <a:pt x="964425" y="22575"/>
                </a:lnTo>
                <a:lnTo>
                  <a:pt x="964275" y="22350"/>
                </a:lnTo>
                <a:lnTo>
                  <a:pt x="964125" y="22200"/>
                </a:lnTo>
                <a:lnTo>
                  <a:pt x="964050" y="21975"/>
                </a:lnTo>
                <a:lnTo>
                  <a:pt x="963900" y="21825"/>
                </a:lnTo>
                <a:lnTo>
                  <a:pt x="963825" y="21600"/>
                </a:lnTo>
                <a:lnTo>
                  <a:pt x="963675" y="21450"/>
                </a:lnTo>
                <a:lnTo>
                  <a:pt x="963600" y="21225"/>
                </a:lnTo>
                <a:lnTo>
                  <a:pt x="963450" y="21075"/>
                </a:lnTo>
                <a:lnTo>
                  <a:pt x="963300" y="20850"/>
                </a:lnTo>
                <a:lnTo>
                  <a:pt x="963000" y="20250"/>
                </a:lnTo>
                <a:lnTo>
                  <a:pt x="962850" y="20100"/>
                </a:lnTo>
                <a:lnTo>
                  <a:pt x="962400" y="19350"/>
                </a:lnTo>
                <a:lnTo>
                  <a:pt x="962100" y="18975"/>
                </a:lnTo>
                <a:lnTo>
                  <a:pt x="962025" y="18750"/>
                </a:lnTo>
                <a:lnTo>
                  <a:pt x="961875" y="18600"/>
                </a:lnTo>
                <a:lnTo>
                  <a:pt x="961800" y="18375"/>
                </a:lnTo>
                <a:lnTo>
                  <a:pt x="961650" y="18150"/>
                </a:lnTo>
                <a:lnTo>
                  <a:pt x="961350" y="17550"/>
                </a:lnTo>
                <a:lnTo>
                  <a:pt x="961275" y="17250"/>
                </a:lnTo>
                <a:lnTo>
                  <a:pt x="961275" y="16500"/>
                </a:lnTo>
                <a:lnTo>
                  <a:pt x="961350" y="16200"/>
                </a:lnTo>
                <a:lnTo>
                  <a:pt x="961650" y="15525"/>
                </a:lnTo>
                <a:lnTo>
                  <a:pt x="961875" y="15300"/>
                </a:lnTo>
                <a:lnTo>
                  <a:pt x="962100" y="15000"/>
                </a:lnTo>
                <a:lnTo>
                  <a:pt x="962400" y="14775"/>
                </a:lnTo>
                <a:lnTo>
                  <a:pt x="963375" y="14325"/>
                </a:lnTo>
                <a:lnTo>
                  <a:pt x="963750" y="14250"/>
                </a:lnTo>
                <a:lnTo>
                  <a:pt x="985500" y="14250"/>
                </a:lnTo>
                <a:lnTo>
                  <a:pt x="985875" y="14325"/>
                </a:lnTo>
                <a:lnTo>
                  <a:pt x="986850" y="14775"/>
                </a:lnTo>
                <a:lnTo>
                  <a:pt x="987150" y="15000"/>
                </a:lnTo>
                <a:lnTo>
                  <a:pt x="987375" y="15300"/>
                </a:lnTo>
                <a:lnTo>
                  <a:pt x="987600" y="15525"/>
                </a:lnTo>
                <a:lnTo>
                  <a:pt x="987900" y="16200"/>
                </a:lnTo>
                <a:lnTo>
                  <a:pt x="987975" y="16500"/>
                </a:lnTo>
                <a:lnTo>
                  <a:pt x="987975" y="21375"/>
                </a:lnTo>
                <a:lnTo>
                  <a:pt x="982275" y="21375"/>
                </a:lnTo>
                <a:lnTo>
                  <a:pt x="982275" y="19500"/>
                </a:lnTo>
                <a:lnTo>
                  <a:pt x="969075" y="19500"/>
                </a:lnTo>
                <a:lnTo>
                  <a:pt x="969075" y="19575"/>
                </a:lnTo>
                <a:lnTo>
                  <a:pt x="969225" y="19725"/>
                </a:lnTo>
                <a:lnTo>
                  <a:pt x="969300" y="19950"/>
                </a:lnTo>
                <a:lnTo>
                  <a:pt x="969450" y="20175"/>
                </a:lnTo>
                <a:lnTo>
                  <a:pt x="969600" y="20325"/>
                </a:lnTo>
                <a:lnTo>
                  <a:pt x="969675" y="20550"/>
                </a:lnTo>
                <a:lnTo>
                  <a:pt x="969825" y="20700"/>
                </a:lnTo>
                <a:lnTo>
                  <a:pt x="969900" y="20925"/>
                </a:lnTo>
                <a:lnTo>
                  <a:pt x="970050" y="21075"/>
                </a:lnTo>
                <a:lnTo>
                  <a:pt x="971250" y="23025"/>
                </a:lnTo>
                <a:lnTo>
                  <a:pt x="971400" y="23175"/>
                </a:lnTo>
                <a:lnTo>
                  <a:pt x="971475" y="23400"/>
                </a:lnTo>
                <a:lnTo>
                  <a:pt x="971625" y="23550"/>
                </a:lnTo>
                <a:lnTo>
                  <a:pt x="971700" y="23775"/>
                </a:lnTo>
                <a:lnTo>
                  <a:pt x="971850" y="23925"/>
                </a:lnTo>
                <a:lnTo>
                  <a:pt x="971925" y="24150"/>
                </a:lnTo>
                <a:lnTo>
                  <a:pt x="972075" y="24375"/>
                </a:lnTo>
                <a:lnTo>
                  <a:pt x="972225" y="24525"/>
                </a:lnTo>
                <a:lnTo>
                  <a:pt x="972300" y="24750"/>
                </a:lnTo>
                <a:lnTo>
                  <a:pt x="972450" y="24900"/>
                </a:lnTo>
                <a:lnTo>
                  <a:pt x="972525" y="25125"/>
                </a:lnTo>
                <a:lnTo>
                  <a:pt x="972675" y="25275"/>
                </a:lnTo>
                <a:lnTo>
                  <a:pt x="972825" y="25500"/>
                </a:lnTo>
                <a:lnTo>
                  <a:pt x="974325" y="27975"/>
                </a:lnTo>
                <a:lnTo>
                  <a:pt x="974475" y="28125"/>
                </a:lnTo>
                <a:lnTo>
                  <a:pt x="974550" y="28350"/>
                </a:lnTo>
                <a:lnTo>
                  <a:pt x="974700" y="28500"/>
                </a:lnTo>
                <a:lnTo>
                  <a:pt x="974850" y="28725"/>
                </a:lnTo>
                <a:lnTo>
                  <a:pt x="974925" y="28950"/>
                </a:lnTo>
                <a:lnTo>
                  <a:pt x="975075" y="29100"/>
                </a:lnTo>
                <a:lnTo>
                  <a:pt x="975150" y="29325"/>
                </a:lnTo>
                <a:lnTo>
                  <a:pt x="975300" y="29475"/>
                </a:lnTo>
                <a:lnTo>
                  <a:pt x="975450" y="29700"/>
                </a:lnTo>
                <a:lnTo>
                  <a:pt x="976575" y="31575"/>
                </a:lnTo>
                <a:lnTo>
                  <a:pt x="976725" y="31800"/>
                </a:lnTo>
                <a:lnTo>
                  <a:pt x="976875" y="31950"/>
                </a:lnTo>
                <a:lnTo>
                  <a:pt x="976950" y="32175"/>
                </a:lnTo>
                <a:lnTo>
                  <a:pt x="977100" y="32325"/>
                </a:lnTo>
                <a:lnTo>
                  <a:pt x="977475" y="32925"/>
                </a:lnTo>
                <a:lnTo>
                  <a:pt x="977550" y="33150"/>
                </a:lnTo>
                <a:lnTo>
                  <a:pt x="977700" y="33300"/>
                </a:lnTo>
                <a:lnTo>
                  <a:pt x="979200" y="35775"/>
                </a:lnTo>
                <a:lnTo>
                  <a:pt x="979350" y="36000"/>
                </a:lnTo>
                <a:lnTo>
                  <a:pt x="979500" y="36150"/>
                </a:lnTo>
                <a:lnTo>
                  <a:pt x="979575" y="36375"/>
                </a:lnTo>
                <a:lnTo>
                  <a:pt x="979725" y="36525"/>
                </a:lnTo>
                <a:lnTo>
                  <a:pt x="979800" y="36750"/>
                </a:lnTo>
                <a:lnTo>
                  <a:pt x="979950" y="36900"/>
                </a:lnTo>
                <a:lnTo>
                  <a:pt x="980100" y="37125"/>
                </a:lnTo>
                <a:lnTo>
                  <a:pt x="980325" y="37500"/>
                </a:lnTo>
                <a:lnTo>
                  <a:pt x="980400" y="37725"/>
                </a:lnTo>
                <a:lnTo>
                  <a:pt x="980550" y="37875"/>
                </a:lnTo>
                <a:lnTo>
                  <a:pt x="980700" y="38100"/>
                </a:lnTo>
                <a:lnTo>
                  <a:pt x="981825" y="39975"/>
                </a:lnTo>
                <a:lnTo>
                  <a:pt x="981975" y="40200"/>
                </a:lnTo>
                <a:lnTo>
                  <a:pt x="982125" y="40350"/>
                </a:lnTo>
                <a:lnTo>
                  <a:pt x="982200" y="40575"/>
                </a:lnTo>
                <a:lnTo>
                  <a:pt x="982350" y="40725"/>
                </a:lnTo>
                <a:lnTo>
                  <a:pt x="982425" y="40950"/>
                </a:lnTo>
                <a:lnTo>
                  <a:pt x="982575" y="41100"/>
                </a:lnTo>
                <a:lnTo>
                  <a:pt x="982725" y="41325"/>
                </a:lnTo>
                <a:lnTo>
                  <a:pt x="983025" y="41925"/>
                </a:lnTo>
                <a:lnTo>
                  <a:pt x="983175" y="42075"/>
                </a:lnTo>
                <a:lnTo>
                  <a:pt x="983250" y="42300"/>
                </a:lnTo>
                <a:lnTo>
                  <a:pt x="983400" y="42450"/>
                </a:lnTo>
                <a:lnTo>
                  <a:pt x="984225" y="43800"/>
                </a:lnTo>
                <a:lnTo>
                  <a:pt x="984375" y="43950"/>
                </a:lnTo>
                <a:lnTo>
                  <a:pt x="984450" y="44175"/>
                </a:lnTo>
                <a:lnTo>
                  <a:pt x="984600" y="44400"/>
                </a:lnTo>
                <a:lnTo>
                  <a:pt x="984750" y="44550"/>
                </a:lnTo>
                <a:lnTo>
                  <a:pt x="984825" y="44775"/>
                </a:lnTo>
                <a:lnTo>
                  <a:pt x="984975" y="44925"/>
                </a:lnTo>
                <a:lnTo>
                  <a:pt x="985050" y="45150"/>
                </a:lnTo>
                <a:lnTo>
                  <a:pt x="985200" y="45300"/>
                </a:lnTo>
                <a:lnTo>
                  <a:pt x="985275" y="45525"/>
                </a:lnTo>
                <a:lnTo>
                  <a:pt x="985425" y="45675"/>
                </a:lnTo>
                <a:lnTo>
                  <a:pt x="985575" y="45900"/>
                </a:lnTo>
                <a:lnTo>
                  <a:pt x="985875" y="46500"/>
                </a:lnTo>
                <a:lnTo>
                  <a:pt x="986025" y="46650"/>
                </a:lnTo>
                <a:lnTo>
                  <a:pt x="986775" y="47775"/>
                </a:lnTo>
                <a:lnTo>
                  <a:pt x="986850" y="48000"/>
                </a:lnTo>
                <a:lnTo>
                  <a:pt x="987000" y="48150"/>
                </a:lnTo>
                <a:lnTo>
                  <a:pt x="987075" y="48375"/>
                </a:lnTo>
                <a:lnTo>
                  <a:pt x="987225" y="48600"/>
                </a:lnTo>
                <a:lnTo>
                  <a:pt x="987525" y="49200"/>
                </a:lnTo>
                <a:lnTo>
                  <a:pt x="987600" y="49500"/>
                </a:lnTo>
                <a:lnTo>
                  <a:pt x="987600" y="50250"/>
                </a:lnTo>
                <a:lnTo>
                  <a:pt x="987525" y="50550"/>
                </a:lnTo>
                <a:lnTo>
                  <a:pt x="987225" y="51225"/>
                </a:lnTo>
                <a:lnTo>
                  <a:pt x="987000" y="51450"/>
                </a:lnTo>
                <a:lnTo>
                  <a:pt x="986775" y="51750"/>
                </a:lnTo>
                <a:lnTo>
                  <a:pt x="986475" y="51975"/>
                </a:lnTo>
                <a:lnTo>
                  <a:pt x="985500" y="52425"/>
                </a:lnTo>
                <a:lnTo>
                  <a:pt x="985125" y="52500"/>
                </a:lnTo>
                <a:lnTo>
                  <a:pt x="963375" y="52500"/>
                </a:lnTo>
                <a:lnTo>
                  <a:pt x="963000" y="52425"/>
                </a:lnTo>
                <a:lnTo>
                  <a:pt x="962625" y="52275"/>
                </a:lnTo>
                <a:lnTo>
                  <a:pt x="962025" y="51975"/>
                </a:lnTo>
                <a:lnTo>
                  <a:pt x="961725" y="51750"/>
                </a:lnTo>
                <a:lnTo>
                  <a:pt x="961500" y="51450"/>
                </a:lnTo>
                <a:lnTo>
                  <a:pt x="961275" y="51225"/>
                </a:lnTo>
                <a:lnTo>
                  <a:pt x="960975" y="50550"/>
                </a:lnTo>
                <a:lnTo>
                  <a:pt x="960900" y="50250"/>
                </a:lnTo>
                <a:lnTo>
                  <a:pt x="960900" y="45375"/>
                </a:lnTo>
                <a:lnTo>
                  <a:pt x="966600" y="45375"/>
                </a:lnTo>
                <a:lnTo>
                  <a:pt x="966600" y="47250"/>
                </a:lnTo>
                <a:close/>
                <a:moveTo>
                  <a:pt x="992475" y="33450"/>
                </a:moveTo>
                <a:lnTo>
                  <a:pt x="992775" y="32775"/>
                </a:lnTo>
                <a:lnTo>
                  <a:pt x="993000" y="32550"/>
                </a:lnTo>
                <a:lnTo>
                  <a:pt x="993225" y="32250"/>
                </a:lnTo>
                <a:lnTo>
                  <a:pt x="993525" y="32025"/>
                </a:lnTo>
                <a:lnTo>
                  <a:pt x="994125" y="31725"/>
                </a:lnTo>
                <a:lnTo>
                  <a:pt x="994500" y="31575"/>
                </a:lnTo>
                <a:lnTo>
                  <a:pt x="994650" y="31575"/>
                </a:lnTo>
                <a:lnTo>
                  <a:pt x="994650" y="31500"/>
                </a:lnTo>
                <a:lnTo>
                  <a:pt x="994575" y="31500"/>
                </a:lnTo>
                <a:lnTo>
                  <a:pt x="994200" y="30900"/>
                </a:lnTo>
                <a:lnTo>
                  <a:pt x="994050" y="30750"/>
                </a:lnTo>
                <a:lnTo>
                  <a:pt x="994050" y="30675"/>
                </a:lnTo>
                <a:lnTo>
                  <a:pt x="993750" y="30375"/>
                </a:lnTo>
                <a:lnTo>
                  <a:pt x="993750" y="30300"/>
                </a:lnTo>
                <a:lnTo>
                  <a:pt x="993675" y="30150"/>
                </a:lnTo>
                <a:lnTo>
                  <a:pt x="993600" y="30150"/>
                </a:lnTo>
                <a:lnTo>
                  <a:pt x="993525" y="29925"/>
                </a:lnTo>
                <a:lnTo>
                  <a:pt x="993375" y="29775"/>
                </a:lnTo>
                <a:lnTo>
                  <a:pt x="993375" y="29700"/>
                </a:lnTo>
                <a:lnTo>
                  <a:pt x="993225" y="29550"/>
                </a:lnTo>
                <a:lnTo>
                  <a:pt x="993150" y="29325"/>
                </a:lnTo>
                <a:lnTo>
                  <a:pt x="993000" y="29175"/>
                </a:lnTo>
                <a:lnTo>
                  <a:pt x="993000" y="29100"/>
                </a:lnTo>
                <a:lnTo>
                  <a:pt x="992775" y="28725"/>
                </a:lnTo>
                <a:lnTo>
                  <a:pt x="992700" y="28575"/>
                </a:lnTo>
                <a:lnTo>
                  <a:pt x="992700" y="28500"/>
                </a:lnTo>
                <a:lnTo>
                  <a:pt x="992550" y="28350"/>
                </a:lnTo>
                <a:lnTo>
                  <a:pt x="992400" y="27975"/>
                </a:lnTo>
                <a:lnTo>
                  <a:pt x="992400" y="27900"/>
                </a:lnTo>
                <a:lnTo>
                  <a:pt x="992250" y="27750"/>
                </a:lnTo>
                <a:lnTo>
                  <a:pt x="992250" y="27675"/>
                </a:lnTo>
                <a:lnTo>
                  <a:pt x="992025" y="27150"/>
                </a:lnTo>
                <a:lnTo>
                  <a:pt x="991950" y="26850"/>
                </a:lnTo>
                <a:lnTo>
                  <a:pt x="991725" y="26325"/>
                </a:lnTo>
                <a:lnTo>
                  <a:pt x="991725" y="26250"/>
                </a:lnTo>
                <a:lnTo>
                  <a:pt x="991575" y="25875"/>
                </a:lnTo>
                <a:lnTo>
                  <a:pt x="991575" y="25650"/>
                </a:lnTo>
                <a:lnTo>
                  <a:pt x="991500" y="25575"/>
                </a:lnTo>
                <a:lnTo>
                  <a:pt x="991500" y="25425"/>
                </a:lnTo>
                <a:lnTo>
                  <a:pt x="991425" y="25200"/>
                </a:lnTo>
                <a:lnTo>
                  <a:pt x="991425" y="24975"/>
                </a:lnTo>
                <a:lnTo>
                  <a:pt x="991350" y="24825"/>
                </a:lnTo>
                <a:lnTo>
                  <a:pt x="991350" y="24300"/>
                </a:lnTo>
                <a:lnTo>
                  <a:pt x="991275" y="24150"/>
                </a:lnTo>
                <a:lnTo>
                  <a:pt x="991275" y="22800"/>
                </a:lnTo>
                <a:lnTo>
                  <a:pt x="991350" y="22650"/>
                </a:lnTo>
                <a:lnTo>
                  <a:pt x="991350" y="22350"/>
                </a:lnTo>
                <a:lnTo>
                  <a:pt x="991425" y="22200"/>
                </a:lnTo>
                <a:lnTo>
                  <a:pt x="991425" y="21900"/>
                </a:lnTo>
                <a:lnTo>
                  <a:pt x="991575" y="21525"/>
                </a:lnTo>
                <a:lnTo>
                  <a:pt x="991575" y="21300"/>
                </a:lnTo>
                <a:lnTo>
                  <a:pt x="991650" y="21225"/>
                </a:lnTo>
                <a:lnTo>
                  <a:pt x="991650" y="21075"/>
                </a:lnTo>
                <a:lnTo>
                  <a:pt x="991725" y="21000"/>
                </a:lnTo>
                <a:lnTo>
                  <a:pt x="991725" y="20850"/>
                </a:lnTo>
                <a:lnTo>
                  <a:pt x="991875" y="20625"/>
                </a:lnTo>
                <a:lnTo>
                  <a:pt x="991950" y="20325"/>
                </a:lnTo>
                <a:lnTo>
                  <a:pt x="992100" y="20175"/>
                </a:lnTo>
                <a:lnTo>
                  <a:pt x="992175" y="20025"/>
                </a:lnTo>
                <a:lnTo>
                  <a:pt x="992175" y="19950"/>
                </a:lnTo>
                <a:lnTo>
                  <a:pt x="992400" y="19575"/>
                </a:lnTo>
                <a:lnTo>
                  <a:pt x="992400" y="19500"/>
                </a:lnTo>
                <a:lnTo>
                  <a:pt x="992550" y="19425"/>
                </a:lnTo>
                <a:lnTo>
                  <a:pt x="992550" y="19350"/>
                </a:lnTo>
                <a:lnTo>
                  <a:pt x="992775" y="18975"/>
                </a:lnTo>
                <a:lnTo>
                  <a:pt x="992850" y="18975"/>
                </a:lnTo>
                <a:lnTo>
                  <a:pt x="992925" y="18825"/>
                </a:lnTo>
                <a:lnTo>
                  <a:pt x="993300" y="18450"/>
                </a:lnTo>
                <a:lnTo>
                  <a:pt x="993300" y="18375"/>
                </a:lnTo>
                <a:lnTo>
                  <a:pt x="993450" y="18300"/>
                </a:lnTo>
                <a:lnTo>
                  <a:pt x="993600" y="18075"/>
                </a:lnTo>
                <a:lnTo>
                  <a:pt x="993825" y="17925"/>
                </a:lnTo>
                <a:lnTo>
                  <a:pt x="993825" y="17850"/>
                </a:lnTo>
                <a:lnTo>
                  <a:pt x="993975" y="17775"/>
                </a:lnTo>
                <a:lnTo>
                  <a:pt x="994200" y="17550"/>
                </a:lnTo>
                <a:lnTo>
                  <a:pt x="994275" y="17550"/>
                </a:lnTo>
                <a:lnTo>
                  <a:pt x="994350" y="17400"/>
                </a:lnTo>
                <a:lnTo>
                  <a:pt x="994425" y="17400"/>
                </a:lnTo>
                <a:lnTo>
                  <a:pt x="994575" y="17250"/>
                </a:lnTo>
                <a:lnTo>
                  <a:pt x="994650" y="17250"/>
                </a:lnTo>
                <a:lnTo>
                  <a:pt x="994800" y="17100"/>
                </a:lnTo>
                <a:lnTo>
                  <a:pt x="994875" y="17100"/>
                </a:lnTo>
                <a:lnTo>
                  <a:pt x="995025" y="16950"/>
                </a:lnTo>
                <a:lnTo>
                  <a:pt x="995100" y="16950"/>
                </a:lnTo>
                <a:lnTo>
                  <a:pt x="995250" y="16800"/>
                </a:lnTo>
                <a:lnTo>
                  <a:pt x="995325" y="16800"/>
                </a:lnTo>
                <a:lnTo>
                  <a:pt x="995475" y="16650"/>
                </a:lnTo>
                <a:lnTo>
                  <a:pt x="995550" y="16650"/>
                </a:lnTo>
                <a:lnTo>
                  <a:pt x="995700" y="16500"/>
                </a:lnTo>
                <a:lnTo>
                  <a:pt x="995775" y="16500"/>
                </a:lnTo>
                <a:lnTo>
                  <a:pt x="996000" y="16350"/>
                </a:lnTo>
                <a:lnTo>
                  <a:pt x="996150" y="16275"/>
                </a:lnTo>
                <a:lnTo>
                  <a:pt x="996225" y="16275"/>
                </a:lnTo>
                <a:lnTo>
                  <a:pt x="996375" y="16125"/>
                </a:lnTo>
                <a:lnTo>
                  <a:pt x="996450" y="16125"/>
                </a:lnTo>
                <a:lnTo>
                  <a:pt x="996675" y="15975"/>
                </a:lnTo>
                <a:lnTo>
                  <a:pt x="997050" y="15825"/>
                </a:lnTo>
                <a:lnTo>
                  <a:pt x="997125" y="15750"/>
                </a:lnTo>
                <a:lnTo>
                  <a:pt x="997575" y="15600"/>
                </a:lnTo>
                <a:lnTo>
                  <a:pt x="997575" y="15525"/>
                </a:lnTo>
                <a:lnTo>
                  <a:pt x="998550" y="15225"/>
                </a:lnTo>
                <a:lnTo>
                  <a:pt x="998550" y="15150"/>
                </a:lnTo>
                <a:lnTo>
                  <a:pt x="998775" y="15150"/>
                </a:lnTo>
                <a:lnTo>
                  <a:pt x="998775" y="15075"/>
                </a:lnTo>
                <a:lnTo>
                  <a:pt x="999000" y="15075"/>
                </a:lnTo>
                <a:lnTo>
                  <a:pt x="999225" y="14925"/>
                </a:lnTo>
                <a:lnTo>
                  <a:pt x="999450" y="14925"/>
                </a:lnTo>
                <a:lnTo>
                  <a:pt x="999525" y="14850"/>
                </a:lnTo>
                <a:lnTo>
                  <a:pt x="999750" y="14850"/>
                </a:lnTo>
                <a:lnTo>
                  <a:pt x="999750" y="14775"/>
                </a:lnTo>
                <a:lnTo>
                  <a:pt x="1000050" y="14775"/>
                </a:lnTo>
                <a:lnTo>
                  <a:pt x="1000200" y="14700"/>
                </a:lnTo>
                <a:lnTo>
                  <a:pt x="1000500" y="14625"/>
                </a:lnTo>
                <a:lnTo>
                  <a:pt x="1000725" y="14625"/>
                </a:lnTo>
                <a:lnTo>
                  <a:pt x="1000725" y="14550"/>
                </a:lnTo>
                <a:lnTo>
                  <a:pt x="1001025" y="14550"/>
                </a:lnTo>
                <a:lnTo>
                  <a:pt x="1001175" y="14475"/>
                </a:lnTo>
                <a:lnTo>
                  <a:pt x="1001475" y="14475"/>
                </a:lnTo>
                <a:lnTo>
                  <a:pt x="1001700" y="14400"/>
                </a:lnTo>
                <a:lnTo>
                  <a:pt x="1002000" y="14400"/>
                </a:lnTo>
                <a:lnTo>
                  <a:pt x="1002225" y="14325"/>
                </a:lnTo>
                <a:lnTo>
                  <a:pt x="1002900" y="14325"/>
                </a:lnTo>
                <a:lnTo>
                  <a:pt x="1002975" y="14250"/>
                </a:lnTo>
                <a:lnTo>
                  <a:pt x="1005225" y="14250"/>
                </a:lnTo>
                <a:lnTo>
                  <a:pt x="1005375" y="14325"/>
                </a:lnTo>
                <a:lnTo>
                  <a:pt x="1005900" y="14325"/>
                </a:lnTo>
                <a:lnTo>
                  <a:pt x="1006125" y="14400"/>
                </a:lnTo>
                <a:lnTo>
                  <a:pt x="1006650" y="14400"/>
                </a:lnTo>
                <a:lnTo>
                  <a:pt x="1006875" y="14475"/>
                </a:lnTo>
                <a:lnTo>
                  <a:pt x="1007175" y="14475"/>
                </a:lnTo>
                <a:lnTo>
                  <a:pt x="1007550" y="14625"/>
                </a:lnTo>
                <a:lnTo>
                  <a:pt x="1007850" y="14625"/>
                </a:lnTo>
                <a:lnTo>
                  <a:pt x="1008300" y="14775"/>
                </a:lnTo>
                <a:lnTo>
                  <a:pt x="1008525" y="14775"/>
                </a:lnTo>
                <a:lnTo>
                  <a:pt x="1008825" y="14850"/>
                </a:lnTo>
                <a:lnTo>
                  <a:pt x="1010775" y="15525"/>
                </a:lnTo>
                <a:lnTo>
                  <a:pt x="1010850" y="15525"/>
                </a:lnTo>
                <a:lnTo>
                  <a:pt x="1011225" y="15750"/>
                </a:lnTo>
                <a:lnTo>
                  <a:pt x="1011750" y="15900"/>
                </a:lnTo>
                <a:lnTo>
                  <a:pt x="1011975" y="16050"/>
                </a:lnTo>
                <a:lnTo>
                  <a:pt x="1012350" y="16200"/>
                </a:lnTo>
                <a:lnTo>
                  <a:pt x="1012725" y="16425"/>
                </a:lnTo>
                <a:lnTo>
                  <a:pt x="1012800" y="16425"/>
                </a:lnTo>
                <a:lnTo>
                  <a:pt x="1012950" y="16575"/>
                </a:lnTo>
                <a:lnTo>
                  <a:pt x="1013025" y="16575"/>
                </a:lnTo>
                <a:lnTo>
                  <a:pt x="1013175" y="16650"/>
                </a:lnTo>
                <a:lnTo>
                  <a:pt x="1013625" y="16950"/>
                </a:lnTo>
                <a:lnTo>
                  <a:pt x="1013775" y="17025"/>
                </a:lnTo>
                <a:lnTo>
                  <a:pt x="1013850" y="17025"/>
                </a:lnTo>
                <a:lnTo>
                  <a:pt x="1014000" y="17175"/>
                </a:lnTo>
                <a:lnTo>
                  <a:pt x="1015350" y="18075"/>
                </a:lnTo>
                <a:lnTo>
                  <a:pt x="1015350" y="18150"/>
                </a:lnTo>
                <a:lnTo>
                  <a:pt x="1015725" y="18375"/>
                </a:lnTo>
                <a:lnTo>
                  <a:pt x="1015725" y="18450"/>
                </a:lnTo>
                <a:lnTo>
                  <a:pt x="1015875" y="18525"/>
                </a:lnTo>
                <a:lnTo>
                  <a:pt x="1015875" y="18600"/>
                </a:lnTo>
                <a:lnTo>
                  <a:pt x="1016250" y="18825"/>
                </a:lnTo>
                <a:lnTo>
                  <a:pt x="1016250" y="18900"/>
                </a:lnTo>
                <a:lnTo>
                  <a:pt x="1016550" y="19200"/>
                </a:lnTo>
                <a:lnTo>
                  <a:pt x="1016625" y="19200"/>
                </a:lnTo>
                <a:lnTo>
                  <a:pt x="1016700" y="19350"/>
                </a:lnTo>
                <a:lnTo>
                  <a:pt x="1016775" y="19350"/>
                </a:lnTo>
                <a:lnTo>
                  <a:pt x="1017075" y="19650"/>
                </a:lnTo>
                <a:lnTo>
                  <a:pt x="1017075" y="19725"/>
                </a:lnTo>
                <a:lnTo>
                  <a:pt x="1017750" y="20400"/>
                </a:lnTo>
                <a:lnTo>
                  <a:pt x="1017825" y="20550"/>
                </a:lnTo>
                <a:lnTo>
                  <a:pt x="1017900" y="20550"/>
                </a:lnTo>
                <a:lnTo>
                  <a:pt x="1018125" y="20925"/>
                </a:lnTo>
                <a:lnTo>
                  <a:pt x="1018275" y="21075"/>
                </a:lnTo>
                <a:lnTo>
                  <a:pt x="1018275" y="21150"/>
                </a:lnTo>
                <a:lnTo>
                  <a:pt x="1018575" y="21450"/>
                </a:lnTo>
                <a:lnTo>
                  <a:pt x="1018575" y="21525"/>
                </a:lnTo>
                <a:lnTo>
                  <a:pt x="1018650" y="21675"/>
                </a:lnTo>
                <a:lnTo>
                  <a:pt x="1018725" y="21675"/>
                </a:lnTo>
                <a:lnTo>
                  <a:pt x="1019175" y="22425"/>
                </a:lnTo>
                <a:lnTo>
                  <a:pt x="1019250" y="22500"/>
                </a:lnTo>
                <a:lnTo>
                  <a:pt x="1019325" y="22650"/>
                </a:lnTo>
                <a:lnTo>
                  <a:pt x="1019325" y="22725"/>
                </a:lnTo>
                <a:lnTo>
                  <a:pt x="1019475" y="22875"/>
                </a:lnTo>
                <a:lnTo>
                  <a:pt x="1019475" y="23025"/>
                </a:lnTo>
                <a:lnTo>
                  <a:pt x="1019550" y="23100"/>
                </a:lnTo>
                <a:lnTo>
                  <a:pt x="1019625" y="23250"/>
                </a:lnTo>
                <a:lnTo>
                  <a:pt x="1019700" y="23550"/>
                </a:lnTo>
                <a:lnTo>
                  <a:pt x="1019775" y="23625"/>
                </a:lnTo>
                <a:lnTo>
                  <a:pt x="1019775" y="23700"/>
                </a:lnTo>
                <a:lnTo>
                  <a:pt x="1020075" y="24525"/>
                </a:lnTo>
                <a:lnTo>
                  <a:pt x="1020075" y="24750"/>
                </a:lnTo>
                <a:lnTo>
                  <a:pt x="1020150" y="24825"/>
                </a:lnTo>
                <a:lnTo>
                  <a:pt x="1020150" y="25125"/>
                </a:lnTo>
                <a:lnTo>
                  <a:pt x="1020225" y="25200"/>
                </a:lnTo>
                <a:lnTo>
                  <a:pt x="1020225" y="25800"/>
                </a:lnTo>
                <a:lnTo>
                  <a:pt x="1020300" y="25875"/>
                </a:lnTo>
                <a:lnTo>
                  <a:pt x="1020300" y="26550"/>
                </a:lnTo>
                <a:lnTo>
                  <a:pt x="1020225" y="26625"/>
                </a:lnTo>
                <a:lnTo>
                  <a:pt x="1020225" y="27150"/>
                </a:lnTo>
                <a:lnTo>
                  <a:pt x="1020150" y="27300"/>
                </a:lnTo>
                <a:lnTo>
                  <a:pt x="1020150" y="27600"/>
                </a:lnTo>
                <a:lnTo>
                  <a:pt x="1020075" y="27675"/>
                </a:lnTo>
                <a:lnTo>
                  <a:pt x="1020075" y="27900"/>
                </a:lnTo>
                <a:lnTo>
                  <a:pt x="1020000" y="27975"/>
                </a:lnTo>
                <a:lnTo>
                  <a:pt x="1020000" y="28200"/>
                </a:lnTo>
                <a:lnTo>
                  <a:pt x="1019925" y="28275"/>
                </a:lnTo>
                <a:lnTo>
                  <a:pt x="1019925" y="28350"/>
                </a:lnTo>
                <a:lnTo>
                  <a:pt x="1019850" y="28500"/>
                </a:lnTo>
                <a:lnTo>
                  <a:pt x="1019775" y="28800"/>
                </a:lnTo>
                <a:lnTo>
                  <a:pt x="1019700" y="28875"/>
                </a:lnTo>
                <a:lnTo>
                  <a:pt x="1019625" y="29175"/>
                </a:lnTo>
                <a:lnTo>
                  <a:pt x="1019475" y="29325"/>
                </a:lnTo>
                <a:lnTo>
                  <a:pt x="1019475" y="29475"/>
                </a:lnTo>
                <a:lnTo>
                  <a:pt x="1019325" y="29625"/>
                </a:lnTo>
                <a:lnTo>
                  <a:pt x="1019325" y="29700"/>
                </a:lnTo>
                <a:lnTo>
                  <a:pt x="1019250" y="29850"/>
                </a:lnTo>
                <a:lnTo>
                  <a:pt x="1019175" y="29850"/>
                </a:lnTo>
                <a:lnTo>
                  <a:pt x="1019100" y="30000"/>
                </a:lnTo>
                <a:lnTo>
                  <a:pt x="1019100" y="30075"/>
                </a:lnTo>
                <a:lnTo>
                  <a:pt x="1018950" y="30225"/>
                </a:lnTo>
                <a:lnTo>
                  <a:pt x="1018800" y="30525"/>
                </a:lnTo>
                <a:lnTo>
                  <a:pt x="1018650" y="30675"/>
                </a:lnTo>
                <a:lnTo>
                  <a:pt x="1018650" y="30750"/>
                </a:lnTo>
                <a:lnTo>
                  <a:pt x="1018500" y="30825"/>
                </a:lnTo>
                <a:lnTo>
                  <a:pt x="1018500" y="30900"/>
                </a:lnTo>
                <a:lnTo>
                  <a:pt x="1018350" y="31050"/>
                </a:lnTo>
                <a:lnTo>
                  <a:pt x="1018275" y="31200"/>
                </a:lnTo>
                <a:lnTo>
                  <a:pt x="1018200" y="31200"/>
                </a:lnTo>
                <a:lnTo>
                  <a:pt x="1018125" y="31350"/>
                </a:lnTo>
                <a:lnTo>
                  <a:pt x="1018050" y="31350"/>
                </a:lnTo>
                <a:lnTo>
                  <a:pt x="1017975" y="31500"/>
                </a:lnTo>
                <a:lnTo>
                  <a:pt x="1017375" y="32100"/>
                </a:lnTo>
                <a:lnTo>
                  <a:pt x="1017300" y="32100"/>
                </a:lnTo>
                <a:lnTo>
                  <a:pt x="1016925" y="32475"/>
                </a:lnTo>
                <a:lnTo>
                  <a:pt x="1016850" y="32475"/>
                </a:lnTo>
                <a:lnTo>
                  <a:pt x="1016550" y="32775"/>
                </a:lnTo>
                <a:lnTo>
                  <a:pt x="1016175" y="33000"/>
                </a:lnTo>
                <a:lnTo>
                  <a:pt x="1016025" y="33150"/>
                </a:lnTo>
                <a:lnTo>
                  <a:pt x="1015125" y="33675"/>
                </a:lnTo>
                <a:lnTo>
                  <a:pt x="1015050" y="33750"/>
                </a:lnTo>
                <a:lnTo>
                  <a:pt x="1014750" y="33900"/>
                </a:lnTo>
                <a:lnTo>
                  <a:pt x="1014675" y="33975"/>
                </a:lnTo>
                <a:lnTo>
                  <a:pt x="1014300" y="34125"/>
                </a:lnTo>
                <a:lnTo>
                  <a:pt x="1014150" y="34275"/>
                </a:lnTo>
                <a:lnTo>
                  <a:pt x="1014075" y="34275"/>
                </a:lnTo>
                <a:lnTo>
                  <a:pt x="1013700" y="34425"/>
                </a:lnTo>
                <a:lnTo>
                  <a:pt x="1013550" y="34575"/>
                </a:lnTo>
                <a:lnTo>
                  <a:pt x="1013475" y="34575"/>
                </a:lnTo>
                <a:lnTo>
                  <a:pt x="1012650" y="34875"/>
                </a:lnTo>
                <a:lnTo>
                  <a:pt x="1012650" y="34950"/>
                </a:lnTo>
                <a:lnTo>
                  <a:pt x="1012275" y="35100"/>
                </a:lnTo>
                <a:lnTo>
                  <a:pt x="1012200" y="35100"/>
                </a:lnTo>
                <a:lnTo>
                  <a:pt x="1010250" y="35775"/>
                </a:lnTo>
                <a:lnTo>
                  <a:pt x="1009950" y="35850"/>
                </a:lnTo>
                <a:lnTo>
                  <a:pt x="1009725" y="35850"/>
                </a:lnTo>
                <a:lnTo>
                  <a:pt x="1009725" y="35925"/>
                </a:lnTo>
                <a:lnTo>
                  <a:pt x="1009500" y="35925"/>
                </a:lnTo>
                <a:lnTo>
                  <a:pt x="1008825" y="36150"/>
                </a:lnTo>
                <a:lnTo>
                  <a:pt x="1008525" y="36150"/>
                </a:lnTo>
                <a:lnTo>
                  <a:pt x="1008075" y="36300"/>
                </a:lnTo>
                <a:lnTo>
                  <a:pt x="1007775" y="36300"/>
                </a:lnTo>
                <a:lnTo>
                  <a:pt x="1007625" y="36375"/>
                </a:lnTo>
                <a:lnTo>
                  <a:pt x="1007325" y="36375"/>
                </a:lnTo>
                <a:lnTo>
                  <a:pt x="1007100" y="36450"/>
                </a:lnTo>
                <a:lnTo>
                  <a:pt x="1006875" y="36450"/>
                </a:lnTo>
                <a:lnTo>
                  <a:pt x="1006800" y="36525"/>
                </a:lnTo>
                <a:lnTo>
                  <a:pt x="1006575" y="36525"/>
                </a:lnTo>
                <a:lnTo>
                  <a:pt x="1006875" y="36825"/>
                </a:lnTo>
                <a:lnTo>
                  <a:pt x="1007100" y="37200"/>
                </a:lnTo>
                <a:lnTo>
                  <a:pt x="1007400" y="37500"/>
                </a:lnTo>
                <a:lnTo>
                  <a:pt x="1007625" y="37875"/>
                </a:lnTo>
                <a:lnTo>
                  <a:pt x="1007925" y="38175"/>
                </a:lnTo>
                <a:lnTo>
                  <a:pt x="1008000" y="38400"/>
                </a:lnTo>
                <a:lnTo>
                  <a:pt x="1008450" y="38850"/>
                </a:lnTo>
                <a:lnTo>
                  <a:pt x="1008675" y="39225"/>
                </a:lnTo>
                <a:lnTo>
                  <a:pt x="1008975" y="39525"/>
                </a:lnTo>
                <a:lnTo>
                  <a:pt x="1009125" y="39750"/>
                </a:lnTo>
                <a:lnTo>
                  <a:pt x="1009275" y="39900"/>
                </a:lnTo>
                <a:lnTo>
                  <a:pt x="1009500" y="40275"/>
                </a:lnTo>
                <a:lnTo>
                  <a:pt x="1009950" y="40725"/>
                </a:lnTo>
                <a:lnTo>
                  <a:pt x="1010175" y="41100"/>
                </a:lnTo>
                <a:lnTo>
                  <a:pt x="1010775" y="41700"/>
                </a:lnTo>
                <a:lnTo>
                  <a:pt x="1011000" y="42075"/>
                </a:lnTo>
                <a:lnTo>
                  <a:pt x="1012500" y="43575"/>
                </a:lnTo>
                <a:lnTo>
                  <a:pt x="1012575" y="43725"/>
                </a:lnTo>
                <a:lnTo>
                  <a:pt x="1013625" y="44775"/>
                </a:lnTo>
                <a:lnTo>
                  <a:pt x="1014000" y="45000"/>
                </a:lnTo>
                <a:lnTo>
                  <a:pt x="1014300" y="45300"/>
                </a:lnTo>
                <a:lnTo>
                  <a:pt x="1014450" y="45375"/>
                </a:lnTo>
                <a:lnTo>
                  <a:pt x="1014750" y="45675"/>
                </a:lnTo>
                <a:lnTo>
                  <a:pt x="1014900" y="45750"/>
                </a:lnTo>
                <a:lnTo>
                  <a:pt x="1015200" y="46050"/>
                </a:lnTo>
                <a:lnTo>
                  <a:pt x="1015350" y="46125"/>
                </a:lnTo>
                <a:lnTo>
                  <a:pt x="1015500" y="46275"/>
                </a:lnTo>
                <a:lnTo>
                  <a:pt x="1015725" y="46350"/>
                </a:lnTo>
                <a:lnTo>
                  <a:pt x="1015875" y="46500"/>
                </a:lnTo>
                <a:lnTo>
                  <a:pt x="1016175" y="46650"/>
                </a:lnTo>
                <a:lnTo>
                  <a:pt x="1016325" y="46800"/>
                </a:lnTo>
                <a:lnTo>
                  <a:pt x="1016700" y="46950"/>
                </a:lnTo>
                <a:lnTo>
                  <a:pt x="1016850" y="47100"/>
                </a:lnTo>
                <a:lnTo>
                  <a:pt x="1017525" y="47475"/>
                </a:lnTo>
                <a:lnTo>
                  <a:pt x="1018200" y="47775"/>
                </a:lnTo>
                <a:lnTo>
                  <a:pt x="1015725" y="52500"/>
                </a:lnTo>
                <a:lnTo>
                  <a:pt x="1015500" y="52425"/>
                </a:lnTo>
                <a:lnTo>
                  <a:pt x="1015275" y="52275"/>
                </a:lnTo>
                <a:lnTo>
                  <a:pt x="1015050" y="52200"/>
                </a:lnTo>
                <a:lnTo>
                  <a:pt x="1014975" y="52125"/>
                </a:lnTo>
                <a:lnTo>
                  <a:pt x="1014825" y="52050"/>
                </a:lnTo>
                <a:lnTo>
                  <a:pt x="1014750" y="52050"/>
                </a:lnTo>
                <a:lnTo>
                  <a:pt x="1014525" y="51900"/>
                </a:lnTo>
                <a:lnTo>
                  <a:pt x="1014300" y="51825"/>
                </a:lnTo>
                <a:lnTo>
                  <a:pt x="1013850" y="51525"/>
                </a:lnTo>
                <a:lnTo>
                  <a:pt x="1013625" y="51450"/>
                </a:lnTo>
                <a:lnTo>
                  <a:pt x="1013400" y="51300"/>
                </a:lnTo>
                <a:lnTo>
                  <a:pt x="1013325" y="51300"/>
                </a:lnTo>
                <a:lnTo>
                  <a:pt x="1013175" y="51150"/>
                </a:lnTo>
                <a:lnTo>
                  <a:pt x="1013100" y="51150"/>
                </a:lnTo>
                <a:lnTo>
                  <a:pt x="1012950" y="51000"/>
                </a:lnTo>
                <a:lnTo>
                  <a:pt x="1012050" y="50400"/>
                </a:lnTo>
                <a:lnTo>
                  <a:pt x="1011900" y="50250"/>
                </a:lnTo>
                <a:lnTo>
                  <a:pt x="1011825" y="50250"/>
                </a:lnTo>
                <a:lnTo>
                  <a:pt x="1011675" y="50100"/>
                </a:lnTo>
                <a:lnTo>
                  <a:pt x="1011600" y="50100"/>
                </a:lnTo>
                <a:lnTo>
                  <a:pt x="1011075" y="49650"/>
                </a:lnTo>
                <a:lnTo>
                  <a:pt x="1011000" y="49650"/>
                </a:lnTo>
                <a:lnTo>
                  <a:pt x="1010850" y="49500"/>
                </a:lnTo>
                <a:lnTo>
                  <a:pt x="1010625" y="49350"/>
                </a:lnTo>
                <a:lnTo>
                  <a:pt x="1010100" y="48825"/>
                </a:lnTo>
                <a:lnTo>
                  <a:pt x="1010025" y="48825"/>
                </a:lnTo>
                <a:lnTo>
                  <a:pt x="1009725" y="48525"/>
                </a:lnTo>
                <a:lnTo>
                  <a:pt x="1009650" y="48525"/>
                </a:lnTo>
                <a:lnTo>
                  <a:pt x="1009500" y="48375"/>
                </a:lnTo>
                <a:lnTo>
                  <a:pt x="1009500" y="48300"/>
                </a:lnTo>
                <a:lnTo>
                  <a:pt x="1009350" y="48150"/>
                </a:lnTo>
                <a:lnTo>
                  <a:pt x="1009275" y="48150"/>
                </a:lnTo>
                <a:lnTo>
                  <a:pt x="1008450" y="47325"/>
                </a:lnTo>
                <a:lnTo>
                  <a:pt x="1008375" y="47325"/>
                </a:lnTo>
                <a:lnTo>
                  <a:pt x="1008225" y="47175"/>
                </a:lnTo>
                <a:lnTo>
                  <a:pt x="1008225" y="47100"/>
                </a:lnTo>
                <a:lnTo>
                  <a:pt x="1007925" y="46800"/>
                </a:lnTo>
                <a:lnTo>
                  <a:pt x="1007775" y="46575"/>
                </a:lnTo>
                <a:lnTo>
                  <a:pt x="1007700" y="46575"/>
                </a:lnTo>
                <a:lnTo>
                  <a:pt x="1007400" y="46275"/>
                </a:lnTo>
                <a:lnTo>
                  <a:pt x="1007250" y="46050"/>
                </a:lnTo>
                <a:lnTo>
                  <a:pt x="1006575" y="45375"/>
                </a:lnTo>
                <a:lnTo>
                  <a:pt x="1006425" y="45150"/>
                </a:lnTo>
                <a:lnTo>
                  <a:pt x="1006125" y="44850"/>
                </a:lnTo>
                <a:lnTo>
                  <a:pt x="1006125" y="44775"/>
                </a:lnTo>
                <a:lnTo>
                  <a:pt x="1005825" y="44475"/>
                </a:lnTo>
                <a:lnTo>
                  <a:pt x="1005375" y="43875"/>
                </a:lnTo>
                <a:lnTo>
                  <a:pt x="1005075" y="43575"/>
                </a:lnTo>
                <a:lnTo>
                  <a:pt x="1004925" y="43350"/>
                </a:lnTo>
                <a:lnTo>
                  <a:pt x="1004475" y="42825"/>
                </a:lnTo>
                <a:lnTo>
                  <a:pt x="1004400" y="42675"/>
                </a:lnTo>
                <a:lnTo>
                  <a:pt x="1004325" y="42675"/>
                </a:lnTo>
                <a:lnTo>
                  <a:pt x="1004250" y="42450"/>
                </a:lnTo>
                <a:lnTo>
                  <a:pt x="1003500" y="41625"/>
                </a:lnTo>
                <a:lnTo>
                  <a:pt x="1003425" y="41400"/>
                </a:lnTo>
                <a:lnTo>
                  <a:pt x="1003125" y="41100"/>
                </a:lnTo>
                <a:lnTo>
                  <a:pt x="1002900" y="40725"/>
                </a:lnTo>
                <a:lnTo>
                  <a:pt x="1002600" y="40425"/>
                </a:lnTo>
                <a:lnTo>
                  <a:pt x="1002375" y="40050"/>
                </a:lnTo>
                <a:lnTo>
                  <a:pt x="1002075" y="39750"/>
                </a:lnTo>
                <a:lnTo>
                  <a:pt x="1001625" y="39075"/>
                </a:lnTo>
                <a:lnTo>
                  <a:pt x="1001325" y="38775"/>
                </a:lnTo>
                <a:lnTo>
                  <a:pt x="1001250" y="38625"/>
                </a:lnTo>
                <a:lnTo>
                  <a:pt x="1000950" y="38325"/>
                </a:lnTo>
                <a:lnTo>
                  <a:pt x="1000875" y="38175"/>
                </a:lnTo>
                <a:lnTo>
                  <a:pt x="1000350" y="37650"/>
                </a:lnTo>
                <a:lnTo>
                  <a:pt x="1000050" y="37200"/>
                </a:lnTo>
                <a:lnTo>
                  <a:pt x="999900" y="37125"/>
                </a:lnTo>
                <a:lnTo>
                  <a:pt x="999825" y="36975"/>
                </a:lnTo>
                <a:lnTo>
                  <a:pt x="999600" y="36750"/>
                </a:lnTo>
                <a:lnTo>
                  <a:pt x="998100" y="36750"/>
                </a:lnTo>
                <a:lnTo>
                  <a:pt x="998100" y="50100"/>
                </a:lnTo>
                <a:lnTo>
                  <a:pt x="992400" y="50100"/>
                </a:lnTo>
                <a:lnTo>
                  <a:pt x="992400" y="33750"/>
                </a:lnTo>
                <a:close/>
                <a:moveTo>
                  <a:pt x="1002075" y="31575"/>
                </a:moveTo>
                <a:lnTo>
                  <a:pt x="1003500" y="31575"/>
                </a:lnTo>
                <a:lnTo>
                  <a:pt x="1003725" y="31500"/>
                </a:lnTo>
                <a:lnTo>
                  <a:pt x="1004550" y="31500"/>
                </a:lnTo>
                <a:lnTo>
                  <a:pt x="1004700" y="31425"/>
                </a:lnTo>
                <a:lnTo>
                  <a:pt x="1005300" y="31425"/>
                </a:lnTo>
                <a:lnTo>
                  <a:pt x="1005525" y="31350"/>
                </a:lnTo>
                <a:lnTo>
                  <a:pt x="1005750" y="31350"/>
                </a:lnTo>
                <a:lnTo>
                  <a:pt x="1005900" y="31275"/>
                </a:lnTo>
                <a:lnTo>
                  <a:pt x="1006275" y="31275"/>
                </a:lnTo>
                <a:lnTo>
                  <a:pt x="1006500" y="31200"/>
                </a:lnTo>
                <a:lnTo>
                  <a:pt x="1006650" y="31200"/>
                </a:lnTo>
                <a:lnTo>
                  <a:pt x="1006875" y="31125"/>
                </a:lnTo>
                <a:lnTo>
                  <a:pt x="1007400" y="31050"/>
                </a:lnTo>
                <a:lnTo>
                  <a:pt x="1007775" y="30900"/>
                </a:lnTo>
                <a:lnTo>
                  <a:pt x="1008000" y="30900"/>
                </a:lnTo>
                <a:lnTo>
                  <a:pt x="1008150" y="30825"/>
                </a:lnTo>
                <a:lnTo>
                  <a:pt x="1008375" y="30825"/>
                </a:lnTo>
                <a:lnTo>
                  <a:pt x="1008675" y="30675"/>
                </a:lnTo>
                <a:lnTo>
                  <a:pt x="1008900" y="30675"/>
                </a:lnTo>
                <a:lnTo>
                  <a:pt x="1009350" y="30450"/>
                </a:lnTo>
                <a:lnTo>
                  <a:pt x="1009575" y="30450"/>
                </a:lnTo>
                <a:lnTo>
                  <a:pt x="1010175" y="30150"/>
                </a:lnTo>
                <a:lnTo>
                  <a:pt x="1010325" y="30150"/>
                </a:lnTo>
                <a:lnTo>
                  <a:pt x="1011525" y="29550"/>
                </a:lnTo>
                <a:lnTo>
                  <a:pt x="1011600" y="29475"/>
                </a:lnTo>
                <a:lnTo>
                  <a:pt x="1011750" y="29475"/>
                </a:lnTo>
                <a:lnTo>
                  <a:pt x="1012050" y="29325"/>
                </a:lnTo>
                <a:lnTo>
                  <a:pt x="1012950" y="28725"/>
                </a:lnTo>
                <a:lnTo>
                  <a:pt x="1013175" y="28500"/>
                </a:lnTo>
                <a:lnTo>
                  <a:pt x="1013325" y="28425"/>
                </a:lnTo>
                <a:lnTo>
                  <a:pt x="1013850" y="27900"/>
                </a:lnTo>
                <a:lnTo>
                  <a:pt x="1013850" y="27825"/>
                </a:lnTo>
                <a:lnTo>
                  <a:pt x="1014075" y="27600"/>
                </a:lnTo>
                <a:lnTo>
                  <a:pt x="1014075" y="27525"/>
                </a:lnTo>
                <a:lnTo>
                  <a:pt x="1014225" y="27375"/>
                </a:lnTo>
                <a:lnTo>
                  <a:pt x="1014225" y="27300"/>
                </a:lnTo>
                <a:lnTo>
                  <a:pt x="1014300" y="27225"/>
                </a:lnTo>
                <a:lnTo>
                  <a:pt x="1014300" y="27150"/>
                </a:lnTo>
                <a:lnTo>
                  <a:pt x="1014375" y="27150"/>
                </a:lnTo>
                <a:lnTo>
                  <a:pt x="1014375" y="27000"/>
                </a:lnTo>
                <a:lnTo>
                  <a:pt x="1014450" y="26925"/>
                </a:lnTo>
                <a:lnTo>
                  <a:pt x="1014450" y="26775"/>
                </a:lnTo>
                <a:lnTo>
                  <a:pt x="1014525" y="26775"/>
                </a:lnTo>
                <a:lnTo>
                  <a:pt x="1014525" y="26400"/>
                </a:lnTo>
                <a:lnTo>
                  <a:pt x="1014600" y="26325"/>
                </a:lnTo>
                <a:lnTo>
                  <a:pt x="1014600" y="26025"/>
                </a:lnTo>
                <a:lnTo>
                  <a:pt x="1014525" y="25950"/>
                </a:lnTo>
                <a:lnTo>
                  <a:pt x="1014525" y="25650"/>
                </a:lnTo>
                <a:lnTo>
                  <a:pt x="1014450" y="25575"/>
                </a:lnTo>
                <a:lnTo>
                  <a:pt x="1014450" y="25425"/>
                </a:lnTo>
                <a:lnTo>
                  <a:pt x="1014375" y="25350"/>
                </a:lnTo>
                <a:lnTo>
                  <a:pt x="1014375" y="25275"/>
                </a:lnTo>
                <a:lnTo>
                  <a:pt x="1014300" y="25200"/>
                </a:lnTo>
                <a:lnTo>
                  <a:pt x="1014300" y="25125"/>
                </a:lnTo>
                <a:lnTo>
                  <a:pt x="1014225" y="25050"/>
                </a:lnTo>
                <a:lnTo>
                  <a:pt x="1014150" y="24900"/>
                </a:lnTo>
                <a:lnTo>
                  <a:pt x="1014150" y="24825"/>
                </a:lnTo>
                <a:lnTo>
                  <a:pt x="1013925" y="24600"/>
                </a:lnTo>
                <a:lnTo>
                  <a:pt x="1013625" y="24075"/>
                </a:lnTo>
                <a:lnTo>
                  <a:pt x="1013325" y="23775"/>
                </a:lnTo>
                <a:lnTo>
                  <a:pt x="1013250" y="23625"/>
                </a:lnTo>
                <a:lnTo>
                  <a:pt x="1013025" y="23400"/>
                </a:lnTo>
                <a:lnTo>
                  <a:pt x="1012950" y="23250"/>
                </a:lnTo>
                <a:lnTo>
                  <a:pt x="1012800" y="23175"/>
                </a:lnTo>
                <a:lnTo>
                  <a:pt x="1012725" y="23025"/>
                </a:lnTo>
                <a:lnTo>
                  <a:pt x="1012575" y="22950"/>
                </a:lnTo>
                <a:lnTo>
                  <a:pt x="1012500" y="22800"/>
                </a:lnTo>
                <a:lnTo>
                  <a:pt x="1012350" y="22725"/>
                </a:lnTo>
                <a:lnTo>
                  <a:pt x="1012050" y="22425"/>
                </a:lnTo>
                <a:lnTo>
                  <a:pt x="1011900" y="22350"/>
                </a:lnTo>
                <a:lnTo>
                  <a:pt x="1011300" y="21825"/>
                </a:lnTo>
                <a:lnTo>
                  <a:pt x="1011000" y="21675"/>
                </a:lnTo>
                <a:lnTo>
                  <a:pt x="1010775" y="21450"/>
                </a:lnTo>
                <a:lnTo>
                  <a:pt x="1008750" y="20400"/>
                </a:lnTo>
                <a:lnTo>
                  <a:pt x="1008600" y="20400"/>
                </a:lnTo>
                <a:lnTo>
                  <a:pt x="1008150" y="20175"/>
                </a:lnTo>
                <a:lnTo>
                  <a:pt x="1008000" y="20175"/>
                </a:lnTo>
                <a:lnTo>
                  <a:pt x="1007625" y="20025"/>
                </a:lnTo>
                <a:lnTo>
                  <a:pt x="1007475" y="20025"/>
                </a:lnTo>
                <a:lnTo>
                  <a:pt x="1007175" y="19875"/>
                </a:lnTo>
                <a:lnTo>
                  <a:pt x="1007025" y="19875"/>
                </a:lnTo>
                <a:lnTo>
                  <a:pt x="1006875" y="19800"/>
                </a:lnTo>
                <a:lnTo>
                  <a:pt x="1006725" y="19800"/>
                </a:lnTo>
                <a:lnTo>
                  <a:pt x="1006575" y="19725"/>
                </a:lnTo>
                <a:lnTo>
                  <a:pt x="1006275" y="19725"/>
                </a:lnTo>
                <a:lnTo>
                  <a:pt x="1006050" y="19650"/>
                </a:lnTo>
                <a:lnTo>
                  <a:pt x="1005750" y="19650"/>
                </a:lnTo>
                <a:lnTo>
                  <a:pt x="1005600" y="19575"/>
                </a:lnTo>
                <a:lnTo>
                  <a:pt x="1005150" y="19575"/>
                </a:lnTo>
                <a:lnTo>
                  <a:pt x="1005000" y="19500"/>
                </a:lnTo>
                <a:lnTo>
                  <a:pt x="1003200" y="19500"/>
                </a:lnTo>
                <a:lnTo>
                  <a:pt x="1003050" y="19575"/>
                </a:lnTo>
                <a:lnTo>
                  <a:pt x="1002600" y="19575"/>
                </a:lnTo>
                <a:lnTo>
                  <a:pt x="1002450" y="19650"/>
                </a:lnTo>
                <a:lnTo>
                  <a:pt x="1002150" y="19650"/>
                </a:lnTo>
                <a:lnTo>
                  <a:pt x="1001925" y="19725"/>
                </a:lnTo>
                <a:lnTo>
                  <a:pt x="1001775" y="19725"/>
                </a:lnTo>
                <a:lnTo>
                  <a:pt x="1001625" y="19800"/>
                </a:lnTo>
                <a:lnTo>
                  <a:pt x="1001475" y="19800"/>
                </a:lnTo>
                <a:lnTo>
                  <a:pt x="1001325" y="19875"/>
                </a:lnTo>
                <a:lnTo>
                  <a:pt x="1001175" y="19875"/>
                </a:lnTo>
                <a:lnTo>
                  <a:pt x="1000875" y="20025"/>
                </a:lnTo>
                <a:lnTo>
                  <a:pt x="1000725" y="20025"/>
                </a:lnTo>
                <a:lnTo>
                  <a:pt x="1000425" y="20175"/>
                </a:lnTo>
                <a:lnTo>
                  <a:pt x="1000275" y="20175"/>
                </a:lnTo>
                <a:lnTo>
                  <a:pt x="998400" y="21150"/>
                </a:lnTo>
                <a:lnTo>
                  <a:pt x="998175" y="21300"/>
                </a:lnTo>
                <a:lnTo>
                  <a:pt x="997500" y="21975"/>
                </a:lnTo>
                <a:lnTo>
                  <a:pt x="997500" y="22050"/>
                </a:lnTo>
                <a:lnTo>
                  <a:pt x="997425" y="22050"/>
                </a:lnTo>
                <a:lnTo>
                  <a:pt x="997350" y="22125"/>
                </a:lnTo>
                <a:lnTo>
                  <a:pt x="997350" y="22200"/>
                </a:lnTo>
                <a:lnTo>
                  <a:pt x="997275" y="22275"/>
                </a:lnTo>
                <a:lnTo>
                  <a:pt x="997275" y="22350"/>
                </a:lnTo>
                <a:lnTo>
                  <a:pt x="997125" y="22575"/>
                </a:lnTo>
                <a:lnTo>
                  <a:pt x="997125" y="22725"/>
                </a:lnTo>
                <a:lnTo>
                  <a:pt x="997050" y="22800"/>
                </a:lnTo>
                <a:lnTo>
                  <a:pt x="997050" y="23025"/>
                </a:lnTo>
                <a:lnTo>
                  <a:pt x="996975" y="23100"/>
                </a:lnTo>
                <a:lnTo>
                  <a:pt x="996975" y="23925"/>
                </a:lnTo>
                <a:lnTo>
                  <a:pt x="997050" y="24075"/>
                </a:lnTo>
                <a:lnTo>
                  <a:pt x="997050" y="24375"/>
                </a:lnTo>
                <a:lnTo>
                  <a:pt x="997125" y="24450"/>
                </a:lnTo>
                <a:lnTo>
                  <a:pt x="997125" y="24600"/>
                </a:lnTo>
                <a:lnTo>
                  <a:pt x="997200" y="24675"/>
                </a:lnTo>
                <a:lnTo>
                  <a:pt x="997200" y="24975"/>
                </a:lnTo>
                <a:lnTo>
                  <a:pt x="997350" y="25200"/>
                </a:lnTo>
                <a:lnTo>
                  <a:pt x="997350" y="25275"/>
                </a:lnTo>
                <a:lnTo>
                  <a:pt x="997500" y="25575"/>
                </a:lnTo>
                <a:lnTo>
                  <a:pt x="997500" y="25725"/>
                </a:lnTo>
                <a:lnTo>
                  <a:pt x="997575" y="25800"/>
                </a:lnTo>
                <a:lnTo>
                  <a:pt x="998175" y="26925"/>
                </a:lnTo>
                <a:lnTo>
                  <a:pt x="998325" y="27075"/>
                </a:lnTo>
                <a:lnTo>
                  <a:pt x="998475" y="27375"/>
                </a:lnTo>
                <a:lnTo>
                  <a:pt x="998625" y="27525"/>
                </a:lnTo>
                <a:lnTo>
                  <a:pt x="998775" y="27825"/>
                </a:lnTo>
                <a:lnTo>
                  <a:pt x="998925" y="27975"/>
                </a:lnTo>
                <a:lnTo>
                  <a:pt x="999225" y="28425"/>
                </a:lnTo>
                <a:lnTo>
                  <a:pt x="999525" y="28725"/>
                </a:lnTo>
                <a:lnTo>
                  <a:pt x="999600" y="28950"/>
                </a:lnTo>
                <a:lnTo>
                  <a:pt x="1000050" y="29400"/>
                </a:lnTo>
                <a:lnTo>
                  <a:pt x="1000125" y="29550"/>
                </a:lnTo>
                <a:lnTo>
                  <a:pt x="1000725" y="30150"/>
                </a:lnTo>
                <a:lnTo>
                  <a:pt x="1000875" y="30375"/>
                </a:lnTo>
                <a:lnTo>
                  <a:pt x="1001475" y="30975"/>
                </a:lnTo>
                <a:lnTo>
                  <a:pt x="1001700" y="31125"/>
                </a:lnTo>
                <a:close/>
                <a:moveTo>
                  <a:pt x="1028775" y="0"/>
                </a:moveTo>
                <a:lnTo>
                  <a:pt x="1029375" y="0"/>
                </a:lnTo>
                <a:lnTo>
                  <a:pt x="1029450" y="75"/>
                </a:lnTo>
                <a:lnTo>
                  <a:pt x="1029975" y="75"/>
                </a:lnTo>
                <a:lnTo>
                  <a:pt x="1030050" y="150"/>
                </a:lnTo>
                <a:lnTo>
                  <a:pt x="1030425" y="150"/>
                </a:lnTo>
                <a:lnTo>
                  <a:pt x="1030800" y="300"/>
                </a:lnTo>
                <a:lnTo>
                  <a:pt x="1031025" y="300"/>
                </a:lnTo>
                <a:lnTo>
                  <a:pt x="1031100" y="375"/>
                </a:lnTo>
                <a:lnTo>
                  <a:pt x="1031250" y="375"/>
                </a:lnTo>
                <a:lnTo>
                  <a:pt x="1031325" y="450"/>
                </a:lnTo>
                <a:lnTo>
                  <a:pt x="1031625" y="525"/>
                </a:lnTo>
                <a:lnTo>
                  <a:pt x="1031850" y="675"/>
                </a:lnTo>
                <a:lnTo>
                  <a:pt x="1032150" y="750"/>
                </a:lnTo>
                <a:lnTo>
                  <a:pt x="1032300" y="900"/>
                </a:lnTo>
                <a:lnTo>
                  <a:pt x="1032450" y="900"/>
                </a:lnTo>
                <a:lnTo>
                  <a:pt x="1032525" y="975"/>
                </a:lnTo>
                <a:lnTo>
                  <a:pt x="1032675" y="1050"/>
                </a:lnTo>
                <a:lnTo>
                  <a:pt x="1032750" y="1050"/>
                </a:lnTo>
                <a:lnTo>
                  <a:pt x="1032900" y="1200"/>
                </a:lnTo>
                <a:lnTo>
                  <a:pt x="1033200" y="1350"/>
                </a:lnTo>
                <a:lnTo>
                  <a:pt x="1033350" y="1500"/>
                </a:lnTo>
                <a:lnTo>
                  <a:pt x="1033425" y="1500"/>
                </a:lnTo>
                <a:lnTo>
                  <a:pt x="1033575" y="1575"/>
                </a:lnTo>
                <a:lnTo>
                  <a:pt x="1033575" y="1650"/>
                </a:lnTo>
                <a:lnTo>
                  <a:pt x="1033725" y="1725"/>
                </a:lnTo>
                <a:lnTo>
                  <a:pt x="1033800" y="1725"/>
                </a:lnTo>
                <a:lnTo>
                  <a:pt x="1033875" y="1875"/>
                </a:lnTo>
                <a:lnTo>
                  <a:pt x="1033950" y="1875"/>
                </a:lnTo>
                <a:lnTo>
                  <a:pt x="1034100" y="2025"/>
                </a:lnTo>
                <a:lnTo>
                  <a:pt x="1034250" y="2100"/>
                </a:lnTo>
                <a:lnTo>
                  <a:pt x="1034550" y="2400"/>
                </a:lnTo>
                <a:lnTo>
                  <a:pt x="1034700" y="2475"/>
                </a:lnTo>
                <a:lnTo>
                  <a:pt x="1034700" y="2550"/>
                </a:lnTo>
                <a:lnTo>
                  <a:pt x="1034850" y="2625"/>
                </a:lnTo>
                <a:lnTo>
                  <a:pt x="1034850" y="2700"/>
                </a:lnTo>
                <a:lnTo>
                  <a:pt x="1035000" y="2775"/>
                </a:lnTo>
                <a:lnTo>
                  <a:pt x="1035000" y="2850"/>
                </a:lnTo>
                <a:lnTo>
                  <a:pt x="1035150" y="2925"/>
                </a:lnTo>
                <a:lnTo>
                  <a:pt x="1035300" y="3075"/>
                </a:lnTo>
                <a:lnTo>
                  <a:pt x="1035375" y="3225"/>
                </a:lnTo>
                <a:lnTo>
                  <a:pt x="1035450" y="3225"/>
                </a:lnTo>
                <a:lnTo>
                  <a:pt x="1035525" y="3375"/>
                </a:lnTo>
                <a:lnTo>
                  <a:pt x="1035600" y="3375"/>
                </a:lnTo>
                <a:lnTo>
                  <a:pt x="1035675" y="3525"/>
                </a:lnTo>
                <a:lnTo>
                  <a:pt x="1035975" y="3825"/>
                </a:lnTo>
                <a:lnTo>
                  <a:pt x="1036050" y="3975"/>
                </a:lnTo>
                <a:lnTo>
                  <a:pt x="1036125" y="3975"/>
                </a:lnTo>
                <a:lnTo>
                  <a:pt x="1036200" y="4125"/>
                </a:lnTo>
                <a:lnTo>
                  <a:pt x="1036575" y="4575"/>
                </a:lnTo>
                <a:lnTo>
                  <a:pt x="1036575" y="4650"/>
                </a:lnTo>
                <a:lnTo>
                  <a:pt x="1036725" y="4800"/>
                </a:lnTo>
                <a:lnTo>
                  <a:pt x="1036800" y="4950"/>
                </a:lnTo>
                <a:lnTo>
                  <a:pt x="1036875" y="4950"/>
                </a:lnTo>
                <a:lnTo>
                  <a:pt x="1036950" y="5100"/>
                </a:lnTo>
                <a:lnTo>
                  <a:pt x="1037100" y="5250"/>
                </a:lnTo>
                <a:lnTo>
                  <a:pt x="1037175" y="5400"/>
                </a:lnTo>
                <a:lnTo>
                  <a:pt x="1037175" y="5475"/>
                </a:lnTo>
                <a:lnTo>
                  <a:pt x="1037550" y="5925"/>
                </a:lnTo>
                <a:lnTo>
                  <a:pt x="1037625" y="6150"/>
                </a:lnTo>
                <a:lnTo>
                  <a:pt x="1037700" y="6150"/>
                </a:lnTo>
                <a:lnTo>
                  <a:pt x="1038075" y="6825"/>
                </a:lnTo>
                <a:lnTo>
                  <a:pt x="1038225" y="6975"/>
                </a:lnTo>
                <a:lnTo>
                  <a:pt x="1038300" y="7200"/>
                </a:lnTo>
                <a:lnTo>
                  <a:pt x="1038450" y="7350"/>
                </a:lnTo>
                <a:lnTo>
                  <a:pt x="1038525" y="7500"/>
                </a:lnTo>
                <a:lnTo>
                  <a:pt x="1038525" y="7575"/>
                </a:lnTo>
                <a:lnTo>
                  <a:pt x="1038675" y="7725"/>
                </a:lnTo>
                <a:lnTo>
                  <a:pt x="1038825" y="8100"/>
                </a:lnTo>
                <a:lnTo>
                  <a:pt x="1038900" y="8100"/>
                </a:lnTo>
                <a:lnTo>
                  <a:pt x="1039050" y="8475"/>
                </a:lnTo>
                <a:lnTo>
                  <a:pt x="1039200" y="8625"/>
                </a:lnTo>
                <a:lnTo>
                  <a:pt x="1039275" y="8850"/>
                </a:lnTo>
                <a:lnTo>
                  <a:pt x="1039725" y="9600"/>
                </a:lnTo>
                <a:lnTo>
                  <a:pt x="1039875" y="9975"/>
                </a:lnTo>
                <a:lnTo>
                  <a:pt x="1040025" y="10125"/>
                </a:lnTo>
                <a:lnTo>
                  <a:pt x="1040100" y="10350"/>
                </a:lnTo>
                <a:lnTo>
                  <a:pt x="1040325" y="10725"/>
                </a:lnTo>
                <a:lnTo>
                  <a:pt x="1040475" y="11100"/>
                </a:lnTo>
                <a:lnTo>
                  <a:pt x="1040700" y="11475"/>
                </a:lnTo>
                <a:lnTo>
                  <a:pt x="1040775" y="11700"/>
                </a:lnTo>
                <a:lnTo>
                  <a:pt x="1040925" y="11850"/>
                </a:lnTo>
                <a:lnTo>
                  <a:pt x="1041000" y="12075"/>
                </a:lnTo>
                <a:lnTo>
                  <a:pt x="1041225" y="12450"/>
                </a:lnTo>
                <a:lnTo>
                  <a:pt x="1041375" y="12825"/>
                </a:lnTo>
                <a:lnTo>
                  <a:pt x="1041600" y="13200"/>
                </a:lnTo>
                <a:lnTo>
                  <a:pt x="1041675" y="13425"/>
                </a:lnTo>
                <a:lnTo>
                  <a:pt x="1041825" y="13575"/>
                </a:lnTo>
                <a:lnTo>
                  <a:pt x="1042050" y="14175"/>
                </a:lnTo>
                <a:lnTo>
                  <a:pt x="1042200" y="14325"/>
                </a:lnTo>
                <a:lnTo>
                  <a:pt x="1042275" y="14550"/>
                </a:lnTo>
                <a:lnTo>
                  <a:pt x="1042500" y="14925"/>
                </a:lnTo>
                <a:lnTo>
                  <a:pt x="1042650" y="15300"/>
                </a:lnTo>
                <a:lnTo>
                  <a:pt x="1042800" y="15450"/>
                </a:lnTo>
                <a:lnTo>
                  <a:pt x="1042950" y="15825"/>
                </a:lnTo>
                <a:lnTo>
                  <a:pt x="1043100" y="15975"/>
                </a:lnTo>
                <a:lnTo>
                  <a:pt x="1043250" y="16350"/>
                </a:lnTo>
                <a:lnTo>
                  <a:pt x="1043400" y="16500"/>
                </a:lnTo>
                <a:lnTo>
                  <a:pt x="1043475" y="16725"/>
                </a:lnTo>
                <a:lnTo>
                  <a:pt x="1043925" y="17550"/>
                </a:lnTo>
                <a:lnTo>
                  <a:pt x="1044225" y="18075"/>
                </a:lnTo>
                <a:lnTo>
                  <a:pt x="1044375" y="18225"/>
                </a:lnTo>
                <a:lnTo>
                  <a:pt x="1044750" y="18900"/>
                </a:lnTo>
                <a:lnTo>
                  <a:pt x="1044900" y="19050"/>
                </a:lnTo>
                <a:lnTo>
                  <a:pt x="1045050" y="19350"/>
                </a:lnTo>
                <a:lnTo>
                  <a:pt x="1045200" y="19500"/>
                </a:lnTo>
                <a:lnTo>
                  <a:pt x="1045350" y="19800"/>
                </a:lnTo>
                <a:lnTo>
                  <a:pt x="1045575" y="20025"/>
                </a:lnTo>
                <a:lnTo>
                  <a:pt x="1045650" y="20175"/>
                </a:lnTo>
                <a:lnTo>
                  <a:pt x="1045800" y="20325"/>
                </a:lnTo>
                <a:lnTo>
                  <a:pt x="1045950" y="20625"/>
                </a:lnTo>
                <a:lnTo>
                  <a:pt x="1046100" y="20700"/>
                </a:lnTo>
                <a:lnTo>
                  <a:pt x="1046175" y="20850"/>
                </a:lnTo>
                <a:lnTo>
                  <a:pt x="1046175" y="0"/>
                </a:lnTo>
                <a:lnTo>
                  <a:pt x="1052475" y="0"/>
                </a:lnTo>
                <a:lnTo>
                  <a:pt x="1052475" y="26250"/>
                </a:lnTo>
                <a:lnTo>
                  <a:pt x="1049325" y="26250"/>
                </a:lnTo>
                <a:lnTo>
                  <a:pt x="1048875" y="29100"/>
                </a:lnTo>
                <a:lnTo>
                  <a:pt x="1048725" y="29025"/>
                </a:lnTo>
                <a:lnTo>
                  <a:pt x="1048350" y="29025"/>
                </a:lnTo>
                <a:lnTo>
                  <a:pt x="1048200" y="28950"/>
                </a:lnTo>
                <a:lnTo>
                  <a:pt x="1047975" y="28950"/>
                </a:lnTo>
                <a:lnTo>
                  <a:pt x="1047900" y="28875"/>
                </a:lnTo>
                <a:lnTo>
                  <a:pt x="1047675" y="28875"/>
                </a:lnTo>
                <a:lnTo>
                  <a:pt x="1047525" y="28800"/>
                </a:lnTo>
                <a:lnTo>
                  <a:pt x="1046325" y="28425"/>
                </a:lnTo>
                <a:lnTo>
                  <a:pt x="1046100" y="28275"/>
                </a:lnTo>
                <a:lnTo>
                  <a:pt x="1045950" y="28200"/>
                </a:lnTo>
                <a:lnTo>
                  <a:pt x="1045875" y="28200"/>
                </a:lnTo>
                <a:lnTo>
                  <a:pt x="1045575" y="28050"/>
                </a:lnTo>
                <a:lnTo>
                  <a:pt x="1045500" y="27975"/>
                </a:lnTo>
                <a:lnTo>
                  <a:pt x="1045125" y="27825"/>
                </a:lnTo>
                <a:lnTo>
                  <a:pt x="1045125" y="27750"/>
                </a:lnTo>
                <a:lnTo>
                  <a:pt x="1044750" y="27600"/>
                </a:lnTo>
                <a:lnTo>
                  <a:pt x="1044750" y="27525"/>
                </a:lnTo>
                <a:lnTo>
                  <a:pt x="1044375" y="27375"/>
                </a:lnTo>
                <a:lnTo>
                  <a:pt x="1044375" y="27300"/>
                </a:lnTo>
                <a:lnTo>
                  <a:pt x="1043700" y="26850"/>
                </a:lnTo>
                <a:lnTo>
                  <a:pt x="1043475" y="26625"/>
                </a:lnTo>
                <a:lnTo>
                  <a:pt x="1043325" y="26550"/>
                </a:lnTo>
                <a:lnTo>
                  <a:pt x="1043025" y="26250"/>
                </a:lnTo>
                <a:lnTo>
                  <a:pt x="1042950" y="26250"/>
                </a:lnTo>
                <a:lnTo>
                  <a:pt x="1042875" y="26100"/>
                </a:lnTo>
                <a:lnTo>
                  <a:pt x="1042800" y="26100"/>
                </a:lnTo>
                <a:lnTo>
                  <a:pt x="1042725" y="25950"/>
                </a:lnTo>
                <a:lnTo>
                  <a:pt x="1042650" y="25950"/>
                </a:lnTo>
                <a:lnTo>
                  <a:pt x="1042575" y="25800"/>
                </a:lnTo>
                <a:lnTo>
                  <a:pt x="1042500" y="25800"/>
                </a:lnTo>
                <a:lnTo>
                  <a:pt x="1042425" y="25650"/>
                </a:lnTo>
                <a:lnTo>
                  <a:pt x="1042350" y="25650"/>
                </a:lnTo>
                <a:lnTo>
                  <a:pt x="1042275" y="25500"/>
                </a:lnTo>
                <a:lnTo>
                  <a:pt x="1042200" y="25500"/>
                </a:lnTo>
                <a:lnTo>
                  <a:pt x="1042125" y="25350"/>
                </a:lnTo>
                <a:lnTo>
                  <a:pt x="1042050" y="25350"/>
                </a:lnTo>
                <a:lnTo>
                  <a:pt x="1041975" y="25200"/>
                </a:lnTo>
                <a:lnTo>
                  <a:pt x="1041900" y="25200"/>
                </a:lnTo>
                <a:lnTo>
                  <a:pt x="1041825" y="25050"/>
                </a:lnTo>
                <a:lnTo>
                  <a:pt x="1041750" y="25050"/>
                </a:lnTo>
                <a:lnTo>
                  <a:pt x="1041675" y="24900"/>
                </a:lnTo>
                <a:lnTo>
                  <a:pt x="1041525" y="24750"/>
                </a:lnTo>
                <a:lnTo>
                  <a:pt x="1041525" y="24675"/>
                </a:lnTo>
                <a:lnTo>
                  <a:pt x="1041075" y="24225"/>
                </a:lnTo>
                <a:lnTo>
                  <a:pt x="1040850" y="23850"/>
                </a:lnTo>
                <a:lnTo>
                  <a:pt x="1040400" y="23400"/>
                </a:lnTo>
                <a:lnTo>
                  <a:pt x="1040400" y="23325"/>
                </a:lnTo>
                <a:lnTo>
                  <a:pt x="1040325" y="23175"/>
                </a:lnTo>
                <a:lnTo>
                  <a:pt x="1040025" y="22875"/>
                </a:lnTo>
                <a:lnTo>
                  <a:pt x="1040025" y="22800"/>
                </a:lnTo>
                <a:lnTo>
                  <a:pt x="1039950" y="22650"/>
                </a:lnTo>
                <a:lnTo>
                  <a:pt x="1039800" y="22500"/>
                </a:lnTo>
                <a:lnTo>
                  <a:pt x="1039575" y="22125"/>
                </a:lnTo>
                <a:lnTo>
                  <a:pt x="1039425" y="21975"/>
                </a:lnTo>
                <a:lnTo>
                  <a:pt x="1039425" y="21900"/>
                </a:lnTo>
                <a:lnTo>
                  <a:pt x="1039350" y="21750"/>
                </a:lnTo>
                <a:lnTo>
                  <a:pt x="1039200" y="21600"/>
                </a:lnTo>
                <a:lnTo>
                  <a:pt x="1039200" y="21525"/>
                </a:lnTo>
                <a:lnTo>
                  <a:pt x="1039125" y="21375"/>
                </a:lnTo>
                <a:lnTo>
                  <a:pt x="1039050" y="21375"/>
                </a:lnTo>
                <a:lnTo>
                  <a:pt x="1038150" y="19875"/>
                </a:lnTo>
                <a:lnTo>
                  <a:pt x="1038000" y="19500"/>
                </a:lnTo>
                <a:lnTo>
                  <a:pt x="1037925" y="19500"/>
                </a:lnTo>
                <a:lnTo>
                  <a:pt x="1037775" y="19125"/>
                </a:lnTo>
                <a:lnTo>
                  <a:pt x="1037400" y="18525"/>
                </a:lnTo>
                <a:lnTo>
                  <a:pt x="1037250" y="18150"/>
                </a:lnTo>
                <a:lnTo>
                  <a:pt x="1036875" y="17550"/>
                </a:lnTo>
                <a:lnTo>
                  <a:pt x="1036725" y="17175"/>
                </a:lnTo>
                <a:lnTo>
                  <a:pt x="1036500" y="16800"/>
                </a:lnTo>
                <a:lnTo>
                  <a:pt x="1036425" y="16575"/>
                </a:lnTo>
                <a:lnTo>
                  <a:pt x="1036275" y="16425"/>
                </a:lnTo>
                <a:lnTo>
                  <a:pt x="1036200" y="16200"/>
                </a:lnTo>
                <a:lnTo>
                  <a:pt x="1036050" y="15975"/>
                </a:lnTo>
                <a:lnTo>
                  <a:pt x="1035900" y="15600"/>
                </a:lnTo>
                <a:lnTo>
                  <a:pt x="1035750" y="15450"/>
                </a:lnTo>
                <a:lnTo>
                  <a:pt x="1035525" y="14850"/>
                </a:lnTo>
                <a:lnTo>
                  <a:pt x="1035375" y="14700"/>
                </a:lnTo>
                <a:lnTo>
                  <a:pt x="1035300" y="14475"/>
                </a:lnTo>
                <a:lnTo>
                  <a:pt x="1035075" y="14100"/>
                </a:lnTo>
                <a:lnTo>
                  <a:pt x="1034925" y="13725"/>
                </a:lnTo>
                <a:lnTo>
                  <a:pt x="1034775" y="13575"/>
                </a:lnTo>
                <a:lnTo>
                  <a:pt x="1034550" y="12975"/>
                </a:lnTo>
                <a:lnTo>
                  <a:pt x="1034400" y="12825"/>
                </a:lnTo>
                <a:lnTo>
                  <a:pt x="1034250" y="12450"/>
                </a:lnTo>
                <a:lnTo>
                  <a:pt x="1034100" y="12300"/>
                </a:lnTo>
                <a:lnTo>
                  <a:pt x="1034025" y="12075"/>
                </a:lnTo>
                <a:lnTo>
                  <a:pt x="1033725" y="11550"/>
                </a:lnTo>
                <a:lnTo>
                  <a:pt x="1033500" y="11025"/>
                </a:lnTo>
                <a:lnTo>
                  <a:pt x="1033350" y="10875"/>
                </a:lnTo>
                <a:lnTo>
                  <a:pt x="1033200" y="10575"/>
                </a:lnTo>
                <a:lnTo>
                  <a:pt x="1033050" y="10425"/>
                </a:lnTo>
                <a:lnTo>
                  <a:pt x="1032825" y="9900"/>
                </a:lnTo>
                <a:lnTo>
                  <a:pt x="1032675" y="9750"/>
                </a:lnTo>
                <a:lnTo>
                  <a:pt x="1032450" y="9300"/>
                </a:lnTo>
                <a:lnTo>
                  <a:pt x="1032300" y="9150"/>
                </a:lnTo>
                <a:lnTo>
                  <a:pt x="1032000" y="8625"/>
                </a:lnTo>
                <a:lnTo>
                  <a:pt x="1031850" y="8475"/>
                </a:lnTo>
                <a:lnTo>
                  <a:pt x="1031850" y="52500"/>
                </a:lnTo>
                <a:lnTo>
                  <a:pt x="1025550" y="52500"/>
                </a:lnTo>
                <a:lnTo>
                  <a:pt x="1025550" y="2850"/>
                </a:lnTo>
                <a:lnTo>
                  <a:pt x="1028700" y="2850"/>
                </a:lnTo>
                <a:close/>
              </a:path>
            </a:pathLst>
          </a:custGeom>
          <a:solidFill>
            <a:srgbClr val="000000"/>
          </a:solidFill>
          <a:ln>
            <a:noFill/>
          </a:ln>
        </p:spPr>
        <p:txBody>
          <a:bodyPr rtlCol="0" anchor="ctr"/>
          <a:lstStyle/>
          <a:p>
            <a:pPr algn="ctr"/>
          </a:p>
        </p:txBody>
      </p:sp>
      <p:sp>
        <p:nvSpPr>
          <p:cNvPr id="10" name="Full Kül Tigin D1 / Sans / 2"/>
          <p:cNvSpPr/>
          <p:nvPr/>
        </p:nvSpPr>
        <p:spPr>
          <a:xfrm>
            <a:off x="3200972" y="3310890"/>
            <a:ext cx="8296466" cy="508635"/>
          </a:xfrm>
          <a:custGeom>
            <a:avLst/>
            <a:gdLst/>
            <a:ahLst/>
            <a:cxnLst/>
            <a:rect l="l" t="t" r="r" b="b"/>
            <a:pathLst>
              <a:path w="1088775" h="66750" stroke="0">
                <a:moveTo>
                  <a:pt x="750" y="14550"/>
                </a:moveTo>
                <a:lnTo>
                  <a:pt x="1200" y="14550"/>
                </a:lnTo>
                <a:lnTo>
                  <a:pt x="1275" y="14475"/>
                </a:lnTo>
                <a:lnTo>
                  <a:pt x="1725" y="14475"/>
                </a:lnTo>
                <a:lnTo>
                  <a:pt x="1875" y="14400"/>
                </a:lnTo>
                <a:lnTo>
                  <a:pt x="2625" y="14400"/>
                </a:lnTo>
                <a:lnTo>
                  <a:pt x="2775" y="14325"/>
                </a:lnTo>
                <a:lnTo>
                  <a:pt x="3675" y="14325"/>
                </a:lnTo>
                <a:lnTo>
                  <a:pt x="3900" y="14250"/>
                </a:lnTo>
                <a:lnTo>
                  <a:pt x="6825" y="14250"/>
                </a:lnTo>
                <a:lnTo>
                  <a:pt x="7050" y="14325"/>
                </a:lnTo>
                <a:lnTo>
                  <a:pt x="7875" y="14325"/>
                </a:lnTo>
                <a:lnTo>
                  <a:pt x="8025" y="14400"/>
                </a:lnTo>
                <a:lnTo>
                  <a:pt x="8625" y="14400"/>
                </a:lnTo>
                <a:lnTo>
                  <a:pt x="8850" y="14475"/>
                </a:lnTo>
                <a:lnTo>
                  <a:pt x="9225" y="14475"/>
                </a:lnTo>
                <a:lnTo>
                  <a:pt x="9375" y="14550"/>
                </a:lnTo>
                <a:lnTo>
                  <a:pt x="9825" y="14550"/>
                </a:lnTo>
                <a:lnTo>
                  <a:pt x="9975" y="14625"/>
                </a:lnTo>
                <a:lnTo>
                  <a:pt x="10200" y="14625"/>
                </a:lnTo>
                <a:lnTo>
                  <a:pt x="10350" y="14700"/>
                </a:lnTo>
                <a:lnTo>
                  <a:pt x="10575" y="14700"/>
                </a:lnTo>
                <a:lnTo>
                  <a:pt x="10725" y="14775"/>
                </a:lnTo>
                <a:lnTo>
                  <a:pt x="11100" y="14775"/>
                </a:lnTo>
                <a:lnTo>
                  <a:pt x="11100" y="14850"/>
                </a:lnTo>
                <a:lnTo>
                  <a:pt x="11325" y="14850"/>
                </a:lnTo>
                <a:lnTo>
                  <a:pt x="11475" y="14925"/>
                </a:lnTo>
                <a:lnTo>
                  <a:pt x="12000" y="15000"/>
                </a:lnTo>
                <a:lnTo>
                  <a:pt x="12150" y="15075"/>
                </a:lnTo>
                <a:lnTo>
                  <a:pt x="12375" y="15075"/>
                </a:lnTo>
                <a:lnTo>
                  <a:pt x="12375" y="15150"/>
                </a:lnTo>
                <a:lnTo>
                  <a:pt x="12525" y="15150"/>
                </a:lnTo>
                <a:lnTo>
                  <a:pt x="12675" y="15225"/>
                </a:lnTo>
                <a:lnTo>
                  <a:pt x="12900" y="15225"/>
                </a:lnTo>
                <a:lnTo>
                  <a:pt x="12900" y="15300"/>
                </a:lnTo>
                <a:lnTo>
                  <a:pt x="13050" y="15300"/>
                </a:lnTo>
                <a:lnTo>
                  <a:pt x="13425" y="15450"/>
                </a:lnTo>
                <a:lnTo>
                  <a:pt x="13575" y="15450"/>
                </a:lnTo>
                <a:lnTo>
                  <a:pt x="14100" y="15675"/>
                </a:lnTo>
                <a:lnTo>
                  <a:pt x="14250" y="15675"/>
                </a:lnTo>
                <a:lnTo>
                  <a:pt x="14250" y="15750"/>
                </a:lnTo>
                <a:lnTo>
                  <a:pt x="14400" y="15750"/>
                </a:lnTo>
                <a:lnTo>
                  <a:pt x="15225" y="16125"/>
                </a:lnTo>
                <a:lnTo>
                  <a:pt x="15375" y="16125"/>
                </a:lnTo>
                <a:lnTo>
                  <a:pt x="15375" y="16200"/>
                </a:lnTo>
                <a:lnTo>
                  <a:pt x="15525" y="16200"/>
                </a:lnTo>
                <a:lnTo>
                  <a:pt x="16425" y="16650"/>
                </a:lnTo>
                <a:lnTo>
                  <a:pt x="16500" y="16650"/>
                </a:lnTo>
                <a:lnTo>
                  <a:pt x="16575" y="16725"/>
                </a:lnTo>
                <a:lnTo>
                  <a:pt x="17025" y="16950"/>
                </a:lnTo>
                <a:lnTo>
                  <a:pt x="17025" y="17025"/>
                </a:lnTo>
                <a:lnTo>
                  <a:pt x="17175" y="17025"/>
                </a:lnTo>
                <a:lnTo>
                  <a:pt x="17175" y="17100"/>
                </a:lnTo>
                <a:lnTo>
                  <a:pt x="17775" y="17400"/>
                </a:lnTo>
                <a:lnTo>
                  <a:pt x="17850" y="17475"/>
                </a:lnTo>
                <a:lnTo>
                  <a:pt x="17925" y="17475"/>
                </a:lnTo>
                <a:lnTo>
                  <a:pt x="18000" y="17550"/>
                </a:lnTo>
                <a:lnTo>
                  <a:pt x="18075" y="17550"/>
                </a:lnTo>
                <a:lnTo>
                  <a:pt x="18150" y="17625"/>
                </a:lnTo>
                <a:lnTo>
                  <a:pt x="18150" y="17700"/>
                </a:lnTo>
                <a:lnTo>
                  <a:pt x="18600" y="17925"/>
                </a:lnTo>
                <a:lnTo>
                  <a:pt x="18675" y="18000"/>
                </a:lnTo>
                <a:lnTo>
                  <a:pt x="18750" y="18000"/>
                </a:lnTo>
                <a:lnTo>
                  <a:pt x="18825" y="18075"/>
                </a:lnTo>
                <a:lnTo>
                  <a:pt x="18825" y="18150"/>
                </a:lnTo>
                <a:lnTo>
                  <a:pt x="19125" y="18300"/>
                </a:lnTo>
                <a:lnTo>
                  <a:pt x="19350" y="18525"/>
                </a:lnTo>
                <a:lnTo>
                  <a:pt x="19575" y="18675"/>
                </a:lnTo>
                <a:lnTo>
                  <a:pt x="19650" y="18675"/>
                </a:lnTo>
                <a:lnTo>
                  <a:pt x="19725" y="18825"/>
                </a:lnTo>
                <a:lnTo>
                  <a:pt x="19875" y="18900"/>
                </a:lnTo>
                <a:lnTo>
                  <a:pt x="20175" y="19200"/>
                </a:lnTo>
                <a:lnTo>
                  <a:pt x="20250" y="19200"/>
                </a:lnTo>
                <a:lnTo>
                  <a:pt x="20325" y="19275"/>
                </a:lnTo>
                <a:lnTo>
                  <a:pt x="20325" y="19350"/>
                </a:lnTo>
                <a:lnTo>
                  <a:pt x="20400" y="19425"/>
                </a:lnTo>
                <a:lnTo>
                  <a:pt x="20475" y="19425"/>
                </a:lnTo>
                <a:lnTo>
                  <a:pt x="20625" y="19650"/>
                </a:lnTo>
                <a:lnTo>
                  <a:pt x="20700" y="19650"/>
                </a:lnTo>
                <a:lnTo>
                  <a:pt x="21300" y="20250"/>
                </a:lnTo>
                <a:lnTo>
                  <a:pt x="21300" y="20325"/>
                </a:lnTo>
                <a:lnTo>
                  <a:pt x="21450" y="20400"/>
                </a:lnTo>
                <a:lnTo>
                  <a:pt x="21525" y="20475"/>
                </a:lnTo>
                <a:lnTo>
                  <a:pt x="21525" y="20550"/>
                </a:lnTo>
                <a:lnTo>
                  <a:pt x="21750" y="20700"/>
                </a:lnTo>
                <a:lnTo>
                  <a:pt x="21750" y="20775"/>
                </a:lnTo>
                <a:lnTo>
                  <a:pt x="22125" y="21150"/>
                </a:lnTo>
                <a:lnTo>
                  <a:pt x="22125" y="21225"/>
                </a:lnTo>
                <a:lnTo>
                  <a:pt x="22275" y="21450"/>
                </a:lnTo>
                <a:lnTo>
                  <a:pt x="22350" y="21450"/>
                </a:lnTo>
                <a:lnTo>
                  <a:pt x="22425" y="21525"/>
                </a:lnTo>
                <a:lnTo>
                  <a:pt x="22725" y="22050"/>
                </a:lnTo>
                <a:lnTo>
                  <a:pt x="22800" y="22050"/>
                </a:lnTo>
                <a:lnTo>
                  <a:pt x="22875" y="22125"/>
                </a:lnTo>
                <a:lnTo>
                  <a:pt x="22875" y="22200"/>
                </a:lnTo>
                <a:lnTo>
                  <a:pt x="23100" y="22500"/>
                </a:lnTo>
                <a:lnTo>
                  <a:pt x="23250" y="22800"/>
                </a:lnTo>
                <a:lnTo>
                  <a:pt x="23550" y="23250"/>
                </a:lnTo>
                <a:lnTo>
                  <a:pt x="23550" y="23325"/>
                </a:lnTo>
                <a:lnTo>
                  <a:pt x="23775" y="23625"/>
                </a:lnTo>
                <a:lnTo>
                  <a:pt x="23775" y="23700"/>
                </a:lnTo>
                <a:lnTo>
                  <a:pt x="24075" y="24150"/>
                </a:lnTo>
                <a:lnTo>
                  <a:pt x="24075" y="24300"/>
                </a:lnTo>
                <a:lnTo>
                  <a:pt x="24150" y="24300"/>
                </a:lnTo>
                <a:lnTo>
                  <a:pt x="24150" y="24450"/>
                </a:lnTo>
                <a:lnTo>
                  <a:pt x="24300" y="24675"/>
                </a:lnTo>
                <a:lnTo>
                  <a:pt x="24300" y="24750"/>
                </a:lnTo>
                <a:lnTo>
                  <a:pt x="24375" y="24825"/>
                </a:lnTo>
                <a:lnTo>
                  <a:pt x="24375" y="24975"/>
                </a:lnTo>
                <a:lnTo>
                  <a:pt x="24450" y="24975"/>
                </a:lnTo>
                <a:lnTo>
                  <a:pt x="24450" y="25125"/>
                </a:lnTo>
                <a:lnTo>
                  <a:pt x="24600" y="25350"/>
                </a:lnTo>
                <a:lnTo>
                  <a:pt x="24600" y="25500"/>
                </a:lnTo>
                <a:lnTo>
                  <a:pt x="24675" y="25500"/>
                </a:lnTo>
                <a:lnTo>
                  <a:pt x="24675" y="25650"/>
                </a:lnTo>
                <a:lnTo>
                  <a:pt x="24750" y="25800"/>
                </a:lnTo>
                <a:lnTo>
                  <a:pt x="24750" y="25875"/>
                </a:lnTo>
                <a:lnTo>
                  <a:pt x="24825" y="25950"/>
                </a:lnTo>
                <a:lnTo>
                  <a:pt x="24825" y="26100"/>
                </a:lnTo>
                <a:lnTo>
                  <a:pt x="24900" y="26175"/>
                </a:lnTo>
                <a:lnTo>
                  <a:pt x="24900" y="26325"/>
                </a:lnTo>
                <a:lnTo>
                  <a:pt x="24975" y="26475"/>
                </a:lnTo>
                <a:lnTo>
                  <a:pt x="24975" y="26625"/>
                </a:lnTo>
                <a:lnTo>
                  <a:pt x="25050" y="26625"/>
                </a:lnTo>
                <a:lnTo>
                  <a:pt x="25050" y="26775"/>
                </a:lnTo>
                <a:lnTo>
                  <a:pt x="25125" y="26850"/>
                </a:lnTo>
                <a:lnTo>
                  <a:pt x="25125" y="27000"/>
                </a:lnTo>
                <a:lnTo>
                  <a:pt x="25200" y="27150"/>
                </a:lnTo>
                <a:lnTo>
                  <a:pt x="25200" y="27300"/>
                </a:lnTo>
                <a:lnTo>
                  <a:pt x="25275" y="27450"/>
                </a:lnTo>
                <a:lnTo>
                  <a:pt x="25275" y="27675"/>
                </a:lnTo>
                <a:lnTo>
                  <a:pt x="25350" y="27750"/>
                </a:lnTo>
                <a:lnTo>
                  <a:pt x="25350" y="27975"/>
                </a:lnTo>
                <a:lnTo>
                  <a:pt x="25425" y="28125"/>
                </a:lnTo>
                <a:lnTo>
                  <a:pt x="25425" y="28425"/>
                </a:lnTo>
                <a:lnTo>
                  <a:pt x="25500" y="28575"/>
                </a:lnTo>
                <a:lnTo>
                  <a:pt x="25500" y="28875"/>
                </a:lnTo>
                <a:lnTo>
                  <a:pt x="25575" y="28950"/>
                </a:lnTo>
                <a:lnTo>
                  <a:pt x="25575" y="29400"/>
                </a:lnTo>
                <a:lnTo>
                  <a:pt x="25650" y="29400"/>
                </a:lnTo>
                <a:lnTo>
                  <a:pt x="25650" y="30150"/>
                </a:lnTo>
                <a:lnTo>
                  <a:pt x="25725" y="30300"/>
                </a:lnTo>
                <a:lnTo>
                  <a:pt x="25725" y="32625"/>
                </a:lnTo>
                <a:lnTo>
                  <a:pt x="25650" y="32700"/>
                </a:lnTo>
                <a:lnTo>
                  <a:pt x="25650" y="33450"/>
                </a:lnTo>
                <a:lnTo>
                  <a:pt x="25575" y="33450"/>
                </a:lnTo>
                <a:lnTo>
                  <a:pt x="25575" y="33900"/>
                </a:lnTo>
                <a:lnTo>
                  <a:pt x="25500" y="34050"/>
                </a:lnTo>
                <a:lnTo>
                  <a:pt x="25500" y="34425"/>
                </a:lnTo>
                <a:lnTo>
                  <a:pt x="25425" y="34500"/>
                </a:lnTo>
                <a:lnTo>
                  <a:pt x="25425" y="34725"/>
                </a:lnTo>
                <a:lnTo>
                  <a:pt x="25350" y="34875"/>
                </a:lnTo>
                <a:lnTo>
                  <a:pt x="25350" y="35175"/>
                </a:lnTo>
                <a:lnTo>
                  <a:pt x="25275" y="35325"/>
                </a:lnTo>
                <a:lnTo>
                  <a:pt x="25275" y="35475"/>
                </a:lnTo>
                <a:lnTo>
                  <a:pt x="25200" y="35625"/>
                </a:lnTo>
                <a:lnTo>
                  <a:pt x="25200" y="35775"/>
                </a:lnTo>
                <a:lnTo>
                  <a:pt x="25125" y="35850"/>
                </a:lnTo>
                <a:lnTo>
                  <a:pt x="25125" y="36075"/>
                </a:lnTo>
                <a:lnTo>
                  <a:pt x="25050" y="36150"/>
                </a:lnTo>
                <a:lnTo>
                  <a:pt x="25050" y="36300"/>
                </a:lnTo>
                <a:lnTo>
                  <a:pt x="24975" y="36450"/>
                </a:lnTo>
                <a:lnTo>
                  <a:pt x="24975" y="36600"/>
                </a:lnTo>
                <a:lnTo>
                  <a:pt x="24900" y="36600"/>
                </a:lnTo>
                <a:lnTo>
                  <a:pt x="24900" y="36750"/>
                </a:lnTo>
                <a:lnTo>
                  <a:pt x="24825" y="36900"/>
                </a:lnTo>
                <a:lnTo>
                  <a:pt x="24825" y="37050"/>
                </a:lnTo>
                <a:lnTo>
                  <a:pt x="24675" y="37275"/>
                </a:lnTo>
                <a:lnTo>
                  <a:pt x="24675" y="37500"/>
                </a:lnTo>
                <a:lnTo>
                  <a:pt x="24525" y="37725"/>
                </a:lnTo>
                <a:lnTo>
                  <a:pt x="24525" y="37875"/>
                </a:lnTo>
                <a:lnTo>
                  <a:pt x="24450" y="37875"/>
                </a:lnTo>
                <a:lnTo>
                  <a:pt x="24450" y="38025"/>
                </a:lnTo>
                <a:lnTo>
                  <a:pt x="24300" y="38250"/>
                </a:lnTo>
                <a:lnTo>
                  <a:pt x="24300" y="38325"/>
                </a:lnTo>
                <a:lnTo>
                  <a:pt x="24225" y="38400"/>
                </a:lnTo>
                <a:lnTo>
                  <a:pt x="24225" y="38550"/>
                </a:lnTo>
                <a:lnTo>
                  <a:pt x="23925" y="39150"/>
                </a:lnTo>
                <a:lnTo>
                  <a:pt x="23850" y="39225"/>
                </a:lnTo>
                <a:lnTo>
                  <a:pt x="23850" y="39300"/>
                </a:lnTo>
                <a:lnTo>
                  <a:pt x="23700" y="39525"/>
                </a:lnTo>
                <a:lnTo>
                  <a:pt x="23700" y="39675"/>
                </a:lnTo>
                <a:lnTo>
                  <a:pt x="23625" y="39675"/>
                </a:lnTo>
                <a:lnTo>
                  <a:pt x="23625" y="39825"/>
                </a:lnTo>
                <a:lnTo>
                  <a:pt x="23550" y="39825"/>
                </a:lnTo>
                <a:lnTo>
                  <a:pt x="23550" y="39900"/>
                </a:lnTo>
                <a:lnTo>
                  <a:pt x="23475" y="39975"/>
                </a:lnTo>
                <a:lnTo>
                  <a:pt x="23475" y="40050"/>
                </a:lnTo>
                <a:lnTo>
                  <a:pt x="23400" y="40125"/>
                </a:lnTo>
                <a:lnTo>
                  <a:pt x="23400" y="40200"/>
                </a:lnTo>
                <a:lnTo>
                  <a:pt x="23325" y="40200"/>
                </a:lnTo>
                <a:lnTo>
                  <a:pt x="23325" y="40350"/>
                </a:lnTo>
                <a:lnTo>
                  <a:pt x="23250" y="40350"/>
                </a:lnTo>
                <a:lnTo>
                  <a:pt x="23250" y="40500"/>
                </a:lnTo>
                <a:lnTo>
                  <a:pt x="23175" y="40500"/>
                </a:lnTo>
                <a:lnTo>
                  <a:pt x="23100" y="40575"/>
                </a:lnTo>
                <a:lnTo>
                  <a:pt x="23100" y="40650"/>
                </a:lnTo>
                <a:lnTo>
                  <a:pt x="23025" y="40725"/>
                </a:lnTo>
                <a:lnTo>
                  <a:pt x="22800" y="41175"/>
                </a:lnTo>
                <a:lnTo>
                  <a:pt x="22725" y="41250"/>
                </a:lnTo>
                <a:lnTo>
                  <a:pt x="22725" y="41325"/>
                </a:lnTo>
                <a:lnTo>
                  <a:pt x="22575" y="41550"/>
                </a:lnTo>
                <a:lnTo>
                  <a:pt x="22500" y="41550"/>
                </a:lnTo>
                <a:lnTo>
                  <a:pt x="22200" y="42075"/>
                </a:lnTo>
                <a:lnTo>
                  <a:pt x="22050" y="42150"/>
                </a:lnTo>
                <a:lnTo>
                  <a:pt x="22050" y="42225"/>
                </a:lnTo>
                <a:lnTo>
                  <a:pt x="21975" y="42300"/>
                </a:lnTo>
                <a:lnTo>
                  <a:pt x="21825" y="42600"/>
                </a:lnTo>
                <a:lnTo>
                  <a:pt x="21750" y="42600"/>
                </a:lnTo>
                <a:lnTo>
                  <a:pt x="21675" y="42675"/>
                </a:lnTo>
                <a:lnTo>
                  <a:pt x="21525" y="42975"/>
                </a:lnTo>
                <a:lnTo>
                  <a:pt x="21450" y="42975"/>
                </a:lnTo>
                <a:lnTo>
                  <a:pt x="21375" y="43050"/>
                </a:lnTo>
                <a:lnTo>
                  <a:pt x="21300" y="43200"/>
                </a:lnTo>
                <a:lnTo>
                  <a:pt x="21075" y="43425"/>
                </a:lnTo>
                <a:lnTo>
                  <a:pt x="21000" y="43575"/>
                </a:lnTo>
                <a:lnTo>
                  <a:pt x="20925" y="43575"/>
                </a:lnTo>
                <a:lnTo>
                  <a:pt x="20850" y="43650"/>
                </a:lnTo>
                <a:lnTo>
                  <a:pt x="20850" y="43725"/>
                </a:lnTo>
                <a:lnTo>
                  <a:pt x="20775" y="43800"/>
                </a:lnTo>
                <a:lnTo>
                  <a:pt x="20700" y="43800"/>
                </a:lnTo>
                <a:lnTo>
                  <a:pt x="20625" y="43950"/>
                </a:lnTo>
                <a:lnTo>
                  <a:pt x="20175" y="44400"/>
                </a:lnTo>
                <a:lnTo>
                  <a:pt x="20100" y="44550"/>
                </a:lnTo>
                <a:lnTo>
                  <a:pt x="20025" y="44550"/>
                </a:lnTo>
                <a:lnTo>
                  <a:pt x="19575" y="45000"/>
                </a:lnTo>
                <a:lnTo>
                  <a:pt x="19425" y="45075"/>
                </a:lnTo>
                <a:lnTo>
                  <a:pt x="19425" y="45150"/>
                </a:lnTo>
                <a:lnTo>
                  <a:pt x="19200" y="45300"/>
                </a:lnTo>
                <a:lnTo>
                  <a:pt x="19200" y="45375"/>
                </a:lnTo>
                <a:lnTo>
                  <a:pt x="19050" y="45450"/>
                </a:lnTo>
                <a:lnTo>
                  <a:pt x="18975" y="45525"/>
                </a:lnTo>
                <a:lnTo>
                  <a:pt x="18975" y="45600"/>
                </a:lnTo>
                <a:lnTo>
                  <a:pt x="18675" y="45750"/>
                </a:lnTo>
                <a:lnTo>
                  <a:pt x="18675" y="45825"/>
                </a:lnTo>
                <a:lnTo>
                  <a:pt x="18600" y="45900"/>
                </a:lnTo>
                <a:lnTo>
                  <a:pt x="18525" y="45900"/>
                </a:lnTo>
                <a:lnTo>
                  <a:pt x="18300" y="46125"/>
                </a:lnTo>
                <a:lnTo>
                  <a:pt x="17850" y="46425"/>
                </a:lnTo>
                <a:lnTo>
                  <a:pt x="17625" y="46650"/>
                </a:lnTo>
                <a:lnTo>
                  <a:pt x="17475" y="46725"/>
                </a:lnTo>
                <a:lnTo>
                  <a:pt x="17325" y="46875"/>
                </a:lnTo>
                <a:lnTo>
                  <a:pt x="17025" y="47025"/>
                </a:lnTo>
                <a:lnTo>
                  <a:pt x="16875" y="47175"/>
                </a:lnTo>
                <a:lnTo>
                  <a:pt x="16575" y="47325"/>
                </a:lnTo>
                <a:lnTo>
                  <a:pt x="16425" y="47475"/>
                </a:lnTo>
                <a:lnTo>
                  <a:pt x="15975" y="47700"/>
                </a:lnTo>
                <a:lnTo>
                  <a:pt x="15975" y="47775"/>
                </a:lnTo>
                <a:lnTo>
                  <a:pt x="15375" y="48075"/>
                </a:lnTo>
                <a:lnTo>
                  <a:pt x="15375" y="48150"/>
                </a:lnTo>
                <a:lnTo>
                  <a:pt x="14550" y="48525"/>
                </a:lnTo>
                <a:lnTo>
                  <a:pt x="14550" y="48600"/>
                </a:lnTo>
                <a:lnTo>
                  <a:pt x="14250" y="48750"/>
                </a:lnTo>
                <a:lnTo>
                  <a:pt x="14175" y="48750"/>
                </a:lnTo>
                <a:lnTo>
                  <a:pt x="13575" y="49050"/>
                </a:lnTo>
                <a:lnTo>
                  <a:pt x="13500" y="49050"/>
                </a:lnTo>
                <a:lnTo>
                  <a:pt x="13050" y="49275"/>
                </a:lnTo>
                <a:lnTo>
                  <a:pt x="12825" y="49350"/>
                </a:lnTo>
                <a:lnTo>
                  <a:pt x="12825" y="49425"/>
                </a:lnTo>
                <a:lnTo>
                  <a:pt x="12675" y="49425"/>
                </a:lnTo>
                <a:lnTo>
                  <a:pt x="12675" y="49500"/>
                </a:lnTo>
                <a:lnTo>
                  <a:pt x="12525" y="49500"/>
                </a:lnTo>
                <a:lnTo>
                  <a:pt x="12525" y="49575"/>
                </a:lnTo>
                <a:lnTo>
                  <a:pt x="12300" y="49575"/>
                </a:lnTo>
                <a:lnTo>
                  <a:pt x="12300" y="49650"/>
                </a:lnTo>
                <a:lnTo>
                  <a:pt x="12150" y="49650"/>
                </a:lnTo>
                <a:lnTo>
                  <a:pt x="12150" y="49725"/>
                </a:lnTo>
                <a:lnTo>
                  <a:pt x="12000" y="49725"/>
                </a:lnTo>
                <a:lnTo>
                  <a:pt x="11925" y="49800"/>
                </a:lnTo>
                <a:lnTo>
                  <a:pt x="11775" y="49800"/>
                </a:lnTo>
                <a:lnTo>
                  <a:pt x="11625" y="49875"/>
                </a:lnTo>
                <a:lnTo>
                  <a:pt x="11550" y="49875"/>
                </a:lnTo>
                <a:lnTo>
                  <a:pt x="10500" y="50325"/>
                </a:lnTo>
                <a:lnTo>
                  <a:pt x="10275" y="50400"/>
                </a:lnTo>
                <a:lnTo>
                  <a:pt x="10050" y="50400"/>
                </a:lnTo>
                <a:lnTo>
                  <a:pt x="9750" y="50550"/>
                </a:lnTo>
                <a:lnTo>
                  <a:pt x="9675" y="50550"/>
                </a:lnTo>
                <a:lnTo>
                  <a:pt x="9300" y="50700"/>
                </a:lnTo>
                <a:lnTo>
                  <a:pt x="9075" y="50700"/>
                </a:lnTo>
                <a:lnTo>
                  <a:pt x="8550" y="50925"/>
                </a:lnTo>
                <a:lnTo>
                  <a:pt x="8625" y="50925"/>
                </a:lnTo>
                <a:lnTo>
                  <a:pt x="9075" y="51450"/>
                </a:lnTo>
                <a:lnTo>
                  <a:pt x="9300" y="51600"/>
                </a:lnTo>
                <a:lnTo>
                  <a:pt x="10200" y="52500"/>
                </a:lnTo>
                <a:lnTo>
                  <a:pt x="10425" y="52650"/>
                </a:lnTo>
                <a:lnTo>
                  <a:pt x="11175" y="53400"/>
                </a:lnTo>
                <a:lnTo>
                  <a:pt x="11400" y="53550"/>
                </a:lnTo>
                <a:lnTo>
                  <a:pt x="12000" y="54150"/>
                </a:lnTo>
                <a:lnTo>
                  <a:pt x="12150" y="54375"/>
                </a:lnTo>
                <a:lnTo>
                  <a:pt x="12300" y="54525"/>
                </a:lnTo>
                <a:lnTo>
                  <a:pt x="12525" y="54675"/>
                </a:lnTo>
                <a:lnTo>
                  <a:pt x="13275" y="55425"/>
                </a:lnTo>
                <a:lnTo>
                  <a:pt x="13500" y="55575"/>
                </a:lnTo>
                <a:lnTo>
                  <a:pt x="14250" y="56325"/>
                </a:lnTo>
                <a:lnTo>
                  <a:pt x="14475" y="56475"/>
                </a:lnTo>
                <a:lnTo>
                  <a:pt x="16350" y="58350"/>
                </a:lnTo>
                <a:lnTo>
                  <a:pt x="16575" y="58500"/>
                </a:lnTo>
                <a:lnTo>
                  <a:pt x="17325" y="59250"/>
                </a:lnTo>
                <a:lnTo>
                  <a:pt x="17550" y="59400"/>
                </a:lnTo>
                <a:lnTo>
                  <a:pt x="18450" y="60300"/>
                </a:lnTo>
                <a:lnTo>
                  <a:pt x="18675" y="60450"/>
                </a:lnTo>
                <a:lnTo>
                  <a:pt x="18825" y="60600"/>
                </a:lnTo>
                <a:lnTo>
                  <a:pt x="18975" y="60825"/>
                </a:lnTo>
                <a:lnTo>
                  <a:pt x="19425" y="61275"/>
                </a:lnTo>
                <a:lnTo>
                  <a:pt x="19650" y="61425"/>
                </a:lnTo>
                <a:lnTo>
                  <a:pt x="20550" y="62325"/>
                </a:lnTo>
                <a:lnTo>
                  <a:pt x="20775" y="62475"/>
                </a:lnTo>
                <a:lnTo>
                  <a:pt x="21375" y="63075"/>
                </a:lnTo>
                <a:lnTo>
                  <a:pt x="17325" y="66750"/>
                </a:lnTo>
                <a:lnTo>
                  <a:pt x="16200" y="65700"/>
                </a:lnTo>
                <a:lnTo>
                  <a:pt x="15975" y="65550"/>
                </a:lnTo>
                <a:lnTo>
                  <a:pt x="15675" y="65250"/>
                </a:lnTo>
                <a:lnTo>
                  <a:pt x="15525" y="65025"/>
                </a:lnTo>
                <a:lnTo>
                  <a:pt x="15075" y="64575"/>
                </a:lnTo>
                <a:lnTo>
                  <a:pt x="14850" y="64425"/>
                </a:lnTo>
                <a:lnTo>
                  <a:pt x="14100" y="63675"/>
                </a:lnTo>
                <a:lnTo>
                  <a:pt x="13875" y="63525"/>
                </a:lnTo>
                <a:lnTo>
                  <a:pt x="13125" y="62775"/>
                </a:lnTo>
                <a:lnTo>
                  <a:pt x="12900" y="62625"/>
                </a:lnTo>
                <a:lnTo>
                  <a:pt x="12450" y="62175"/>
                </a:lnTo>
                <a:lnTo>
                  <a:pt x="12300" y="61950"/>
                </a:lnTo>
                <a:lnTo>
                  <a:pt x="12000" y="61650"/>
                </a:lnTo>
                <a:lnTo>
                  <a:pt x="11775" y="61500"/>
                </a:lnTo>
                <a:lnTo>
                  <a:pt x="11025" y="60750"/>
                </a:lnTo>
                <a:lnTo>
                  <a:pt x="10800" y="60600"/>
                </a:lnTo>
                <a:lnTo>
                  <a:pt x="9900" y="59700"/>
                </a:lnTo>
                <a:lnTo>
                  <a:pt x="9675" y="59550"/>
                </a:lnTo>
                <a:lnTo>
                  <a:pt x="9075" y="58950"/>
                </a:lnTo>
                <a:lnTo>
                  <a:pt x="8925" y="58725"/>
                </a:lnTo>
                <a:lnTo>
                  <a:pt x="8700" y="58575"/>
                </a:lnTo>
                <a:lnTo>
                  <a:pt x="7950" y="57825"/>
                </a:lnTo>
                <a:lnTo>
                  <a:pt x="7725" y="57675"/>
                </a:lnTo>
                <a:lnTo>
                  <a:pt x="6825" y="56775"/>
                </a:lnTo>
                <a:lnTo>
                  <a:pt x="6600" y="56625"/>
                </a:lnTo>
                <a:lnTo>
                  <a:pt x="5850" y="55875"/>
                </a:lnTo>
                <a:lnTo>
                  <a:pt x="5625" y="55725"/>
                </a:lnTo>
                <a:lnTo>
                  <a:pt x="5475" y="55500"/>
                </a:lnTo>
                <a:lnTo>
                  <a:pt x="4875" y="54900"/>
                </a:lnTo>
                <a:lnTo>
                  <a:pt x="4650" y="54750"/>
                </a:lnTo>
                <a:lnTo>
                  <a:pt x="3750" y="53850"/>
                </a:lnTo>
                <a:lnTo>
                  <a:pt x="3525" y="53700"/>
                </a:lnTo>
                <a:lnTo>
                  <a:pt x="2775" y="52950"/>
                </a:lnTo>
                <a:lnTo>
                  <a:pt x="2550" y="52800"/>
                </a:lnTo>
                <a:lnTo>
                  <a:pt x="2100" y="52275"/>
                </a:lnTo>
                <a:lnTo>
                  <a:pt x="1650" y="51825"/>
                </a:lnTo>
                <a:lnTo>
                  <a:pt x="825" y="51075"/>
                </a:lnTo>
                <a:lnTo>
                  <a:pt x="525" y="50850"/>
                </a:lnTo>
                <a:lnTo>
                  <a:pt x="75" y="49875"/>
                </a:lnTo>
                <a:lnTo>
                  <a:pt x="0" y="49575"/>
                </a:lnTo>
                <a:lnTo>
                  <a:pt x="0" y="48900"/>
                </a:lnTo>
                <a:lnTo>
                  <a:pt x="75" y="48525"/>
                </a:lnTo>
                <a:lnTo>
                  <a:pt x="375" y="47925"/>
                </a:lnTo>
                <a:lnTo>
                  <a:pt x="600" y="47625"/>
                </a:lnTo>
                <a:lnTo>
                  <a:pt x="900" y="47400"/>
                </a:lnTo>
                <a:lnTo>
                  <a:pt x="1125" y="47175"/>
                </a:lnTo>
                <a:lnTo>
                  <a:pt x="1800" y="46800"/>
                </a:lnTo>
                <a:lnTo>
                  <a:pt x="2550" y="46650"/>
                </a:lnTo>
                <a:lnTo>
                  <a:pt x="2700" y="46650"/>
                </a:lnTo>
                <a:lnTo>
                  <a:pt x="2925" y="46575"/>
                </a:lnTo>
                <a:lnTo>
                  <a:pt x="3300" y="46575"/>
                </a:lnTo>
                <a:lnTo>
                  <a:pt x="3450" y="46500"/>
                </a:lnTo>
                <a:lnTo>
                  <a:pt x="3825" y="46500"/>
                </a:lnTo>
                <a:lnTo>
                  <a:pt x="4050" y="46425"/>
                </a:lnTo>
                <a:lnTo>
                  <a:pt x="4350" y="46425"/>
                </a:lnTo>
                <a:lnTo>
                  <a:pt x="4575" y="46350"/>
                </a:lnTo>
                <a:lnTo>
                  <a:pt x="5100" y="46275"/>
                </a:lnTo>
                <a:lnTo>
                  <a:pt x="5250" y="46200"/>
                </a:lnTo>
                <a:lnTo>
                  <a:pt x="5625" y="46200"/>
                </a:lnTo>
                <a:lnTo>
                  <a:pt x="5775" y="46125"/>
                </a:lnTo>
                <a:lnTo>
                  <a:pt x="6300" y="46050"/>
                </a:lnTo>
                <a:lnTo>
                  <a:pt x="6600" y="45900"/>
                </a:lnTo>
                <a:lnTo>
                  <a:pt x="6750" y="45900"/>
                </a:lnTo>
                <a:lnTo>
                  <a:pt x="6975" y="45825"/>
                </a:lnTo>
                <a:lnTo>
                  <a:pt x="7125" y="45825"/>
                </a:lnTo>
                <a:lnTo>
                  <a:pt x="7275" y="45750"/>
                </a:lnTo>
                <a:lnTo>
                  <a:pt x="7425" y="45750"/>
                </a:lnTo>
                <a:lnTo>
                  <a:pt x="7725" y="45600"/>
                </a:lnTo>
                <a:lnTo>
                  <a:pt x="7875" y="45600"/>
                </a:lnTo>
                <a:lnTo>
                  <a:pt x="8175" y="45450"/>
                </a:lnTo>
                <a:lnTo>
                  <a:pt x="8325" y="45450"/>
                </a:lnTo>
                <a:lnTo>
                  <a:pt x="8625" y="45300"/>
                </a:lnTo>
                <a:lnTo>
                  <a:pt x="8775" y="45300"/>
                </a:lnTo>
                <a:lnTo>
                  <a:pt x="9075" y="45150"/>
                </a:lnTo>
                <a:lnTo>
                  <a:pt x="9225" y="45150"/>
                </a:lnTo>
                <a:lnTo>
                  <a:pt x="9675" y="44925"/>
                </a:lnTo>
                <a:lnTo>
                  <a:pt x="9825" y="44925"/>
                </a:lnTo>
                <a:lnTo>
                  <a:pt x="10275" y="44700"/>
                </a:lnTo>
                <a:lnTo>
                  <a:pt x="10350" y="44625"/>
                </a:lnTo>
                <a:lnTo>
                  <a:pt x="10500" y="44625"/>
                </a:lnTo>
                <a:lnTo>
                  <a:pt x="11325" y="44175"/>
                </a:lnTo>
                <a:lnTo>
                  <a:pt x="11475" y="44175"/>
                </a:lnTo>
                <a:lnTo>
                  <a:pt x="11550" y="44100"/>
                </a:lnTo>
                <a:lnTo>
                  <a:pt x="12600" y="43500"/>
                </a:lnTo>
                <a:lnTo>
                  <a:pt x="13950" y="42600"/>
                </a:lnTo>
                <a:lnTo>
                  <a:pt x="14100" y="42450"/>
                </a:lnTo>
                <a:lnTo>
                  <a:pt x="14775" y="42000"/>
                </a:lnTo>
                <a:lnTo>
                  <a:pt x="15300" y="41475"/>
                </a:lnTo>
                <a:lnTo>
                  <a:pt x="15450" y="41400"/>
                </a:lnTo>
                <a:lnTo>
                  <a:pt x="15675" y="41175"/>
                </a:lnTo>
                <a:lnTo>
                  <a:pt x="15750" y="41025"/>
                </a:lnTo>
                <a:lnTo>
                  <a:pt x="15900" y="40950"/>
                </a:lnTo>
                <a:lnTo>
                  <a:pt x="16200" y="40650"/>
                </a:lnTo>
                <a:lnTo>
                  <a:pt x="16350" y="40425"/>
                </a:lnTo>
                <a:lnTo>
                  <a:pt x="16500" y="40350"/>
                </a:lnTo>
                <a:lnTo>
                  <a:pt x="16650" y="40200"/>
                </a:lnTo>
                <a:lnTo>
                  <a:pt x="16725" y="40050"/>
                </a:lnTo>
                <a:lnTo>
                  <a:pt x="16950" y="39825"/>
                </a:lnTo>
                <a:lnTo>
                  <a:pt x="17025" y="39675"/>
                </a:lnTo>
                <a:lnTo>
                  <a:pt x="17250" y="39450"/>
                </a:lnTo>
                <a:lnTo>
                  <a:pt x="17325" y="39300"/>
                </a:lnTo>
                <a:lnTo>
                  <a:pt x="17475" y="39150"/>
                </a:lnTo>
                <a:lnTo>
                  <a:pt x="17475" y="39075"/>
                </a:lnTo>
                <a:lnTo>
                  <a:pt x="17550" y="38925"/>
                </a:lnTo>
                <a:lnTo>
                  <a:pt x="17925" y="38475"/>
                </a:lnTo>
                <a:lnTo>
                  <a:pt x="17925" y="38400"/>
                </a:lnTo>
                <a:lnTo>
                  <a:pt x="18000" y="38250"/>
                </a:lnTo>
                <a:lnTo>
                  <a:pt x="18150" y="38100"/>
                </a:lnTo>
                <a:lnTo>
                  <a:pt x="18225" y="37950"/>
                </a:lnTo>
                <a:lnTo>
                  <a:pt x="18225" y="37875"/>
                </a:lnTo>
                <a:lnTo>
                  <a:pt x="18450" y="37575"/>
                </a:lnTo>
                <a:lnTo>
                  <a:pt x="18450" y="37500"/>
                </a:lnTo>
                <a:lnTo>
                  <a:pt x="18600" y="37275"/>
                </a:lnTo>
                <a:lnTo>
                  <a:pt x="18600" y="37200"/>
                </a:lnTo>
                <a:lnTo>
                  <a:pt x="18750" y="36975"/>
                </a:lnTo>
                <a:lnTo>
                  <a:pt x="18750" y="36900"/>
                </a:lnTo>
                <a:lnTo>
                  <a:pt x="18825" y="36750"/>
                </a:lnTo>
                <a:lnTo>
                  <a:pt x="18900" y="36675"/>
                </a:lnTo>
                <a:lnTo>
                  <a:pt x="18975" y="36375"/>
                </a:lnTo>
                <a:lnTo>
                  <a:pt x="19050" y="36300"/>
                </a:lnTo>
                <a:lnTo>
                  <a:pt x="19125" y="36150"/>
                </a:lnTo>
                <a:lnTo>
                  <a:pt x="19125" y="36075"/>
                </a:lnTo>
                <a:lnTo>
                  <a:pt x="19200" y="36000"/>
                </a:lnTo>
                <a:lnTo>
                  <a:pt x="19200" y="35850"/>
                </a:lnTo>
                <a:lnTo>
                  <a:pt x="19275" y="35775"/>
                </a:lnTo>
                <a:lnTo>
                  <a:pt x="19275" y="35700"/>
                </a:lnTo>
                <a:lnTo>
                  <a:pt x="19425" y="35325"/>
                </a:lnTo>
                <a:lnTo>
                  <a:pt x="19425" y="35175"/>
                </a:lnTo>
                <a:lnTo>
                  <a:pt x="19500" y="35025"/>
                </a:lnTo>
                <a:lnTo>
                  <a:pt x="19500" y="34950"/>
                </a:lnTo>
                <a:lnTo>
                  <a:pt x="19575" y="34875"/>
                </a:lnTo>
                <a:lnTo>
                  <a:pt x="19575" y="34650"/>
                </a:lnTo>
                <a:lnTo>
                  <a:pt x="19650" y="34500"/>
                </a:lnTo>
                <a:lnTo>
                  <a:pt x="19650" y="34350"/>
                </a:lnTo>
                <a:lnTo>
                  <a:pt x="19725" y="34200"/>
                </a:lnTo>
                <a:lnTo>
                  <a:pt x="19725" y="34050"/>
                </a:lnTo>
                <a:lnTo>
                  <a:pt x="19800" y="33900"/>
                </a:lnTo>
                <a:lnTo>
                  <a:pt x="19800" y="33675"/>
                </a:lnTo>
                <a:lnTo>
                  <a:pt x="19875" y="33600"/>
                </a:lnTo>
                <a:lnTo>
                  <a:pt x="19875" y="33150"/>
                </a:lnTo>
                <a:lnTo>
                  <a:pt x="19950" y="33075"/>
                </a:lnTo>
                <a:lnTo>
                  <a:pt x="19950" y="32550"/>
                </a:lnTo>
                <a:lnTo>
                  <a:pt x="20025" y="32475"/>
                </a:lnTo>
                <a:lnTo>
                  <a:pt x="20025" y="30375"/>
                </a:lnTo>
                <a:lnTo>
                  <a:pt x="19950" y="30300"/>
                </a:lnTo>
                <a:lnTo>
                  <a:pt x="19950" y="29775"/>
                </a:lnTo>
                <a:lnTo>
                  <a:pt x="19875" y="29700"/>
                </a:lnTo>
                <a:lnTo>
                  <a:pt x="19875" y="29325"/>
                </a:lnTo>
                <a:lnTo>
                  <a:pt x="19800" y="29175"/>
                </a:lnTo>
                <a:lnTo>
                  <a:pt x="19800" y="29025"/>
                </a:lnTo>
                <a:lnTo>
                  <a:pt x="19725" y="28875"/>
                </a:lnTo>
                <a:lnTo>
                  <a:pt x="19725" y="28650"/>
                </a:lnTo>
                <a:lnTo>
                  <a:pt x="19650" y="28500"/>
                </a:lnTo>
                <a:lnTo>
                  <a:pt x="19650" y="28350"/>
                </a:lnTo>
                <a:lnTo>
                  <a:pt x="19575" y="28200"/>
                </a:lnTo>
                <a:lnTo>
                  <a:pt x="19575" y="28125"/>
                </a:lnTo>
                <a:lnTo>
                  <a:pt x="19500" y="28050"/>
                </a:lnTo>
                <a:lnTo>
                  <a:pt x="19500" y="27825"/>
                </a:lnTo>
                <a:lnTo>
                  <a:pt x="19425" y="27750"/>
                </a:lnTo>
                <a:lnTo>
                  <a:pt x="19350" y="27450"/>
                </a:lnTo>
                <a:lnTo>
                  <a:pt x="19200" y="27225"/>
                </a:lnTo>
                <a:lnTo>
                  <a:pt x="19200" y="27075"/>
                </a:lnTo>
                <a:lnTo>
                  <a:pt x="19050" y="26850"/>
                </a:lnTo>
                <a:lnTo>
                  <a:pt x="19050" y="26700"/>
                </a:lnTo>
                <a:lnTo>
                  <a:pt x="18975" y="26625"/>
                </a:lnTo>
                <a:lnTo>
                  <a:pt x="18975" y="26550"/>
                </a:lnTo>
                <a:lnTo>
                  <a:pt x="18900" y="26475"/>
                </a:lnTo>
                <a:lnTo>
                  <a:pt x="18900" y="26400"/>
                </a:lnTo>
                <a:lnTo>
                  <a:pt x="18750" y="26175"/>
                </a:lnTo>
                <a:lnTo>
                  <a:pt x="18750" y="26100"/>
                </a:lnTo>
                <a:lnTo>
                  <a:pt x="18600" y="25950"/>
                </a:lnTo>
                <a:lnTo>
                  <a:pt x="18600" y="25875"/>
                </a:lnTo>
                <a:lnTo>
                  <a:pt x="18450" y="25650"/>
                </a:lnTo>
                <a:lnTo>
                  <a:pt x="18450" y="25575"/>
                </a:lnTo>
                <a:lnTo>
                  <a:pt x="18300" y="25425"/>
                </a:lnTo>
                <a:lnTo>
                  <a:pt x="18300" y="25350"/>
                </a:lnTo>
                <a:lnTo>
                  <a:pt x="18075" y="25050"/>
                </a:lnTo>
                <a:lnTo>
                  <a:pt x="18075" y="24975"/>
                </a:lnTo>
                <a:lnTo>
                  <a:pt x="17775" y="24675"/>
                </a:lnTo>
                <a:lnTo>
                  <a:pt x="17775" y="24600"/>
                </a:lnTo>
                <a:lnTo>
                  <a:pt x="17475" y="24300"/>
                </a:lnTo>
                <a:lnTo>
                  <a:pt x="17400" y="24150"/>
                </a:lnTo>
                <a:lnTo>
                  <a:pt x="17400" y="24075"/>
                </a:lnTo>
                <a:lnTo>
                  <a:pt x="16500" y="23175"/>
                </a:lnTo>
                <a:lnTo>
                  <a:pt x="16425" y="23175"/>
                </a:lnTo>
                <a:lnTo>
                  <a:pt x="15975" y="22725"/>
                </a:lnTo>
                <a:lnTo>
                  <a:pt x="15825" y="22650"/>
                </a:lnTo>
                <a:lnTo>
                  <a:pt x="15600" y="22425"/>
                </a:lnTo>
                <a:lnTo>
                  <a:pt x="15525" y="22425"/>
                </a:lnTo>
                <a:lnTo>
                  <a:pt x="15375" y="22275"/>
                </a:lnTo>
                <a:lnTo>
                  <a:pt x="15225" y="22200"/>
                </a:lnTo>
                <a:lnTo>
                  <a:pt x="15000" y="21975"/>
                </a:lnTo>
                <a:lnTo>
                  <a:pt x="14850" y="21975"/>
                </a:lnTo>
                <a:lnTo>
                  <a:pt x="14625" y="21750"/>
                </a:lnTo>
                <a:lnTo>
                  <a:pt x="14475" y="21675"/>
                </a:lnTo>
                <a:lnTo>
                  <a:pt x="14400" y="21675"/>
                </a:lnTo>
                <a:lnTo>
                  <a:pt x="14100" y="21450"/>
                </a:lnTo>
                <a:lnTo>
                  <a:pt x="14025" y="21450"/>
                </a:lnTo>
                <a:lnTo>
                  <a:pt x="13800" y="21300"/>
                </a:lnTo>
                <a:lnTo>
                  <a:pt x="13725" y="21300"/>
                </a:lnTo>
                <a:lnTo>
                  <a:pt x="13500" y="21150"/>
                </a:lnTo>
                <a:lnTo>
                  <a:pt x="13125" y="21000"/>
                </a:lnTo>
                <a:lnTo>
                  <a:pt x="13050" y="20925"/>
                </a:lnTo>
                <a:lnTo>
                  <a:pt x="12975" y="20925"/>
                </a:lnTo>
                <a:lnTo>
                  <a:pt x="12450" y="20700"/>
                </a:lnTo>
                <a:lnTo>
                  <a:pt x="12375" y="20700"/>
                </a:lnTo>
                <a:lnTo>
                  <a:pt x="12150" y="20550"/>
                </a:lnTo>
                <a:lnTo>
                  <a:pt x="12000" y="20550"/>
                </a:lnTo>
                <a:lnTo>
                  <a:pt x="11925" y="20475"/>
                </a:lnTo>
                <a:lnTo>
                  <a:pt x="11775" y="20475"/>
                </a:lnTo>
                <a:lnTo>
                  <a:pt x="11400" y="20325"/>
                </a:lnTo>
                <a:lnTo>
                  <a:pt x="11250" y="20325"/>
                </a:lnTo>
                <a:lnTo>
                  <a:pt x="11175" y="20250"/>
                </a:lnTo>
                <a:lnTo>
                  <a:pt x="11025" y="20250"/>
                </a:lnTo>
                <a:lnTo>
                  <a:pt x="10650" y="20100"/>
                </a:lnTo>
                <a:lnTo>
                  <a:pt x="10500" y="20100"/>
                </a:lnTo>
                <a:lnTo>
                  <a:pt x="10350" y="20025"/>
                </a:lnTo>
                <a:lnTo>
                  <a:pt x="10125" y="20025"/>
                </a:lnTo>
                <a:lnTo>
                  <a:pt x="9975" y="19950"/>
                </a:lnTo>
                <a:lnTo>
                  <a:pt x="9825" y="19950"/>
                </a:lnTo>
                <a:lnTo>
                  <a:pt x="9675" y="19875"/>
                </a:lnTo>
                <a:lnTo>
                  <a:pt x="9450" y="19875"/>
                </a:lnTo>
                <a:lnTo>
                  <a:pt x="9300" y="19800"/>
                </a:lnTo>
                <a:lnTo>
                  <a:pt x="9000" y="19800"/>
                </a:lnTo>
                <a:lnTo>
                  <a:pt x="8850" y="19725"/>
                </a:lnTo>
                <a:lnTo>
                  <a:pt x="8400" y="19725"/>
                </a:lnTo>
                <a:lnTo>
                  <a:pt x="8250" y="19650"/>
                </a:lnTo>
                <a:lnTo>
                  <a:pt x="7800" y="19650"/>
                </a:lnTo>
                <a:lnTo>
                  <a:pt x="7650" y="19575"/>
                </a:lnTo>
                <a:lnTo>
                  <a:pt x="6900" y="19575"/>
                </a:lnTo>
                <a:lnTo>
                  <a:pt x="6750" y="19500"/>
                </a:lnTo>
                <a:lnTo>
                  <a:pt x="4200" y="19500"/>
                </a:lnTo>
                <a:lnTo>
                  <a:pt x="3975" y="19575"/>
                </a:lnTo>
                <a:lnTo>
                  <a:pt x="3075" y="19575"/>
                </a:lnTo>
                <a:lnTo>
                  <a:pt x="2925" y="19650"/>
                </a:lnTo>
                <a:lnTo>
                  <a:pt x="2325" y="19650"/>
                </a:lnTo>
                <a:lnTo>
                  <a:pt x="2175" y="19725"/>
                </a:lnTo>
                <a:lnTo>
                  <a:pt x="1800" y="19725"/>
                </a:lnTo>
                <a:lnTo>
                  <a:pt x="1575" y="19800"/>
                </a:lnTo>
                <a:lnTo>
                  <a:pt x="1425" y="19800"/>
                </a:lnTo>
                <a:lnTo>
                  <a:pt x="525" y="14625"/>
                </a:lnTo>
                <a:close/>
                <a:moveTo>
                  <a:pt x="48525" y="47250"/>
                </a:moveTo>
                <a:lnTo>
                  <a:pt x="48525" y="47175"/>
                </a:lnTo>
                <a:lnTo>
                  <a:pt x="48375" y="47025"/>
                </a:lnTo>
                <a:lnTo>
                  <a:pt x="48300" y="46800"/>
                </a:lnTo>
                <a:lnTo>
                  <a:pt x="48150" y="46575"/>
                </a:lnTo>
                <a:lnTo>
                  <a:pt x="48000" y="46425"/>
                </a:lnTo>
                <a:lnTo>
                  <a:pt x="47775" y="46050"/>
                </a:lnTo>
                <a:lnTo>
                  <a:pt x="47700" y="45825"/>
                </a:lnTo>
                <a:lnTo>
                  <a:pt x="47550" y="45675"/>
                </a:lnTo>
                <a:lnTo>
                  <a:pt x="46500" y="43950"/>
                </a:lnTo>
                <a:lnTo>
                  <a:pt x="46350" y="43725"/>
                </a:lnTo>
                <a:lnTo>
                  <a:pt x="46200" y="43575"/>
                </a:lnTo>
                <a:lnTo>
                  <a:pt x="46125" y="43350"/>
                </a:lnTo>
                <a:lnTo>
                  <a:pt x="45975" y="43200"/>
                </a:lnTo>
                <a:lnTo>
                  <a:pt x="45900" y="42975"/>
                </a:lnTo>
                <a:lnTo>
                  <a:pt x="45750" y="42825"/>
                </a:lnTo>
                <a:lnTo>
                  <a:pt x="45675" y="42600"/>
                </a:lnTo>
                <a:lnTo>
                  <a:pt x="45375" y="42225"/>
                </a:lnTo>
                <a:lnTo>
                  <a:pt x="45150" y="41850"/>
                </a:lnTo>
                <a:lnTo>
                  <a:pt x="45075" y="41625"/>
                </a:lnTo>
                <a:lnTo>
                  <a:pt x="44925" y="41475"/>
                </a:lnTo>
                <a:lnTo>
                  <a:pt x="44775" y="41250"/>
                </a:lnTo>
                <a:lnTo>
                  <a:pt x="43650" y="39375"/>
                </a:lnTo>
                <a:lnTo>
                  <a:pt x="43500" y="39150"/>
                </a:lnTo>
                <a:lnTo>
                  <a:pt x="43350" y="39000"/>
                </a:lnTo>
                <a:lnTo>
                  <a:pt x="43275" y="38775"/>
                </a:lnTo>
                <a:lnTo>
                  <a:pt x="43125" y="38625"/>
                </a:lnTo>
                <a:lnTo>
                  <a:pt x="43050" y="38400"/>
                </a:lnTo>
                <a:lnTo>
                  <a:pt x="42900" y="38250"/>
                </a:lnTo>
                <a:lnTo>
                  <a:pt x="42750" y="38025"/>
                </a:lnTo>
                <a:lnTo>
                  <a:pt x="42675" y="37800"/>
                </a:lnTo>
                <a:lnTo>
                  <a:pt x="42525" y="37650"/>
                </a:lnTo>
                <a:lnTo>
                  <a:pt x="42450" y="37425"/>
                </a:lnTo>
                <a:lnTo>
                  <a:pt x="42300" y="37275"/>
                </a:lnTo>
                <a:lnTo>
                  <a:pt x="42150" y="37050"/>
                </a:lnTo>
                <a:lnTo>
                  <a:pt x="40875" y="34950"/>
                </a:lnTo>
                <a:lnTo>
                  <a:pt x="40725" y="34800"/>
                </a:lnTo>
                <a:lnTo>
                  <a:pt x="40650" y="34575"/>
                </a:lnTo>
                <a:lnTo>
                  <a:pt x="40500" y="34425"/>
                </a:lnTo>
                <a:lnTo>
                  <a:pt x="40425" y="34200"/>
                </a:lnTo>
                <a:lnTo>
                  <a:pt x="40275" y="34050"/>
                </a:lnTo>
                <a:lnTo>
                  <a:pt x="40125" y="33825"/>
                </a:lnTo>
                <a:lnTo>
                  <a:pt x="40050" y="33600"/>
                </a:lnTo>
                <a:lnTo>
                  <a:pt x="39525" y="32850"/>
                </a:lnTo>
                <a:lnTo>
                  <a:pt x="38400" y="30975"/>
                </a:lnTo>
                <a:lnTo>
                  <a:pt x="38250" y="30750"/>
                </a:lnTo>
                <a:lnTo>
                  <a:pt x="38100" y="30600"/>
                </a:lnTo>
                <a:lnTo>
                  <a:pt x="37875" y="30225"/>
                </a:lnTo>
                <a:lnTo>
                  <a:pt x="37800" y="30000"/>
                </a:lnTo>
                <a:lnTo>
                  <a:pt x="37650" y="29850"/>
                </a:lnTo>
                <a:lnTo>
                  <a:pt x="37275" y="29250"/>
                </a:lnTo>
                <a:lnTo>
                  <a:pt x="37200" y="29025"/>
                </a:lnTo>
                <a:lnTo>
                  <a:pt x="37050" y="28875"/>
                </a:lnTo>
                <a:lnTo>
                  <a:pt x="36375" y="27750"/>
                </a:lnTo>
                <a:lnTo>
                  <a:pt x="36225" y="27525"/>
                </a:lnTo>
                <a:lnTo>
                  <a:pt x="36075" y="27375"/>
                </a:lnTo>
                <a:lnTo>
                  <a:pt x="36000" y="27150"/>
                </a:lnTo>
                <a:lnTo>
                  <a:pt x="35625" y="26550"/>
                </a:lnTo>
                <a:lnTo>
                  <a:pt x="35475" y="26400"/>
                </a:lnTo>
                <a:lnTo>
                  <a:pt x="35400" y="26175"/>
                </a:lnTo>
                <a:lnTo>
                  <a:pt x="35250" y="26025"/>
                </a:lnTo>
                <a:lnTo>
                  <a:pt x="35175" y="25800"/>
                </a:lnTo>
                <a:lnTo>
                  <a:pt x="35025" y="25650"/>
                </a:lnTo>
                <a:lnTo>
                  <a:pt x="34650" y="25050"/>
                </a:lnTo>
                <a:lnTo>
                  <a:pt x="34575" y="24825"/>
                </a:lnTo>
                <a:lnTo>
                  <a:pt x="34425" y="24675"/>
                </a:lnTo>
                <a:lnTo>
                  <a:pt x="34350" y="24450"/>
                </a:lnTo>
                <a:lnTo>
                  <a:pt x="34200" y="24300"/>
                </a:lnTo>
                <a:lnTo>
                  <a:pt x="33750" y="23550"/>
                </a:lnTo>
                <a:lnTo>
                  <a:pt x="33600" y="23325"/>
                </a:lnTo>
                <a:lnTo>
                  <a:pt x="33450" y="23175"/>
                </a:lnTo>
                <a:lnTo>
                  <a:pt x="33375" y="22950"/>
                </a:lnTo>
                <a:lnTo>
                  <a:pt x="33225" y="22800"/>
                </a:lnTo>
                <a:lnTo>
                  <a:pt x="33150" y="22575"/>
                </a:lnTo>
                <a:lnTo>
                  <a:pt x="33000" y="22350"/>
                </a:lnTo>
                <a:lnTo>
                  <a:pt x="32850" y="22200"/>
                </a:lnTo>
                <a:lnTo>
                  <a:pt x="32775" y="21975"/>
                </a:lnTo>
                <a:lnTo>
                  <a:pt x="32625" y="21825"/>
                </a:lnTo>
                <a:lnTo>
                  <a:pt x="32550" y="21600"/>
                </a:lnTo>
                <a:lnTo>
                  <a:pt x="32400" y="21450"/>
                </a:lnTo>
                <a:lnTo>
                  <a:pt x="32325" y="21225"/>
                </a:lnTo>
                <a:lnTo>
                  <a:pt x="32175" y="21075"/>
                </a:lnTo>
                <a:lnTo>
                  <a:pt x="32025" y="20850"/>
                </a:lnTo>
                <a:lnTo>
                  <a:pt x="31725" y="20250"/>
                </a:lnTo>
                <a:lnTo>
                  <a:pt x="31575" y="20100"/>
                </a:lnTo>
                <a:lnTo>
                  <a:pt x="31125" y="19350"/>
                </a:lnTo>
                <a:lnTo>
                  <a:pt x="30825" y="18975"/>
                </a:lnTo>
                <a:lnTo>
                  <a:pt x="30750" y="18750"/>
                </a:lnTo>
                <a:lnTo>
                  <a:pt x="30600" y="18600"/>
                </a:lnTo>
                <a:lnTo>
                  <a:pt x="30525" y="18375"/>
                </a:lnTo>
                <a:lnTo>
                  <a:pt x="30375" y="18150"/>
                </a:lnTo>
                <a:lnTo>
                  <a:pt x="30075" y="17550"/>
                </a:lnTo>
                <a:lnTo>
                  <a:pt x="30000" y="17250"/>
                </a:lnTo>
                <a:lnTo>
                  <a:pt x="30000" y="16500"/>
                </a:lnTo>
                <a:lnTo>
                  <a:pt x="30075" y="16200"/>
                </a:lnTo>
                <a:lnTo>
                  <a:pt x="30375" y="15525"/>
                </a:lnTo>
                <a:lnTo>
                  <a:pt x="30600" y="15300"/>
                </a:lnTo>
                <a:lnTo>
                  <a:pt x="30825" y="15000"/>
                </a:lnTo>
                <a:lnTo>
                  <a:pt x="31125" y="14775"/>
                </a:lnTo>
                <a:lnTo>
                  <a:pt x="32100" y="14325"/>
                </a:lnTo>
                <a:lnTo>
                  <a:pt x="32475" y="14250"/>
                </a:lnTo>
                <a:lnTo>
                  <a:pt x="54225" y="14250"/>
                </a:lnTo>
                <a:lnTo>
                  <a:pt x="54600" y="14325"/>
                </a:lnTo>
                <a:lnTo>
                  <a:pt x="55575" y="14775"/>
                </a:lnTo>
                <a:lnTo>
                  <a:pt x="55875" y="15000"/>
                </a:lnTo>
                <a:lnTo>
                  <a:pt x="56100" y="15300"/>
                </a:lnTo>
                <a:lnTo>
                  <a:pt x="56325" y="15525"/>
                </a:lnTo>
                <a:lnTo>
                  <a:pt x="56625" y="16200"/>
                </a:lnTo>
                <a:lnTo>
                  <a:pt x="56700" y="16500"/>
                </a:lnTo>
                <a:lnTo>
                  <a:pt x="56700" y="21375"/>
                </a:lnTo>
                <a:lnTo>
                  <a:pt x="51000" y="21375"/>
                </a:lnTo>
                <a:lnTo>
                  <a:pt x="51000" y="19500"/>
                </a:lnTo>
                <a:lnTo>
                  <a:pt x="37800" y="19500"/>
                </a:lnTo>
                <a:lnTo>
                  <a:pt x="37800" y="19575"/>
                </a:lnTo>
                <a:lnTo>
                  <a:pt x="37950" y="19725"/>
                </a:lnTo>
                <a:lnTo>
                  <a:pt x="38025" y="19950"/>
                </a:lnTo>
                <a:lnTo>
                  <a:pt x="38175" y="20175"/>
                </a:lnTo>
                <a:lnTo>
                  <a:pt x="38325" y="20325"/>
                </a:lnTo>
                <a:lnTo>
                  <a:pt x="38400" y="20550"/>
                </a:lnTo>
                <a:lnTo>
                  <a:pt x="38550" y="20700"/>
                </a:lnTo>
                <a:lnTo>
                  <a:pt x="38625" y="20925"/>
                </a:lnTo>
                <a:lnTo>
                  <a:pt x="38775" y="21075"/>
                </a:lnTo>
                <a:lnTo>
                  <a:pt x="39975" y="23025"/>
                </a:lnTo>
                <a:lnTo>
                  <a:pt x="40125" y="23175"/>
                </a:lnTo>
                <a:lnTo>
                  <a:pt x="40200" y="23400"/>
                </a:lnTo>
                <a:lnTo>
                  <a:pt x="40350" y="23550"/>
                </a:lnTo>
                <a:lnTo>
                  <a:pt x="40425" y="23775"/>
                </a:lnTo>
                <a:lnTo>
                  <a:pt x="40575" y="23925"/>
                </a:lnTo>
                <a:lnTo>
                  <a:pt x="40650" y="24150"/>
                </a:lnTo>
                <a:lnTo>
                  <a:pt x="40800" y="24375"/>
                </a:lnTo>
                <a:lnTo>
                  <a:pt x="40950" y="24525"/>
                </a:lnTo>
                <a:lnTo>
                  <a:pt x="41025" y="24750"/>
                </a:lnTo>
                <a:lnTo>
                  <a:pt x="41175" y="24900"/>
                </a:lnTo>
                <a:lnTo>
                  <a:pt x="41250" y="25125"/>
                </a:lnTo>
                <a:lnTo>
                  <a:pt x="41400" y="25275"/>
                </a:lnTo>
                <a:lnTo>
                  <a:pt x="41550" y="25500"/>
                </a:lnTo>
                <a:lnTo>
                  <a:pt x="43050" y="27975"/>
                </a:lnTo>
                <a:lnTo>
                  <a:pt x="43200" y="28125"/>
                </a:lnTo>
                <a:lnTo>
                  <a:pt x="43275" y="28350"/>
                </a:lnTo>
                <a:lnTo>
                  <a:pt x="43425" y="28500"/>
                </a:lnTo>
                <a:lnTo>
                  <a:pt x="43575" y="28725"/>
                </a:lnTo>
                <a:lnTo>
                  <a:pt x="43650" y="28950"/>
                </a:lnTo>
                <a:lnTo>
                  <a:pt x="43800" y="29100"/>
                </a:lnTo>
                <a:lnTo>
                  <a:pt x="43875" y="29325"/>
                </a:lnTo>
                <a:lnTo>
                  <a:pt x="44025" y="29475"/>
                </a:lnTo>
                <a:lnTo>
                  <a:pt x="44175" y="29700"/>
                </a:lnTo>
                <a:lnTo>
                  <a:pt x="45300" y="31575"/>
                </a:lnTo>
                <a:lnTo>
                  <a:pt x="45450" y="31800"/>
                </a:lnTo>
                <a:lnTo>
                  <a:pt x="45600" y="31950"/>
                </a:lnTo>
                <a:lnTo>
                  <a:pt x="45675" y="32175"/>
                </a:lnTo>
                <a:lnTo>
                  <a:pt x="45825" y="32325"/>
                </a:lnTo>
                <a:lnTo>
                  <a:pt x="46200" y="32925"/>
                </a:lnTo>
                <a:lnTo>
                  <a:pt x="46275" y="33150"/>
                </a:lnTo>
                <a:lnTo>
                  <a:pt x="46425" y="33300"/>
                </a:lnTo>
                <a:lnTo>
                  <a:pt x="47925" y="35775"/>
                </a:lnTo>
                <a:lnTo>
                  <a:pt x="48075" y="36000"/>
                </a:lnTo>
                <a:lnTo>
                  <a:pt x="48225" y="36150"/>
                </a:lnTo>
                <a:lnTo>
                  <a:pt x="48300" y="36375"/>
                </a:lnTo>
                <a:lnTo>
                  <a:pt x="48450" y="36525"/>
                </a:lnTo>
                <a:lnTo>
                  <a:pt x="48525" y="36750"/>
                </a:lnTo>
                <a:lnTo>
                  <a:pt x="48675" y="36900"/>
                </a:lnTo>
                <a:lnTo>
                  <a:pt x="48825" y="37125"/>
                </a:lnTo>
                <a:lnTo>
                  <a:pt x="49050" y="37500"/>
                </a:lnTo>
                <a:lnTo>
                  <a:pt x="49125" y="37725"/>
                </a:lnTo>
                <a:lnTo>
                  <a:pt x="49275" y="37875"/>
                </a:lnTo>
                <a:lnTo>
                  <a:pt x="49425" y="38100"/>
                </a:lnTo>
                <a:lnTo>
                  <a:pt x="50550" y="39975"/>
                </a:lnTo>
                <a:lnTo>
                  <a:pt x="50700" y="40200"/>
                </a:lnTo>
                <a:lnTo>
                  <a:pt x="50850" y="40350"/>
                </a:lnTo>
                <a:lnTo>
                  <a:pt x="50925" y="40575"/>
                </a:lnTo>
                <a:lnTo>
                  <a:pt x="51075" y="40725"/>
                </a:lnTo>
                <a:lnTo>
                  <a:pt x="51150" y="40950"/>
                </a:lnTo>
                <a:lnTo>
                  <a:pt x="51300" y="41100"/>
                </a:lnTo>
                <a:lnTo>
                  <a:pt x="51450" y="41325"/>
                </a:lnTo>
                <a:lnTo>
                  <a:pt x="51750" y="41925"/>
                </a:lnTo>
                <a:lnTo>
                  <a:pt x="51900" y="42075"/>
                </a:lnTo>
                <a:lnTo>
                  <a:pt x="51975" y="42300"/>
                </a:lnTo>
                <a:lnTo>
                  <a:pt x="52125" y="42450"/>
                </a:lnTo>
                <a:lnTo>
                  <a:pt x="52950" y="43800"/>
                </a:lnTo>
                <a:lnTo>
                  <a:pt x="53100" y="43950"/>
                </a:lnTo>
                <a:lnTo>
                  <a:pt x="53175" y="44175"/>
                </a:lnTo>
                <a:lnTo>
                  <a:pt x="53325" y="44400"/>
                </a:lnTo>
                <a:lnTo>
                  <a:pt x="53475" y="44550"/>
                </a:lnTo>
                <a:lnTo>
                  <a:pt x="53550" y="44775"/>
                </a:lnTo>
                <a:lnTo>
                  <a:pt x="53700" y="44925"/>
                </a:lnTo>
                <a:lnTo>
                  <a:pt x="53775" y="45150"/>
                </a:lnTo>
                <a:lnTo>
                  <a:pt x="53925" y="45300"/>
                </a:lnTo>
                <a:lnTo>
                  <a:pt x="54000" y="45525"/>
                </a:lnTo>
                <a:lnTo>
                  <a:pt x="54150" y="45675"/>
                </a:lnTo>
                <a:lnTo>
                  <a:pt x="54300" y="45900"/>
                </a:lnTo>
                <a:lnTo>
                  <a:pt x="54600" y="46500"/>
                </a:lnTo>
                <a:lnTo>
                  <a:pt x="54750" y="46650"/>
                </a:lnTo>
                <a:lnTo>
                  <a:pt x="55500" y="47775"/>
                </a:lnTo>
                <a:lnTo>
                  <a:pt x="55575" y="48000"/>
                </a:lnTo>
                <a:lnTo>
                  <a:pt x="55725" y="48150"/>
                </a:lnTo>
                <a:lnTo>
                  <a:pt x="55800" y="48375"/>
                </a:lnTo>
                <a:lnTo>
                  <a:pt x="55950" y="48600"/>
                </a:lnTo>
                <a:lnTo>
                  <a:pt x="56250" y="49200"/>
                </a:lnTo>
                <a:lnTo>
                  <a:pt x="56325" y="49500"/>
                </a:lnTo>
                <a:lnTo>
                  <a:pt x="56325" y="50250"/>
                </a:lnTo>
                <a:lnTo>
                  <a:pt x="56250" y="50550"/>
                </a:lnTo>
                <a:lnTo>
                  <a:pt x="55950" y="51225"/>
                </a:lnTo>
                <a:lnTo>
                  <a:pt x="55725" y="51450"/>
                </a:lnTo>
                <a:lnTo>
                  <a:pt x="55500" y="51750"/>
                </a:lnTo>
                <a:lnTo>
                  <a:pt x="55200" y="51975"/>
                </a:lnTo>
                <a:lnTo>
                  <a:pt x="54225" y="52425"/>
                </a:lnTo>
                <a:lnTo>
                  <a:pt x="53850" y="52500"/>
                </a:lnTo>
                <a:lnTo>
                  <a:pt x="32100" y="52500"/>
                </a:lnTo>
                <a:lnTo>
                  <a:pt x="31725" y="52425"/>
                </a:lnTo>
                <a:lnTo>
                  <a:pt x="31350" y="52275"/>
                </a:lnTo>
                <a:lnTo>
                  <a:pt x="30750" y="51975"/>
                </a:lnTo>
                <a:lnTo>
                  <a:pt x="30450" y="51750"/>
                </a:lnTo>
                <a:lnTo>
                  <a:pt x="30225" y="51450"/>
                </a:lnTo>
                <a:lnTo>
                  <a:pt x="30000" y="51225"/>
                </a:lnTo>
                <a:lnTo>
                  <a:pt x="29700" y="50550"/>
                </a:lnTo>
                <a:lnTo>
                  <a:pt x="29625" y="50250"/>
                </a:lnTo>
                <a:lnTo>
                  <a:pt x="29625" y="45375"/>
                </a:lnTo>
                <a:lnTo>
                  <a:pt x="35325" y="45375"/>
                </a:lnTo>
                <a:lnTo>
                  <a:pt x="35325" y="47250"/>
                </a:lnTo>
                <a:close/>
                <a:moveTo>
                  <a:pt x="77250" y="66750"/>
                </a:moveTo>
                <a:lnTo>
                  <a:pt x="77250" y="27300"/>
                </a:lnTo>
                <a:lnTo>
                  <a:pt x="77175" y="27150"/>
                </a:lnTo>
                <a:lnTo>
                  <a:pt x="77175" y="26250"/>
                </a:lnTo>
                <a:lnTo>
                  <a:pt x="77100" y="26025"/>
                </a:lnTo>
                <a:lnTo>
                  <a:pt x="77100" y="25725"/>
                </a:lnTo>
                <a:lnTo>
                  <a:pt x="77025" y="25575"/>
                </a:lnTo>
                <a:lnTo>
                  <a:pt x="77025" y="25200"/>
                </a:lnTo>
                <a:lnTo>
                  <a:pt x="76950" y="25050"/>
                </a:lnTo>
                <a:lnTo>
                  <a:pt x="76950" y="24900"/>
                </a:lnTo>
                <a:lnTo>
                  <a:pt x="76875" y="24750"/>
                </a:lnTo>
                <a:lnTo>
                  <a:pt x="76875" y="24450"/>
                </a:lnTo>
                <a:lnTo>
                  <a:pt x="76725" y="24225"/>
                </a:lnTo>
                <a:lnTo>
                  <a:pt x="76725" y="24075"/>
                </a:lnTo>
                <a:lnTo>
                  <a:pt x="76650" y="23925"/>
                </a:lnTo>
                <a:lnTo>
                  <a:pt x="76650" y="23775"/>
                </a:lnTo>
                <a:lnTo>
                  <a:pt x="76575" y="23625"/>
                </a:lnTo>
                <a:lnTo>
                  <a:pt x="76575" y="23550"/>
                </a:lnTo>
                <a:lnTo>
                  <a:pt x="76425" y="23250"/>
                </a:lnTo>
                <a:lnTo>
                  <a:pt x="76425" y="23175"/>
                </a:lnTo>
                <a:lnTo>
                  <a:pt x="76200" y="22800"/>
                </a:lnTo>
                <a:lnTo>
                  <a:pt x="76200" y="22725"/>
                </a:lnTo>
                <a:lnTo>
                  <a:pt x="76125" y="22575"/>
                </a:lnTo>
                <a:lnTo>
                  <a:pt x="75975" y="22425"/>
                </a:lnTo>
                <a:lnTo>
                  <a:pt x="75975" y="22275"/>
                </a:lnTo>
                <a:lnTo>
                  <a:pt x="75825" y="22125"/>
                </a:lnTo>
                <a:lnTo>
                  <a:pt x="75750" y="21975"/>
                </a:lnTo>
                <a:lnTo>
                  <a:pt x="75525" y="21750"/>
                </a:lnTo>
                <a:lnTo>
                  <a:pt x="75525" y="21675"/>
                </a:lnTo>
                <a:lnTo>
                  <a:pt x="75375" y="21525"/>
                </a:lnTo>
                <a:lnTo>
                  <a:pt x="75300" y="21375"/>
                </a:lnTo>
                <a:lnTo>
                  <a:pt x="75075" y="21150"/>
                </a:lnTo>
                <a:lnTo>
                  <a:pt x="75000" y="21150"/>
                </a:lnTo>
                <a:lnTo>
                  <a:pt x="74475" y="20625"/>
                </a:lnTo>
                <a:lnTo>
                  <a:pt x="74400" y="20625"/>
                </a:lnTo>
                <a:lnTo>
                  <a:pt x="74175" y="20475"/>
                </a:lnTo>
                <a:lnTo>
                  <a:pt x="74100" y="20475"/>
                </a:lnTo>
                <a:lnTo>
                  <a:pt x="73950" y="20325"/>
                </a:lnTo>
                <a:lnTo>
                  <a:pt x="73800" y="20250"/>
                </a:lnTo>
                <a:lnTo>
                  <a:pt x="73725" y="20250"/>
                </a:lnTo>
                <a:lnTo>
                  <a:pt x="73650" y="20175"/>
                </a:lnTo>
                <a:lnTo>
                  <a:pt x="73575" y="20175"/>
                </a:lnTo>
                <a:lnTo>
                  <a:pt x="73350" y="20025"/>
                </a:lnTo>
                <a:lnTo>
                  <a:pt x="73050" y="19950"/>
                </a:lnTo>
                <a:lnTo>
                  <a:pt x="72975" y="19875"/>
                </a:lnTo>
                <a:lnTo>
                  <a:pt x="72825" y="19875"/>
                </a:lnTo>
                <a:lnTo>
                  <a:pt x="72750" y="19800"/>
                </a:lnTo>
                <a:lnTo>
                  <a:pt x="72525" y="19800"/>
                </a:lnTo>
                <a:lnTo>
                  <a:pt x="72375" y="19725"/>
                </a:lnTo>
                <a:lnTo>
                  <a:pt x="72150" y="19725"/>
                </a:lnTo>
                <a:lnTo>
                  <a:pt x="72000" y="19650"/>
                </a:lnTo>
                <a:lnTo>
                  <a:pt x="71775" y="19650"/>
                </a:lnTo>
                <a:lnTo>
                  <a:pt x="71625" y="19575"/>
                </a:lnTo>
                <a:lnTo>
                  <a:pt x="71100" y="19575"/>
                </a:lnTo>
                <a:lnTo>
                  <a:pt x="70950" y="19500"/>
                </a:lnTo>
                <a:lnTo>
                  <a:pt x="69225" y="19500"/>
                </a:lnTo>
                <a:lnTo>
                  <a:pt x="69075" y="19575"/>
                </a:lnTo>
                <a:lnTo>
                  <a:pt x="68550" y="19575"/>
                </a:lnTo>
                <a:lnTo>
                  <a:pt x="68400" y="19650"/>
                </a:lnTo>
                <a:lnTo>
                  <a:pt x="68025" y="19650"/>
                </a:lnTo>
                <a:lnTo>
                  <a:pt x="67800" y="19725"/>
                </a:lnTo>
                <a:lnTo>
                  <a:pt x="67650" y="19725"/>
                </a:lnTo>
                <a:lnTo>
                  <a:pt x="66675" y="19950"/>
                </a:lnTo>
                <a:lnTo>
                  <a:pt x="66450" y="19950"/>
                </a:lnTo>
                <a:lnTo>
                  <a:pt x="66075" y="20100"/>
                </a:lnTo>
                <a:lnTo>
                  <a:pt x="65850" y="20100"/>
                </a:lnTo>
                <a:lnTo>
                  <a:pt x="65250" y="20325"/>
                </a:lnTo>
                <a:lnTo>
                  <a:pt x="65025" y="20325"/>
                </a:lnTo>
                <a:lnTo>
                  <a:pt x="64575" y="20475"/>
                </a:lnTo>
                <a:lnTo>
                  <a:pt x="63300" y="20925"/>
                </a:lnTo>
                <a:lnTo>
                  <a:pt x="63075" y="21075"/>
                </a:lnTo>
                <a:lnTo>
                  <a:pt x="62775" y="21150"/>
                </a:lnTo>
                <a:lnTo>
                  <a:pt x="60600" y="16275"/>
                </a:lnTo>
                <a:lnTo>
                  <a:pt x="61125" y="16125"/>
                </a:lnTo>
                <a:lnTo>
                  <a:pt x="61125" y="16050"/>
                </a:lnTo>
                <a:lnTo>
                  <a:pt x="61950" y="15825"/>
                </a:lnTo>
                <a:lnTo>
                  <a:pt x="62175" y="15675"/>
                </a:lnTo>
                <a:lnTo>
                  <a:pt x="64350" y="15075"/>
                </a:lnTo>
                <a:lnTo>
                  <a:pt x="65025" y="14850"/>
                </a:lnTo>
                <a:lnTo>
                  <a:pt x="65325" y="14850"/>
                </a:lnTo>
                <a:lnTo>
                  <a:pt x="65850" y="14700"/>
                </a:lnTo>
                <a:lnTo>
                  <a:pt x="66075" y="14700"/>
                </a:lnTo>
                <a:lnTo>
                  <a:pt x="66075" y="14625"/>
                </a:lnTo>
                <a:lnTo>
                  <a:pt x="66375" y="14625"/>
                </a:lnTo>
                <a:lnTo>
                  <a:pt x="66600" y="14550"/>
                </a:lnTo>
                <a:lnTo>
                  <a:pt x="66825" y="14550"/>
                </a:lnTo>
                <a:lnTo>
                  <a:pt x="67050" y="14475"/>
                </a:lnTo>
                <a:lnTo>
                  <a:pt x="67350" y="14475"/>
                </a:lnTo>
                <a:lnTo>
                  <a:pt x="67575" y="14400"/>
                </a:lnTo>
                <a:lnTo>
                  <a:pt x="68100" y="14400"/>
                </a:lnTo>
                <a:lnTo>
                  <a:pt x="68325" y="14325"/>
                </a:lnTo>
                <a:lnTo>
                  <a:pt x="68850" y="14325"/>
                </a:lnTo>
                <a:lnTo>
                  <a:pt x="69000" y="14250"/>
                </a:lnTo>
                <a:lnTo>
                  <a:pt x="71175" y="14250"/>
                </a:lnTo>
                <a:lnTo>
                  <a:pt x="71325" y="14325"/>
                </a:lnTo>
                <a:lnTo>
                  <a:pt x="72075" y="14325"/>
                </a:lnTo>
                <a:lnTo>
                  <a:pt x="72300" y="14400"/>
                </a:lnTo>
                <a:lnTo>
                  <a:pt x="72525" y="14400"/>
                </a:lnTo>
                <a:lnTo>
                  <a:pt x="72675" y="14475"/>
                </a:lnTo>
                <a:lnTo>
                  <a:pt x="72975" y="14475"/>
                </a:lnTo>
                <a:lnTo>
                  <a:pt x="73125" y="14550"/>
                </a:lnTo>
                <a:lnTo>
                  <a:pt x="73425" y="14550"/>
                </a:lnTo>
                <a:lnTo>
                  <a:pt x="73575" y="14625"/>
                </a:lnTo>
                <a:lnTo>
                  <a:pt x="73800" y="14625"/>
                </a:lnTo>
                <a:lnTo>
                  <a:pt x="73875" y="14700"/>
                </a:lnTo>
                <a:lnTo>
                  <a:pt x="74100" y="14700"/>
                </a:lnTo>
                <a:lnTo>
                  <a:pt x="74625" y="14925"/>
                </a:lnTo>
                <a:lnTo>
                  <a:pt x="74850" y="14925"/>
                </a:lnTo>
                <a:lnTo>
                  <a:pt x="74925" y="15000"/>
                </a:lnTo>
                <a:lnTo>
                  <a:pt x="75075" y="15000"/>
                </a:lnTo>
                <a:lnTo>
                  <a:pt x="75075" y="15075"/>
                </a:lnTo>
                <a:lnTo>
                  <a:pt x="75300" y="15075"/>
                </a:lnTo>
                <a:lnTo>
                  <a:pt x="75300" y="15150"/>
                </a:lnTo>
                <a:lnTo>
                  <a:pt x="75450" y="15150"/>
                </a:lnTo>
                <a:lnTo>
                  <a:pt x="75675" y="15300"/>
                </a:lnTo>
                <a:lnTo>
                  <a:pt x="75750" y="15300"/>
                </a:lnTo>
                <a:lnTo>
                  <a:pt x="76050" y="15450"/>
                </a:lnTo>
                <a:lnTo>
                  <a:pt x="76125" y="15450"/>
                </a:lnTo>
                <a:lnTo>
                  <a:pt x="76425" y="15600"/>
                </a:lnTo>
                <a:lnTo>
                  <a:pt x="76500" y="15675"/>
                </a:lnTo>
                <a:lnTo>
                  <a:pt x="77025" y="15900"/>
                </a:lnTo>
                <a:lnTo>
                  <a:pt x="77175" y="16050"/>
                </a:lnTo>
                <a:lnTo>
                  <a:pt x="77250" y="16050"/>
                </a:lnTo>
                <a:lnTo>
                  <a:pt x="77400" y="16125"/>
                </a:lnTo>
                <a:lnTo>
                  <a:pt x="77400" y="16200"/>
                </a:lnTo>
                <a:lnTo>
                  <a:pt x="77775" y="16350"/>
                </a:lnTo>
                <a:lnTo>
                  <a:pt x="77775" y="16425"/>
                </a:lnTo>
                <a:lnTo>
                  <a:pt x="78450" y="16875"/>
                </a:lnTo>
                <a:lnTo>
                  <a:pt x="78750" y="17175"/>
                </a:lnTo>
                <a:lnTo>
                  <a:pt x="78900" y="17250"/>
                </a:lnTo>
                <a:lnTo>
                  <a:pt x="79500" y="17850"/>
                </a:lnTo>
                <a:lnTo>
                  <a:pt x="79500" y="17925"/>
                </a:lnTo>
                <a:lnTo>
                  <a:pt x="79650" y="18000"/>
                </a:lnTo>
                <a:lnTo>
                  <a:pt x="79650" y="18075"/>
                </a:lnTo>
                <a:lnTo>
                  <a:pt x="79800" y="18150"/>
                </a:lnTo>
                <a:lnTo>
                  <a:pt x="79800" y="18225"/>
                </a:lnTo>
                <a:lnTo>
                  <a:pt x="79950" y="18375"/>
                </a:lnTo>
                <a:lnTo>
                  <a:pt x="80025" y="18525"/>
                </a:lnTo>
                <a:lnTo>
                  <a:pt x="80100" y="18525"/>
                </a:lnTo>
                <a:lnTo>
                  <a:pt x="80175" y="18675"/>
                </a:lnTo>
                <a:lnTo>
                  <a:pt x="80250" y="18675"/>
                </a:lnTo>
                <a:lnTo>
                  <a:pt x="80325" y="18825"/>
                </a:lnTo>
                <a:lnTo>
                  <a:pt x="80325" y="18900"/>
                </a:lnTo>
                <a:lnTo>
                  <a:pt x="80475" y="19050"/>
                </a:lnTo>
                <a:lnTo>
                  <a:pt x="80550" y="19200"/>
                </a:lnTo>
                <a:lnTo>
                  <a:pt x="80700" y="19350"/>
                </a:lnTo>
                <a:lnTo>
                  <a:pt x="80850" y="19575"/>
                </a:lnTo>
                <a:lnTo>
                  <a:pt x="81000" y="19875"/>
                </a:lnTo>
                <a:lnTo>
                  <a:pt x="81000" y="19950"/>
                </a:lnTo>
                <a:lnTo>
                  <a:pt x="81150" y="20025"/>
                </a:lnTo>
                <a:lnTo>
                  <a:pt x="81150" y="20100"/>
                </a:lnTo>
                <a:lnTo>
                  <a:pt x="81300" y="20400"/>
                </a:lnTo>
                <a:lnTo>
                  <a:pt x="81300" y="20475"/>
                </a:lnTo>
                <a:lnTo>
                  <a:pt x="81375" y="20625"/>
                </a:lnTo>
                <a:lnTo>
                  <a:pt x="81450" y="20625"/>
                </a:lnTo>
                <a:lnTo>
                  <a:pt x="81525" y="20775"/>
                </a:lnTo>
                <a:lnTo>
                  <a:pt x="81600" y="21075"/>
                </a:lnTo>
                <a:lnTo>
                  <a:pt x="81750" y="21375"/>
                </a:lnTo>
                <a:lnTo>
                  <a:pt x="81750" y="21450"/>
                </a:lnTo>
                <a:lnTo>
                  <a:pt x="82275" y="22800"/>
                </a:lnTo>
                <a:lnTo>
                  <a:pt x="82275" y="22875"/>
                </a:lnTo>
                <a:lnTo>
                  <a:pt x="82350" y="23025"/>
                </a:lnTo>
                <a:lnTo>
                  <a:pt x="82350" y="23250"/>
                </a:lnTo>
                <a:lnTo>
                  <a:pt x="82425" y="23250"/>
                </a:lnTo>
                <a:lnTo>
                  <a:pt x="82425" y="23475"/>
                </a:lnTo>
                <a:lnTo>
                  <a:pt x="82500" y="23700"/>
                </a:lnTo>
                <a:lnTo>
                  <a:pt x="82500" y="23925"/>
                </a:lnTo>
                <a:lnTo>
                  <a:pt x="82575" y="23925"/>
                </a:lnTo>
                <a:lnTo>
                  <a:pt x="82575" y="24150"/>
                </a:lnTo>
                <a:lnTo>
                  <a:pt x="82650" y="24375"/>
                </a:lnTo>
                <a:lnTo>
                  <a:pt x="82650" y="24600"/>
                </a:lnTo>
                <a:lnTo>
                  <a:pt x="82725" y="24825"/>
                </a:lnTo>
                <a:lnTo>
                  <a:pt x="82725" y="25050"/>
                </a:lnTo>
                <a:lnTo>
                  <a:pt x="82800" y="25275"/>
                </a:lnTo>
                <a:lnTo>
                  <a:pt x="82800" y="25725"/>
                </a:lnTo>
                <a:lnTo>
                  <a:pt x="82875" y="25950"/>
                </a:lnTo>
                <a:lnTo>
                  <a:pt x="82875" y="26925"/>
                </a:lnTo>
                <a:lnTo>
                  <a:pt x="82950" y="27150"/>
                </a:lnTo>
                <a:lnTo>
                  <a:pt x="82950" y="66750"/>
                </a:lnTo>
                <a:close/>
                <a:moveTo>
                  <a:pt x="106725" y="14550"/>
                </a:moveTo>
                <a:lnTo>
                  <a:pt x="107175" y="14550"/>
                </a:lnTo>
                <a:lnTo>
                  <a:pt x="107250" y="14475"/>
                </a:lnTo>
                <a:lnTo>
                  <a:pt x="107700" y="14475"/>
                </a:lnTo>
                <a:lnTo>
                  <a:pt x="107850" y="14400"/>
                </a:lnTo>
                <a:lnTo>
                  <a:pt x="108600" y="14400"/>
                </a:lnTo>
                <a:lnTo>
                  <a:pt x="108750" y="14325"/>
                </a:lnTo>
                <a:lnTo>
                  <a:pt x="109650" y="14325"/>
                </a:lnTo>
                <a:lnTo>
                  <a:pt x="109875" y="14250"/>
                </a:lnTo>
                <a:lnTo>
                  <a:pt x="112800" y="14250"/>
                </a:lnTo>
                <a:lnTo>
                  <a:pt x="113025" y="14325"/>
                </a:lnTo>
                <a:lnTo>
                  <a:pt x="113850" y="14325"/>
                </a:lnTo>
                <a:lnTo>
                  <a:pt x="114000" y="14400"/>
                </a:lnTo>
                <a:lnTo>
                  <a:pt x="114600" y="14400"/>
                </a:lnTo>
                <a:lnTo>
                  <a:pt x="114825" y="14475"/>
                </a:lnTo>
                <a:lnTo>
                  <a:pt x="115200" y="14475"/>
                </a:lnTo>
                <a:lnTo>
                  <a:pt x="115350" y="14550"/>
                </a:lnTo>
                <a:lnTo>
                  <a:pt x="115800" y="14550"/>
                </a:lnTo>
                <a:lnTo>
                  <a:pt x="115950" y="14625"/>
                </a:lnTo>
                <a:lnTo>
                  <a:pt x="116175" y="14625"/>
                </a:lnTo>
                <a:lnTo>
                  <a:pt x="116325" y="14700"/>
                </a:lnTo>
                <a:lnTo>
                  <a:pt x="116550" y="14700"/>
                </a:lnTo>
                <a:lnTo>
                  <a:pt x="116700" y="14775"/>
                </a:lnTo>
                <a:lnTo>
                  <a:pt x="117075" y="14775"/>
                </a:lnTo>
                <a:lnTo>
                  <a:pt x="117075" y="14850"/>
                </a:lnTo>
                <a:lnTo>
                  <a:pt x="117300" y="14850"/>
                </a:lnTo>
                <a:lnTo>
                  <a:pt x="117450" y="14925"/>
                </a:lnTo>
                <a:lnTo>
                  <a:pt x="117975" y="15000"/>
                </a:lnTo>
                <a:lnTo>
                  <a:pt x="118125" y="15075"/>
                </a:lnTo>
                <a:lnTo>
                  <a:pt x="118350" y="15075"/>
                </a:lnTo>
                <a:lnTo>
                  <a:pt x="118350" y="15150"/>
                </a:lnTo>
                <a:lnTo>
                  <a:pt x="118500" y="15150"/>
                </a:lnTo>
                <a:lnTo>
                  <a:pt x="118650" y="15225"/>
                </a:lnTo>
                <a:lnTo>
                  <a:pt x="118875" y="15225"/>
                </a:lnTo>
                <a:lnTo>
                  <a:pt x="118875" y="15300"/>
                </a:lnTo>
                <a:lnTo>
                  <a:pt x="119025" y="15300"/>
                </a:lnTo>
                <a:lnTo>
                  <a:pt x="119400" y="15450"/>
                </a:lnTo>
                <a:lnTo>
                  <a:pt x="119550" y="15450"/>
                </a:lnTo>
                <a:lnTo>
                  <a:pt x="120075" y="15675"/>
                </a:lnTo>
                <a:lnTo>
                  <a:pt x="120225" y="15675"/>
                </a:lnTo>
                <a:lnTo>
                  <a:pt x="120225" y="15750"/>
                </a:lnTo>
                <a:lnTo>
                  <a:pt x="120375" y="15750"/>
                </a:lnTo>
                <a:lnTo>
                  <a:pt x="121200" y="16125"/>
                </a:lnTo>
                <a:lnTo>
                  <a:pt x="121350" y="16125"/>
                </a:lnTo>
                <a:lnTo>
                  <a:pt x="121350" y="16200"/>
                </a:lnTo>
                <a:lnTo>
                  <a:pt x="121500" y="16200"/>
                </a:lnTo>
                <a:lnTo>
                  <a:pt x="122400" y="16650"/>
                </a:lnTo>
                <a:lnTo>
                  <a:pt x="122475" y="16650"/>
                </a:lnTo>
                <a:lnTo>
                  <a:pt x="122550" y="16725"/>
                </a:lnTo>
                <a:lnTo>
                  <a:pt x="123000" y="16950"/>
                </a:lnTo>
                <a:lnTo>
                  <a:pt x="123000" y="17025"/>
                </a:lnTo>
                <a:lnTo>
                  <a:pt x="123150" y="17025"/>
                </a:lnTo>
                <a:lnTo>
                  <a:pt x="123150" y="17100"/>
                </a:lnTo>
                <a:lnTo>
                  <a:pt x="123750" y="17400"/>
                </a:lnTo>
                <a:lnTo>
                  <a:pt x="123825" y="17475"/>
                </a:lnTo>
                <a:lnTo>
                  <a:pt x="123900" y="17475"/>
                </a:lnTo>
                <a:lnTo>
                  <a:pt x="123975" y="17550"/>
                </a:lnTo>
                <a:lnTo>
                  <a:pt x="124050" y="17550"/>
                </a:lnTo>
                <a:lnTo>
                  <a:pt x="124125" y="17625"/>
                </a:lnTo>
                <a:lnTo>
                  <a:pt x="124125" y="17700"/>
                </a:lnTo>
                <a:lnTo>
                  <a:pt x="124575" y="17925"/>
                </a:lnTo>
                <a:lnTo>
                  <a:pt x="124650" y="18000"/>
                </a:lnTo>
                <a:lnTo>
                  <a:pt x="124725" y="18000"/>
                </a:lnTo>
                <a:lnTo>
                  <a:pt x="124800" y="18075"/>
                </a:lnTo>
                <a:lnTo>
                  <a:pt x="124800" y="18150"/>
                </a:lnTo>
                <a:lnTo>
                  <a:pt x="125100" y="18300"/>
                </a:lnTo>
                <a:lnTo>
                  <a:pt x="125325" y="18525"/>
                </a:lnTo>
                <a:lnTo>
                  <a:pt x="125550" y="18675"/>
                </a:lnTo>
                <a:lnTo>
                  <a:pt x="125625" y="18675"/>
                </a:lnTo>
                <a:lnTo>
                  <a:pt x="125700" y="18825"/>
                </a:lnTo>
                <a:lnTo>
                  <a:pt x="125850" y="18900"/>
                </a:lnTo>
                <a:lnTo>
                  <a:pt x="126150" y="19200"/>
                </a:lnTo>
                <a:lnTo>
                  <a:pt x="126225" y="19200"/>
                </a:lnTo>
                <a:lnTo>
                  <a:pt x="126300" y="19275"/>
                </a:lnTo>
                <a:lnTo>
                  <a:pt x="126300" y="19350"/>
                </a:lnTo>
                <a:lnTo>
                  <a:pt x="126375" y="19425"/>
                </a:lnTo>
                <a:lnTo>
                  <a:pt x="126450" y="19425"/>
                </a:lnTo>
                <a:lnTo>
                  <a:pt x="126600" y="19650"/>
                </a:lnTo>
                <a:lnTo>
                  <a:pt x="126675" y="19650"/>
                </a:lnTo>
                <a:lnTo>
                  <a:pt x="127275" y="20250"/>
                </a:lnTo>
                <a:lnTo>
                  <a:pt x="127275" y="20325"/>
                </a:lnTo>
                <a:lnTo>
                  <a:pt x="127425" y="20400"/>
                </a:lnTo>
                <a:lnTo>
                  <a:pt x="127500" y="20475"/>
                </a:lnTo>
                <a:lnTo>
                  <a:pt x="127500" y="20550"/>
                </a:lnTo>
                <a:lnTo>
                  <a:pt x="127725" y="20700"/>
                </a:lnTo>
                <a:lnTo>
                  <a:pt x="127725" y="20775"/>
                </a:lnTo>
                <a:lnTo>
                  <a:pt x="128100" y="21150"/>
                </a:lnTo>
                <a:lnTo>
                  <a:pt x="128100" y="21225"/>
                </a:lnTo>
                <a:lnTo>
                  <a:pt x="128250" y="21450"/>
                </a:lnTo>
                <a:lnTo>
                  <a:pt x="128325" y="21450"/>
                </a:lnTo>
                <a:lnTo>
                  <a:pt x="128400" y="21525"/>
                </a:lnTo>
                <a:lnTo>
                  <a:pt x="128700" y="22050"/>
                </a:lnTo>
                <a:lnTo>
                  <a:pt x="128775" y="22050"/>
                </a:lnTo>
                <a:lnTo>
                  <a:pt x="128850" y="22125"/>
                </a:lnTo>
                <a:lnTo>
                  <a:pt x="128850" y="22200"/>
                </a:lnTo>
                <a:lnTo>
                  <a:pt x="129075" y="22500"/>
                </a:lnTo>
                <a:lnTo>
                  <a:pt x="129225" y="22800"/>
                </a:lnTo>
                <a:lnTo>
                  <a:pt x="129525" y="23250"/>
                </a:lnTo>
                <a:lnTo>
                  <a:pt x="129525" y="23325"/>
                </a:lnTo>
                <a:lnTo>
                  <a:pt x="129750" y="23625"/>
                </a:lnTo>
                <a:lnTo>
                  <a:pt x="129750" y="23700"/>
                </a:lnTo>
                <a:lnTo>
                  <a:pt x="130050" y="24150"/>
                </a:lnTo>
                <a:lnTo>
                  <a:pt x="130050" y="24300"/>
                </a:lnTo>
                <a:lnTo>
                  <a:pt x="130125" y="24300"/>
                </a:lnTo>
                <a:lnTo>
                  <a:pt x="130125" y="24450"/>
                </a:lnTo>
                <a:lnTo>
                  <a:pt x="130275" y="24675"/>
                </a:lnTo>
                <a:lnTo>
                  <a:pt x="130275" y="24750"/>
                </a:lnTo>
                <a:lnTo>
                  <a:pt x="130350" y="24825"/>
                </a:lnTo>
                <a:lnTo>
                  <a:pt x="130350" y="24975"/>
                </a:lnTo>
                <a:lnTo>
                  <a:pt x="130425" y="24975"/>
                </a:lnTo>
                <a:lnTo>
                  <a:pt x="130425" y="25125"/>
                </a:lnTo>
                <a:lnTo>
                  <a:pt x="130575" y="25350"/>
                </a:lnTo>
                <a:lnTo>
                  <a:pt x="130575" y="25500"/>
                </a:lnTo>
                <a:lnTo>
                  <a:pt x="130650" y="25500"/>
                </a:lnTo>
                <a:lnTo>
                  <a:pt x="130650" y="25650"/>
                </a:lnTo>
                <a:lnTo>
                  <a:pt x="130725" y="25800"/>
                </a:lnTo>
                <a:lnTo>
                  <a:pt x="130725" y="25875"/>
                </a:lnTo>
                <a:lnTo>
                  <a:pt x="130800" y="25950"/>
                </a:lnTo>
                <a:lnTo>
                  <a:pt x="130800" y="26100"/>
                </a:lnTo>
                <a:lnTo>
                  <a:pt x="130875" y="26175"/>
                </a:lnTo>
                <a:lnTo>
                  <a:pt x="130875" y="26325"/>
                </a:lnTo>
                <a:lnTo>
                  <a:pt x="130950" y="26475"/>
                </a:lnTo>
                <a:lnTo>
                  <a:pt x="130950" y="26625"/>
                </a:lnTo>
                <a:lnTo>
                  <a:pt x="131025" y="26625"/>
                </a:lnTo>
                <a:lnTo>
                  <a:pt x="131025" y="26775"/>
                </a:lnTo>
                <a:lnTo>
                  <a:pt x="131100" y="26850"/>
                </a:lnTo>
                <a:lnTo>
                  <a:pt x="131100" y="27000"/>
                </a:lnTo>
                <a:lnTo>
                  <a:pt x="131175" y="27150"/>
                </a:lnTo>
                <a:lnTo>
                  <a:pt x="131175" y="27300"/>
                </a:lnTo>
                <a:lnTo>
                  <a:pt x="131250" y="27450"/>
                </a:lnTo>
                <a:lnTo>
                  <a:pt x="131250" y="27675"/>
                </a:lnTo>
                <a:lnTo>
                  <a:pt x="131325" y="27750"/>
                </a:lnTo>
                <a:lnTo>
                  <a:pt x="131325" y="27975"/>
                </a:lnTo>
                <a:lnTo>
                  <a:pt x="131400" y="28125"/>
                </a:lnTo>
                <a:lnTo>
                  <a:pt x="131400" y="28425"/>
                </a:lnTo>
                <a:lnTo>
                  <a:pt x="131475" y="28575"/>
                </a:lnTo>
                <a:lnTo>
                  <a:pt x="131475" y="28875"/>
                </a:lnTo>
                <a:lnTo>
                  <a:pt x="131550" y="28950"/>
                </a:lnTo>
                <a:lnTo>
                  <a:pt x="131550" y="29400"/>
                </a:lnTo>
                <a:lnTo>
                  <a:pt x="131625" y="29400"/>
                </a:lnTo>
                <a:lnTo>
                  <a:pt x="131625" y="30150"/>
                </a:lnTo>
                <a:lnTo>
                  <a:pt x="131700" y="30300"/>
                </a:lnTo>
                <a:lnTo>
                  <a:pt x="131700" y="32625"/>
                </a:lnTo>
                <a:lnTo>
                  <a:pt x="131625" y="32700"/>
                </a:lnTo>
                <a:lnTo>
                  <a:pt x="131625" y="33450"/>
                </a:lnTo>
                <a:lnTo>
                  <a:pt x="131550" y="33450"/>
                </a:lnTo>
                <a:lnTo>
                  <a:pt x="131550" y="33900"/>
                </a:lnTo>
                <a:lnTo>
                  <a:pt x="131475" y="34050"/>
                </a:lnTo>
                <a:lnTo>
                  <a:pt x="131475" y="34425"/>
                </a:lnTo>
                <a:lnTo>
                  <a:pt x="131400" y="34500"/>
                </a:lnTo>
                <a:lnTo>
                  <a:pt x="131400" y="34725"/>
                </a:lnTo>
                <a:lnTo>
                  <a:pt x="131325" y="34875"/>
                </a:lnTo>
                <a:lnTo>
                  <a:pt x="131325" y="35175"/>
                </a:lnTo>
                <a:lnTo>
                  <a:pt x="131250" y="35325"/>
                </a:lnTo>
                <a:lnTo>
                  <a:pt x="131250" y="35475"/>
                </a:lnTo>
                <a:lnTo>
                  <a:pt x="131175" y="35625"/>
                </a:lnTo>
                <a:lnTo>
                  <a:pt x="131175" y="35775"/>
                </a:lnTo>
                <a:lnTo>
                  <a:pt x="131100" y="35850"/>
                </a:lnTo>
                <a:lnTo>
                  <a:pt x="131100" y="36075"/>
                </a:lnTo>
                <a:lnTo>
                  <a:pt x="131025" y="36150"/>
                </a:lnTo>
                <a:lnTo>
                  <a:pt x="131025" y="36300"/>
                </a:lnTo>
                <a:lnTo>
                  <a:pt x="130950" y="36450"/>
                </a:lnTo>
                <a:lnTo>
                  <a:pt x="130950" y="36600"/>
                </a:lnTo>
                <a:lnTo>
                  <a:pt x="130875" y="36600"/>
                </a:lnTo>
                <a:lnTo>
                  <a:pt x="130875" y="36750"/>
                </a:lnTo>
                <a:lnTo>
                  <a:pt x="130800" y="36900"/>
                </a:lnTo>
                <a:lnTo>
                  <a:pt x="130800" y="37050"/>
                </a:lnTo>
                <a:lnTo>
                  <a:pt x="130650" y="37275"/>
                </a:lnTo>
                <a:lnTo>
                  <a:pt x="130650" y="37500"/>
                </a:lnTo>
                <a:lnTo>
                  <a:pt x="130500" y="37725"/>
                </a:lnTo>
                <a:lnTo>
                  <a:pt x="130500" y="37875"/>
                </a:lnTo>
                <a:lnTo>
                  <a:pt x="130425" y="37875"/>
                </a:lnTo>
                <a:lnTo>
                  <a:pt x="130425" y="38025"/>
                </a:lnTo>
                <a:lnTo>
                  <a:pt x="130275" y="38250"/>
                </a:lnTo>
                <a:lnTo>
                  <a:pt x="130275" y="38325"/>
                </a:lnTo>
                <a:lnTo>
                  <a:pt x="130200" y="38400"/>
                </a:lnTo>
                <a:lnTo>
                  <a:pt x="130200" y="38550"/>
                </a:lnTo>
                <a:lnTo>
                  <a:pt x="129900" y="39150"/>
                </a:lnTo>
                <a:lnTo>
                  <a:pt x="129825" y="39225"/>
                </a:lnTo>
                <a:lnTo>
                  <a:pt x="129825" y="39300"/>
                </a:lnTo>
                <a:lnTo>
                  <a:pt x="129675" y="39525"/>
                </a:lnTo>
                <a:lnTo>
                  <a:pt x="129675" y="39675"/>
                </a:lnTo>
                <a:lnTo>
                  <a:pt x="129600" y="39675"/>
                </a:lnTo>
                <a:lnTo>
                  <a:pt x="129600" y="39825"/>
                </a:lnTo>
                <a:lnTo>
                  <a:pt x="129525" y="39825"/>
                </a:lnTo>
                <a:lnTo>
                  <a:pt x="129525" y="39900"/>
                </a:lnTo>
                <a:lnTo>
                  <a:pt x="129450" y="39975"/>
                </a:lnTo>
                <a:lnTo>
                  <a:pt x="129450" y="40050"/>
                </a:lnTo>
                <a:lnTo>
                  <a:pt x="129375" y="40125"/>
                </a:lnTo>
                <a:lnTo>
                  <a:pt x="129375" y="40200"/>
                </a:lnTo>
                <a:lnTo>
                  <a:pt x="129300" y="40200"/>
                </a:lnTo>
                <a:lnTo>
                  <a:pt x="129300" y="40350"/>
                </a:lnTo>
                <a:lnTo>
                  <a:pt x="129225" y="40350"/>
                </a:lnTo>
                <a:lnTo>
                  <a:pt x="129225" y="40500"/>
                </a:lnTo>
                <a:lnTo>
                  <a:pt x="129150" y="40500"/>
                </a:lnTo>
                <a:lnTo>
                  <a:pt x="129075" y="40575"/>
                </a:lnTo>
                <a:lnTo>
                  <a:pt x="129075" y="40650"/>
                </a:lnTo>
                <a:lnTo>
                  <a:pt x="129000" y="40725"/>
                </a:lnTo>
                <a:lnTo>
                  <a:pt x="128775" y="41175"/>
                </a:lnTo>
                <a:lnTo>
                  <a:pt x="128700" y="41250"/>
                </a:lnTo>
                <a:lnTo>
                  <a:pt x="128700" y="41325"/>
                </a:lnTo>
                <a:lnTo>
                  <a:pt x="128550" y="41550"/>
                </a:lnTo>
                <a:lnTo>
                  <a:pt x="128475" y="41550"/>
                </a:lnTo>
                <a:lnTo>
                  <a:pt x="128175" y="42075"/>
                </a:lnTo>
                <a:lnTo>
                  <a:pt x="128025" y="42150"/>
                </a:lnTo>
                <a:lnTo>
                  <a:pt x="128025" y="42225"/>
                </a:lnTo>
                <a:lnTo>
                  <a:pt x="127950" y="42300"/>
                </a:lnTo>
                <a:lnTo>
                  <a:pt x="127800" y="42600"/>
                </a:lnTo>
                <a:lnTo>
                  <a:pt x="127725" y="42600"/>
                </a:lnTo>
                <a:lnTo>
                  <a:pt x="127650" y="42675"/>
                </a:lnTo>
                <a:lnTo>
                  <a:pt x="127500" y="42975"/>
                </a:lnTo>
                <a:lnTo>
                  <a:pt x="127425" y="42975"/>
                </a:lnTo>
                <a:lnTo>
                  <a:pt x="127350" y="43050"/>
                </a:lnTo>
                <a:lnTo>
                  <a:pt x="127275" y="43200"/>
                </a:lnTo>
                <a:lnTo>
                  <a:pt x="127050" y="43425"/>
                </a:lnTo>
                <a:lnTo>
                  <a:pt x="126975" y="43575"/>
                </a:lnTo>
                <a:lnTo>
                  <a:pt x="126900" y="43575"/>
                </a:lnTo>
                <a:lnTo>
                  <a:pt x="126825" y="43650"/>
                </a:lnTo>
                <a:lnTo>
                  <a:pt x="126825" y="43725"/>
                </a:lnTo>
                <a:lnTo>
                  <a:pt x="126750" y="43800"/>
                </a:lnTo>
                <a:lnTo>
                  <a:pt x="126675" y="43800"/>
                </a:lnTo>
                <a:lnTo>
                  <a:pt x="126600" y="43950"/>
                </a:lnTo>
                <a:lnTo>
                  <a:pt x="126150" y="44400"/>
                </a:lnTo>
                <a:lnTo>
                  <a:pt x="126075" y="44550"/>
                </a:lnTo>
                <a:lnTo>
                  <a:pt x="126000" y="44550"/>
                </a:lnTo>
                <a:lnTo>
                  <a:pt x="125550" y="45000"/>
                </a:lnTo>
                <a:lnTo>
                  <a:pt x="125400" y="45075"/>
                </a:lnTo>
                <a:lnTo>
                  <a:pt x="125400" y="45150"/>
                </a:lnTo>
                <a:lnTo>
                  <a:pt x="125175" y="45300"/>
                </a:lnTo>
                <a:lnTo>
                  <a:pt x="125175" y="45375"/>
                </a:lnTo>
                <a:lnTo>
                  <a:pt x="125025" y="45450"/>
                </a:lnTo>
                <a:lnTo>
                  <a:pt x="124950" y="45525"/>
                </a:lnTo>
                <a:lnTo>
                  <a:pt x="124950" y="45600"/>
                </a:lnTo>
                <a:lnTo>
                  <a:pt x="124650" y="45750"/>
                </a:lnTo>
                <a:lnTo>
                  <a:pt x="124650" y="45825"/>
                </a:lnTo>
                <a:lnTo>
                  <a:pt x="124575" y="45900"/>
                </a:lnTo>
                <a:lnTo>
                  <a:pt x="124500" y="45900"/>
                </a:lnTo>
                <a:lnTo>
                  <a:pt x="124275" y="46125"/>
                </a:lnTo>
                <a:lnTo>
                  <a:pt x="123825" y="46425"/>
                </a:lnTo>
                <a:lnTo>
                  <a:pt x="123600" y="46650"/>
                </a:lnTo>
                <a:lnTo>
                  <a:pt x="123450" y="46725"/>
                </a:lnTo>
                <a:lnTo>
                  <a:pt x="123300" y="46875"/>
                </a:lnTo>
                <a:lnTo>
                  <a:pt x="123000" y="47025"/>
                </a:lnTo>
                <a:lnTo>
                  <a:pt x="122850" y="47175"/>
                </a:lnTo>
                <a:lnTo>
                  <a:pt x="122550" y="47325"/>
                </a:lnTo>
                <a:lnTo>
                  <a:pt x="122400" y="47475"/>
                </a:lnTo>
                <a:lnTo>
                  <a:pt x="121950" y="47700"/>
                </a:lnTo>
                <a:lnTo>
                  <a:pt x="121950" y="47775"/>
                </a:lnTo>
                <a:lnTo>
                  <a:pt x="121350" y="48075"/>
                </a:lnTo>
                <a:lnTo>
                  <a:pt x="121350" y="48150"/>
                </a:lnTo>
                <a:lnTo>
                  <a:pt x="120525" y="48525"/>
                </a:lnTo>
                <a:lnTo>
                  <a:pt x="120525" y="48600"/>
                </a:lnTo>
                <a:lnTo>
                  <a:pt x="120225" y="48750"/>
                </a:lnTo>
                <a:lnTo>
                  <a:pt x="120150" y="48750"/>
                </a:lnTo>
                <a:lnTo>
                  <a:pt x="119550" y="49050"/>
                </a:lnTo>
                <a:lnTo>
                  <a:pt x="119475" y="49050"/>
                </a:lnTo>
                <a:lnTo>
                  <a:pt x="119025" y="49275"/>
                </a:lnTo>
                <a:lnTo>
                  <a:pt x="118800" y="49350"/>
                </a:lnTo>
                <a:lnTo>
                  <a:pt x="118800" y="49425"/>
                </a:lnTo>
                <a:lnTo>
                  <a:pt x="118650" y="49425"/>
                </a:lnTo>
                <a:lnTo>
                  <a:pt x="118650" y="49500"/>
                </a:lnTo>
                <a:lnTo>
                  <a:pt x="118500" y="49500"/>
                </a:lnTo>
                <a:lnTo>
                  <a:pt x="118500" y="49575"/>
                </a:lnTo>
                <a:lnTo>
                  <a:pt x="118275" y="49575"/>
                </a:lnTo>
                <a:lnTo>
                  <a:pt x="118275" y="49650"/>
                </a:lnTo>
                <a:lnTo>
                  <a:pt x="118125" y="49650"/>
                </a:lnTo>
                <a:lnTo>
                  <a:pt x="118125" y="49725"/>
                </a:lnTo>
                <a:lnTo>
                  <a:pt x="117975" y="49725"/>
                </a:lnTo>
                <a:lnTo>
                  <a:pt x="117900" y="49800"/>
                </a:lnTo>
                <a:lnTo>
                  <a:pt x="117750" y="49800"/>
                </a:lnTo>
                <a:lnTo>
                  <a:pt x="117600" y="49875"/>
                </a:lnTo>
                <a:lnTo>
                  <a:pt x="117525" y="49875"/>
                </a:lnTo>
                <a:lnTo>
                  <a:pt x="116475" y="50325"/>
                </a:lnTo>
                <a:lnTo>
                  <a:pt x="116250" y="50400"/>
                </a:lnTo>
                <a:lnTo>
                  <a:pt x="116025" y="50400"/>
                </a:lnTo>
                <a:lnTo>
                  <a:pt x="115725" y="50550"/>
                </a:lnTo>
                <a:lnTo>
                  <a:pt x="115650" y="50550"/>
                </a:lnTo>
                <a:lnTo>
                  <a:pt x="115275" y="50700"/>
                </a:lnTo>
                <a:lnTo>
                  <a:pt x="115050" y="50700"/>
                </a:lnTo>
                <a:lnTo>
                  <a:pt x="114525" y="50925"/>
                </a:lnTo>
                <a:lnTo>
                  <a:pt x="114600" y="50925"/>
                </a:lnTo>
                <a:lnTo>
                  <a:pt x="115050" y="51450"/>
                </a:lnTo>
                <a:lnTo>
                  <a:pt x="115275" y="51600"/>
                </a:lnTo>
                <a:lnTo>
                  <a:pt x="116175" y="52500"/>
                </a:lnTo>
                <a:lnTo>
                  <a:pt x="116400" y="52650"/>
                </a:lnTo>
                <a:lnTo>
                  <a:pt x="117150" y="53400"/>
                </a:lnTo>
                <a:lnTo>
                  <a:pt x="117375" y="53550"/>
                </a:lnTo>
                <a:lnTo>
                  <a:pt x="117975" y="54150"/>
                </a:lnTo>
                <a:lnTo>
                  <a:pt x="118125" y="54375"/>
                </a:lnTo>
                <a:lnTo>
                  <a:pt x="118275" y="54525"/>
                </a:lnTo>
                <a:lnTo>
                  <a:pt x="118500" y="54675"/>
                </a:lnTo>
                <a:lnTo>
                  <a:pt x="119250" y="55425"/>
                </a:lnTo>
                <a:lnTo>
                  <a:pt x="119475" y="55575"/>
                </a:lnTo>
                <a:lnTo>
                  <a:pt x="120225" y="56325"/>
                </a:lnTo>
                <a:lnTo>
                  <a:pt x="120450" y="56475"/>
                </a:lnTo>
                <a:lnTo>
                  <a:pt x="122325" y="58350"/>
                </a:lnTo>
                <a:lnTo>
                  <a:pt x="122550" y="58500"/>
                </a:lnTo>
                <a:lnTo>
                  <a:pt x="123300" y="59250"/>
                </a:lnTo>
                <a:lnTo>
                  <a:pt x="123525" y="59400"/>
                </a:lnTo>
                <a:lnTo>
                  <a:pt x="124425" y="60300"/>
                </a:lnTo>
                <a:lnTo>
                  <a:pt x="124650" y="60450"/>
                </a:lnTo>
                <a:lnTo>
                  <a:pt x="124800" y="60600"/>
                </a:lnTo>
                <a:lnTo>
                  <a:pt x="124950" y="60825"/>
                </a:lnTo>
                <a:lnTo>
                  <a:pt x="125400" y="61275"/>
                </a:lnTo>
                <a:lnTo>
                  <a:pt x="125625" y="61425"/>
                </a:lnTo>
                <a:lnTo>
                  <a:pt x="126525" y="62325"/>
                </a:lnTo>
                <a:lnTo>
                  <a:pt x="126750" y="62475"/>
                </a:lnTo>
                <a:lnTo>
                  <a:pt x="127350" y="63075"/>
                </a:lnTo>
                <a:lnTo>
                  <a:pt x="123300" y="66750"/>
                </a:lnTo>
                <a:lnTo>
                  <a:pt x="122175" y="65700"/>
                </a:lnTo>
                <a:lnTo>
                  <a:pt x="121950" y="65550"/>
                </a:lnTo>
                <a:lnTo>
                  <a:pt x="121650" y="65250"/>
                </a:lnTo>
                <a:lnTo>
                  <a:pt x="121500" y="65025"/>
                </a:lnTo>
                <a:lnTo>
                  <a:pt x="121050" y="64575"/>
                </a:lnTo>
                <a:lnTo>
                  <a:pt x="120825" y="64425"/>
                </a:lnTo>
                <a:lnTo>
                  <a:pt x="120075" y="63675"/>
                </a:lnTo>
                <a:lnTo>
                  <a:pt x="119850" y="63525"/>
                </a:lnTo>
                <a:lnTo>
                  <a:pt x="119100" y="62775"/>
                </a:lnTo>
                <a:lnTo>
                  <a:pt x="118875" y="62625"/>
                </a:lnTo>
                <a:lnTo>
                  <a:pt x="118425" y="62175"/>
                </a:lnTo>
                <a:lnTo>
                  <a:pt x="118275" y="61950"/>
                </a:lnTo>
                <a:lnTo>
                  <a:pt x="117975" y="61650"/>
                </a:lnTo>
                <a:lnTo>
                  <a:pt x="117750" y="61500"/>
                </a:lnTo>
                <a:lnTo>
                  <a:pt x="117000" y="60750"/>
                </a:lnTo>
                <a:lnTo>
                  <a:pt x="116775" y="60600"/>
                </a:lnTo>
                <a:lnTo>
                  <a:pt x="115875" y="59700"/>
                </a:lnTo>
                <a:lnTo>
                  <a:pt x="115650" y="59550"/>
                </a:lnTo>
                <a:lnTo>
                  <a:pt x="115050" y="58950"/>
                </a:lnTo>
                <a:lnTo>
                  <a:pt x="114900" y="58725"/>
                </a:lnTo>
                <a:lnTo>
                  <a:pt x="114675" y="58575"/>
                </a:lnTo>
                <a:lnTo>
                  <a:pt x="113925" y="57825"/>
                </a:lnTo>
                <a:lnTo>
                  <a:pt x="113700" y="57675"/>
                </a:lnTo>
                <a:lnTo>
                  <a:pt x="112800" y="56775"/>
                </a:lnTo>
                <a:lnTo>
                  <a:pt x="112575" y="56625"/>
                </a:lnTo>
                <a:lnTo>
                  <a:pt x="111825" y="55875"/>
                </a:lnTo>
                <a:lnTo>
                  <a:pt x="111600" y="55725"/>
                </a:lnTo>
                <a:lnTo>
                  <a:pt x="111450" y="55500"/>
                </a:lnTo>
                <a:lnTo>
                  <a:pt x="110850" y="54900"/>
                </a:lnTo>
                <a:lnTo>
                  <a:pt x="110625" y="54750"/>
                </a:lnTo>
                <a:lnTo>
                  <a:pt x="109725" y="53850"/>
                </a:lnTo>
                <a:lnTo>
                  <a:pt x="109500" y="53700"/>
                </a:lnTo>
                <a:lnTo>
                  <a:pt x="108750" y="52950"/>
                </a:lnTo>
                <a:lnTo>
                  <a:pt x="108525" y="52800"/>
                </a:lnTo>
                <a:lnTo>
                  <a:pt x="108075" y="52275"/>
                </a:lnTo>
                <a:lnTo>
                  <a:pt x="107625" y="51825"/>
                </a:lnTo>
                <a:lnTo>
                  <a:pt x="106800" y="51075"/>
                </a:lnTo>
                <a:lnTo>
                  <a:pt x="106500" y="50850"/>
                </a:lnTo>
                <a:lnTo>
                  <a:pt x="106050" y="49875"/>
                </a:lnTo>
                <a:lnTo>
                  <a:pt x="105975" y="49575"/>
                </a:lnTo>
                <a:lnTo>
                  <a:pt x="105975" y="48900"/>
                </a:lnTo>
                <a:lnTo>
                  <a:pt x="106050" y="48525"/>
                </a:lnTo>
                <a:lnTo>
                  <a:pt x="106350" y="47925"/>
                </a:lnTo>
                <a:lnTo>
                  <a:pt x="106575" y="47625"/>
                </a:lnTo>
                <a:lnTo>
                  <a:pt x="106875" y="47400"/>
                </a:lnTo>
                <a:lnTo>
                  <a:pt x="107100" y="47175"/>
                </a:lnTo>
                <a:lnTo>
                  <a:pt x="107775" y="46800"/>
                </a:lnTo>
                <a:lnTo>
                  <a:pt x="108525" y="46650"/>
                </a:lnTo>
                <a:lnTo>
                  <a:pt x="108675" y="46650"/>
                </a:lnTo>
                <a:lnTo>
                  <a:pt x="108900" y="46575"/>
                </a:lnTo>
                <a:lnTo>
                  <a:pt x="109275" y="46575"/>
                </a:lnTo>
                <a:lnTo>
                  <a:pt x="109425" y="46500"/>
                </a:lnTo>
                <a:lnTo>
                  <a:pt x="109800" y="46500"/>
                </a:lnTo>
                <a:lnTo>
                  <a:pt x="110025" y="46425"/>
                </a:lnTo>
                <a:lnTo>
                  <a:pt x="110325" y="46425"/>
                </a:lnTo>
                <a:lnTo>
                  <a:pt x="110550" y="46350"/>
                </a:lnTo>
                <a:lnTo>
                  <a:pt x="111075" y="46275"/>
                </a:lnTo>
                <a:lnTo>
                  <a:pt x="111225" y="46200"/>
                </a:lnTo>
                <a:lnTo>
                  <a:pt x="111600" y="46200"/>
                </a:lnTo>
                <a:lnTo>
                  <a:pt x="111750" y="46125"/>
                </a:lnTo>
                <a:lnTo>
                  <a:pt x="112275" y="46050"/>
                </a:lnTo>
                <a:lnTo>
                  <a:pt x="112575" y="45900"/>
                </a:lnTo>
                <a:lnTo>
                  <a:pt x="112725" y="45900"/>
                </a:lnTo>
                <a:lnTo>
                  <a:pt x="112950" y="45825"/>
                </a:lnTo>
                <a:lnTo>
                  <a:pt x="113100" y="45825"/>
                </a:lnTo>
                <a:lnTo>
                  <a:pt x="113250" y="45750"/>
                </a:lnTo>
                <a:lnTo>
                  <a:pt x="113400" y="45750"/>
                </a:lnTo>
                <a:lnTo>
                  <a:pt x="113700" y="45600"/>
                </a:lnTo>
                <a:lnTo>
                  <a:pt x="113850" y="45600"/>
                </a:lnTo>
                <a:lnTo>
                  <a:pt x="114150" y="45450"/>
                </a:lnTo>
                <a:lnTo>
                  <a:pt x="114300" y="45450"/>
                </a:lnTo>
                <a:lnTo>
                  <a:pt x="114600" y="45300"/>
                </a:lnTo>
                <a:lnTo>
                  <a:pt x="114750" y="45300"/>
                </a:lnTo>
                <a:lnTo>
                  <a:pt x="115050" y="45150"/>
                </a:lnTo>
                <a:lnTo>
                  <a:pt x="115200" y="45150"/>
                </a:lnTo>
                <a:lnTo>
                  <a:pt x="115650" y="44925"/>
                </a:lnTo>
                <a:lnTo>
                  <a:pt x="115800" y="44925"/>
                </a:lnTo>
                <a:lnTo>
                  <a:pt x="116250" y="44700"/>
                </a:lnTo>
                <a:lnTo>
                  <a:pt x="116325" y="44625"/>
                </a:lnTo>
                <a:lnTo>
                  <a:pt x="116475" y="44625"/>
                </a:lnTo>
                <a:lnTo>
                  <a:pt x="117300" y="44175"/>
                </a:lnTo>
                <a:lnTo>
                  <a:pt x="117450" y="44175"/>
                </a:lnTo>
                <a:lnTo>
                  <a:pt x="117525" y="44100"/>
                </a:lnTo>
                <a:lnTo>
                  <a:pt x="118575" y="43500"/>
                </a:lnTo>
                <a:lnTo>
                  <a:pt x="119925" y="42600"/>
                </a:lnTo>
                <a:lnTo>
                  <a:pt x="120075" y="42450"/>
                </a:lnTo>
                <a:lnTo>
                  <a:pt x="120750" y="42000"/>
                </a:lnTo>
                <a:lnTo>
                  <a:pt x="121275" y="41475"/>
                </a:lnTo>
                <a:lnTo>
                  <a:pt x="121425" y="41400"/>
                </a:lnTo>
                <a:lnTo>
                  <a:pt x="121650" y="41175"/>
                </a:lnTo>
                <a:lnTo>
                  <a:pt x="121725" y="41025"/>
                </a:lnTo>
                <a:lnTo>
                  <a:pt x="121875" y="40950"/>
                </a:lnTo>
                <a:lnTo>
                  <a:pt x="122175" y="40650"/>
                </a:lnTo>
                <a:lnTo>
                  <a:pt x="122325" y="40425"/>
                </a:lnTo>
                <a:lnTo>
                  <a:pt x="122475" y="40350"/>
                </a:lnTo>
                <a:lnTo>
                  <a:pt x="122625" y="40200"/>
                </a:lnTo>
                <a:lnTo>
                  <a:pt x="122700" y="40050"/>
                </a:lnTo>
                <a:lnTo>
                  <a:pt x="122925" y="39825"/>
                </a:lnTo>
                <a:lnTo>
                  <a:pt x="123000" y="39675"/>
                </a:lnTo>
                <a:lnTo>
                  <a:pt x="123225" y="39450"/>
                </a:lnTo>
                <a:lnTo>
                  <a:pt x="123300" y="39300"/>
                </a:lnTo>
                <a:lnTo>
                  <a:pt x="123450" y="39150"/>
                </a:lnTo>
                <a:lnTo>
                  <a:pt x="123450" y="39075"/>
                </a:lnTo>
                <a:lnTo>
                  <a:pt x="123525" y="38925"/>
                </a:lnTo>
                <a:lnTo>
                  <a:pt x="123900" y="38475"/>
                </a:lnTo>
                <a:lnTo>
                  <a:pt x="123900" y="38400"/>
                </a:lnTo>
                <a:lnTo>
                  <a:pt x="123975" y="38250"/>
                </a:lnTo>
                <a:lnTo>
                  <a:pt x="124125" y="38100"/>
                </a:lnTo>
                <a:lnTo>
                  <a:pt x="124200" y="37950"/>
                </a:lnTo>
                <a:lnTo>
                  <a:pt x="124200" y="37875"/>
                </a:lnTo>
                <a:lnTo>
                  <a:pt x="124425" y="37575"/>
                </a:lnTo>
                <a:lnTo>
                  <a:pt x="124425" y="37500"/>
                </a:lnTo>
                <a:lnTo>
                  <a:pt x="124575" y="37275"/>
                </a:lnTo>
                <a:lnTo>
                  <a:pt x="124575" y="37200"/>
                </a:lnTo>
                <a:lnTo>
                  <a:pt x="124725" y="36975"/>
                </a:lnTo>
                <a:lnTo>
                  <a:pt x="124725" y="36900"/>
                </a:lnTo>
                <a:lnTo>
                  <a:pt x="124800" y="36750"/>
                </a:lnTo>
                <a:lnTo>
                  <a:pt x="124875" y="36675"/>
                </a:lnTo>
                <a:lnTo>
                  <a:pt x="124950" y="36375"/>
                </a:lnTo>
                <a:lnTo>
                  <a:pt x="125025" y="36300"/>
                </a:lnTo>
                <a:lnTo>
                  <a:pt x="125100" y="36150"/>
                </a:lnTo>
                <a:lnTo>
                  <a:pt x="125100" y="36075"/>
                </a:lnTo>
                <a:lnTo>
                  <a:pt x="125175" y="36000"/>
                </a:lnTo>
                <a:lnTo>
                  <a:pt x="125175" y="35850"/>
                </a:lnTo>
                <a:lnTo>
                  <a:pt x="125250" y="35775"/>
                </a:lnTo>
                <a:lnTo>
                  <a:pt x="125250" y="35700"/>
                </a:lnTo>
                <a:lnTo>
                  <a:pt x="125400" y="35325"/>
                </a:lnTo>
                <a:lnTo>
                  <a:pt x="125400" y="35175"/>
                </a:lnTo>
                <a:lnTo>
                  <a:pt x="125475" y="35025"/>
                </a:lnTo>
                <a:lnTo>
                  <a:pt x="125475" y="34950"/>
                </a:lnTo>
                <a:lnTo>
                  <a:pt x="125550" y="34875"/>
                </a:lnTo>
                <a:lnTo>
                  <a:pt x="125550" y="34650"/>
                </a:lnTo>
                <a:lnTo>
                  <a:pt x="125625" y="34500"/>
                </a:lnTo>
                <a:lnTo>
                  <a:pt x="125625" y="34350"/>
                </a:lnTo>
                <a:lnTo>
                  <a:pt x="125700" y="34200"/>
                </a:lnTo>
                <a:lnTo>
                  <a:pt x="125700" y="34050"/>
                </a:lnTo>
                <a:lnTo>
                  <a:pt x="125775" y="33900"/>
                </a:lnTo>
                <a:lnTo>
                  <a:pt x="125775" y="33675"/>
                </a:lnTo>
                <a:lnTo>
                  <a:pt x="125850" y="33600"/>
                </a:lnTo>
                <a:lnTo>
                  <a:pt x="125850" y="33150"/>
                </a:lnTo>
                <a:lnTo>
                  <a:pt x="125925" y="33075"/>
                </a:lnTo>
                <a:lnTo>
                  <a:pt x="125925" y="32550"/>
                </a:lnTo>
                <a:lnTo>
                  <a:pt x="126000" y="32475"/>
                </a:lnTo>
                <a:lnTo>
                  <a:pt x="126000" y="30375"/>
                </a:lnTo>
                <a:lnTo>
                  <a:pt x="125925" y="30300"/>
                </a:lnTo>
                <a:lnTo>
                  <a:pt x="125925" y="29775"/>
                </a:lnTo>
                <a:lnTo>
                  <a:pt x="125850" y="29700"/>
                </a:lnTo>
                <a:lnTo>
                  <a:pt x="125850" y="29325"/>
                </a:lnTo>
                <a:lnTo>
                  <a:pt x="125775" y="29175"/>
                </a:lnTo>
                <a:lnTo>
                  <a:pt x="125775" y="29025"/>
                </a:lnTo>
                <a:lnTo>
                  <a:pt x="125700" y="28875"/>
                </a:lnTo>
                <a:lnTo>
                  <a:pt x="125700" y="28650"/>
                </a:lnTo>
                <a:lnTo>
                  <a:pt x="125625" y="28500"/>
                </a:lnTo>
                <a:lnTo>
                  <a:pt x="125625" y="28350"/>
                </a:lnTo>
                <a:lnTo>
                  <a:pt x="125550" y="28200"/>
                </a:lnTo>
                <a:lnTo>
                  <a:pt x="125550" y="28125"/>
                </a:lnTo>
                <a:lnTo>
                  <a:pt x="125475" y="28050"/>
                </a:lnTo>
                <a:lnTo>
                  <a:pt x="125475" y="27825"/>
                </a:lnTo>
                <a:lnTo>
                  <a:pt x="125400" y="27750"/>
                </a:lnTo>
                <a:lnTo>
                  <a:pt x="125325" y="27450"/>
                </a:lnTo>
                <a:lnTo>
                  <a:pt x="125175" y="27225"/>
                </a:lnTo>
                <a:lnTo>
                  <a:pt x="125175" y="27075"/>
                </a:lnTo>
                <a:lnTo>
                  <a:pt x="125025" y="26850"/>
                </a:lnTo>
                <a:lnTo>
                  <a:pt x="125025" y="26700"/>
                </a:lnTo>
                <a:lnTo>
                  <a:pt x="124950" y="26625"/>
                </a:lnTo>
                <a:lnTo>
                  <a:pt x="124950" y="26550"/>
                </a:lnTo>
                <a:lnTo>
                  <a:pt x="124875" y="26475"/>
                </a:lnTo>
                <a:lnTo>
                  <a:pt x="124875" y="26400"/>
                </a:lnTo>
                <a:lnTo>
                  <a:pt x="124725" y="26175"/>
                </a:lnTo>
                <a:lnTo>
                  <a:pt x="124725" y="26100"/>
                </a:lnTo>
                <a:lnTo>
                  <a:pt x="124575" y="25950"/>
                </a:lnTo>
                <a:lnTo>
                  <a:pt x="124575" y="25875"/>
                </a:lnTo>
                <a:lnTo>
                  <a:pt x="124425" y="25650"/>
                </a:lnTo>
                <a:lnTo>
                  <a:pt x="124425" y="25575"/>
                </a:lnTo>
                <a:lnTo>
                  <a:pt x="124275" y="25425"/>
                </a:lnTo>
                <a:lnTo>
                  <a:pt x="124275" y="25350"/>
                </a:lnTo>
                <a:lnTo>
                  <a:pt x="124050" y="25050"/>
                </a:lnTo>
                <a:lnTo>
                  <a:pt x="124050" y="24975"/>
                </a:lnTo>
                <a:lnTo>
                  <a:pt x="123750" y="24675"/>
                </a:lnTo>
                <a:lnTo>
                  <a:pt x="123750" y="24600"/>
                </a:lnTo>
                <a:lnTo>
                  <a:pt x="123450" y="24300"/>
                </a:lnTo>
                <a:lnTo>
                  <a:pt x="123375" y="24150"/>
                </a:lnTo>
                <a:lnTo>
                  <a:pt x="123375" y="24075"/>
                </a:lnTo>
                <a:lnTo>
                  <a:pt x="122475" y="23175"/>
                </a:lnTo>
                <a:lnTo>
                  <a:pt x="122400" y="23175"/>
                </a:lnTo>
                <a:lnTo>
                  <a:pt x="121950" y="22725"/>
                </a:lnTo>
                <a:lnTo>
                  <a:pt x="121800" y="22650"/>
                </a:lnTo>
                <a:lnTo>
                  <a:pt x="121575" y="22425"/>
                </a:lnTo>
                <a:lnTo>
                  <a:pt x="121500" y="22425"/>
                </a:lnTo>
                <a:lnTo>
                  <a:pt x="121350" y="22275"/>
                </a:lnTo>
                <a:lnTo>
                  <a:pt x="121200" y="22200"/>
                </a:lnTo>
                <a:lnTo>
                  <a:pt x="120975" y="21975"/>
                </a:lnTo>
                <a:lnTo>
                  <a:pt x="120825" y="21975"/>
                </a:lnTo>
                <a:lnTo>
                  <a:pt x="120600" y="21750"/>
                </a:lnTo>
                <a:lnTo>
                  <a:pt x="120450" y="21675"/>
                </a:lnTo>
                <a:lnTo>
                  <a:pt x="120375" y="21675"/>
                </a:lnTo>
                <a:lnTo>
                  <a:pt x="120075" y="21450"/>
                </a:lnTo>
                <a:lnTo>
                  <a:pt x="120000" y="21450"/>
                </a:lnTo>
                <a:lnTo>
                  <a:pt x="119775" y="21300"/>
                </a:lnTo>
                <a:lnTo>
                  <a:pt x="119700" y="21300"/>
                </a:lnTo>
                <a:lnTo>
                  <a:pt x="119475" y="21150"/>
                </a:lnTo>
                <a:lnTo>
                  <a:pt x="119100" y="21000"/>
                </a:lnTo>
                <a:lnTo>
                  <a:pt x="119025" y="20925"/>
                </a:lnTo>
                <a:lnTo>
                  <a:pt x="118950" y="20925"/>
                </a:lnTo>
                <a:lnTo>
                  <a:pt x="118425" y="20700"/>
                </a:lnTo>
                <a:lnTo>
                  <a:pt x="118350" y="20700"/>
                </a:lnTo>
                <a:lnTo>
                  <a:pt x="118125" y="20550"/>
                </a:lnTo>
                <a:lnTo>
                  <a:pt x="117975" y="20550"/>
                </a:lnTo>
                <a:lnTo>
                  <a:pt x="117900" y="20475"/>
                </a:lnTo>
                <a:lnTo>
                  <a:pt x="117750" y="20475"/>
                </a:lnTo>
                <a:lnTo>
                  <a:pt x="117375" y="20325"/>
                </a:lnTo>
                <a:lnTo>
                  <a:pt x="117225" y="20325"/>
                </a:lnTo>
                <a:lnTo>
                  <a:pt x="117150" y="20250"/>
                </a:lnTo>
                <a:lnTo>
                  <a:pt x="117000" y="20250"/>
                </a:lnTo>
                <a:lnTo>
                  <a:pt x="116625" y="20100"/>
                </a:lnTo>
                <a:lnTo>
                  <a:pt x="116475" y="20100"/>
                </a:lnTo>
                <a:lnTo>
                  <a:pt x="116325" y="20025"/>
                </a:lnTo>
                <a:lnTo>
                  <a:pt x="116100" y="20025"/>
                </a:lnTo>
                <a:lnTo>
                  <a:pt x="115950" y="19950"/>
                </a:lnTo>
                <a:lnTo>
                  <a:pt x="115800" y="19950"/>
                </a:lnTo>
                <a:lnTo>
                  <a:pt x="115650" y="19875"/>
                </a:lnTo>
                <a:lnTo>
                  <a:pt x="115425" y="19875"/>
                </a:lnTo>
                <a:lnTo>
                  <a:pt x="115275" y="19800"/>
                </a:lnTo>
                <a:lnTo>
                  <a:pt x="114975" y="19800"/>
                </a:lnTo>
                <a:lnTo>
                  <a:pt x="114825" y="19725"/>
                </a:lnTo>
                <a:lnTo>
                  <a:pt x="114375" y="19725"/>
                </a:lnTo>
                <a:lnTo>
                  <a:pt x="114225" y="19650"/>
                </a:lnTo>
                <a:lnTo>
                  <a:pt x="113775" y="19650"/>
                </a:lnTo>
                <a:lnTo>
                  <a:pt x="113625" y="19575"/>
                </a:lnTo>
                <a:lnTo>
                  <a:pt x="112875" y="19575"/>
                </a:lnTo>
                <a:lnTo>
                  <a:pt x="112725" y="19500"/>
                </a:lnTo>
                <a:lnTo>
                  <a:pt x="110175" y="19500"/>
                </a:lnTo>
                <a:lnTo>
                  <a:pt x="109950" y="19575"/>
                </a:lnTo>
                <a:lnTo>
                  <a:pt x="109050" y="19575"/>
                </a:lnTo>
                <a:lnTo>
                  <a:pt x="108900" y="19650"/>
                </a:lnTo>
                <a:lnTo>
                  <a:pt x="108300" y="19650"/>
                </a:lnTo>
                <a:lnTo>
                  <a:pt x="108150" y="19725"/>
                </a:lnTo>
                <a:lnTo>
                  <a:pt x="107775" y="19725"/>
                </a:lnTo>
                <a:lnTo>
                  <a:pt x="107550" y="19800"/>
                </a:lnTo>
                <a:lnTo>
                  <a:pt x="107400" y="19800"/>
                </a:lnTo>
                <a:lnTo>
                  <a:pt x="106500" y="14625"/>
                </a:lnTo>
                <a:close/>
                <a:moveTo>
                  <a:pt x="136950" y="66750"/>
                </a:moveTo>
                <a:lnTo>
                  <a:pt x="136950" y="26625"/>
                </a:lnTo>
                <a:lnTo>
                  <a:pt x="137025" y="26475"/>
                </a:lnTo>
                <a:lnTo>
                  <a:pt x="137025" y="25725"/>
                </a:lnTo>
                <a:lnTo>
                  <a:pt x="137100" y="25500"/>
                </a:lnTo>
                <a:lnTo>
                  <a:pt x="137100" y="25275"/>
                </a:lnTo>
                <a:lnTo>
                  <a:pt x="137175" y="25050"/>
                </a:lnTo>
                <a:lnTo>
                  <a:pt x="137175" y="24600"/>
                </a:lnTo>
                <a:lnTo>
                  <a:pt x="137250" y="24600"/>
                </a:lnTo>
                <a:lnTo>
                  <a:pt x="137250" y="24375"/>
                </a:lnTo>
                <a:lnTo>
                  <a:pt x="137325" y="24150"/>
                </a:lnTo>
                <a:lnTo>
                  <a:pt x="137325" y="23925"/>
                </a:lnTo>
                <a:lnTo>
                  <a:pt x="137400" y="23700"/>
                </a:lnTo>
                <a:lnTo>
                  <a:pt x="137400" y="23475"/>
                </a:lnTo>
                <a:lnTo>
                  <a:pt x="137475" y="23475"/>
                </a:lnTo>
                <a:lnTo>
                  <a:pt x="137475" y="23250"/>
                </a:lnTo>
                <a:lnTo>
                  <a:pt x="137700" y="22650"/>
                </a:lnTo>
                <a:lnTo>
                  <a:pt x="137700" y="22425"/>
                </a:lnTo>
                <a:lnTo>
                  <a:pt x="137775" y="22425"/>
                </a:lnTo>
                <a:lnTo>
                  <a:pt x="137775" y="22200"/>
                </a:lnTo>
                <a:lnTo>
                  <a:pt x="137850" y="22050"/>
                </a:lnTo>
                <a:lnTo>
                  <a:pt x="137850" y="21975"/>
                </a:lnTo>
                <a:lnTo>
                  <a:pt x="138000" y="21600"/>
                </a:lnTo>
                <a:lnTo>
                  <a:pt x="138150" y="21375"/>
                </a:lnTo>
                <a:lnTo>
                  <a:pt x="138150" y="21225"/>
                </a:lnTo>
                <a:lnTo>
                  <a:pt x="138225" y="21225"/>
                </a:lnTo>
                <a:lnTo>
                  <a:pt x="138300" y="21075"/>
                </a:lnTo>
                <a:lnTo>
                  <a:pt x="138375" y="20775"/>
                </a:lnTo>
                <a:lnTo>
                  <a:pt x="138525" y="20475"/>
                </a:lnTo>
                <a:lnTo>
                  <a:pt x="138600" y="20400"/>
                </a:lnTo>
                <a:lnTo>
                  <a:pt x="138750" y="20100"/>
                </a:lnTo>
                <a:lnTo>
                  <a:pt x="138750" y="20025"/>
                </a:lnTo>
                <a:lnTo>
                  <a:pt x="138900" y="19875"/>
                </a:lnTo>
                <a:lnTo>
                  <a:pt x="139275" y="19200"/>
                </a:lnTo>
                <a:lnTo>
                  <a:pt x="139350" y="19200"/>
                </a:lnTo>
                <a:lnTo>
                  <a:pt x="139425" y="19050"/>
                </a:lnTo>
                <a:lnTo>
                  <a:pt x="139425" y="18975"/>
                </a:lnTo>
                <a:lnTo>
                  <a:pt x="139575" y="18900"/>
                </a:lnTo>
                <a:lnTo>
                  <a:pt x="139575" y="18825"/>
                </a:lnTo>
                <a:lnTo>
                  <a:pt x="139650" y="18675"/>
                </a:lnTo>
                <a:lnTo>
                  <a:pt x="139725" y="18675"/>
                </a:lnTo>
                <a:lnTo>
                  <a:pt x="140025" y="18225"/>
                </a:lnTo>
                <a:lnTo>
                  <a:pt x="141075" y="17175"/>
                </a:lnTo>
                <a:lnTo>
                  <a:pt x="141150" y="17175"/>
                </a:lnTo>
                <a:lnTo>
                  <a:pt x="141225" y="17025"/>
                </a:lnTo>
                <a:lnTo>
                  <a:pt x="141300" y="17025"/>
                </a:lnTo>
                <a:lnTo>
                  <a:pt x="141450" y="16875"/>
                </a:lnTo>
                <a:lnTo>
                  <a:pt x="141600" y="16800"/>
                </a:lnTo>
                <a:lnTo>
                  <a:pt x="141600" y="16725"/>
                </a:lnTo>
                <a:lnTo>
                  <a:pt x="141750" y="16650"/>
                </a:lnTo>
                <a:lnTo>
                  <a:pt x="141825" y="16650"/>
                </a:lnTo>
                <a:lnTo>
                  <a:pt x="141900" y="16500"/>
                </a:lnTo>
                <a:lnTo>
                  <a:pt x="141975" y="16500"/>
                </a:lnTo>
                <a:lnTo>
                  <a:pt x="142125" y="16425"/>
                </a:lnTo>
                <a:lnTo>
                  <a:pt x="142125" y="16350"/>
                </a:lnTo>
                <a:lnTo>
                  <a:pt x="142275" y="16275"/>
                </a:lnTo>
                <a:lnTo>
                  <a:pt x="142350" y="16275"/>
                </a:lnTo>
                <a:lnTo>
                  <a:pt x="142500" y="16125"/>
                </a:lnTo>
                <a:lnTo>
                  <a:pt x="142800" y="15975"/>
                </a:lnTo>
                <a:lnTo>
                  <a:pt x="142875" y="15900"/>
                </a:lnTo>
                <a:lnTo>
                  <a:pt x="143400" y="15675"/>
                </a:lnTo>
                <a:lnTo>
                  <a:pt x="143400" y="15600"/>
                </a:lnTo>
                <a:lnTo>
                  <a:pt x="143550" y="15525"/>
                </a:lnTo>
                <a:lnTo>
                  <a:pt x="143850" y="15450"/>
                </a:lnTo>
                <a:lnTo>
                  <a:pt x="143925" y="15375"/>
                </a:lnTo>
                <a:lnTo>
                  <a:pt x="144225" y="15300"/>
                </a:lnTo>
                <a:lnTo>
                  <a:pt x="144375" y="15225"/>
                </a:lnTo>
                <a:lnTo>
                  <a:pt x="144375" y="15150"/>
                </a:lnTo>
                <a:lnTo>
                  <a:pt x="144600" y="15150"/>
                </a:lnTo>
                <a:lnTo>
                  <a:pt x="144600" y="15075"/>
                </a:lnTo>
                <a:lnTo>
                  <a:pt x="144750" y="15075"/>
                </a:lnTo>
                <a:lnTo>
                  <a:pt x="144825" y="15000"/>
                </a:lnTo>
                <a:lnTo>
                  <a:pt x="144975" y="15000"/>
                </a:lnTo>
                <a:lnTo>
                  <a:pt x="145050" y="14925"/>
                </a:lnTo>
                <a:lnTo>
                  <a:pt x="145200" y="14925"/>
                </a:lnTo>
                <a:lnTo>
                  <a:pt x="145800" y="14700"/>
                </a:lnTo>
                <a:lnTo>
                  <a:pt x="146025" y="14700"/>
                </a:lnTo>
                <a:lnTo>
                  <a:pt x="146100" y="14625"/>
                </a:lnTo>
                <a:lnTo>
                  <a:pt x="146325" y="14625"/>
                </a:lnTo>
                <a:lnTo>
                  <a:pt x="146475" y="14550"/>
                </a:lnTo>
                <a:lnTo>
                  <a:pt x="146700" y="14550"/>
                </a:lnTo>
                <a:lnTo>
                  <a:pt x="146925" y="14475"/>
                </a:lnTo>
                <a:lnTo>
                  <a:pt x="147150" y="14475"/>
                </a:lnTo>
                <a:lnTo>
                  <a:pt x="147375" y="14400"/>
                </a:lnTo>
                <a:lnTo>
                  <a:pt x="147600" y="14400"/>
                </a:lnTo>
                <a:lnTo>
                  <a:pt x="147825" y="14325"/>
                </a:lnTo>
                <a:lnTo>
                  <a:pt x="148500" y="14325"/>
                </a:lnTo>
                <a:lnTo>
                  <a:pt x="148725" y="14250"/>
                </a:lnTo>
                <a:lnTo>
                  <a:pt x="150825" y="14250"/>
                </a:lnTo>
                <a:lnTo>
                  <a:pt x="151050" y="14325"/>
                </a:lnTo>
                <a:lnTo>
                  <a:pt x="151575" y="14325"/>
                </a:lnTo>
                <a:lnTo>
                  <a:pt x="151800" y="14400"/>
                </a:lnTo>
                <a:lnTo>
                  <a:pt x="152325" y="14400"/>
                </a:lnTo>
                <a:lnTo>
                  <a:pt x="152550" y="14475"/>
                </a:lnTo>
                <a:lnTo>
                  <a:pt x="152775" y="14475"/>
                </a:lnTo>
                <a:lnTo>
                  <a:pt x="153000" y="14550"/>
                </a:lnTo>
                <a:lnTo>
                  <a:pt x="153300" y="14550"/>
                </a:lnTo>
                <a:lnTo>
                  <a:pt x="153525" y="14625"/>
                </a:lnTo>
                <a:lnTo>
                  <a:pt x="153750" y="14625"/>
                </a:lnTo>
                <a:lnTo>
                  <a:pt x="153825" y="14700"/>
                </a:lnTo>
                <a:lnTo>
                  <a:pt x="154050" y="14700"/>
                </a:lnTo>
                <a:lnTo>
                  <a:pt x="154500" y="14850"/>
                </a:lnTo>
                <a:lnTo>
                  <a:pt x="154800" y="14850"/>
                </a:lnTo>
                <a:lnTo>
                  <a:pt x="157425" y="15600"/>
                </a:lnTo>
                <a:lnTo>
                  <a:pt x="157950" y="15825"/>
                </a:lnTo>
                <a:lnTo>
                  <a:pt x="158700" y="16050"/>
                </a:lnTo>
                <a:lnTo>
                  <a:pt x="158775" y="16125"/>
                </a:lnTo>
                <a:lnTo>
                  <a:pt x="159300" y="16275"/>
                </a:lnTo>
                <a:lnTo>
                  <a:pt x="157050" y="21150"/>
                </a:lnTo>
                <a:lnTo>
                  <a:pt x="156825" y="21075"/>
                </a:lnTo>
                <a:lnTo>
                  <a:pt x="156600" y="20925"/>
                </a:lnTo>
                <a:lnTo>
                  <a:pt x="154875" y="20325"/>
                </a:lnTo>
                <a:lnTo>
                  <a:pt x="154650" y="20325"/>
                </a:lnTo>
                <a:lnTo>
                  <a:pt x="153975" y="20100"/>
                </a:lnTo>
                <a:lnTo>
                  <a:pt x="153825" y="20100"/>
                </a:lnTo>
                <a:lnTo>
                  <a:pt x="153375" y="19950"/>
                </a:lnTo>
                <a:lnTo>
                  <a:pt x="153225" y="19950"/>
                </a:lnTo>
                <a:lnTo>
                  <a:pt x="153000" y="19875"/>
                </a:lnTo>
                <a:lnTo>
                  <a:pt x="152775" y="19875"/>
                </a:lnTo>
                <a:lnTo>
                  <a:pt x="152625" y="19800"/>
                </a:lnTo>
                <a:lnTo>
                  <a:pt x="152400" y="19800"/>
                </a:lnTo>
                <a:lnTo>
                  <a:pt x="152250" y="19725"/>
                </a:lnTo>
                <a:lnTo>
                  <a:pt x="152025" y="19725"/>
                </a:lnTo>
                <a:lnTo>
                  <a:pt x="151875" y="19650"/>
                </a:lnTo>
                <a:lnTo>
                  <a:pt x="151500" y="19650"/>
                </a:lnTo>
                <a:lnTo>
                  <a:pt x="151350" y="19575"/>
                </a:lnTo>
                <a:lnTo>
                  <a:pt x="150825" y="19575"/>
                </a:lnTo>
                <a:lnTo>
                  <a:pt x="150675" y="19500"/>
                </a:lnTo>
                <a:lnTo>
                  <a:pt x="148950" y="19500"/>
                </a:lnTo>
                <a:lnTo>
                  <a:pt x="148800" y="19575"/>
                </a:lnTo>
                <a:lnTo>
                  <a:pt x="148275" y="19575"/>
                </a:lnTo>
                <a:lnTo>
                  <a:pt x="148125" y="19650"/>
                </a:lnTo>
                <a:lnTo>
                  <a:pt x="147900" y="19650"/>
                </a:lnTo>
                <a:lnTo>
                  <a:pt x="147750" y="19725"/>
                </a:lnTo>
                <a:lnTo>
                  <a:pt x="147525" y="19725"/>
                </a:lnTo>
                <a:lnTo>
                  <a:pt x="147375" y="19800"/>
                </a:lnTo>
                <a:lnTo>
                  <a:pt x="147150" y="19800"/>
                </a:lnTo>
                <a:lnTo>
                  <a:pt x="147075" y="19875"/>
                </a:lnTo>
                <a:lnTo>
                  <a:pt x="146925" y="19875"/>
                </a:lnTo>
                <a:lnTo>
                  <a:pt x="146850" y="19950"/>
                </a:lnTo>
                <a:lnTo>
                  <a:pt x="146700" y="19950"/>
                </a:lnTo>
                <a:lnTo>
                  <a:pt x="146625" y="20025"/>
                </a:lnTo>
                <a:lnTo>
                  <a:pt x="146550" y="20025"/>
                </a:lnTo>
                <a:lnTo>
                  <a:pt x="146325" y="20175"/>
                </a:lnTo>
                <a:lnTo>
                  <a:pt x="146025" y="20250"/>
                </a:lnTo>
                <a:lnTo>
                  <a:pt x="145800" y="20475"/>
                </a:lnTo>
                <a:lnTo>
                  <a:pt x="145650" y="20475"/>
                </a:lnTo>
                <a:lnTo>
                  <a:pt x="145500" y="20625"/>
                </a:lnTo>
                <a:lnTo>
                  <a:pt x="145425" y="20625"/>
                </a:lnTo>
                <a:lnTo>
                  <a:pt x="144900" y="21150"/>
                </a:lnTo>
                <a:lnTo>
                  <a:pt x="144825" y="21150"/>
                </a:lnTo>
                <a:lnTo>
                  <a:pt x="144600" y="21375"/>
                </a:lnTo>
                <a:lnTo>
                  <a:pt x="144525" y="21525"/>
                </a:lnTo>
                <a:lnTo>
                  <a:pt x="144150" y="21900"/>
                </a:lnTo>
                <a:lnTo>
                  <a:pt x="144150" y="21975"/>
                </a:lnTo>
                <a:lnTo>
                  <a:pt x="144075" y="22125"/>
                </a:lnTo>
                <a:lnTo>
                  <a:pt x="143925" y="22275"/>
                </a:lnTo>
                <a:lnTo>
                  <a:pt x="143850" y="22425"/>
                </a:lnTo>
                <a:lnTo>
                  <a:pt x="143850" y="22500"/>
                </a:lnTo>
                <a:lnTo>
                  <a:pt x="143625" y="22800"/>
                </a:lnTo>
                <a:lnTo>
                  <a:pt x="143625" y="22950"/>
                </a:lnTo>
                <a:lnTo>
                  <a:pt x="143400" y="23250"/>
                </a:lnTo>
                <a:lnTo>
                  <a:pt x="143400" y="23400"/>
                </a:lnTo>
                <a:lnTo>
                  <a:pt x="143175" y="23925"/>
                </a:lnTo>
                <a:lnTo>
                  <a:pt x="143175" y="24075"/>
                </a:lnTo>
                <a:lnTo>
                  <a:pt x="143025" y="24450"/>
                </a:lnTo>
                <a:lnTo>
                  <a:pt x="143025" y="24600"/>
                </a:lnTo>
                <a:lnTo>
                  <a:pt x="142950" y="24750"/>
                </a:lnTo>
                <a:lnTo>
                  <a:pt x="142950" y="24900"/>
                </a:lnTo>
                <a:lnTo>
                  <a:pt x="142875" y="25050"/>
                </a:lnTo>
                <a:lnTo>
                  <a:pt x="142875" y="25425"/>
                </a:lnTo>
                <a:lnTo>
                  <a:pt x="142800" y="25575"/>
                </a:lnTo>
                <a:lnTo>
                  <a:pt x="142800" y="25875"/>
                </a:lnTo>
                <a:lnTo>
                  <a:pt x="142725" y="26025"/>
                </a:lnTo>
                <a:lnTo>
                  <a:pt x="142725" y="26550"/>
                </a:lnTo>
                <a:lnTo>
                  <a:pt x="142650" y="26775"/>
                </a:lnTo>
                <a:lnTo>
                  <a:pt x="142650" y="66750"/>
                </a:lnTo>
                <a:close/>
                <a:moveTo>
                  <a:pt x="179250" y="23175"/>
                </a:moveTo>
                <a:lnTo>
                  <a:pt x="177375" y="28500"/>
                </a:lnTo>
                <a:lnTo>
                  <a:pt x="177150" y="29100"/>
                </a:lnTo>
                <a:lnTo>
                  <a:pt x="177000" y="29325"/>
                </a:lnTo>
                <a:lnTo>
                  <a:pt x="176850" y="29700"/>
                </a:lnTo>
                <a:lnTo>
                  <a:pt x="173700" y="38625"/>
                </a:lnTo>
                <a:lnTo>
                  <a:pt x="173475" y="39000"/>
                </a:lnTo>
                <a:lnTo>
                  <a:pt x="170475" y="47475"/>
                </a:lnTo>
                <a:lnTo>
                  <a:pt x="170175" y="48300"/>
                </a:lnTo>
                <a:lnTo>
                  <a:pt x="169950" y="48675"/>
                </a:lnTo>
                <a:lnTo>
                  <a:pt x="168600" y="52500"/>
                </a:lnTo>
                <a:lnTo>
                  <a:pt x="163200" y="50850"/>
                </a:lnTo>
                <a:lnTo>
                  <a:pt x="164850" y="46200"/>
                </a:lnTo>
                <a:lnTo>
                  <a:pt x="165000" y="45975"/>
                </a:lnTo>
                <a:lnTo>
                  <a:pt x="165600" y="44325"/>
                </a:lnTo>
                <a:lnTo>
                  <a:pt x="168300" y="36675"/>
                </a:lnTo>
                <a:lnTo>
                  <a:pt x="168450" y="36525"/>
                </a:lnTo>
                <a:lnTo>
                  <a:pt x="171525" y="27825"/>
                </a:lnTo>
                <a:lnTo>
                  <a:pt x="171825" y="27000"/>
                </a:lnTo>
                <a:lnTo>
                  <a:pt x="172050" y="26625"/>
                </a:lnTo>
                <a:lnTo>
                  <a:pt x="175125" y="17925"/>
                </a:lnTo>
                <a:lnTo>
                  <a:pt x="175275" y="17550"/>
                </a:lnTo>
                <a:lnTo>
                  <a:pt x="175425" y="17325"/>
                </a:lnTo>
                <a:lnTo>
                  <a:pt x="176400" y="14550"/>
                </a:lnTo>
                <a:lnTo>
                  <a:pt x="176400" y="14475"/>
                </a:lnTo>
                <a:lnTo>
                  <a:pt x="176250" y="14175"/>
                </a:lnTo>
                <a:lnTo>
                  <a:pt x="176250" y="14025"/>
                </a:lnTo>
                <a:lnTo>
                  <a:pt x="176175" y="13800"/>
                </a:lnTo>
                <a:lnTo>
                  <a:pt x="175950" y="13275"/>
                </a:lnTo>
                <a:lnTo>
                  <a:pt x="175350" y="12000"/>
                </a:lnTo>
                <a:lnTo>
                  <a:pt x="175275" y="11775"/>
                </a:lnTo>
                <a:lnTo>
                  <a:pt x="174825" y="10875"/>
                </a:lnTo>
                <a:lnTo>
                  <a:pt x="174750" y="10650"/>
                </a:lnTo>
                <a:lnTo>
                  <a:pt x="174300" y="9750"/>
                </a:lnTo>
                <a:lnTo>
                  <a:pt x="174225" y="9675"/>
                </a:lnTo>
                <a:lnTo>
                  <a:pt x="174075" y="9375"/>
                </a:lnTo>
                <a:lnTo>
                  <a:pt x="173925" y="9225"/>
                </a:lnTo>
                <a:lnTo>
                  <a:pt x="173550" y="8550"/>
                </a:lnTo>
                <a:lnTo>
                  <a:pt x="173325" y="8325"/>
                </a:lnTo>
                <a:lnTo>
                  <a:pt x="173250" y="8175"/>
                </a:lnTo>
                <a:lnTo>
                  <a:pt x="172950" y="7875"/>
                </a:lnTo>
                <a:lnTo>
                  <a:pt x="172875" y="7725"/>
                </a:lnTo>
                <a:lnTo>
                  <a:pt x="172575" y="7425"/>
                </a:lnTo>
                <a:lnTo>
                  <a:pt x="172500" y="7275"/>
                </a:lnTo>
                <a:lnTo>
                  <a:pt x="172350" y="7200"/>
                </a:lnTo>
                <a:lnTo>
                  <a:pt x="171975" y="6825"/>
                </a:lnTo>
                <a:lnTo>
                  <a:pt x="171600" y="6600"/>
                </a:lnTo>
                <a:lnTo>
                  <a:pt x="171450" y="6450"/>
                </a:lnTo>
                <a:lnTo>
                  <a:pt x="171225" y="6300"/>
                </a:lnTo>
                <a:lnTo>
                  <a:pt x="170700" y="6000"/>
                </a:lnTo>
                <a:lnTo>
                  <a:pt x="170625" y="6000"/>
                </a:lnTo>
                <a:lnTo>
                  <a:pt x="169800" y="5625"/>
                </a:lnTo>
                <a:lnTo>
                  <a:pt x="169650" y="5625"/>
                </a:lnTo>
                <a:lnTo>
                  <a:pt x="169500" y="5550"/>
                </a:lnTo>
                <a:lnTo>
                  <a:pt x="169350" y="5550"/>
                </a:lnTo>
                <a:lnTo>
                  <a:pt x="169200" y="5475"/>
                </a:lnTo>
                <a:lnTo>
                  <a:pt x="169050" y="5475"/>
                </a:lnTo>
                <a:lnTo>
                  <a:pt x="168900" y="5400"/>
                </a:lnTo>
                <a:lnTo>
                  <a:pt x="168750" y="5400"/>
                </a:lnTo>
                <a:lnTo>
                  <a:pt x="168525" y="5325"/>
                </a:lnTo>
                <a:lnTo>
                  <a:pt x="168000" y="5325"/>
                </a:lnTo>
                <a:lnTo>
                  <a:pt x="167850" y="5250"/>
                </a:lnTo>
                <a:lnTo>
                  <a:pt x="167025" y="5250"/>
                </a:lnTo>
                <a:lnTo>
                  <a:pt x="167025" y="0"/>
                </a:lnTo>
                <a:lnTo>
                  <a:pt x="168000" y="0"/>
                </a:lnTo>
                <a:lnTo>
                  <a:pt x="168225" y="75"/>
                </a:lnTo>
                <a:lnTo>
                  <a:pt x="168900" y="75"/>
                </a:lnTo>
                <a:lnTo>
                  <a:pt x="169125" y="150"/>
                </a:lnTo>
                <a:lnTo>
                  <a:pt x="169500" y="150"/>
                </a:lnTo>
                <a:lnTo>
                  <a:pt x="170025" y="300"/>
                </a:lnTo>
                <a:lnTo>
                  <a:pt x="170325" y="300"/>
                </a:lnTo>
                <a:lnTo>
                  <a:pt x="170325" y="375"/>
                </a:lnTo>
                <a:lnTo>
                  <a:pt x="170625" y="375"/>
                </a:lnTo>
                <a:lnTo>
                  <a:pt x="171225" y="525"/>
                </a:lnTo>
                <a:lnTo>
                  <a:pt x="171375" y="600"/>
                </a:lnTo>
                <a:lnTo>
                  <a:pt x="171750" y="675"/>
                </a:lnTo>
                <a:lnTo>
                  <a:pt x="171975" y="825"/>
                </a:lnTo>
                <a:lnTo>
                  <a:pt x="172500" y="975"/>
                </a:lnTo>
                <a:lnTo>
                  <a:pt x="172725" y="1125"/>
                </a:lnTo>
                <a:lnTo>
                  <a:pt x="173025" y="1200"/>
                </a:lnTo>
                <a:lnTo>
                  <a:pt x="173250" y="1350"/>
                </a:lnTo>
                <a:lnTo>
                  <a:pt x="173400" y="1425"/>
                </a:lnTo>
                <a:lnTo>
                  <a:pt x="173475" y="1425"/>
                </a:lnTo>
                <a:lnTo>
                  <a:pt x="173850" y="1650"/>
                </a:lnTo>
                <a:lnTo>
                  <a:pt x="173925" y="1650"/>
                </a:lnTo>
                <a:lnTo>
                  <a:pt x="174075" y="1800"/>
                </a:lnTo>
                <a:lnTo>
                  <a:pt x="174150" y="1800"/>
                </a:lnTo>
                <a:lnTo>
                  <a:pt x="174300" y="1875"/>
                </a:lnTo>
                <a:lnTo>
                  <a:pt x="174600" y="2100"/>
                </a:lnTo>
                <a:lnTo>
                  <a:pt x="174750" y="2175"/>
                </a:lnTo>
                <a:lnTo>
                  <a:pt x="174825" y="2175"/>
                </a:lnTo>
                <a:lnTo>
                  <a:pt x="175350" y="2625"/>
                </a:lnTo>
                <a:lnTo>
                  <a:pt x="175425" y="2625"/>
                </a:lnTo>
                <a:lnTo>
                  <a:pt x="175725" y="2925"/>
                </a:lnTo>
                <a:lnTo>
                  <a:pt x="175800" y="2925"/>
                </a:lnTo>
                <a:lnTo>
                  <a:pt x="175950" y="3075"/>
                </a:lnTo>
                <a:lnTo>
                  <a:pt x="175950" y="3150"/>
                </a:lnTo>
                <a:lnTo>
                  <a:pt x="176325" y="3375"/>
                </a:lnTo>
                <a:lnTo>
                  <a:pt x="176325" y="3450"/>
                </a:lnTo>
                <a:lnTo>
                  <a:pt x="176625" y="3750"/>
                </a:lnTo>
                <a:lnTo>
                  <a:pt x="176700" y="3750"/>
                </a:lnTo>
                <a:lnTo>
                  <a:pt x="176775" y="3900"/>
                </a:lnTo>
                <a:lnTo>
                  <a:pt x="176850" y="3900"/>
                </a:lnTo>
                <a:lnTo>
                  <a:pt x="177000" y="4050"/>
                </a:lnTo>
                <a:lnTo>
                  <a:pt x="177000" y="4125"/>
                </a:lnTo>
                <a:lnTo>
                  <a:pt x="177450" y="4575"/>
                </a:lnTo>
                <a:lnTo>
                  <a:pt x="177450" y="4650"/>
                </a:lnTo>
                <a:lnTo>
                  <a:pt x="177900" y="5100"/>
                </a:lnTo>
                <a:lnTo>
                  <a:pt x="177900" y="5175"/>
                </a:lnTo>
                <a:lnTo>
                  <a:pt x="177975" y="5325"/>
                </a:lnTo>
                <a:lnTo>
                  <a:pt x="178050" y="5325"/>
                </a:lnTo>
                <a:lnTo>
                  <a:pt x="178275" y="5700"/>
                </a:lnTo>
                <a:lnTo>
                  <a:pt x="178425" y="5850"/>
                </a:lnTo>
                <a:lnTo>
                  <a:pt x="178500" y="6075"/>
                </a:lnTo>
                <a:lnTo>
                  <a:pt x="178575" y="6075"/>
                </a:lnTo>
                <a:lnTo>
                  <a:pt x="178650" y="6225"/>
                </a:lnTo>
                <a:lnTo>
                  <a:pt x="178800" y="6375"/>
                </a:lnTo>
                <a:lnTo>
                  <a:pt x="178800" y="6450"/>
                </a:lnTo>
                <a:lnTo>
                  <a:pt x="178875" y="6600"/>
                </a:lnTo>
                <a:lnTo>
                  <a:pt x="179025" y="6750"/>
                </a:lnTo>
                <a:lnTo>
                  <a:pt x="179025" y="6825"/>
                </a:lnTo>
                <a:lnTo>
                  <a:pt x="179100" y="6975"/>
                </a:lnTo>
                <a:lnTo>
                  <a:pt x="179250" y="7125"/>
                </a:lnTo>
                <a:lnTo>
                  <a:pt x="179250" y="7200"/>
                </a:lnTo>
                <a:lnTo>
                  <a:pt x="179325" y="7350"/>
                </a:lnTo>
                <a:lnTo>
                  <a:pt x="179475" y="7500"/>
                </a:lnTo>
                <a:lnTo>
                  <a:pt x="179475" y="7575"/>
                </a:lnTo>
                <a:lnTo>
                  <a:pt x="179625" y="7950"/>
                </a:lnTo>
                <a:lnTo>
                  <a:pt x="179775" y="8100"/>
                </a:lnTo>
                <a:lnTo>
                  <a:pt x="179850" y="8325"/>
                </a:lnTo>
                <a:lnTo>
                  <a:pt x="180150" y="8850"/>
                </a:lnTo>
                <a:lnTo>
                  <a:pt x="180375" y="9450"/>
                </a:lnTo>
                <a:lnTo>
                  <a:pt x="180675" y="9975"/>
                </a:lnTo>
                <a:lnTo>
                  <a:pt x="180900" y="10575"/>
                </a:lnTo>
                <a:lnTo>
                  <a:pt x="181050" y="10875"/>
                </a:lnTo>
                <a:lnTo>
                  <a:pt x="181050" y="10950"/>
                </a:lnTo>
                <a:lnTo>
                  <a:pt x="181800" y="12675"/>
                </a:lnTo>
                <a:lnTo>
                  <a:pt x="181800" y="12825"/>
                </a:lnTo>
                <a:lnTo>
                  <a:pt x="181875" y="13050"/>
                </a:lnTo>
                <a:lnTo>
                  <a:pt x="182250" y="13800"/>
                </a:lnTo>
                <a:lnTo>
                  <a:pt x="182400" y="14175"/>
                </a:lnTo>
                <a:lnTo>
                  <a:pt x="182400" y="14325"/>
                </a:lnTo>
                <a:lnTo>
                  <a:pt x="182475" y="14325"/>
                </a:lnTo>
                <a:lnTo>
                  <a:pt x="182475" y="14550"/>
                </a:lnTo>
                <a:lnTo>
                  <a:pt x="183075" y="16200"/>
                </a:lnTo>
                <a:lnTo>
                  <a:pt x="183225" y="16650"/>
                </a:lnTo>
                <a:lnTo>
                  <a:pt x="183225" y="16875"/>
                </a:lnTo>
                <a:lnTo>
                  <a:pt x="183975" y="18975"/>
                </a:lnTo>
                <a:lnTo>
                  <a:pt x="183975" y="19200"/>
                </a:lnTo>
                <a:lnTo>
                  <a:pt x="184725" y="21375"/>
                </a:lnTo>
                <a:lnTo>
                  <a:pt x="184725" y="21600"/>
                </a:lnTo>
                <a:lnTo>
                  <a:pt x="185250" y="23025"/>
                </a:lnTo>
                <a:lnTo>
                  <a:pt x="185400" y="23475"/>
                </a:lnTo>
                <a:lnTo>
                  <a:pt x="185400" y="23700"/>
                </a:lnTo>
                <a:lnTo>
                  <a:pt x="186150" y="25800"/>
                </a:lnTo>
                <a:lnTo>
                  <a:pt x="186150" y="26025"/>
                </a:lnTo>
                <a:lnTo>
                  <a:pt x="186900" y="28200"/>
                </a:lnTo>
                <a:lnTo>
                  <a:pt x="186900" y="28425"/>
                </a:lnTo>
                <a:lnTo>
                  <a:pt x="187575" y="30300"/>
                </a:lnTo>
                <a:lnTo>
                  <a:pt x="187575" y="30525"/>
                </a:lnTo>
                <a:lnTo>
                  <a:pt x="187875" y="31350"/>
                </a:lnTo>
                <a:lnTo>
                  <a:pt x="188325" y="32700"/>
                </a:lnTo>
                <a:lnTo>
                  <a:pt x="188325" y="32850"/>
                </a:lnTo>
                <a:lnTo>
                  <a:pt x="189075" y="35025"/>
                </a:lnTo>
                <a:lnTo>
                  <a:pt x="189075" y="35250"/>
                </a:lnTo>
                <a:lnTo>
                  <a:pt x="189750" y="37125"/>
                </a:lnTo>
                <a:lnTo>
                  <a:pt x="189750" y="37350"/>
                </a:lnTo>
                <a:lnTo>
                  <a:pt x="190125" y="38400"/>
                </a:lnTo>
                <a:lnTo>
                  <a:pt x="190500" y="39525"/>
                </a:lnTo>
                <a:lnTo>
                  <a:pt x="190500" y="39675"/>
                </a:lnTo>
                <a:lnTo>
                  <a:pt x="191250" y="41850"/>
                </a:lnTo>
                <a:lnTo>
                  <a:pt x="191250" y="42075"/>
                </a:lnTo>
                <a:lnTo>
                  <a:pt x="191925" y="43950"/>
                </a:lnTo>
                <a:lnTo>
                  <a:pt x="191925" y="44175"/>
                </a:lnTo>
                <a:lnTo>
                  <a:pt x="192675" y="46350"/>
                </a:lnTo>
                <a:lnTo>
                  <a:pt x="192675" y="46575"/>
                </a:lnTo>
                <a:lnTo>
                  <a:pt x="193425" y="48675"/>
                </a:lnTo>
                <a:lnTo>
                  <a:pt x="193425" y="48900"/>
                </a:lnTo>
                <a:lnTo>
                  <a:pt x="194100" y="50775"/>
                </a:lnTo>
                <a:lnTo>
                  <a:pt x="194100" y="51000"/>
                </a:lnTo>
                <a:lnTo>
                  <a:pt x="188700" y="52500"/>
                </a:lnTo>
                <a:lnTo>
                  <a:pt x="188400" y="51675"/>
                </a:lnTo>
                <a:lnTo>
                  <a:pt x="188025" y="50550"/>
                </a:lnTo>
                <a:lnTo>
                  <a:pt x="188025" y="50400"/>
                </a:lnTo>
                <a:lnTo>
                  <a:pt x="187275" y="48225"/>
                </a:lnTo>
                <a:lnTo>
                  <a:pt x="187275" y="48000"/>
                </a:lnTo>
                <a:lnTo>
                  <a:pt x="186525" y="45900"/>
                </a:lnTo>
                <a:lnTo>
                  <a:pt x="186525" y="45675"/>
                </a:lnTo>
                <a:lnTo>
                  <a:pt x="186225" y="44850"/>
                </a:lnTo>
                <a:lnTo>
                  <a:pt x="185775" y="43500"/>
                </a:lnTo>
                <a:lnTo>
                  <a:pt x="185775" y="43350"/>
                </a:lnTo>
                <a:lnTo>
                  <a:pt x="185100" y="41400"/>
                </a:lnTo>
                <a:lnTo>
                  <a:pt x="185100" y="41175"/>
                </a:lnTo>
                <a:lnTo>
                  <a:pt x="184350" y="39075"/>
                </a:lnTo>
                <a:lnTo>
                  <a:pt x="184350" y="38850"/>
                </a:lnTo>
                <a:lnTo>
                  <a:pt x="183975" y="37800"/>
                </a:lnTo>
                <a:lnTo>
                  <a:pt x="183600" y="36675"/>
                </a:lnTo>
                <a:lnTo>
                  <a:pt x="183600" y="36525"/>
                </a:lnTo>
                <a:lnTo>
                  <a:pt x="182925" y="34575"/>
                </a:lnTo>
                <a:lnTo>
                  <a:pt x="182925" y="34350"/>
                </a:lnTo>
                <a:lnTo>
                  <a:pt x="182175" y="32250"/>
                </a:lnTo>
                <a:lnTo>
                  <a:pt x="182175" y="32025"/>
                </a:lnTo>
                <a:lnTo>
                  <a:pt x="181425" y="29850"/>
                </a:lnTo>
                <a:lnTo>
                  <a:pt x="181425" y="29625"/>
                </a:lnTo>
                <a:lnTo>
                  <a:pt x="180750" y="27750"/>
                </a:lnTo>
                <a:lnTo>
                  <a:pt x="180750" y="27525"/>
                </a:lnTo>
                <a:lnTo>
                  <a:pt x="180000" y="25425"/>
                </a:lnTo>
                <a:lnTo>
                  <a:pt x="180000" y="25200"/>
                </a:lnTo>
                <a:lnTo>
                  <a:pt x="179325" y="23250"/>
                </a:lnTo>
                <a:lnTo>
                  <a:pt x="179325" y="23100"/>
                </a:lnTo>
                <a:close/>
                <a:moveTo>
                  <a:pt x="233775" y="47250"/>
                </a:moveTo>
                <a:lnTo>
                  <a:pt x="233775" y="47175"/>
                </a:lnTo>
                <a:lnTo>
                  <a:pt x="233625" y="47025"/>
                </a:lnTo>
                <a:lnTo>
                  <a:pt x="233550" y="46800"/>
                </a:lnTo>
                <a:lnTo>
                  <a:pt x="233400" y="46575"/>
                </a:lnTo>
                <a:lnTo>
                  <a:pt x="233250" y="46425"/>
                </a:lnTo>
                <a:lnTo>
                  <a:pt x="233025" y="46050"/>
                </a:lnTo>
                <a:lnTo>
                  <a:pt x="232950" y="45825"/>
                </a:lnTo>
                <a:lnTo>
                  <a:pt x="232800" y="45675"/>
                </a:lnTo>
                <a:lnTo>
                  <a:pt x="231750" y="43950"/>
                </a:lnTo>
                <a:lnTo>
                  <a:pt x="231600" y="43725"/>
                </a:lnTo>
                <a:lnTo>
                  <a:pt x="231450" y="43575"/>
                </a:lnTo>
                <a:lnTo>
                  <a:pt x="231375" y="43350"/>
                </a:lnTo>
                <a:lnTo>
                  <a:pt x="231225" y="43200"/>
                </a:lnTo>
                <a:lnTo>
                  <a:pt x="231150" y="42975"/>
                </a:lnTo>
                <a:lnTo>
                  <a:pt x="231000" y="42825"/>
                </a:lnTo>
                <a:lnTo>
                  <a:pt x="230925" y="42600"/>
                </a:lnTo>
                <a:lnTo>
                  <a:pt x="230625" y="42225"/>
                </a:lnTo>
                <a:lnTo>
                  <a:pt x="230400" y="41850"/>
                </a:lnTo>
                <a:lnTo>
                  <a:pt x="230325" y="41625"/>
                </a:lnTo>
                <a:lnTo>
                  <a:pt x="230175" y="41475"/>
                </a:lnTo>
                <a:lnTo>
                  <a:pt x="230025" y="41250"/>
                </a:lnTo>
                <a:lnTo>
                  <a:pt x="228900" y="39375"/>
                </a:lnTo>
                <a:lnTo>
                  <a:pt x="228750" y="39150"/>
                </a:lnTo>
                <a:lnTo>
                  <a:pt x="228600" y="39000"/>
                </a:lnTo>
                <a:lnTo>
                  <a:pt x="228525" y="38775"/>
                </a:lnTo>
                <a:lnTo>
                  <a:pt x="228375" y="38625"/>
                </a:lnTo>
                <a:lnTo>
                  <a:pt x="228300" y="38400"/>
                </a:lnTo>
                <a:lnTo>
                  <a:pt x="228150" y="38250"/>
                </a:lnTo>
                <a:lnTo>
                  <a:pt x="228000" y="38025"/>
                </a:lnTo>
                <a:lnTo>
                  <a:pt x="227925" y="37800"/>
                </a:lnTo>
                <a:lnTo>
                  <a:pt x="227775" y="37650"/>
                </a:lnTo>
                <a:lnTo>
                  <a:pt x="227700" y="37425"/>
                </a:lnTo>
                <a:lnTo>
                  <a:pt x="227550" y="37275"/>
                </a:lnTo>
                <a:lnTo>
                  <a:pt x="227400" y="37050"/>
                </a:lnTo>
                <a:lnTo>
                  <a:pt x="226125" y="34950"/>
                </a:lnTo>
                <a:lnTo>
                  <a:pt x="225975" y="34800"/>
                </a:lnTo>
                <a:lnTo>
                  <a:pt x="225900" y="34575"/>
                </a:lnTo>
                <a:lnTo>
                  <a:pt x="225750" y="34425"/>
                </a:lnTo>
                <a:lnTo>
                  <a:pt x="225675" y="34200"/>
                </a:lnTo>
                <a:lnTo>
                  <a:pt x="225525" y="34050"/>
                </a:lnTo>
                <a:lnTo>
                  <a:pt x="225375" y="33825"/>
                </a:lnTo>
                <a:lnTo>
                  <a:pt x="225300" y="33600"/>
                </a:lnTo>
                <a:lnTo>
                  <a:pt x="224775" y="32850"/>
                </a:lnTo>
                <a:lnTo>
                  <a:pt x="223650" y="30975"/>
                </a:lnTo>
                <a:lnTo>
                  <a:pt x="223500" y="30750"/>
                </a:lnTo>
                <a:lnTo>
                  <a:pt x="223350" y="30600"/>
                </a:lnTo>
                <a:lnTo>
                  <a:pt x="223125" y="30225"/>
                </a:lnTo>
                <a:lnTo>
                  <a:pt x="223050" y="30000"/>
                </a:lnTo>
                <a:lnTo>
                  <a:pt x="222900" y="29850"/>
                </a:lnTo>
                <a:lnTo>
                  <a:pt x="222525" y="29250"/>
                </a:lnTo>
                <a:lnTo>
                  <a:pt x="222450" y="29025"/>
                </a:lnTo>
                <a:lnTo>
                  <a:pt x="222300" y="28875"/>
                </a:lnTo>
                <a:lnTo>
                  <a:pt x="221625" y="27750"/>
                </a:lnTo>
                <a:lnTo>
                  <a:pt x="221475" y="27525"/>
                </a:lnTo>
                <a:lnTo>
                  <a:pt x="221325" y="27375"/>
                </a:lnTo>
                <a:lnTo>
                  <a:pt x="221250" y="27150"/>
                </a:lnTo>
                <a:lnTo>
                  <a:pt x="220875" y="26550"/>
                </a:lnTo>
                <a:lnTo>
                  <a:pt x="220725" y="26400"/>
                </a:lnTo>
                <a:lnTo>
                  <a:pt x="220650" y="26175"/>
                </a:lnTo>
                <a:lnTo>
                  <a:pt x="220500" y="26025"/>
                </a:lnTo>
                <a:lnTo>
                  <a:pt x="220425" y="25800"/>
                </a:lnTo>
                <a:lnTo>
                  <a:pt x="220275" y="25650"/>
                </a:lnTo>
                <a:lnTo>
                  <a:pt x="219900" y="25050"/>
                </a:lnTo>
                <a:lnTo>
                  <a:pt x="219825" y="24825"/>
                </a:lnTo>
                <a:lnTo>
                  <a:pt x="219675" y="24675"/>
                </a:lnTo>
                <a:lnTo>
                  <a:pt x="219600" y="24450"/>
                </a:lnTo>
                <a:lnTo>
                  <a:pt x="219450" y="24300"/>
                </a:lnTo>
                <a:lnTo>
                  <a:pt x="219000" y="23550"/>
                </a:lnTo>
                <a:lnTo>
                  <a:pt x="218850" y="23325"/>
                </a:lnTo>
                <a:lnTo>
                  <a:pt x="218700" y="23175"/>
                </a:lnTo>
                <a:lnTo>
                  <a:pt x="218625" y="22950"/>
                </a:lnTo>
                <a:lnTo>
                  <a:pt x="218475" y="22800"/>
                </a:lnTo>
                <a:lnTo>
                  <a:pt x="218400" y="22575"/>
                </a:lnTo>
                <a:lnTo>
                  <a:pt x="218250" y="22350"/>
                </a:lnTo>
                <a:lnTo>
                  <a:pt x="218100" y="22200"/>
                </a:lnTo>
                <a:lnTo>
                  <a:pt x="218025" y="21975"/>
                </a:lnTo>
                <a:lnTo>
                  <a:pt x="217875" y="21825"/>
                </a:lnTo>
                <a:lnTo>
                  <a:pt x="217800" y="21600"/>
                </a:lnTo>
                <a:lnTo>
                  <a:pt x="217650" y="21450"/>
                </a:lnTo>
                <a:lnTo>
                  <a:pt x="217575" y="21225"/>
                </a:lnTo>
                <a:lnTo>
                  <a:pt x="217425" y="21075"/>
                </a:lnTo>
                <a:lnTo>
                  <a:pt x="217275" y="20850"/>
                </a:lnTo>
                <a:lnTo>
                  <a:pt x="216975" y="20250"/>
                </a:lnTo>
                <a:lnTo>
                  <a:pt x="216825" y="20100"/>
                </a:lnTo>
                <a:lnTo>
                  <a:pt x="216375" y="19350"/>
                </a:lnTo>
                <a:lnTo>
                  <a:pt x="216075" y="18975"/>
                </a:lnTo>
                <a:lnTo>
                  <a:pt x="216000" y="18750"/>
                </a:lnTo>
                <a:lnTo>
                  <a:pt x="215850" y="18600"/>
                </a:lnTo>
                <a:lnTo>
                  <a:pt x="215775" y="18375"/>
                </a:lnTo>
                <a:lnTo>
                  <a:pt x="215625" y="18150"/>
                </a:lnTo>
                <a:lnTo>
                  <a:pt x="215325" y="17550"/>
                </a:lnTo>
                <a:lnTo>
                  <a:pt x="215250" y="17250"/>
                </a:lnTo>
                <a:lnTo>
                  <a:pt x="215250" y="16500"/>
                </a:lnTo>
                <a:lnTo>
                  <a:pt x="215325" y="16200"/>
                </a:lnTo>
                <a:lnTo>
                  <a:pt x="215625" y="15525"/>
                </a:lnTo>
                <a:lnTo>
                  <a:pt x="215850" y="15300"/>
                </a:lnTo>
                <a:lnTo>
                  <a:pt x="216075" y="15000"/>
                </a:lnTo>
                <a:lnTo>
                  <a:pt x="216375" y="14775"/>
                </a:lnTo>
                <a:lnTo>
                  <a:pt x="217350" y="14325"/>
                </a:lnTo>
                <a:lnTo>
                  <a:pt x="217725" y="14250"/>
                </a:lnTo>
                <a:lnTo>
                  <a:pt x="239475" y="14250"/>
                </a:lnTo>
                <a:lnTo>
                  <a:pt x="239850" y="14325"/>
                </a:lnTo>
                <a:lnTo>
                  <a:pt x="240825" y="14775"/>
                </a:lnTo>
                <a:lnTo>
                  <a:pt x="241125" y="15000"/>
                </a:lnTo>
                <a:lnTo>
                  <a:pt x="241350" y="15300"/>
                </a:lnTo>
                <a:lnTo>
                  <a:pt x="241575" y="15525"/>
                </a:lnTo>
                <a:lnTo>
                  <a:pt x="241875" y="16200"/>
                </a:lnTo>
                <a:lnTo>
                  <a:pt x="241950" y="16500"/>
                </a:lnTo>
                <a:lnTo>
                  <a:pt x="241950" y="21375"/>
                </a:lnTo>
                <a:lnTo>
                  <a:pt x="236250" y="21375"/>
                </a:lnTo>
                <a:lnTo>
                  <a:pt x="236250" y="19500"/>
                </a:lnTo>
                <a:lnTo>
                  <a:pt x="223050" y="19500"/>
                </a:lnTo>
                <a:lnTo>
                  <a:pt x="223050" y="19575"/>
                </a:lnTo>
                <a:lnTo>
                  <a:pt x="223200" y="19725"/>
                </a:lnTo>
                <a:lnTo>
                  <a:pt x="223275" y="19950"/>
                </a:lnTo>
                <a:lnTo>
                  <a:pt x="223425" y="20175"/>
                </a:lnTo>
                <a:lnTo>
                  <a:pt x="223575" y="20325"/>
                </a:lnTo>
                <a:lnTo>
                  <a:pt x="223650" y="20550"/>
                </a:lnTo>
                <a:lnTo>
                  <a:pt x="223800" y="20700"/>
                </a:lnTo>
                <a:lnTo>
                  <a:pt x="223875" y="20925"/>
                </a:lnTo>
                <a:lnTo>
                  <a:pt x="224025" y="21075"/>
                </a:lnTo>
                <a:lnTo>
                  <a:pt x="225225" y="23025"/>
                </a:lnTo>
                <a:lnTo>
                  <a:pt x="225375" y="23175"/>
                </a:lnTo>
                <a:lnTo>
                  <a:pt x="225450" y="23400"/>
                </a:lnTo>
                <a:lnTo>
                  <a:pt x="225600" y="23550"/>
                </a:lnTo>
                <a:lnTo>
                  <a:pt x="225675" y="23775"/>
                </a:lnTo>
                <a:lnTo>
                  <a:pt x="225825" y="23925"/>
                </a:lnTo>
                <a:lnTo>
                  <a:pt x="225900" y="24150"/>
                </a:lnTo>
                <a:lnTo>
                  <a:pt x="226050" y="24375"/>
                </a:lnTo>
                <a:lnTo>
                  <a:pt x="226200" y="24525"/>
                </a:lnTo>
                <a:lnTo>
                  <a:pt x="226275" y="24750"/>
                </a:lnTo>
                <a:lnTo>
                  <a:pt x="226425" y="24900"/>
                </a:lnTo>
                <a:lnTo>
                  <a:pt x="226500" y="25125"/>
                </a:lnTo>
                <a:lnTo>
                  <a:pt x="226650" y="25275"/>
                </a:lnTo>
                <a:lnTo>
                  <a:pt x="226800" y="25500"/>
                </a:lnTo>
                <a:lnTo>
                  <a:pt x="228300" y="27975"/>
                </a:lnTo>
                <a:lnTo>
                  <a:pt x="228450" y="28125"/>
                </a:lnTo>
                <a:lnTo>
                  <a:pt x="228525" y="28350"/>
                </a:lnTo>
                <a:lnTo>
                  <a:pt x="228675" y="28500"/>
                </a:lnTo>
                <a:lnTo>
                  <a:pt x="228825" y="28725"/>
                </a:lnTo>
                <a:lnTo>
                  <a:pt x="228900" y="28950"/>
                </a:lnTo>
                <a:lnTo>
                  <a:pt x="229050" y="29100"/>
                </a:lnTo>
                <a:lnTo>
                  <a:pt x="229125" y="29325"/>
                </a:lnTo>
                <a:lnTo>
                  <a:pt x="229275" y="29475"/>
                </a:lnTo>
                <a:lnTo>
                  <a:pt x="229425" y="29700"/>
                </a:lnTo>
                <a:lnTo>
                  <a:pt x="230550" y="31575"/>
                </a:lnTo>
                <a:lnTo>
                  <a:pt x="230700" y="31800"/>
                </a:lnTo>
                <a:lnTo>
                  <a:pt x="230850" y="31950"/>
                </a:lnTo>
                <a:lnTo>
                  <a:pt x="230925" y="32175"/>
                </a:lnTo>
                <a:lnTo>
                  <a:pt x="231075" y="32325"/>
                </a:lnTo>
                <a:lnTo>
                  <a:pt x="231450" y="32925"/>
                </a:lnTo>
                <a:lnTo>
                  <a:pt x="231525" y="33150"/>
                </a:lnTo>
                <a:lnTo>
                  <a:pt x="231675" y="33300"/>
                </a:lnTo>
                <a:lnTo>
                  <a:pt x="233175" y="35775"/>
                </a:lnTo>
                <a:lnTo>
                  <a:pt x="233325" y="36000"/>
                </a:lnTo>
                <a:lnTo>
                  <a:pt x="233475" y="36150"/>
                </a:lnTo>
                <a:lnTo>
                  <a:pt x="233550" y="36375"/>
                </a:lnTo>
                <a:lnTo>
                  <a:pt x="233700" y="36525"/>
                </a:lnTo>
                <a:lnTo>
                  <a:pt x="233775" y="36750"/>
                </a:lnTo>
                <a:lnTo>
                  <a:pt x="233925" y="36900"/>
                </a:lnTo>
                <a:lnTo>
                  <a:pt x="234075" y="37125"/>
                </a:lnTo>
                <a:lnTo>
                  <a:pt x="234300" y="37500"/>
                </a:lnTo>
                <a:lnTo>
                  <a:pt x="234375" y="37725"/>
                </a:lnTo>
                <a:lnTo>
                  <a:pt x="234525" y="37875"/>
                </a:lnTo>
                <a:lnTo>
                  <a:pt x="234675" y="38100"/>
                </a:lnTo>
                <a:lnTo>
                  <a:pt x="235800" y="39975"/>
                </a:lnTo>
                <a:lnTo>
                  <a:pt x="235950" y="40200"/>
                </a:lnTo>
                <a:lnTo>
                  <a:pt x="236100" y="40350"/>
                </a:lnTo>
                <a:lnTo>
                  <a:pt x="236175" y="40575"/>
                </a:lnTo>
                <a:lnTo>
                  <a:pt x="236325" y="40725"/>
                </a:lnTo>
                <a:lnTo>
                  <a:pt x="236400" y="40950"/>
                </a:lnTo>
                <a:lnTo>
                  <a:pt x="236550" y="41100"/>
                </a:lnTo>
                <a:lnTo>
                  <a:pt x="236700" y="41325"/>
                </a:lnTo>
                <a:lnTo>
                  <a:pt x="237000" y="41925"/>
                </a:lnTo>
                <a:lnTo>
                  <a:pt x="237150" y="42075"/>
                </a:lnTo>
                <a:lnTo>
                  <a:pt x="237225" y="42300"/>
                </a:lnTo>
                <a:lnTo>
                  <a:pt x="237375" y="42450"/>
                </a:lnTo>
                <a:lnTo>
                  <a:pt x="238200" y="43800"/>
                </a:lnTo>
                <a:lnTo>
                  <a:pt x="238350" y="43950"/>
                </a:lnTo>
                <a:lnTo>
                  <a:pt x="238425" y="44175"/>
                </a:lnTo>
                <a:lnTo>
                  <a:pt x="238575" y="44400"/>
                </a:lnTo>
                <a:lnTo>
                  <a:pt x="238725" y="44550"/>
                </a:lnTo>
                <a:lnTo>
                  <a:pt x="238800" y="44775"/>
                </a:lnTo>
                <a:lnTo>
                  <a:pt x="238950" y="44925"/>
                </a:lnTo>
                <a:lnTo>
                  <a:pt x="239025" y="45150"/>
                </a:lnTo>
                <a:lnTo>
                  <a:pt x="239175" y="45300"/>
                </a:lnTo>
                <a:lnTo>
                  <a:pt x="239250" y="45525"/>
                </a:lnTo>
                <a:lnTo>
                  <a:pt x="239400" y="45675"/>
                </a:lnTo>
                <a:lnTo>
                  <a:pt x="239550" y="45900"/>
                </a:lnTo>
                <a:lnTo>
                  <a:pt x="239850" y="46500"/>
                </a:lnTo>
                <a:lnTo>
                  <a:pt x="240000" y="46650"/>
                </a:lnTo>
                <a:lnTo>
                  <a:pt x="240750" y="47775"/>
                </a:lnTo>
                <a:lnTo>
                  <a:pt x="240825" y="48000"/>
                </a:lnTo>
                <a:lnTo>
                  <a:pt x="240975" y="48150"/>
                </a:lnTo>
                <a:lnTo>
                  <a:pt x="241050" y="48375"/>
                </a:lnTo>
                <a:lnTo>
                  <a:pt x="241200" y="48600"/>
                </a:lnTo>
                <a:lnTo>
                  <a:pt x="241500" y="49200"/>
                </a:lnTo>
                <a:lnTo>
                  <a:pt x="241575" y="49500"/>
                </a:lnTo>
                <a:lnTo>
                  <a:pt x="241575" y="50250"/>
                </a:lnTo>
                <a:lnTo>
                  <a:pt x="241500" y="50550"/>
                </a:lnTo>
                <a:lnTo>
                  <a:pt x="241200" y="51225"/>
                </a:lnTo>
                <a:lnTo>
                  <a:pt x="240975" y="51450"/>
                </a:lnTo>
                <a:lnTo>
                  <a:pt x="240750" y="51750"/>
                </a:lnTo>
                <a:lnTo>
                  <a:pt x="240450" y="51975"/>
                </a:lnTo>
                <a:lnTo>
                  <a:pt x="239475" y="52425"/>
                </a:lnTo>
                <a:lnTo>
                  <a:pt x="239100" y="52500"/>
                </a:lnTo>
                <a:lnTo>
                  <a:pt x="217350" y="52500"/>
                </a:lnTo>
                <a:lnTo>
                  <a:pt x="216975" y="52425"/>
                </a:lnTo>
                <a:lnTo>
                  <a:pt x="216600" y="52275"/>
                </a:lnTo>
                <a:lnTo>
                  <a:pt x="216000" y="51975"/>
                </a:lnTo>
                <a:lnTo>
                  <a:pt x="215700" y="51750"/>
                </a:lnTo>
                <a:lnTo>
                  <a:pt x="215475" y="51450"/>
                </a:lnTo>
                <a:lnTo>
                  <a:pt x="215250" y="51225"/>
                </a:lnTo>
                <a:lnTo>
                  <a:pt x="214950" y="50550"/>
                </a:lnTo>
                <a:lnTo>
                  <a:pt x="214875" y="50250"/>
                </a:lnTo>
                <a:lnTo>
                  <a:pt x="214875" y="45375"/>
                </a:lnTo>
                <a:lnTo>
                  <a:pt x="220575" y="45375"/>
                </a:lnTo>
                <a:lnTo>
                  <a:pt x="220575" y="47250"/>
                </a:lnTo>
                <a:close/>
                <a:moveTo>
                  <a:pt x="246450" y="33450"/>
                </a:moveTo>
                <a:lnTo>
                  <a:pt x="246750" y="32775"/>
                </a:lnTo>
                <a:lnTo>
                  <a:pt x="246975" y="32550"/>
                </a:lnTo>
                <a:lnTo>
                  <a:pt x="247200" y="32250"/>
                </a:lnTo>
                <a:lnTo>
                  <a:pt x="247500" y="32025"/>
                </a:lnTo>
                <a:lnTo>
                  <a:pt x="248100" y="31725"/>
                </a:lnTo>
                <a:lnTo>
                  <a:pt x="248475" y="31575"/>
                </a:lnTo>
                <a:lnTo>
                  <a:pt x="248625" y="31575"/>
                </a:lnTo>
                <a:lnTo>
                  <a:pt x="248625" y="31500"/>
                </a:lnTo>
                <a:lnTo>
                  <a:pt x="248550" y="31500"/>
                </a:lnTo>
                <a:lnTo>
                  <a:pt x="248175" y="30900"/>
                </a:lnTo>
                <a:lnTo>
                  <a:pt x="248025" y="30750"/>
                </a:lnTo>
                <a:lnTo>
                  <a:pt x="248025" y="30675"/>
                </a:lnTo>
                <a:lnTo>
                  <a:pt x="247725" y="30375"/>
                </a:lnTo>
                <a:lnTo>
                  <a:pt x="247725" y="30300"/>
                </a:lnTo>
                <a:lnTo>
                  <a:pt x="247650" y="30150"/>
                </a:lnTo>
                <a:lnTo>
                  <a:pt x="247575" y="30150"/>
                </a:lnTo>
                <a:lnTo>
                  <a:pt x="247500" y="29925"/>
                </a:lnTo>
                <a:lnTo>
                  <a:pt x="247350" y="29775"/>
                </a:lnTo>
                <a:lnTo>
                  <a:pt x="247350" y="29700"/>
                </a:lnTo>
                <a:lnTo>
                  <a:pt x="247200" y="29550"/>
                </a:lnTo>
                <a:lnTo>
                  <a:pt x="247125" y="29325"/>
                </a:lnTo>
                <a:lnTo>
                  <a:pt x="246975" y="29175"/>
                </a:lnTo>
                <a:lnTo>
                  <a:pt x="246975" y="29100"/>
                </a:lnTo>
                <a:lnTo>
                  <a:pt x="246750" y="28725"/>
                </a:lnTo>
                <a:lnTo>
                  <a:pt x="246675" y="28575"/>
                </a:lnTo>
                <a:lnTo>
                  <a:pt x="246675" y="28500"/>
                </a:lnTo>
                <a:lnTo>
                  <a:pt x="246525" y="28350"/>
                </a:lnTo>
                <a:lnTo>
                  <a:pt x="246375" y="27975"/>
                </a:lnTo>
                <a:lnTo>
                  <a:pt x="246375" y="27900"/>
                </a:lnTo>
                <a:lnTo>
                  <a:pt x="246225" y="27750"/>
                </a:lnTo>
                <a:lnTo>
                  <a:pt x="246225" y="27675"/>
                </a:lnTo>
                <a:lnTo>
                  <a:pt x="246000" y="27150"/>
                </a:lnTo>
                <a:lnTo>
                  <a:pt x="245925" y="26850"/>
                </a:lnTo>
                <a:lnTo>
                  <a:pt x="245700" y="26325"/>
                </a:lnTo>
                <a:lnTo>
                  <a:pt x="245700" y="26250"/>
                </a:lnTo>
                <a:lnTo>
                  <a:pt x="245550" y="25875"/>
                </a:lnTo>
                <a:lnTo>
                  <a:pt x="245550" y="25650"/>
                </a:lnTo>
                <a:lnTo>
                  <a:pt x="245475" y="25575"/>
                </a:lnTo>
                <a:lnTo>
                  <a:pt x="245475" y="25425"/>
                </a:lnTo>
                <a:lnTo>
                  <a:pt x="245400" y="25200"/>
                </a:lnTo>
                <a:lnTo>
                  <a:pt x="245400" y="24975"/>
                </a:lnTo>
                <a:lnTo>
                  <a:pt x="245325" y="24825"/>
                </a:lnTo>
                <a:lnTo>
                  <a:pt x="245325" y="24300"/>
                </a:lnTo>
                <a:lnTo>
                  <a:pt x="245250" y="24150"/>
                </a:lnTo>
                <a:lnTo>
                  <a:pt x="245250" y="22800"/>
                </a:lnTo>
                <a:lnTo>
                  <a:pt x="245325" y="22650"/>
                </a:lnTo>
                <a:lnTo>
                  <a:pt x="245325" y="22350"/>
                </a:lnTo>
                <a:lnTo>
                  <a:pt x="245400" y="22200"/>
                </a:lnTo>
                <a:lnTo>
                  <a:pt x="245400" y="21900"/>
                </a:lnTo>
                <a:lnTo>
                  <a:pt x="245550" y="21525"/>
                </a:lnTo>
                <a:lnTo>
                  <a:pt x="245550" y="21300"/>
                </a:lnTo>
                <a:lnTo>
                  <a:pt x="245625" y="21225"/>
                </a:lnTo>
                <a:lnTo>
                  <a:pt x="245625" y="21075"/>
                </a:lnTo>
                <a:lnTo>
                  <a:pt x="245700" y="21000"/>
                </a:lnTo>
                <a:lnTo>
                  <a:pt x="245700" y="20850"/>
                </a:lnTo>
                <a:lnTo>
                  <a:pt x="245850" y="20625"/>
                </a:lnTo>
                <a:lnTo>
                  <a:pt x="245925" y="20325"/>
                </a:lnTo>
                <a:lnTo>
                  <a:pt x="246075" y="20175"/>
                </a:lnTo>
                <a:lnTo>
                  <a:pt x="246150" y="20025"/>
                </a:lnTo>
                <a:lnTo>
                  <a:pt x="246150" y="19950"/>
                </a:lnTo>
                <a:lnTo>
                  <a:pt x="246375" y="19575"/>
                </a:lnTo>
                <a:lnTo>
                  <a:pt x="246375" y="19500"/>
                </a:lnTo>
                <a:lnTo>
                  <a:pt x="246525" y="19425"/>
                </a:lnTo>
                <a:lnTo>
                  <a:pt x="246525" y="19350"/>
                </a:lnTo>
                <a:lnTo>
                  <a:pt x="246750" y="18975"/>
                </a:lnTo>
                <a:lnTo>
                  <a:pt x="246825" y="18975"/>
                </a:lnTo>
                <a:lnTo>
                  <a:pt x="246900" y="18825"/>
                </a:lnTo>
                <a:lnTo>
                  <a:pt x="247275" y="18450"/>
                </a:lnTo>
                <a:lnTo>
                  <a:pt x="247275" y="18375"/>
                </a:lnTo>
                <a:lnTo>
                  <a:pt x="247425" y="18300"/>
                </a:lnTo>
                <a:lnTo>
                  <a:pt x="247575" y="18075"/>
                </a:lnTo>
                <a:lnTo>
                  <a:pt x="247800" y="17925"/>
                </a:lnTo>
                <a:lnTo>
                  <a:pt x="247800" y="17850"/>
                </a:lnTo>
                <a:lnTo>
                  <a:pt x="247950" y="17775"/>
                </a:lnTo>
                <a:lnTo>
                  <a:pt x="248175" y="17550"/>
                </a:lnTo>
                <a:lnTo>
                  <a:pt x="248250" y="17550"/>
                </a:lnTo>
                <a:lnTo>
                  <a:pt x="248325" y="17400"/>
                </a:lnTo>
                <a:lnTo>
                  <a:pt x="248400" y="17400"/>
                </a:lnTo>
                <a:lnTo>
                  <a:pt x="248550" y="17250"/>
                </a:lnTo>
                <a:lnTo>
                  <a:pt x="248625" y="17250"/>
                </a:lnTo>
                <a:lnTo>
                  <a:pt x="248775" y="17100"/>
                </a:lnTo>
                <a:lnTo>
                  <a:pt x="248850" y="17100"/>
                </a:lnTo>
                <a:lnTo>
                  <a:pt x="249000" y="16950"/>
                </a:lnTo>
                <a:lnTo>
                  <a:pt x="249075" y="16950"/>
                </a:lnTo>
                <a:lnTo>
                  <a:pt x="249225" y="16800"/>
                </a:lnTo>
                <a:lnTo>
                  <a:pt x="249300" y="16800"/>
                </a:lnTo>
                <a:lnTo>
                  <a:pt x="249450" y="16650"/>
                </a:lnTo>
                <a:lnTo>
                  <a:pt x="249525" y="16650"/>
                </a:lnTo>
                <a:lnTo>
                  <a:pt x="249675" y="16500"/>
                </a:lnTo>
                <a:lnTo>
                  <a:pt x="249750" y="16500"/>
                </a:lnTo>
                <a:lnTo>
                  <a:pt x="249975" y="16350"/>
                </a:lnTo>
                <a:lnTo>
                  <a:pt x="250125" y="16275"/>
                </a:lnTo>
                <a:lnTo>
                  <a:pt x="250200" y="16275"/>
                </a:lnTo>
                <a:lnTo>
                  <a:pt x="250350" y="16125"/>
                </a:lnTo>
                <a:lnTo>
                  <a:pt x="250425" y="16125"/>
                </a:lnTo>
                <a:lnTo>
                  <a:pt x="250650" y="15975"/>
                </a:lnTo>
                <a:lnTo>
                  <a:pt x="251025" y="15825"/>
                </a:lnTo>
                <a:lnTo>
                  <a:pt x="251100" y="15750"/>
                </a:lnTo>
                <a:lnTo>
                  <a:pt x="251550" y="15600"/>
                </a:lnTo>
                <a:lnTo>
                  <a:pt x="251550" y="15525"/>
                </a:lnTo>
                <a:lnTo>
                  <a:pt x="252525" y="15225"/>
                </a:lnTo>
                <a:lnTo>
                  <a:pt x="252525" y="15150"/>
                </a:lnTo>
                <a:lnTo>
                  <a:pt x="252750" y="15150"/>
                </a:lnTo>
                <a:lnTo>
                  <a:pt x="252750" y="15075"/>
                </a:lnTo>
                <a:lnTo>
                  <a:pt x="252975" y="15075"/>
                </a:lnTo>
                <a:lnTo>
                  <a:pt x="253200" y="14925"/>
                </a:lnTo>
                <a:lnTo>
                  <a:pt x="253425" y="14925"/>
                </a:lnTo>
                <a:lnTo>
                  <a:pt x="253500" y="14850"/>
                </a:lnTo>
                <a:lnTo>
                  <a:pt x="253725" y="14850"/>
                </a:lnTo>
                <a:lnTo>
                  <a:pt x="253725" y="14775"/>
                </a:lnTo>
                <a:lnTo>
                  <a:pt x="254025" y="14775"/>
                </a:lnTo>
                <a:lnTo>
                  <a:pt x="254175" y="14700"/>
                </a:lnTo>
                <a:lnTo>
                  <a:pt x="254475" y="14625"/>
                </a:lnTo>
                <a:lnTo>
                  <a:pt x="254700" y="14625"/>
                </a:lnTo>
                <a:lnTo>
                  <a:pt x="254700" y="14550"/>
                </a:lnTo>
                <a:lnTo>
                  <a:pt x="255000" y="14550"/>
                </a:lnTo>
                <a:lnTo>
                  <a:pt x="255150" y="14475"/>
                </a:lnTo>
                <a:lnTo>
                  <a:pt x="255450" y="14475"/>
                </a:lnTo>
                <a:lnTo>
                  <a:pt x="255675" y="14400"/>
                </a:lnTo>
                <a:lnTo>
                  <a:pt x="255975" y="14400"/>
                </a:lnTo>
                <a:lnTo>
                  <a:pt x="256200" y="14325"/>
                </a:lnTo>
                <a:lnTo>
                  <a:pt x="256875" y="14325"/>
                </a:lnTo>
                <a:lnTo>
                  <a:pt x="256950" y="14250"/>
                </a:lnTo>
                <a:lnTo>
                  <a:pt x="259200" y="14250"/>
                </a:lnTo>
                <a:lnTo>
                  <a:pt x="259350" y="14325"/>
                </a:lnTo>
                <a:lnTo>
                  <a:pt x="259875" y="14325"/>
                </a:lnTo>
                <a:lnTo>
                  <a:pt x="260100" y="14400"/>
                </a:lnTo>
                <a:lnTo>
                  <a:pt x="260625" y="14400"/>
                </a:lnTo>
                <a:lnTo>
                  <a:pt x="260850" y="14475"/>
                </a:lnTo>
                <a:lnTo>
                  <a:pt x="261150" y="14475"/>
                </a:lnTo>
                <a:lnTo>
                  <a:pt x="261525" y="14625"/>
                </a:lnTo>
                <a:lnTo>
                  <a:pt x="261825" y="14625"/>
                </a:lnTo>
                <a:lnTo>
                  <a:pt x="262275" y="14775"/>
                </a:lnTo>
                <a:lnTo>
                  <a:pt x="262500" y="14775"/>
                </a:lnTo>
                <a:lnTo>
                  <a:pt x="262800" y="14850"/>
                </a:lnTo>
                <a:lnTo>
                  <a:pt x="264750" y="15525"/>
                </a:lnTo>
                <a:lnTo>
                  <a:pt x="264825" y="15525"/>
                </a:lnTo>
                <a:lnTo>
                  <a:pt x="265200" y="15750"/>
                </a:lnTo>
                <a:lnTo>
                  <a:pt x="265725" y="15900"/>
                </a:lnTo>
                <a:lnTo>
                  <a:pt x="265950" y="16050"/>
                </a:lnTo>
                <a:lnTo>
                  <a:pt x="266325" y="16200"/>
                </a:lnTo>
                <a:lnTo>
                  <a:pt x="266700" y="16425"/>
                </a:lnTo>
                <a:lnTo>
                  <a:pt x="266775" y="16425"/>
                </a:lnTo>
                <a:lnTo>
                  <a:pt x="266925" y="16575"/>
                </a:lnTo>
                <a:lnTo>
                  <a:pt x="267000" y="16575"/>
                </a:lnTo>
                <a:lnTo>
                  <a:pt x="267150" y="16650"/>
                </a:lnTo>
                <a:lnTo>
                  <a:pt x="267600" y="16950"/>
                </a:lnTo>
                <a:lnTo>
                  <a:pt x="267750" y="17025"/>
                </a:lnTo>
                <a:lnTo>
                  <a:pt x="267825" y="17025"/>
                </a:lnTo>
                <a:lnTo>
                  <a:pt x="267975" y="17175"/>
                </a:lnTo>
                <a:lnTo>
                  <a:pt x="269325" y="18075"/>
                </a:lnTo>
                <a:lnTo>
                  <a:pt x="269325" y="18150"/>
                </a:lnTo>
                <a:lnTo>
                  <a:pt x="269700" y="18375"/>
                </a:lnTo>
                <a:lnTo>
                  <a:pt x="269700" y="18450"/>
                </a:lnTo>
                <a:lnTo>
                  <a:pt x="269850" y="18525"/>
                </a:lnTo>
                <a:lnTo>
                  <a:pt x="269850" y="18600"/>
                </a:lnTo>
                <a:lnTo>
                  <a:pt x="270225" y="18825"/>
                </a:lnTo>
                <a:lnTo>
                  <a:pt x="270225" y="18900"/>
                </a:lnTo>
                <a:lnTo>
                  <a:pt x="270525" y="19200"/>
                </a:lnTo>
                <a:lnTo>
                  <a:pt x="270600" y="19200"/>
                </a:lnTo>
                <a:lnTo>
                  <a:pt x="270675" y="19350"/>
                </a:lnTo>
                <a:lnTo>
                  <a:pt x="270750" y="19350"/>
                </a:lnTo>
                <a:lnTo>
                  <a:pt x="271050" y="19650"/>
                </a:lnTo>
                <a:lnTo>
                  <a:pt x="271050" y="19725"/>
                </a:lnTo>
                <a:lnTo>
                  <a:pt x="271725" y="20400"/>
                </a:lnTo>
                <a:lnTo>
                  <a:pt x="271800" y="20550"/>
                </a:lnTo>
                <a:lnTo>
                  <a:pt x="271875" y="20550"/>
                </a:lnTo>
                <a:lnTo>
                  <a:pt x="272100" y="20925"/>
                </a:lnTo>
                <a:lnTo>
                  <a:pt x="272250" y="21075"/>
                </a:lnTo>
                <a:lnTo>
                  <a:pt x="272250" y="21150"/>
                </a:lnTo>
                <a:lnTo>
                  <a:pt x="272550" y="21450"/>
                </a:lnTo>
                <a:lnTo>
                  <a:pt x="272550" y="21525"/>
                </a:lnTo>
                <a:lnTo>
                  <a:pt x="272625" y="21675"/>
                </a:lnTo>
                <a:lnTo>
                  <a:pt x="272700" y="21675"/>
                </a:lnTo>
                <a:lnTo>
                  <a:pt x="273150" y="22425"/>
                </a:lnTo>
                <a:lnTo>
                  <a:pt x="273225" y="22500"/>
                </a:lnTo>
                <a:lnTo>
                  <a:pt x="273300" y="22650"/>
                </a:lnTo>
                <a:lnTo>
                  <a:pt x="273300" y="22725"/>
                </a:lnTo>
                <a:lnTo>
                  <a:pt x="273450" y="22875"/>
                </a:lnTo>
                <a:lnTo>
                  <a:pt x="273450" y="23025"/>
                </a:lnTo>
                <a:lnTo>
                  <a:pt x="273525" y="23100"/>
                </a:lnTo>
                <a:lnTo>
                  <a:pt x="273600" y="23250"/>
                </a:lnTo>
                <a:lnTo>
                  <a:pt x="273675" y="23550"/>
                </a:lnTo>
                <a:lnTo>
                  <a:pt x="273750" y="23625"/>
                </a:lnTo>
                <a:lnTo>
                  <a:pt x="273750" y="23700"/>
                </a:lnTo>
                <a:lnTo>
                  <a:pt x="274050" y="24525"/>
                </a:lnTo>
                <a:lnTo>
                  <a:pt x="274050" y="24750"/>
                </a:lnTo>
                <a:lnTo>
                  <a:pt x="274125" y="24825"/>
                </a:lnTo>
                <a:lnTo>
                  <a:pt x="274125" y="25125"/>
                </a:lnTo>
                <a:lnTo>
                  <a:pt x="274200" y="25200"/>
                </a:lnTo>
                <a:lnTo>
                  <a:pt x="274200" y="25800"/>
                </a:lnTo>
                <a:lnTo>
                  <a:pt x="274275" y="25875"/>
                </a:lnTo>
                <a:lnTo>
                  <a:pt x="274275" y="26550"/>
                </a:lnTo>
                <a:lnTo>
                  <a:pt x="274200" y="26625"/>
                </a:lnTo>
                <a:lnTo>
                  <a:pt x="274200" y="27150"/>
                </a:lnTo>
                <a:lnTo>
                  <a:pt x="274125" y="27300"/>
                </a:lnTo>
                <a:lnTo>
                  <a:pt x="274125" y="27600"/>
                </a:lnTo>
                <a:lnTo>
                  <a:pt x="274050" y="27675"/>
                </a:lnTo>
                <a:lnTo>
                  <a:pt x="274050" y="27900"/>
                </a:lnTo>
                <a:lnTo>
                  <a:pt x="273975" y="27975"/>
                </a:lnTo>
                <a:lnTo>
                  <a:pt x="273975" y="28200"/>
                </a:lnTo>
                <a:lnTo>
                  <a:pt x="273900" y="28275"/>
                </a:lnTo>
                <a:lnTo>
                  <a:pt x="273900" y="28350"/>
                </a:lnTo>
                <a:lnTo>
                  <a:pt x="273825" y="28500"/>
                </a:lnTo>
                <a:lnTo>
                  <a:pt x="273750" y="28800"/>
                </a:lnTo>
                <a:lnTo>
                  <a:pt x="273675" y="28875"/>
                </a:lnTo>
                <a:lnTo>
                  <a:pt x="273600" y="29175"/>
                </a:lnTo>
                <a:lnTo>
                  <a:pt x="273450" y="29325"/>
                </a:lnTo>
                <a:lnTo>
                  <a:pt x="273450" y="29475"/>
                </a:lnTo>
                <a:lnTo>
                  <a:pt x="273300" y="29625"/>
                </a:lnTo>
                <a:lnTo>
                  <a:pt x="273300" y="29700"/>
                </a:lnTo>
                <a:lnTo>
                  <a:pt x="273225" y="29850"/>
                </a:lnTo>
                <a:lnTo>
                  <a:pt x="273150" y="29850"/>
                </a:lnTo>
                <a:lnTo>
                  <a:pt x="273075" y="30000"/>
                </a:lnTo>
                <a:lnTo>
                  <a:pt x="273075" y="30075"/>
                </a:lnTo>
                <a:lnTo>
                  <a:pt x="272925" y="30225"/>
                </a:lnTo>
                <a:lnTo>
                  <a:pt x="272775" y="30525"/>
                </a:lnTo>
                <a:lnTo>
                  <a:pt x="272625" y="30675"/>
                </a:lnTo>
                <a:lnTo>
                  <a:pt x="272625" y="30750"/>
                </a:lnTo>
                <a:lnTo>
                  <a:pt x="272475" y="30825"/>
                </a:lnTo>
                <a:lnTo>
                  <a:pt x="272475" y="30900"/>
                </a:lnTo>
                <a:lnTo>
                  <a:pt x="272325" y="31050"/>
                </a:lnTo>
                <a:lnTo>
                  <a:pt x="272250" y="31200"/>
                </a:lnTo>
                <a:lnTo>
                  <a:pt x="272175" y="31200"/>
                </a:lnTo>
                <a:lnTo>
                  <a:pt x="272100" y="31350"/>
                </a:lnTo>
                <a:lnTo>
                  <a:pt x="272025" y="31350"/>
                </a:lnTo>
                <a:lnTo>
                  <a:pt x="271950" y="31500"/>
                </a:lnTo>
                <a:lnTo>
                  <a:pt x="271350" y="32100"/>
                </a:lnTo>
                <a:lnTo>
                  <a:pt x="271275" y="32100"/>
                </a:lnTo>
                <a:lnTo>
                  <a:pt x="270900" y="32475"/>
                </a:lnTo>
                <a:lnTo>
                  <a:pt x="270825" y="32475"/>
                </a:lnTo>
                <a:lnTo>
                  <a:pt x="270525" y="32775"/>
                </a:lnTo>
                <a:lnTo>
                  <a:pt x="270150" y="33000"/>
                </a:lnTo>
                <a:lnTo>
                  <a:pt x="270000" y="33150"/>
                </a:lnTo>
                <a:lnTo>
                  <a:pt x="269100" y="33675"/>
                </a:lnTo>
                <a:lnTo>
                  <a:pt x="269025" y="33750"/>
                </a:lnTo>
                <a:lnTo>
                  <a:pt x="268725" y="33900"/>
                </a:lnTo>
                <a:lnTo>
                  <a:pt x="268650" y="33975"/>
                </a:lnTo>
                <a:lnTo>
                  <a:pt x="268275" y="34125"/>
                </a:lnTo>
                <a:lnTo>
                  <a:pt x="268125" y="34275"/>
                </a:lnTo>
                <a:lnTo>
                  <a:pt x="268050" y="34275"/>
                </a:lnTo>
                <a:lnTo>
                  <a:pt x="267675" y="34425"/>
                </a:lnTo>
                <a:lnTo>
                  <a:pt x="267525" y="34575"/>
                </a:lnTo>
                <a:lnTo>
                  <a:pt x="267450" y="34575"/>
                </a:lnTo>
                <a:lnTo>
                  <a:pt x="266625" y="34875"/>
                </a:lnTo>
                <a:lnTo>
                  <a:pt x="266625" y="34950"/>
                </a:lnTo>
                <a:lnTo>
                  <a:pt x="266250" y="35100"/>
                </a:lnTo>
                <a:lnTo>
                  <a:pt x="266175" y="35100"/>
                </a:lnTo>
                <a:lnTo>
                  <a:pt x="264225" y="35775"/>
                </a:lnTo>
                <a:lnTo>
                  <a:pt x="263925" y="35850"/>
                </a:lnTo>
                <a:lnTo>
                  <a:pt x="263700" y="35850"/>
                </a:lnTo>
                <a:lnTo>
                  <a:pt x="263700" y="35925"/>
                </a:lnTo>
                <a:lnTo>
                  <a:pt x="263475" y="35925"/>
                </a:lnTo>
                <a:lnTo>
                  <a:pt x="262800" y="36150"/>
                </a:lnTo>
                <a:lnTo>
                  <a:pt x="262500" y="36150"/>
                </a:lnTo>
                <a:lnTo>
                  <a:pt x="262050" y="36300"/>
                </a:lnTo>
                <a:lnTo>
                  <a:pt x="261750" y="36300"/>
                </a:lnTo>
                <a:lnTo>
                  <a:pt x="261600" y="36375"/>
                </a:lnTo>
                <a:lnTo>
                  <a:pt x="261300" y="36375"/>
                </a:lnTo>
                <a:lnTo>
                  <a:pt x="261075" y="36450"/>
                </a:lnTo>
                <a:lnTo>
                  <a:pt x="260850" y="36450"/>
                </a:lnTo>
                <a:lnTo>
                  <a:pt x="260775" y="36525"/>
                </a:lnTo>
                <a:lnTo>
                  <a:pt x="260550" y="36525"/>
                </a:lnTo>
                <a:lnTo>
                  <a:pt x="260850" y="36825"/>
                </a:lnTo>
                <a:lnTo>
                  <a:pt x="261075" y="37200"/>
                </a:lnTo>
                <a:lnTo>
                  <a:pt x="261375" y="37500"/>
                </a:lnTo>
                <a:lnTo>
                  <a:pt x="261600" y="37875"/>
                </a:lnTo>
                <a:lnTo>
                  <a:pt x="261900" y="38175"/>
                </a:lnTo>
                <a:lnTo>
                  <a:pt x="261975" y="38400"/>
                </a:lnTo>
                <a:lnTo>
                  <a:pt x="262425" y="38850"/>
                </a:lnTo>
                <a:lnTo>
                  <a:pt x="262650" y="39225"/>
                </a:lnTo>
                <a:lnTo>
                  <a:pt x="262950" y="39525"/>
                </a:lnTo>
                <a:lnTo>
                  <a:pt x="263100" y="39750"/>
                </a:lnTo>
                <a:lnTo>
                  <a:pt x="263250" y="39900"/>
                </a:lnTo>
                <a:lnTo>
                  <a:pt x="263475" y="40275"/>
                </a:lnTo>
                <a:lnTo>
                  <a:pt x="263925" y="40725"/>
                </a:lnTo>
                <a:lnTo>
                  <a:pt x="264150" y="41100"/>
                </a:lnTo>
                <a:lnTo>
                  <a:pt x="264750" y="41700"/>
                </a:lnTo>
                <a:lnTo>
                  <a:pt x="264975" y="42075"/>
                </a:lnTo>
                <a:lnTo>
                  <a:pt x="266475" y="43575"/>
                </a:lnTo>
                <a:lnTo>
                  <a:pt x="266550" y="43725"/>
                </a:lnTo>
                <a:lnTo>
                  <a:pt x="267600" y="44775"/>
                </a:lnTo>
                <a:lnTo>
                  <a:pt x="267975" y="45000"/>
                </a:lnTo>
                <a:lnTo>
                  <a:pt x="268275" y="45300"/>
                </a:lnTo>
                <a:lnTo>
                  <a:pt x="268425" y="45375"/>
                </a:lnTo>
                <a:lnTo>
                  <a:pt x="268725" y="45675"/>
                </a:lnTo>
                <a:lnTo>
                  <a:pt x="268875" y="45750"/>
                </a:lnTo>
                <a:lnTo>
                  <a:pt x="269175" y="46050"/>
                </a:lnTo>
                <a:lnTo>
                  <a:pt x="269325" y="46125"/>
                </a:lnTo>
                <a:lnTo>
                  <a:pt x="269475" y="46275"/>
                </a:lnTo>
                <a:lnTo>
                  <a:pt x="269700" y="46350"/>
                </a:lnTo>
                <a:lnTo>
                  <a:pt x="269850" y="46500"/>
                </a:lnTo>
                <a:lnTo>
                  <a:pt x="270150" y="46650"/>
                </a:lnTo>
                <a:lnTo>
                  <a:pt x="270300" y="46800"/>
                </a:lnTo>
                <a:lnTo>
                  <a:pt x="270675" y="46950"/>
                </a:lnTo>
                <a:lnTo>
                  <a:pt x="270825" y="47100"/>
                </a:lnTo>
                <a:lnTo>
                  <a:pt x="271500" y="47475"/>
                </a:lnTo>
                <a:lnTo>
                  <a:pt x="272175" y="47775"/>
                </a:lnTo>
                <a:lnTo>
                  <a:pt x="269700" y="52500"/>
                </a:lnTo>
                <a:lnTo>
                  <a:pt x="269475" y="52425"/>
                </a:lnTo>
                <a:lnTo>
                  <a:pt x="269250" y="52275"/>
                </a:lnTo>
                <a:lnTo>
                  <a:pt x="269025" y="52200"/>
                </a:lnTo>
                <a:lnTo>
                  <a:pt x="268950" y="52125"/>
                </a:lnTo>
                <a:lnTo>
                  <a:pt x="268800" y="52050"/>
                </a:lnTo>
                <a:lnTo>
                  <a:pt x="268725" y="52050"/>
                </a:lnTo>
                <a:lnTo>
                  <a:pt x="268500" y="51900"/>
                </a:lnTo>
                <a:lnTo>
                  <a:pt x="268275" y="51825"/>
                </a:lnTo>
                <a:lnTo>
                  <a:pt x="267825" y="51525"/>
                </a:lnTo>
                <a:lnTo>
                  <a:pt x="267600" y="51450"/>
                </a:lnTo>
                <a:lnTo>
                  <a:pt x="267375" y="51300"/>
                </a:lnTo>
                <a:lnTo>
                  <a:pt x="267300" y="51300"/>
                </a:lnTo>
                <a:lnTo>
                  <a:pt x="267150" y="51150"/>
                </a:lnTo>
                <a:lnTo>
                  <a:pt x="267075" y="51150"/>
                </a:lnTo>
                <a:lnTo>
                  <a:pt x="266925" y="51000"/>
                </a:lnTo>
                <a:lnTo>
                  <a:pt x="266025" y="50400"/>
                </a:lnTo>
                <a:lnTo>
                  <a:pt x="265875" y="50250"/>
                </a:lnTo>
                <a:lnTo>
                  <a:pt x="265800" y="50250"/>
                </a:lnTo>
                <a:lnTo>
                  <a:pt x="265650" y="50100"/>
                </a:lnTo>
                <a:lnTo>
                  <a:pt x="265575" y="50100"/>
                </a:lnTo>
                <a:lnTo>
                  <a:pt x="265050" y="49650"/>
                </a:lnTo>
                <a:lnTo>
                  <a:pt x="264975" y="49650"/>
                </a:lnTo>
                <a:lnTo>
                  <a:pt x="264825" y="49500"/>
                </a:lnTo>
                <a:lnTo>
                  <a:pt x="264600" y="49350"/>
                </a:lnTo>
                <a:lnTo>
                  <a:pt x="264075" y="48825"/>
                </a:lnTo>
                <a:lnTo>
                  <a:pt x="264000" y="48825"/>
                </a:lnTo>
                <a:lnTo>
                  <a:pt x="263700" y="48525"/>
                </a:lnTo>
                <a:lnTo>
                  <a:pt x="263625" y="48525"/>
                </a:lnTo>
                <a:lnTo>
                  <a:pt x="263475" y="48375"/>
                </a:lnTo>
                <a:lnTo>
                  <a:pt x="263475" y="48300"/>
                </a:lnTo>
                <a:lnTo>
                  <a:pt x="263325" y="48150"/>
                </a:lnTo>
                <a:lnTo>
                  <a:pt x="263250" y="48150"/>
                </a:lnTo>
                <a:lnTo>
                  <a:pt x="262425" y="47325"/>
                </a:lnTo>
                <a:lnTo>
                  <a:pt x="262350" y="47325"/>
                </a:lnTo>
                <a:lnTo>
                  <a:pt x="262200" y="47175"/>
                </a:lnTo>
                <a:lnTo>
                  <a:pt x="262200" y="47100"/>
                </a:lnTo>
                <a:lnTo>
                  <a:pt x="261900" y="46800"/>
                </a:lnTo>
                <a:lnTo>
                  <a:pt x="261750" y="46575"/>
                </a:lnTo>
                <a:lnTo>
                  <a:pt x="261675" y="46575"/>
                </a:lnTo>
                <a:lnTo>
                  <a:pt x="261375" y="46275"/>
                </a:lnTo>
                <a:lnTo>
                  <a:pt x="261225" y="46050"/>
                </a:lnTo>
                <a:lnTo>
                  <a:pt x="260550" y="45375"/>
                </a:lnTo>
                <a:lnTo>
                  <a:pt x="260400" y="45150"/>
                </a:lnTo>
                <a:lnTo>
                  <a:pt x="260100" y="44850"/>
                </a:lnTo>
                <a:lnTo>
                  <a:pt x="260100" y="44775"/>
                </a:lnTo>
                <a:lnTo>
                  <a:pt x="259800" y="44475"/>
                </a:lnTo>
                <a:lnTo>
                  <a:pt x="259350" y="43875"/>
                </a:lnTo>
                <a:lnTo>
                  <a:pt x="259050" y="43575"/>
                </a:lnTo>
                <a:lnTo>
                  <a:pt x="258900" y="43350"/>
                </a:lnTo>
                <a:lnTo>
                  <a:pt x="258450" y="42825"/>
                </a:lnTo>
                <a:lnTo>
                  <a:pt x="258375" y="42675"/>
                </a:lnTo>
                <a:lnTo>
                  <a:pt x="258300" y="42675"/>
                </a:lnTo>
                <a:lnTo>
                  <a:pt x="258225" y="42450"/>
                </a:lnTo>
                <a:lnTo>
                  <a:pt x="257475" y="41625"/>
                </a:lnTo>
                <a:lnTo>
                  <a:pt x="257400" y="41400"/>
                </a:lnTo>
                <a:lnTo>
                  <a:pt x="257100" y="41100"/>
                </a:lnTo>
                <a:lnTo>
                  <a:pt x="256875" y="40725"/>
                </a:lnTo>
                <a:lnTo>
                  <a:pt x="256575" y="40425"/>
                </a:lnTo>
                <a:lnTo>
                  <a:pt x="256350" y="40050"/>
                </a:lnTo>
                <a:lnTo>
                  <a:pt x="256050" y="39750"/>
                </a:lnTo>
                <a:lnTo>
                  <a:pt x="255600" y="39075"/>
                </a:lnTo>
                <a:lnTo>
                  <a:pt x="255300" y="38775"/>
                </a:lnTo>
                <a:lnTo>
                  <a:pt x="255225" y="38625"/>
                </a:lnTo>
                <a:lnTo>
                  <a:pt x="254925" y="38325"/>
                </a:lnTo>
                <a:lnTo>
                  <a:pt x="254850" y="38175"/>
                </a:lnTo>
                <a:lnTo>
                  <a:pt x="254325" y="37650"/>
                </a:lnTo>
                <a:lnTo>
                  <a:pt x="254025" y="37200"/>
                </a:lnTo>
                <a:lnTo>
                  <a:pt x="253875" y="37125"/>
                </a:lnTo>
                <a:lnTo>
                  <a:pt x="253800" y="36975"/>
                </a:lnTo>
                <a:lnTo>
                  <a:pt x="253575" y="36750"/>
                </a:lnTo>
                <a:lnTo>
                  <a:pt x="252075" y="36750"/>
                </a:lnTo>
                <a:lnTo>
                  <a:pt x="252075" y="50100"/>
                </a:lnTo>
                <a:lnTo>
                  <a:pt x="246375" y="50100"/>
                </a:lnTo>
                <a:lnTo>
                  <a:pt x="246375" y="33750"/>
                </a:lnTo>
                <a:close/>
                <a:moveTo>
                  <a:pt x="256050" y="31575"/>
                </a:moveTo>
                <a:lnTo>
                  <a:pt x="257475" y="31575"/>
                </a:lnTo>
                <a:lnTo>
                  <a:pt x="257700" y="31500"/>
                </a:lnTo>
                <a:lnTo>
                  <a:pt x="258525" y="31500"/>
                </a:lnTo>
                <a:lnTo>
                  <a:pt x="258675" y="31425"/>
                </a:lnTo>
                <a:lnTo>
                  <a:pt x="259275" y="31425"/>
                </a:lnTo>
                <a:lnTo>
                  <a:pt x="259500" y="31350"/>
                </a:lnTo>
                <a:lnTo>
                  <a:pt x="259725" y="31350"/>
                </a:lnTo>
                <a:lnTo>
                  <a:pt x="259875" y="31275"/>
                </a:lnTo>
                <a:lnTo>
                  <a:pt x="260250" y="31275"/>
                </a:lnTo>
                <a:lnTo>
                  <a:pt x="260475" y="31200"/>
                </a:lnTo>
                <a:lnTo>
                  <a:pt x="260625" y="31200"/>
                </a:lnTo>
                <a:lnTo>
                  <a:pt x="260850" y="31125"/>
                </a:lnTo>
                <a:lnTo>
                  <a:pt x="261375" y="31050"/>
                </a:lnTo>
                <a:lnTo>
                  <a:pt x="261750" y="30900"/>
                </a:lnTo>
                <a:lnTo>
                  <a:pt x="261975" y="30900"/>
                </a:lnTo>
                <a:lnTo>
                  <a:pt x="262125" y="30825"/>
                </a:lnTo>
                <a:lnTo>
                  <a:pt x="262350" y="30825"/>
                </a:lnTo>
                <a:lnTo>
                  <a:pt x="262650" y="30675"/>
                </a:lnTo>
                <a:lnTo>
                  <a:pt x="262875" y="30675"/>
                </a:lnTo>
                <a:lnTo>
                  <a:pt x="263325" y="30450"/>
                </a:lnTo>
                <a:lnTo>
                  <a:pt x="263550" y="30450"/>
                </a:lnTo>
                <a:lnTo>
                  <a:pt x="264150" y="30150"/>
                </a:lnTo>
                <a:lnTo>
                  <a:pt x="264300" y="30150"/>
                </a:lnTo>
                <a:lnTo>
                  <a:pt x="265500" y="29550"/>
                </a:lnTo>
                <a:lnTo>
                  <a:pt x="265575" y="29475"/>
                </a:lnTo>
                <a:lnTo>
                  <a:pt x="265725" y="29475"/>
                </a:lnTo>
                <a:lnTo>
                  <a:pt x="266025" y="29325"/>
                </a:lnTo>
                <a:lnTo>
                  <a:pt x="266925" y="28725"/>
                </a:lnTo>
                <a:lnTo>
                  <a:pt x="267150" y="28500"/>
                </a:lnTo>
                <a:lnTo>
                  <a:pt x="267300" y="28425"/>
                </a:lnTo>
                <a:lnTo>
                  <a:pt x="267825" y="27900"/>
                </a:lnTo>
                <a:lnTo>
                  <a:pt x="267825" y="27825"/>
                </a:lnTo>
                <a:lnTo>
                  <a:pt x="268050" y="27600"/>
                </a:lnTo>
                <a:lnTo>
                  <a:pt x="268050" y="27525"/>
                </a:lnTo>
                <a:lnTo>
                  <a:pt x="268200" y="27375"/>
                </a:lnTo>
                <a:lnTo>
                  <a:pt x="268200" y="27300"/>
                </a:lnTo>
                <a:lnTo>
                  <a:pt x="268275" y="27225"/>
                </a:lnTo>
                <a:lnTo>
                  <a:pt x="268275" y="27150"/>
                </a:lnTo>
                <a:lnTo>
                  <a:pt x="268350" y="27150"/>
                </a:lnTo>
                <a:lnTo>
                  <a:pt x="268350" y="27000"/>
                </a:lnTo>
                <a:lnTo>
                  <a:pt x="268425" y="26925"/>
                </a:lnTo>
                <a:lnTo>
                  <a:pt x="268425" y="26775"/>
                </a:lnTo>
                <a:lnTo>
                  <a:pt x="268500" y="26775"/>
                </a:lnTo>
                <a:lnTo>
                  <a:pt x="268500" y="26400"/>
                </a:lnTo>
                <a:lnTo>
                  <a:pt x="268575" y="26325"/>
                </a:lnTo>
                <a:lnTo>
                  <a:pt x="268575" y="26025"/>
                </a:lnTo>
                <a:lnTo>
                  <a:pt x="268500" y="25950"/>
                </a:lnTo>
                <a:lnTo>
                  <a:pt x="268500" y="25650"/>
                </a:lnTo>
                <a:lnTo>
                  <a:pt x="268425" y="25575"/>
                </a:lnTo>
                <a:lnTo>
                  <a:pt x="268425" y="25425"/>
                </a:lnTo>
                <a:lnTo>
                  <a:pt x="268350" y="25350"/>
                </a:lnTo>
                <a:lnTo>
                  <a:pt x="268350" y="25275"/>
                </a:lnTo>
                <a:lnTo>
                  <a:pt x="268275" y="25200"/>
                </a:lnTo>
                <a:lnTo>
                  <a:pt x="268275" y="25125"/>
                </a:lnTo>
                <a:lnTo>
                  <a:pt x="268200" y="25050"/>
                </a:lnTo>
                <a:lnTo>
                  <a:pt x="268125" y="24900"/>
                </a:lnTo>
                <a:lnTo>
                  <a:pt x="268125" y="24825"/>
                </a:lnTo>
                <a:lnTo>
                  <a:pt x="267900" y="24600"/>
                </a:lnTo>
                <a:lnTo>
                  <a:pt x="267600" y="24075"/>
                </a:lnTo>
                <a:lnTo>
                  <a:pt x="267300" y="23775"/>
                </a:lnTo>
                <a:lnTo>
                  <a:pt x="267225" y="23625"/>
                </a:lnTo>
                <a:lnTo>
                  <a:pt x="267000" y="23400"/>
                </a:lnTo>
                <a:lnTo>
                  <a:pt x="266925" y="23250"/>
                </a:lnTo>
                <a:lnTo>
                  <a:pt x="266775" y="23175"/>
                </a:lnTo>
                <a:lnTo>
                  <a:pt x="266700" y="23025"/>
                </a:lnTo>
                <a:lnTo>
                  <a:pt x="266550" y="22950"/>
                </a:lnTo>
                <a:lnTo>
                  <a:pt x="266475" y="22800"/>
                </a:lnTo>
                <a:lnTo>
                  <a:pt x="266325" y="22725"/>
                </a:lnTo>
                <a:lnTo>
                  <a:pt x="266025" y="22425"/>
                </a:lnTo>
                <a:lnTo>
                  <a:pt x="265875" y="22350"/>
                </a:lnTo>
                <a:lnTo>
                  <a:pt x="265275" y="21825"/>
                </a:lnTo>
                <a:lnTo>
                  <a:pt x="264975" y="21675"/>
                </a:lnTo>
                <a:lnTo>
                  <a:pt x="264750" y="21450"/>
                </a:lnTo>
                <a:lnTo>
                  <a:pt x="262725" y="20400"/>
                </a:lnTo>
                <a:lnTo>
                  <a:pt x="262575" y="20400"/>
                </a:lnTo>
                <a:lnTo>
                  <a:pt x="262125" y="20175"/>
                </a:lnTo>
                <a:lnTo>
                  <a:pt x="261975" y="20175"/>
                </a:lnTo>
                <a:lnTo>
                  <a:pt x="261600" y="20025"/>
                </a:lnTo>
                <a:lnTo>
                  <a:pt x="261450" y="20025"/>
                </a:lnTo>
                <a:lnTo>
                  <a:pt x="261150" y="19875"/>
                </a:lnTo>
                <a:lnTo>
                  <a:pt x="261000" y="19875"/>
                </a:lnTo>
                <a:lnTo>
                  <a:pt x="260850" y="19800"/>
                </a:lnTo>
                <a:lnTo>
                  <a:pt x="260700" y="19800"/>
                </a:lnTo>
                <a:lnTo>
                  <a:pt x="260550" y="19725"/>
                </a:lnTo>
                <a:lnTo>
                  <a:pt x="260250" y="19725"/>
                </a:lnTo>
                <a:lnTo>
                  <a:pt x="260025" y="19650"/>
                </a:lnTo>
                <a:lnTo>
                  <a:pt x="259725" y="19650"/>
                </a:lnTo>
                <a:lnTo>
                  <a:pt x="259575" y="19575"/>
                </a:lnTo>
                <a:lnTo>
                  <a:pt x="259125" y="19575"/>
                </a:lnTo>
                <a:lnTo>
                  <a:pt x="258975" y="19500"/>
                </a:lnTo>
                <a:lnTo>
                  <a:pt x="257175" y="19500"/>
                </a:lnTo>
                <a:lnTo>
                  <a:pt x="257025" y="19575"/>
                </a:lnTo>
                <a:lnTo>
                  <a:pt x="256575" y="19575"/>
                </a:lnTo>
                <a:lnTo>
                  <a:pt x="256425" y="19650"/>
                </a:lnTo>
                <a:lnTo>
                  <a:pt x="256125" y="19650"/>
                </a:lnTo>
                <a:lnTo>
                  <a:pt x="255900" y="19725"/>
                </a:lnTo>
                <a:lnTo>
                  <a:pt x="255750" y="19725"/>
                </a:lnTo>
                <a:lnTo>
                  <a:pt x="255600" y="19800"/>
                </a:lnTo>
                <a:lnTo>
                  <a:pt x="255450" y="19800"/>
                </a:lnTo>
                <a:lnTo>
                  <a:pt x="255300" y="19875"/>
                </a:lnTo>
                <a:lnTo>
                  <a:pt x="255150" y="19875"/>
                </a:lnTo>
                <a:lnTo>
                  <a:pt x="254850" y="20025"/>
                </a:lnTo>
                <a:lnTo>
                  <a:pt x="254700" y="20025"/>
                </a:lnTo>
                <a:lnTo>
                  <a:pt x="254400" y="20175"/>
                </a:lnTo>
                <a:lnTo>
                  <a:pt x="254250" y="20175"/>
                </a:lnTo>
                <a:lnTo>
                  <a:pt x="252375" y="21150"/>
                </a:lnTo>
                <a:lnTo>
                  <a:pt x="252150" y="21300"/>
                </a:lnTo>
                <a:lnTo>
                  <a:pt x="251475" y="21975"/>
                </a:lnTo>
                <a:lnTo>
                  <a:pt x="251475" y="22050"/>
                </a:lnTo>
                <a:lnTo>
                  <a:pt x="251400" y="22050"/>
                </a:lnTo>
                <a:lnTo>
                  <a:pt x="251325" y="22125"/>
                </a:lnTo>
                <a:lnTo>
                  <a:pt x="251325" y="22200"/>
                </a:lnTo>
                <a:lnTo>
                  <a:pt x="251250" y="22275"/>
                </a:lnTo>
                <a:lnTo>
                  <a:pt x="251250" y="22350"/>
                </a:lnTo>
                <a:lnTo>
                  <a:pt x="251100" y="22575"/>
                </a:lnTo>
                <a:lnTo>
                  <a:pt x="251100" y="22725"/>
                </a:lnTo>
                <a:lnTo>
                  <a:pt x="251025" y="22800"/>
                </a:lnTo>
                <a:lnTo>
                  <a:pt x="251025" y="23025"/>
                </a:lnTo>
                <a:lnTo>
                  <a:pt x="250950" y="23100"/>
                </a:lnTo>
                <a:lnTo>
                  <a:pt x="250950" y="23925"/>
                </a:lnTo>
                <a:lnTo>
                  <a:pt x="251025" y="24075"/>
                </a:lnTo>
                <a:lnTo>
                  <a:pt x="251025" y="24375"/>
                </a:lnTo>
                <a:lnTo>
                  <a:pt x="251100" y="24450"/>
                </a:lnTo>
                <a:lnTo>
                  <a:pt x="251100" y="24600"/>
                </a:lnTo>
                <a:lnTo>
                  <a:pt x="251175" y="24675"/>
                </a:lnTo>
                <a:lnTo>
                  <a:pt x="251175" y="24975"/>
                </a:lnTo>
                <a:lnTo>
                  <a:pt x="251325" y="25200"/>
                </a:lnTo>
                <a:lnTo>
                  <a:pt x="251325" y="25275"/>
                </a:lnTo>
                <a:lnTo>
                  <a:pt x="251475" y="25575"/>
                </a:lnTo>
                <a:lnTo>
                  <a:pt x="251475" y="25725"/>
                </a:lnTo>
                <a:lnTo>
                  <a:pt x="251550" y="25800"/>
                </a:lnTo>
                <a:lnTo>
                  <a:pt x="252150" y="26925"/>
                </a:lnTo>
                <a:lnTo>
                  <a:pt x="252300" y="27075"/>
                </a:lnTo>
                <a:lnTo>
                  <a:pt x="252450" y="27375"/>
                </a:lnTo>
                <a:lnTo>
                  <a:pt x="252600" y="27525"/>
                </a:lnTo>
                <a:lnTo>
                  <a:pt x="252750" y="27825"/>
                </a:lnTo>
                <a:lnTo>
                  <a:pt x="252900" y="27975"/>
                </a:lnTo>
                <a:lnTo>
                  <a:pt x="253200" y="28425"/>
                </a:lnTo>
                <a:lnTo>
                  <a:pt x="253500" y="28725"/>
                </a:lnTo>
                <a:lnTo>
                  <a:pt x="253575" y="28950"/>
                </a:lnTo>
                <a:lnTo>
                  <a:pt x="254025" y="29400"/>
                </a:lnTo>
                <a:lnTo>
                  <a:pt x="254100" y="29550"/>
                </a:lnTo>
                <a:lnTo>
                  <a:pt x="254700" y="30150"/>
                </a:lnTo>
                <a:lnTo>
                  <a:pt x="254850" y="30375"/>
                </a:lnTo>
                <a:lnTo>
                  <a:pt x="255450" y="30975"/>
                </a:lnTo>
                <a:lnTo>
                  <a:pt x="255675" y="31125"/>
                </a:lnTo>
                <a:close/>
                <a:moveTo>
                  <a:pt x="282450" y="14250"/>
                </a:moveTo>
                <a:lnTo>
                  <a:pt x="283050" y="14250"/>
                </a:lnTo>
                <a:lnTo>
                  <a:pt x="283125" y="14325"/>
                </a:lnTo>
                <a:lnTo>
                  <a:pt x="283500" y="14325"/>
                </a:lnTo>
                <a:lnTo>
                  <a:pt x="283575" y="14400"/>
                </a:lnTo>
                <a:lnTo>
                  <a:pt x="283950" y="14400"/>
                </a:lnTo>
                <a:lnTo>
                  <a:pt x="284025" y="14475"/>
                </a:lnTo>
                <a:lnTo>
                  <a:pt x="284100" y="14475"/>
                </a:lnTo>
                <a:lnTo>
                  <a:pt x="284250" y="14550"/>
                </a:lnTo>
                <a:lnTo>
                  <a:pt x="284475" y="14550"/>
                </a:lnTo>
                <a:lnTo>
                  <a:pt x="284550" y="14625"/>
                </a:lnTo>
                <a:lnTo>
                  <a:pt x="284850" y="14700"/>
                </a:lnTo>
                <a:lnTo>
                  <a:pt x="284925" y="14775"/>
                </a:lnTo>
                <a:lnTo>
                  <a:pt x="285075" y="14775"/>
                </a:lnTo>
                <a:lnTo>
                  <a:pt x="285225" y="14925"/>
                </a:lnTo>
                <a:lnTo>
                  <a:pt x="285300" y="14925"/>
                </a:lnTo>
                <a:lnTo>
                  <a:pt x="285375" y="15000"/>
                </a:lnTo>
                <a:lnTo>
                  <a:pt x="285525" y="15000"/>
                </a:lnTo>
                <a:lnTo>
                  <a:pt x="285675" y="15150"/>
                </a:lnTo>
                <a:lnTo>
                  <a:pt x="285750" y="15150"/>
                </a:lnTo>
                <a:lnTo>
                  <a:pt x="285900" y="15300"/>
                </a:lnTo>
                <a:lnTo>
                  <a:pt x="286050" y="15300"/>
                </a:lnTo>
                <a:lnTo>
                  <a:pt x="286050" y="15375"/>
                </a:lnTo>
                <a:lnTo>
                  <a:pt x="286200" y="15450"/>
                </a:lnTo>
                <a:lnTo>
                  <a:pt x="286275" y="15450"/>
                </a:lnTo>
                <a:lnTo>
                  <a:pt x="286500" y="15675"/>
                </a:lnTo>
                <a:lnTo>
                  <a:pt x="286575" y="15675"/>
                </a:lnTo>
                <a:lnTo>
                  <a:pt x="286650" y="15750"/>
                </a:lnTo>
                <a:lnTo>
                  <a:pt x="286650" y="15825"/>
                </a:lnTo>
                <a:lnTo>
                  <a:pt x="286950" y="15975"/>
                </a:lnTo>
                <a:lnTo>
                  <a:pt x="286950" y="16050"/>
                </a:lnTo>
                <a:lnTo>
                  <a:pt x="287025" y="16125"/>
                </a:lnTo>
                <a:lnTo>
                  <a:pt x="287100" y="16125"/>
                </a:lnTo>
                <a:lnTo>
                  <a:pt x="287175" y="16275"/>
                </a:lnTo>
                <a:lnTo>
                  <a:pt x="287250" y="16275"/>
                </a:lnTo>
                <a:lnTo>
                  <a:pt x="287325" y="16350"/>
                </a:lnTo>
                <a:lnTo>
                  <a:pt x="287325" y="16425"/>
                </a:lnTo>
                <a:lnTo>
                  <a:pt x="287475" y="16500"/>
                </a:lnTo>
                <a:lnTo>
                  <a:pt x="287550" y="16650"/>
                </a:lnTo>
                <a:lnTo>
                  <a:pt x="287625" y="16650"/>
                </a:lnTo>
                <a:lnTo>
                  <a:pt x="287700" y="16725"/>
                </a:lnTo>
                <a:lnTo>
                  <a:pt x="287700" y="16800"/>
                </a:lnTo>
                <a:lnTo>
                  <a:pt x="287850" y="16875"/>
                </a:lnTo>
                <a:lnTo>
                  <a:pt x="287925" y="17025"/>
                </a:lnTo>
                <a:lnTo>
                  <a:pt x="288000" y="17025"/>
                </a:lnTo>
                <a:lnTo>
                  <a:pt x="288150" y="17325"/>
                </a:lnTo>
                <a:lnTo>
                  <a:pt x="288225" y="17325"/>
                </a:lnTo>
                <a:lnTo>
                  <a:pt x="288300" y="17400"/>
                </a:lnTo>
                <a:lnTo>
                  <a:pt x="288300" y="17475"/>
                </a:lnTo>
                <a:lnTo>
                  <a:pt x="288525" y="17700"/>
                </a:lnTo>
                <a:lnTo>
                  <a:pt x="288600" y="17850"/>
                </a:lnTo>
                <a:lnTo>
                  <a:pt x="288750" y="18000"/>
                </a:lnTo>
                <a:lnTo>
                  <a:pt x="288900" y="18300"/>
                </a:lnTo>
                <a:lnTo>
                  <a:pt x="288975" y="18300"/>
                </a:lnTo>
                <a:lnTo>
                  <a:pt x="289125" y="18600"/>
                </a:lnTo>
                <a:lnTo>
                  <a:pt x="289275" y="18750"/>
                </a:lnTo>
                <a:lnTo>
                  <a:pt x="289425" y="19050"/>
                </a:lnTo>
                <a:lnTo>
                  <a:pt x="289425" y="19125"/>
                </a:lnTo>
                <a:lnTo>
                  <a:pt x="289575" y="19275"/>
                </a:lnTo>
                <a:lnTo>
                  <a:pt x="289800" y="19725"/>
                </a:lnTo>
                <a:lnTo>
                  <a:pt x="289875" y="19725"/>
                </a:lnTo>
                <a:lnTo>
                  <a:pt x="290025" y="20100"/>
                </a:lnTo>
                <a:lnTo>
                  <a:pt x="290175" y="20400"/>
                </a:lnTo>
                <a:lnTo>
                  <a:pt x="290325" y="20550"/>
                </a:lnTo>
                <a:lnTo>
                  <a:pt x="290325" y="20625"/>
                </a:lnTo>
                <a:lnTo>
                  <a:pt x="290550" y="21150"/>
                </a:lnTo>
                <a:lnTo>
                  <a:pt x="290625" y="21300"/>
                </a:lnTo>
                <a:lnTo>
                  <a:pt x="290700" y="21300"/>
                </a:lnTo>
                <a:lnTo>
                  <a:pt x="291000" y="22050"/>
                </a:lnTo>
                <a:lnTo>
                  <a:pt x="291300" y="22575"/>
                </a:lnTo>
                <a:lnTo>
                  <a:pt x="291750" y="23775"/>
                </a:lnTo>
                <a:lnTo>
                  <a:pt x="291825" y="23775"/>
                </a:lnTo>
                <a:lnTo>
                  <a:pt x="291900" y="23925"/>
                </a:lnTo>
                <a:lnTo>
                  <a:pt x="291900" y="24000"/>
                </a:lnTo>
                <a:lnTo>
                  <a:pt x="292500" y="25575"/>
                </a:lnTo>
                <a:lnTo>
                  <a:pt x="292650" y="25800"/>
                </a:lnTo>
                <a:lnTo>
                  <a:pt x="293625" y="28575"/>
                </a:lnTo>
                <a:lnTo>
                  <a:pt x="293775" y="28800"/>
                </a:lnTo>
                <a:lnTo>
                  <a:pt x="295050" y="32550"/>
                </a:lnTo>
                <a:lnTo>
                  <a:pt x="295200" y="32775"/>
                </a:lnTo>
                <a:lnTo>
                  <a:pt x="296400" y="36300"/>
                </a:lnTo>
                <a:lnTo>
                  <a:pt x="296550" y="36450"/>
                </a:lnTo>
                <a:lnTo>
                  <a:pt x="296925" y="37575"/>
                </a:lnTo>
                <a:lnTo>
                  <a:pt x="297375" y="38775"/>
                </a:lnTo>
                <a:lnTo>
                  <a:pt x="297600" y="39150"/>
                </a:lnTo>
                <a:lnTo>
                  <a:pt x="298125" y="40575"/>
                </a:lnTo>
                <a:lnTo>
                  <a:pt x="298425" y="41100"/>
                </a:lnTo>
                <a:lnTo>
                  <a:pt x="298800" y="42075"/>
                </a:lnTo>
                <a:lnTo>
                  <a:pt x="298875" y="42225"/>
                </a:lnTo>
                <a:lnTo>
                  <a:pt x="299025" y="42375"/>
                </a:lnTo>
                <a:lnTo>
                  <a:pt x="299475" y="43425"/>
                </a:lnTo>
                <a:lnTo>
                  <a:pt x="299625" y="43575"/>
                </a:lnTo>
                <a:lnTo>
                  <a:pt x="300000" y="44325"/>
                </a:lnTo>
                <a:lnTo>
                  <a:pt x="300150" y="44475"/>
                </a:lnTo>
                <a:lnTo>
                  <a:pt x="300150" y="14250"/>
                </a:lnTo>
                <a:lnTo>
                  <a:pt x="305850" y="14250"/>
                </a:lnTo>
                <a:lnTo>
                  <a:pt x="305850" y="50175"/>
                </a:lnTo>
                <a:lnTo>
                  <a:pt x="303000" y="50175"/>
                </a:lnTo>
                <a:lnTo>
                  <a:pt x="302550" y="52500"/>
                </a:lnTo>
                <a:lnTo>
                  <a:pt x="302400" y="52425"/>
                </a:lnTo>
                <a:lnTo>
                  <a:pt x="302100" y="52425"/>
                </a:lnTo>
                <a:lnTo>
                  <a:pt x="301950" y="52350"/>
                </a:lnTo>
                <a:lnTo>
                  <a:pt x="301725" y="52350"/>
                </a:lnTo>
                <a:lnTo>
                  <a:pt x="301650" y="52275"/>
                </a:lnTo>
                <a:lnTo>
                  <a:pt x="301425" y="52275"/>
                </a:lnTo>
                <a:lnTo>
                  <a:pt x="301275" y="52200"/>
                </a:lnTo>
                <a:lnTo>
                  <a:pt x="300975" y="52125"/>
                </a:lnTo>
                <a:lnTo>
                  <a:pt x="300900" y="52050"/>
                </a:lnTo>
                <a:lnTo>
                  <a:pt x="300375" y="51900"/>
                </a:lnTo>
                <a:lnTo>
                  <a:pt x="300300" y="51825"/>
                </a:lnTo>
                <a:lnTo>
                  <a:pt x="300225" y="51825"/>
                </a:lnTo>
                <a:lnTo>
                  <a:pt x="300000" y="51675"/>
                </a:lnTo>
                <a:lnTo>
                  <a:pt x="299925" y="51675"/>
                </a:lnTo>
                <a:lnTo>
                  <a:pt x="299850" y="51600"/>
                </a:lnTo>
                <a:lnTo>
                  <a:pt x="299700" y="51525"/>
                </a:lnTo>
                <a:lnTo>
                  <a:pt x="299625" y="51525"/>
                </a:lnTo>
                <a:lnTo>
                  <a:pt x="299475" y="51375"/>
                </a:lnTo>
                <a:lnTo>
                  <a:pt x="299400" y="51375"/>
                </a:lnTo>
                <a:lnTo>
                  <a:pt x="299325" y="51300"/>
                </a:lnTo>
                <a:lnTo>
                  <a:pt x="299025" y="51150"/>
                </a:lnTo>
                <a:lnTo>
                  <a:pt x="298875" y="51000"/>
                </a:lnTo>
                <a:lnTo>
                  <a:pt x="298800" y="51000"/>
                </a:lnTo>
                <a:lnTo>
                  <a:pt x="298575" y="50775"/>
                </a:lnTo>
                <a:lnTo>
                  <a:pt x="298500" y="50775"/>
                </a:lnTo>
                <a:lnTo>
                  <a:pt x="298425" y="50625"/>
                </a:lnTo>
                <a:lnTo>
                  <a:pt x="298350" y="50625"/>
                </a:lnTo>
                <a:lnTo>
                  <a:pt x="298125" y="50400"/>
                </a:lnTo>
                <a:lnTo>
                  <a:pt x="298050" y="50400"/>
                </a:lnTo>
                <a:lnTo>
                  <a:pt x="297975" y="50250"/>
                </a:lnTo>
                <a:lnTo>
                  <a:pt x="297900" y="50250"/>
                </a:lnTo>
                <a:lnTo>
                  <a:pt x="297825" y="50175"/>
                </a:lnTo>
                <a:lnTo>
                  <a:pt x="297825" y="50100"/>
                </a:lnTo>
                <a:lnTo>
                  <a:pt x="297675" y="50025"/>
                </a:lnTo>
                <a:lnTo>
                  <a:pt x="297525" y="49875"/>
                </a:lnTo>
                <a:lnTo>
                  <a:pt x="297450" y="49725"/>
                </a:lnTo>
                <a:lnTo>
                  <a:pt x="297375" y="49725"/>
                </a:lnTo>
                <a:lnTo>
                  <a:pt x="297300" y="49575"/>
                </a:lnTo>
                <a:lnTo>
                  <a:pt x="297225" y="49575"/>
                </a:lnTo>
                <a:lnTo>
                  <a:pt x="297150" y="49500"/>
                </a:lnTo>
                <a:lnTo>
                  <a:pt x="297150" y="49425"/>
                </a:lnTo>
                <a:lnTo>
                  <a:pt x="297000" y="49350"/>
                </a:lnTo>
                <a:lnTo>
                  <a:pt x="297000" y="49275"/>
                </a:lnTo>
                <a:lnTo>
                  <a:pt x="296925" y="49200"/>
                </a:lnTo>
                <a:lnTo>
                  <a:pt x="296850" y="49200"/>
                </a:lnTo>
                <a:lnTo>
                  <a:pt x="296775" y="49050"/>
                </a:lnTo>
                <a:lnTo>
                  <a:pt x="296625" y="48900"/>
                </a:lnTo>
                <a:lnTo>
                  <a:pt x="296325" y="48450"/>
                </a:lnTo>
                <a:lnTo>
                  <a:pt x="296250" y="48450"/>
                </a:lnTo>
                <a:lnTo>
                  <a:pt x="296100" y="48150"/>
                </a:lnTo>
                <a:lnTo>
                  <a:pt x="295950" y="48000"/>
                </a:lnTo>
                <a:lnTo>
                  <a:pt x="295950" y="47925"/>
                </a:lnTo>
                <a:lnTo>
                  <a:pt x="295875" y="47775"/>
                </a:lnTo>
                <a:lnTo>
                  <a:pt x="295800" y="47775"/>
                </a:lnTo>
                <a:lnTo>
                  <a:pt x="295650" y="47475"/>
                </a:lnTo>
                <a:lnTo>
                  <a:pt x="295575" y="47475"/>
                </a:lnTo>
                <a:lnTo>
                  <a:pt x="295425" y="47175"/>
                </a:lnTo>
                <a:lnTo>
                  <a:pt x="295425" y="47100"/>
                </a:lnTo>
                <a:lnTo>
                  <a:pt x="295050" y="46650"/>
                </a:lnTo>
                <a:lnTo>
                  <a:pt x="294975" y="46500"/>
                </a:lnTo>
                <a:lnTo>
                  <a:pt x="294975" y="46425"/>
                </a:lnTo>
                <a:lnTo>
                  <a:pt x="294900" y="46275"/>
                </a:lnTo>
                <a:lnTo>
                  <a:pt x="294750" y="46125"/>
                </a:lnTo>
                <a:lnTo>
                  <a:pt x="294600" y="45750"/>
                </a:lnTo>
                <a:lnTo>
                  <a:pt x="294525" y="45750"/>
                </a:lnTo>
                <a:lnTo>
                  <a:pt x="294450" y="45600"/>
                </a:lnTo>
                <a:lnTo>
                  <a:pt x="294450" y="45525"/>
                </a:lnTo>
                <a:lnTo>
                  <a:pt x="294150" y="45000"/>
                </a:lnTo>
                <a:lnTo>
                  <a:pt x="294000" y="44625"/>
                </a:lnTo>
                <a:lnTo>
                  <a:pt x="293850" y="44475"/>
                </a:lnTo>
                <a:lnTo>
                  <a:pt x="293700" y="44100"/>
                </a:lnTo>
                <a:lnTo>
                  <a:pt x="293700" y="44025"/>
                </a:lnTo>
                <a:lnTo>
                  <a:pt x="293400" y="43500"/>
                </a:lnTo>
                <a:lnTo>
                  <a:pt x="293250" y="43050"/>
                </a:lnTo>
                <a:lnTo>
                  <a:pt x="293100" y="42900"/>
                </a:lnTo>
                <a:lnTo>
                  <a:pt x="292800" y="42075"/>
                </a:lnTo>
                <a:lnTo>
                  <a:pt x="292650" y="41850"/>
                </a:lnTo>
                <a:lnTo>
                  <a:pt x="292500" y="41475"/>
                </a:lnTo>
                <a:lnTo>
                  <a:pt x="292275" y="40800"/>
                </a:lnTo>
                <a:lnTo>
                  <a:pt x="292125" y="40650"/>
                </a:lnTo>
                <a:lnTo>
                  <a:pt x="292125" y="40575"/>
                </a:lnTo>
                <a:lnTo>
                  <a:pt x="291675" y="39300"/>
                </a:lnTo>
                <a:lnTo>
                  <a:pt x="291450" y="38925"/>
                </a:lnTo>
                <a:lnTo>
                  <a:pt x="290850" y="37125"/>
                </a:lnTo>
                <a:lnTo>
                  <a:pt x="290775" y="37125"/>
                </a:lnTo>
                <a:lnTo>
                  <a:pt x="289800" y="34275"/>
                </a:lnTo>
                <a:lnTo>
                  <a:pt x="289650" y="34050"/>
                </a:lnTo>
                <a:lnTo>
                  <a:pt x="288150" y="29625"/>
                </a:lnTo>
                <a:lnTo>
                  <a:pt x="288000" y="29475"/>
                </a:lnTo>
                <a:lnTo>
                  <a:pt x="287400" y="27750"/>
                </a:lnTo>
                <a:lnTo>
                  <a:pt x="286350" y="25050"/>
                </a:lnTo>
                <a:lnTo>
                  <a:pt x="286200" y="24900"/>
                </a:lnTo>
                <a:lnTo>
                  <a:pt x="285675" y="23625"/>
                </a:lnTo>
                <a:lnTo>
                  <a:pt x="285375" y="23025"/>
                </a:lnTo>
                <a:lnTo>
                  <a:pt x="285300" y="22800"/>
                </a:lnTo>
                <a:lnTo>
                  <a:pt x="285225" y="22725"/>
                </a:lnTo>
                <a:lnTo>
                  <a:pt x="285225" y="66750"/>
                </a:lnTo>
                <a:lnTo>
                  <a:pt x="279525" y="66750"/>
                </a:lnTo>
                <a:lnTo>
                  <a:pt x="279525" y="16500"/>
                </a:lnTo>
                <a:lnTo>
                  <a:pt x="282375" y="16500"/>
                </a:lnTo>
                <a:close/>
                <a:moveTo>
                  <a:pt x="348075" y="47250"/>
                </a:moveTo>
                <a:lnTo>
                  <a:pt x="348075" y="47175"/>
                </a:lnTo>
                <a:lnTo>
                  <a:pt x="347925" y="47025"/>
                </a:lnTo>
                <a:lnTo>
                  <a:pt x="347850" y="46800"/>
                </a:lnTo>
                <a:lnTo>
                  <a:pt x="347700" y="46575"/>
                </a:lnTo>
                <a:lnTo>
                  <a:pt x="347550" y="46425"/>
                </a:lnTo>
                <a:lnTo>
                  <a:pt x="347325" y="46050"/>
                </a:lnTo>
                <a:lnTo>
                  <a:pt x="347250" y="45825"/>
                </a:lnTo>
                <a:lnTo>
                  <a:pt x="347100" y="45675"/>
                </a:lnTo>
                <a:lnTo>
                  <a:pt x="346050" y="43950"/>
                </a:lnTo>
                <a:lnTo>
                  <a:pt x="345900" y="43725"/>
                </a:lnTo>
                <a:lnTo>
                  <a:pt x="345750" y="43575"/>
                </a:lnTo>
                <a:lnTo>
                  <a:pt x="345675" y="43350"/>
                </a:lnTo>
                <a:lnTo>
                  <a:pt x="345525" y="43200"/>
                </a:lnTo>
                <a:lnTo>
                  <a:pt x="345450" y="42975"/>
                </a:lnTo>
                <a:lnTo>
                  <a:pt x="345300" y="42825"/>
                </a:lnTo>
                <a:lnTo>
                  <a:pt x="345225" y="42600"/>
                </a:lnTo>
                <a:lnTo>
                  <a:pt x="344925" y="42225"/>
                </a:lnTo>
                <a:lnTo>
                  <a:pt x="344700" y="41850"/>
                </a:lnTo>
                <a:lnTo>
                  <a:pt x="344625" y="41625"/>
                </a:lnTo>
                <a:lnTo>
                  <a:pt x="344475" y="41475"/>
                </a:lnTo>
                <a:lnTo>
                  <a:pt x="344325" y="41250"/>
                </a:lnTo>
                <a:lnTo>
                  <a:pt x="343200" y="39375"/>
                </a:lnTo>
                <a:lnTo>
                  <a:pt x="343050" y="39150"/>
                </a:lnTo>
                <a:lnTo>
                  <a:pt x="342900" y="39000"/>
                </a:lnTo>
                <a:lnTo>
                  <a:pt x="342825" y="38775"/>
                </a:lnTo>
                <a:lnTo>
                  <a:pt x="342675" y="38625"/>
                </a:lnTo>
                <a:lnTo>
                  <a:pt x="342600" y="38400"/>
                </a:lnTo>
                <a:lnTo>
                  <a:pt x="342450" y="38250"/>
                </a:lnTo>
                <a:lnTo>
                  <a:pt x="342300" y="38025"/>
                </a:lnTo>
                <a:lnTo>
                  <a:pt x="342225" y="37800"/>
                </a:lnTo>
                <a:lnTo>
                  <a:pt x="342075" y="37650"/>
                </a:lnTo>
                <a:lnTo>
                  <a:pt x="342000" y="37425"/>
                </a:lnTo>
                <a:lnTo>
                  <a:pt x="341850" y="37275"/>
                </a:lnTo>
                <a:lnTo>
                  <a:pt x="341700" y="37050"/>
                </a:lnTo>
                <a:lnTo>
                  <a:pt x="340425" y="34950"/>
                </a:lnTo>
                <a:lnTo>
                  <a:pt x="340275" y="34800"/>
                </a:lnTo>
                <a:lnTo>
                  <a:pt x="340200" y="34575"/>
                </a:lnTo>
                <a:lnTo>
                  <a:pt x="340050" y="34425"/>
                </a:lnTo>
                <a:lnTo>
                  <a:pt x="339975" y="34200"/>
                </a:lnTo>
                <a:lnTo>
                  <a:pt x="339825" y="34050"/>
                </a:lnTo>
                <a:lnTo>
                  <a:pt x="339675" y="33825"/>
                </a:lnTo>
                <a:lnTo>
                  <a:pt x="339600" y="33600"/>
                </a:lnTo>
                <a:lnTo>
                  <a:pt x="339075" y="32850"/>
                </a:lnTo>
                <a:lnTo>
                  <a:pt x="337950" y="30975"/>
                </a:lnTo>
                <a:lnTo>
                  <a:pt x="337800" y="30750"/>
                </a:lnTo>
                <a:lnTo>
                  <a:pt x="337650" y="30600"/>
                </a:lnTo>
                <a:lnTo>
                  <a:pt x="337425" y="30225"/>
                </a:lnTo>
                <a:lnTo>
                  <a:pt x="337350" y="30000"/>
                </a:lnTo>
                <a:lnTo>
                  <a:pt x="337200" y="29850"/>
                </a:lnTo>
                <a:lnTo>
                  <a:pt x="336825" y="29250"/>
                </a:lnTo>
                <a:lnTo>
                  <a:pt x="336750" y="29025"/>
                </a:lnTo>
                <a:lnTo>
                  <a:pt x="336600" y="28875"/>
                </a:lnTo>
                <a:lnTo>
                  <a:pt x="335925" y="27750"/>
                </a:lnTo>
                <a:lnTo>
                  <a:pt x="335775" y="27525"/>
                </a:lnTo>
                <a:lnTo>
                  <a:pt x="335625" y="27375"/>
                </a:lnTo>
                <a:lnTo>
                  <a:pt x="335550" y="27150"/>
                </a:lnTo>
                <a:lnTo>
                  <a:pt x="335175" y="26550"/>
                </a:lnTo>
                <a:lnTo>
                  <a:pt x="335025" y="26400"/>
                </a:lnTo>
                <a:lnTo>
                  <a:pt x="334950" y="26175"/>
                </a:lnTo>
                <a:lnTo>
                  <a:pt x="334800" y="26025"/>
                </a:lnTo>
                <a:lnTo>
                  <a:pt x="334725" y="25800"/>
                </a:lnTo>
                <a:lnTo>
                  <a:pt x="334575" y="25650"/>
                </a:lnTo>
                <a:lnTo>
                  <a:pt x="334200" y="25050"/>
                </a:lnTo>
                <a:lnTo>
                  <a:pt x="334125" y="24825"/>
                </a:lnTo>
                <a:lnTo>
                  <a:pt x="333975" y="24675"/>
                </a:lnTo>
                <a:lnTo>
                  <a:pt x="333900" y="24450"/>
                </a:lnTo>
                <a:lnTo>
                  <a:pt x="333750" y="24300"/>
                </a:lnTo>
                <a:lnTo>
                  <a:pt x="333300" y="23550"/>
                </a:lnTo>
                <a:lnTo>
                  <a:pt x="333150" y="23325"/>
                </a:lnTo>
                <a:lnTo>
                  <a:pt x="333000" y="23175"/>
                </a:lnTo>
                <a:lnTo>
                  <a:pt x="332925" y="22950"/>
                </a:lnTo>
                <a:lnTo>
                  <a:pt x="332775" y="22800"/>
                </a:lnTo>
                <a:lnTo>
                  <a:pt x="332700" y="22575"/>
                </a:lnTo>
                <a:lnTo>
                  <a:pt x="332550" y="22350"/>
                </a:lnTo>
                <a:lnTo>
                  <a:pt x="332400" y="22200"/>
                </a:lnTo>
                <a:lnTo>
                  <a:pt x="332325" y="21975"/>
                </a:lnTo>
                <a:lnTo>
                  <a:pt x="332175" y="21825"/>
                </a:lnTo>
                <a:lnTo>
                  <a:pt x="332100" y="21600"/>
                </a:lnTo>
                <a:lnTo>
                  <a:pt x="331950" y="21450"/>
                </a:lnTo>
                <a:lnTo>
                  <a:pt x="331875" y="21225"/>
                </a:lnTo>
                <a:lnTo>
                  <a:pt x="331725" y="21075"/>
                </a:lnTo>
                <a:lnTo>
                  <a:pt x="331575" y="20850"/>
                </a:lnTo>
                <a:lnTo>
                  <a:pt x="331275" y="20250"/>
                </a:lnTo>
                <a:lnTo>
                  <a:pt x="331125" y="20100"/>
                </a:lnTo>
                <a:lnTo>
                  <a:pt x="330675" y="19350"/>
                </a:lnTo>
                <a:lnTo>
                  <a:pt x="330375" y="18975"/>
                </a:lnTo>
                <a:lnTo>
                  <a:pt x="330300" y="18750"/>
                </a:lnTo>
                <a:lnTo>
                  <a:pt x="330150" y="18600"/>
                </a:lnTo>
                <a:lnTo>
                  <a:pt x="330075" y="18375"/>
                </a:lnTo>
                <a:lnTo>
                  <a:pt x="329925" y="18150"/>
                </a:lnTo>
                <a:lnTo>
                  <a:pt x="329625" y="17550"/>
                </a:lnTo>
                <a:lnTo>
                  <a:pt x="329550" y="17250"/>
                </a:lnTo>
                <a:lnTo>
                  <a:pt x="329550" y="16500"/>
                </a:lnTo>
                <a:lnTo>
                  <a:pt x="329625" y="16200"/>
                </a:lnTo>
                <a:lnTo>
                  <a:pt x="329925" y="15525"/>
                </a:lnTo>
                <a:lnTo>
                  <a:pt x="330150" y="15300"/>
                </a:lnTo>
                <a:lnTo>
                  <a:pt x="330375" y="15000"/>
                </a:lnTo>
                <a:lnTo>
                  <a:pt x="330675" y="14775"/>
                </a:lnTo>
                <a:lnTo>
                  <a:pt x="331650" y="14325"/>
                </a:lnTo>
                <a:lnTo>
                  <a:pt x="332025" y="14250"/>
                </a:lnTo>
                <a:lnTo>
                  <a:pt x="353775" y="14250"/>
                </a:lnTo>
                <a:lnTo>
                  <a:pt x="354150" y="14325"/>
                </a:lnTo>
                <a:lnTo>
                  <a:pt x="355125" y="14775"/>
                </a:lnTo>
                <a:lnTo>
                  <a:pt x="355425" y="15000"/>
                </a:lnTo>
                <a:lnTo>
                  <a:pt x="355650" y="15300"/>
                </a:lnTo>
                <a:lnTo>
                  <a:pt x="355875" y="15525"/>
                </a:lnTo>
                <a:lnTo>
                  <a:pt x="356175" y="16200"/>
                </a:lnTo>
                <a:lnTo>
                  <a:pt x="356250" y="16500"/>
                </a:lnTo>
                <a:lnTo>
                  <a:pt x="356250" y="21375"/>
                </a:lnTo>
                <a:lnTo>
                  <a:pt x="350550" y="21375"/>
                </a:lnTo>
                <a:lnTo>
                  <a:pt x="350550" y="19500"/>
                </a:lnTo>
                <a:lnTo>
                  <a:pt x="337350" y="19500"/>
                </a:lnTo>
                <a:lnTo>
                  <a:pt x="337350" y="19575"/>
                </a:lnTo>
                <a:lnTo>
                  <a:pt x="337500" y="19725"/>
                </a:lnTo>
                <a:lnTo>
                  <a:pt x="337575" y="19950"/>
                </a:lnTo>
                <a:lnTo>
                  <a:pt x="337725" y="20175"/>
                </a:lnTo>
                <a:lnTo>
                  <a:pt x="337875" y="20325"/>
                </a:lnTo>
                <a:lnTo>
                  <a:pt x="337950" y="20550"/>
                </a:lnTo>
                <a:lnTo>
                  <a:pt x="338100" y="20700"/>
                </a:lnTo>
                <a:lnTo>
                  <a:pt x="338175" y="20925"/>
                </a:lnTo>
                <a:lnTo>
                  <a:pt x="338325" y="21075"/>
                </a:lnTo>
                <a:lnTo>
                  <a:pt x="339525" y="23025"/>
                </a:lnTo>
                <a:lnTo>
                  <a:pt x="339675" y="23175"/>
                </a:lnTo>
                <a:lnTo>
                  <a:pt x="339750" y="23400"/>
                </a:lnTo>
                <a:lnTo>
                  <a:pt x="339900" y="23550"/>
                </a:lnTo>
                <a:lnTo>
                  <a:pt x="339975" y="23775"/>
                </a:lnTo>
                <a:lnTo>
                  <a:pt x="340125" y="23925"/>
                </a:lnTo>
                <a:lnTo>
                  <a:pt x="340200" y="24150"/>
                </a:lnTo>
                <a:lnTo>
                  <a:pt x="340350" y="24375"/>
                </a:lnTo>
                <a:lnTo>
                  <a:pt x="340500" y="24525"/>
                </a:lnTo>
                <a:lnTo>
                  <a:pt x="340575" y="24750"/>
                </a:lnTo>
                <a:lnTo>
                  <a:pt x="340725" y="24900"/>
                </a:lnTo>
                <a:lnTo>
                  <a:pt x="340800" y="25125"/>
                </a:lnTo>
                <a:lnTo>
                  <a:pt x="340950" y="25275"/>
                </a:lnTo>
                <a:lnTo>
                  <a:pt x="341100" y="25500"/>
                </a:lnTo>
                <a:lnTo>
                  <a:pt x="342600" y="27975"/>
                </a:lnTo>
                <a:lnTo>
                  <a:pt x="342750" y="28125"/>
                </a:lnTo>
                <a:lnTo>
                  <a:pt x="342825" y="28350"/>
                </a:lnTo>
                <a:lnTo>
                  <a:pt x="342975" y="28500"/>
                </a:lnTo>
                <a:lnTo>
                  <a:pt x="343125" y="28725"/>
                </a:lnTo>
                <a:lnTo>
                  <a:pt x="343200" y="28950"/>
                </a:lnTo>
                <a:lnTo>
                  <a:pt x="343350" y="29100"/>
                </a:lnTo>
                <a:lnTo>
                  <a:pt x="343425" y="29325"/>
                </a:lnTo>
                <a:lnTo>
                  <a:pt x="343575" y="29475"/>
                </a:lnTo>
                <a:lnTo>
                  <a:pt x="343725" y="29700"/>
                </a:lnTo>
                <a:lnTo>
                  <a:pt x="344850" y="31575"/>
                </a:lnTo>
                <a:lnTo>
                  <a:pt x="345000" y="31800"/>
                </a:lnTo>
                <a:lnTo>
                  <a:pt x="345150" y="31950"/>
                </a:lnTo>
                <a:lnTo>
                  <a:pt x="345225" y="32175"/>
                </a:lnTo>
                <a:lnTo>
                  <a:pt x="345375" y="32325"/>
                </a:lnTo>
                <a:lnTo>
                  <a:pt x="345750" y="32925"/>
                </a:lnTo>
                <a:lnTo>
                  <a:pt x="345825" y="33150"/>
                </a:lnTo>
                <a:lnTo>
                  <a:pt x="345975" y="33300"/>
                </a:lnTo>
                <a:lnTo>
                  <a:pt x="347475" y="35775"/>
                </a:lnTo>
                <a:lnTo>
                  <a:pt x="347625" y="36000"/>
                </a:lnTo>
                <a:lnTo>
                  <a:pt x="347775" y="36150"/>
                </a:lnTo>
                <a:lnTo>
                  <a:pt x="347850" y="36375"/>
                </a:lnTo>
                <a:lnTo>
                  <a:pt x="348000" y="36525"/>
                </a:lnTo>
                <a:lnTo>
                  <a:pt x="348075" y="36750"/>
                </a:lnTo>
                <a:lnTo>
                  <a:pt x="348225" y="36900"/>
                </a:lnTo>
                <a:lnTo>
                  <a:pt x="348375" y="37125"/>
                </a:lnTo>
                <a:lnTo>
                  <a:pt x="348600" y="37500"/>
                </a:lnTo>
                <a:lnTo>
                  <a:pt x="348675" y="37725"/>
                </a:lnTo>
                <a:lnTo>
                  <a:pt x="348825" y="37875"/>
                </a:lnTo>
                <a:lnTo>
                  <a:pt x="348975" y="38100"/>
                </a:lnTo>
                <a:lnTo>
                  <a:pt x="350100" y="39975"/>
                </a:lnTo>
                <a:lnTo>
                  <a:pt x="350250" y="40200"/>
                </a:lnTo>
                <a:lnTo>
                  <a:pt x="350400" y="40350"/>
                </a:lnTo>
                <a:lnTo>
                  <a:pt x="350475" y="40575"/>
                </a:lnTo>
                <a:lnTo>
                  <a:pt x="350625" y="40725"/>
                </a:lnTo>
                <a:lnTo>
                  <a:pt x="350700" y="40950"/>
                </a:lnTo>
                <a:lnTo>
                  <a:pt x="350850" y="41100"/>
                </a:lnTo>
                <a:lnTo>
                  <a:pt x="351000" y="41325"/>
                </a:lnTo>
                <a:lnTo>
                  <a:pt x="351300" y="41925"/>
                </a:lnTo>
                <a:lnTo>
                  <a:pt x="351450" y="42075"/>
                </a:lnTo>
                <a:lnTo>
                  <a:pt x="351525" y="42300"/>
                </a:lnTo>
                <a:lnTo>
                  <a:pt x="351675" y="42450"/>
                </a:lnTo>
                <a:lnTo>
                  <a:pt x="352500" y="43800"/>
                </a:lnTo>
                <a:lnTo>
                  <a:pt x="352650" y="43950"/>
                </a:lnTo>
                <a:lnTo>
                  <a:pt x="352725" y="44175"/>
                </a:lnTo>
                <a:lnTo>
                  <a:pt x="352875" y="44400"/>
                </a:lnTo>
                <a:lnTo>
                  <a:pt x="353025" y="44550"/>
                </a:lnTo>
                <a:lnTo>
                  <a:pt x="353100" y="44775"/>
                </a:lnTo>
                <a:lnTo>
                  <a:pt x="353250" y="44925"/>
                </a:lnTo>
                <a:lnTo>
                  <a:pt x="353325" y="45150"/>
                </a:lnTo>
                <a:lnTo>
                  <a:pt x="353475" y="45300"/>
                </a:lnTo>
                <a:lnTo>
                  <a:pt x="353550" y="45525"/>
                </a:lnTo>
                <a:lnTo>
                  <a:pt x="353700" y="45675"/>
                </a:lnTo>
                <a:lnTo>
                  <a:pt x="353850" y="45900"/>
                </a:lnTo>
                <a:lnTo>
                  <a:pt x="354150" y="46500"/>
                </a:lnTo>
                <a:lnTo>
                  <a:pt x="354300" y="46650"/>
                </a:lnTo>
                <a:lnTo>
                  <a:pt x="355050" y="47775"/>
                </a:lnTo>
                <a:lnTo>
                  <a:pt x="355125" y="48000"/>
                </a:lnTo>
                <a:lnTo>
                  <a:pt x="355275" y="48150"/>
                </a:lnTo>
                <a:lnTo>
                  <a:pt x="355350" y="48375"/>
                </a:lnTo>
                <a:lnTo>
                  <a:pt x="355500" y="48600"/>
                </a:lnTo>
                <a:lnTo>
                  <a:pt x="355800" y="49200"/>
                </a:lnTo>
                <a:lnTo>
                  <a:pt x="355875" y="49500"/>
                </a:lnTo>
                <a:lnTo>
                  <a:pt x="355875" y="50250"/>
                </a:lnTo>
                <a:lnTo>
                  <a:pt x="355800" y="50550"/>
                </a:lnTo>
                <a:lnTo>
                  <a:pt x="355500" y="51225"/>
                </a:lnTo>
                <a:lnTo>
                  <a:pt x="355275" y="51450"/>
                </a:lnTo>
                <a:lnTo>
                  <a:pt x="355050" y="51750"/>
                </a:lnTo>
                <a:lnTo>
                  <a:pt x="354750" y="51975"/>
                </a:lnTo>
                <a:lnTo>
                  <a:pt x="353775" y="52425"/>
                </a:lnTo>
                <a:lnTo>
                  <a:pt x="353400" y="52500"/>
                </a:lnTo>
                <a:lnTo>
                  <a:pt x="331650" y="52500"/>
                </a:lnTo>
                <a:lnTo>
                  <a:pt x="331275" y="52425"/>
                </a:lnTo>
                <a:lnTo>
                  <a:pt x="330900" y="52275"/>
                </a:lnTo>
                <a:lnTo>
                  <a:pt x="330300" y="51975"/>
                </a:lnTo>
                <a:lnTo>
                  <a:pt x="330000" y="51750"/>
                </a:lnTo>
                <a:lnTo>
                  <a:pt x="329775" y="51450"/>
                </a:lnTo>
                <a:lnTo>
                  <a:pt x="329550" y="51225"/>
                </a:lnTo>
                <a:lnTo>
                  <a:pt x="329250" y="50550"/>
                </a:lnTo>
                <a:lnTo>
                  <a:pt x="329175" y="50250"/>
                </a:lnTo>
                <a:lnTo>
                  <a:pt x="329175" y="45375"/>
                </a:lnTo>
                <a:lnTo>
                  <a:pt x="334875" y="45375"/>
                </a:lnTo>
                <a:lnTo>
                  <a:pt x="334875" y="47250"/>
                </a:lnTo>
                <a:close/>
                <a:moveTo>
                  <a:pt x="366900" y="14250"/>
                </a:moveTo>
                <a:lnTo>
                  <a:pt x="366900" y="40275"/>
                </a:lnTo>
                <a:lnTo>
                  <a:pt x="366975" y="40350"/>
                </a:lnTo>
                <a:lnTo>
                  <a:pt x="366975" y="40950"/>
                </a:lnTo>
                <a:lnTo>
                  <a:pt x="367050" y="41100"/>
                </a:lnTo>
                <a:lnTo>
                  <a:pt x="367050" y="41325"/>
                </a:lnTo>
                <a:lnTo>
                  <a:pt x="367125" y="41475"/>
                </a:lnTo>
                <a:lnTo>
                  <a:pt x="367125" y="41700"/>
                </a:lnTo>
                <a:lnTo>
                  <a:pt x="367200" y="41850"/>
                </a:lnTo>
                <a:lnTo>
                  <a:pt x="367500" y="42825"/>
                </a:lnTo>
                <a:lnTo>
                  <a:pt x="367575" y="42900"/>
                </a:lnTo>
                <a:lnTo>
                  <a:pt x="367650" y="43050"/>
                </a:lnTo>
                <a:lnTo>
                  <a:pt x="367650" y="43125"/>
                </a:lnTo>
                <a:lnTo>
                  <a:pt x="367800" y="43350"/>
                </a:lnTo>
                <a:lnTo>
                  <a:pt x="367800" y="43425"/>
                </a:lnTo>
                <a:lnTo>
                  <a:pt x="368025" y="43725"/>
                </a:lnTo>
                <a:lnTo>
                  <a:pt x="368025" y="43800"/>
                </a:lnTo>
                <a:lnTo>
                  <a:pt x="368400" y="44250"/>
                </a:lnTo>
                <a:lnTo>
                  <a:pt x="368400" y="44325"/>
                </a:lnTo>
                <a:lnTo>
                  <a:pt x="369675" y="45600"/>
                </a:lnTo>
                <a:lnTo>
                  <a:pt x="369825" y="45600"/>
                </a:lnTo>
                <a:lnTo>
                  <a:pt x="370125" y="45900"/>
                </a:lnTo>
                <a:lnTo>
                  <a:pt x="370200" y="45900"/>
                </a:lnTo>
                <a:lnTo>
                  <a:pt x="370425" y="46050"/>
                </a:lnTo>
                <a:lnTo>
                  <a:pt x="370500" y="46050"/>
                </a:lnTo>
                <a:lnTo>
                  <a:pt x="370950" y="46350"/>
                </a:lnTo>
                <a:lnTo>
                  <a:pt x="371100" y="46350"/>
                </a:lnTo>
                <a:lnTo>
                  <a:pt x="371250" y="46500"/>
                </a:lnTo>
                <a:lnTo>
                  <a:pt x="371400" y="46500"/>
                </a:lnTo>
                <a:lnTo>
                  <a:pt x="371475" y="46575"/>
                </a:lnTo>
                <a:lnTo>
                  <a:pt x="372000" y="46725"/>
                </a:lnTo>
                <a:lnTo>
                  <a:pt x="372075" y="46800"/>
                </a:lnTo>
                <a:lnTo>
                  <a:pt x="372225" y="46800"/>
                </a:lnTo>
                <a:lnTo>
                  <a:pt x="372300" y="46875"/>
                </a:lnTo>
                <a:lnTo>
                  <a:pt x="372525" y="46875"/>
                </a:lnTo>
                <a:lnTo>
                  <a:pt x="372600" y="46950"/>
                </a:lnTo>
                <a:lnTo>
                  <a:pt x="372750" y="46950"/>
                </a:lnTo>
                <a:lnTo>
                  <a:pt x="372825" y="47025"/>
                </a:lnTo>
                <a:lnTo>
                  <a:pt x="373050" y="47025"/>
                </a:lnTo>
                <a:lnTo>
                  <a:pt x="373200" y="47100"/>
                </a:lnTo>
                <a:lnTo>
                  <a:pt x="373500" y="47100"/>
                </a:lnTo>
                <a:lnTo>
                  <a:pt x="373650" y="47175"/>
                </a:lnTo>
                <a:lnTo>
                  <a:pt x="374175" y="47175"/>
                </a:lnTo>
                <a:lnTo>
                  <a:pt x="374325" y="47250"/>
                </a:lnTo>
                <a:lnTo>
                  <a:pt x="375900" y="47250"/>
                </a:lnTo>
                <a:lnTo>
                  <a:pt x="376050" y="47175"/>
                </a:lnTo>
                <a:lnTo>
                  <a:pt x="376575" y="47175"/>
                </a:lnTo>
                <a:lnTo>
                  <a:pt x="376725" y="47100"/>
                </a:lnTo>
                <a:lnTo>
                  <a:pt x="377025" y="47100"/>
                </a:lnTo>
                <a:lnTo>
                  <a:pt x="377175" y="47025"/>
                </a:lnTo>
                <a:lnTo>
                  <a:pt x="377400" y="47025"/>
                </a:lnTo>
                <a:lnTo>
                  <a:pt x="377475" y="46950"/>
                </a:lnTo>
                <a:lnTo>
                  <a:pt x="377625" y="46950"/>
                </a:lnTo>
                <a:lnTo>
                  <a:pt x="377700" y="46875"/>
                </a:lnTo>
                <a:lnTo>
                  <a:pt x="377925" y="46875"/>
                </a:lnTo>
                <a:lnTo>
                  <a:pt x="378000" y="46800"/>
                </a:lnTo>
                <a:lnTo>
                  <a:pt x="378150" y="46800"/>
                </a:lnTo>
                <a:lnTo>
                  <a:pt x="378225" y="46725"/>
                </a:lnTo>
                <a:lnTo>
                  <a:pt x="378750" y="46575"/>
                </a:lnTo>
                <a:lnTo>
                  <a:pt x="378825" y="46500"/>
                </a:lnTo>
                <a:lnTo>
                  <a:pt x="378975" y="46500"/>
                </a:lnTo>
                <a:lnTo>
                  <a:pt x="379125" y="46350"/>
                </a:lnTo>
                <a:lnTo>
                  <a:pt x="379275" y="46350"/>
                </a:lnTo>
                <a:lnTo>
                  <a:pt x="379725" y="46050"/>
                </a:lnTo>
                <a:lnTo>
                  <a:pt x="379800" y="46050"/>
                </a:lnTo>
                <a:lnTo>
                  <a:pt x="379875" y="45975"/>
                </a:lnTo>
                <a:lnTo>
                  <a:pt x="380025" y="45900"/>
                </a:lnTo>
                <a:lnTo>
                  <a:pt x="380100" y="45900"/>
                </a:lnTo>
                <a:lnTo>
                  <a:pt x="380400" y="45600"/>
                </a:lnTo>
                <a:lnTo>
                  <a:pt x="380550" y="45600"/>
                </a:lnTo>
                <a:lnTo>
                  <a:pt x="381825" y="44325"/>
                </a:lnTo>
                <a:lnTo>
                  <a:pt x="381825" y="44250"/>
                </a:lnTo>
                <a:lnTo>
                  <a:pt x="382200" y="43800"/>
                </a:lnTo>
                <a:lnTo>
                  <a:pt x="382200" y="43725"/>
                </a:lnTo>
                <a:lnTo>
                  <a:pt x="382425" y="43425"/>
                </a:lnTo>
                <a:lnTo>
                  <a:pt x="382425" y="43350"/>
                </a:lnTo>
                <a:lnTo>
                  <a:pt x="382575" y="43125"/>
                </a:lnTo>
                <a:lnTo>
                  <a:pt x="382575" y="43050"/>
                </a:lnTo>
                <a:lnTo>
                  <a:pt x="382650" y="42900"/>
                </a:lnTo>
                <a:lnTo>
                  <a:pt x="382725" y="42825"/>
                </a:lnTo>
                <a:lnTo>
                  <a:pt x="382725" y="42750"/>
                </a:lnTo>
                <a:lnTo>
                  <a:pt x="383100" y="41700"/>
                </a:lnTo>
                <a:lnTo>
                  <a:pt x="383100" y="41475"/>
                </a:lnTo>
                <a:lnTo>
                  <a:pt x="383175" y="41325"/>
                </a:lnTo>
                <a:lnTo>
                  <a:pt x="383175" y="41100"/>
                </a:lnTo>
                <a:lnTo>
                  <a:pt x="383250" y="40950"/>
                </a:lnTo>
                <a:lnTo>
                  <a:pt x="383250" y="40350"/>
                </a:lnTo>
                <a:lnTo>
                  <a:pt x="383325" y="40275"/>
                </a:lnTo>
                <a:lnTo>
                  <a:pt x="383325" y="14250"/>
                </a:lnTo>
                <a:lnTo>
                  <a:pt x="389025" y="14250"/>
                </a:lnTo>
                <a:lnTo>
                  <a:pt x="389025" y="52500"/>
                </a:lnTo>
                <a:lnTo>
                  <a:pt x="383325" y="52500"/>
                </a:lnTo>
                <a:lnTo>
                  <a:pt x="383325" y="50175"/>
                </a:lnTo>
                <a:lnTo>
                  <a:pt x="383250" y="50250"/>
                </a:lnTo>
                <a:lnTo>
                  <a:pt x="383175" y="50250"/>
                </a:lnTo>
                <a:lnTo>
                  <a:pt x="383025" y="50325"/>
                </a:lnTo>
                <a:lnTo>
                  <a:pt x="383025" y="50400"/>
                </a:lnTo>
                <a:lnTo>
                  <a:pt x="382425" y="50700"/>
                </a:lnTo>
                <a:lnTo>
                  <a:pt x="382350" y="50775"/>
                </a:lnTo>
                <a:lnTo>
                  <a:pt x="382275" y="50775"/>
                </a:lnTo>
                <a:lnTo>
                  <a:pt x="382200" y="50850"/>
                </a:lnTo>
                <a:lnTo>
                  <a:pt x="381600" y="51150"/>
                </a:lnTo>
                <a:lnTo>
                  <a:pt x="381525" y="51150"/>
                </a:lnTo>
                <a:lnTo>
                  <a:pt x="381075" y="51375"/>
                </a:lnTo>
                <a:lnTo>
                  <a:pt x="381000" y="51375"/>
                </a:lnTo>
                <a:lnTo>
                  <a:pt x="380925" y="51450"/>
                </a:lnTo>
                <a:lnTo>
                  <a:pt x="380850" y="51450"/>
                </a:lnTo>
                <a:lnTo>
                  <a:pt x="380700" y="51525"/>
                </a:lnTo>
                <a:lnTo>
                  <a:pt x="380550" y="51525"/>
                </a:lnTo>
                <a:lnTo>
                  <a:pt x="380550" y="51600"/>
                </a:lnTo>
                <a:lnTo>
                  <a:pt x="380325" y="51600"/>
                </a:lnTo>
                <a:lnTo>
                  <a:pt x="379875" y="51825"/>
                </a:lnTo>
                <a:lnTo>
                  <a:pt x="379650" y="51825"/>
                </a:lnTo>
                <a:lnTo>
                  <a:pt x="379350" y="51975"/>
                </a:lnTo>
                <a:lnTo>
                  <a:pt x="379125" y="51975"/>
                </a:lnTo>
                <a:lnTo>
                  <a:pt x="378975" y="52050"/>
                </a:lnTo>
                <a:lnTo>
                  <a:pt x="378750" y="52050"/>
                </a:lnTo>
                <a:lnTo>
                  <a:pt x="378750" y="52125"/>
                </a:lnTo>
                <a:lnTo>
                  <a:pt x="378450" y="52125"/>
                </a:lnTo>
                <a:lnTo>
                  <a:pt x="378375" y="52200"/>
                </a:lnTo>
                <a:lnTo>
                  <a:pt x="378000" y="52200"/>
                </a:lnTo>
                <a:lnTo>
                  <a:pt x="377850" y="52275"/>
                </a:lnTo>
                <a:lnTo>
                  <a:pt x="377700" y="52275"/>
                </a:lnTo>
                <a:lnTo>
                  <a:pt x="377550" y="52350"/>
                </a:lnTo>
                <a:lnTo>
                  <a:pt x="377100" y="52350"/>
                </a:lnTo>
                <a:lnTo>
                  <a:pt x="376950" y="52425"/>
                </a:lnTo>
                <a:lnTo>
                  <a:pt x="376200" y="52425"/>
                </a:lnTo>
                <a:lnTo>
                  <a:pt x="376200" y="52500"/>
                </a:lnTo>
                <a:lnTo>
                  <a:pt x="374025" y="52500"/>
                </a:lnTo>
                <a:lnTo>
                  <a:pt x="374025" y="52425"/>
                </a:lnTo>
                <a:lnTo>
                  <a:pt x="373275" y="52425"/>
                </a:lnTo>
                <a:lnTo>
                  <a:pt x="373125" y="52350"/>
                </a:lnTo>
                <a:lnTo>
                  <a:pt x="372675" y="52350"/>
                </a:lnTo>
                <a:lnTo>
                  <a:pt x="372525" y="52275"/>
                </a:lnTo>
                <a:lnTo>
                  <a:pt x="372375" y="52275"/>
                </a:lnTo>
                <a:lnTo>
                  <a:pt x="372225" y="52200"/>
                </a:lnTo>
                <a:lnTo>
                  <a:pt x="371850" y="52200"/>
                </a:lnTo>
                <a:lnTo>
                  <a:pt x="371775" y="52125"/>
                </a:lnTo>
                <a:lnTo>
                  <a:pt x="371475" y="52125"/>
                </a:lnTo>
                <a:lnTo>
                  <a:pt x="371475" y="52050"/>
                </a:lnTo>
                <a:lnTo>
                  <a:pt x="371250" y="52050"/>
                </a:lnTo>
                <a:lnTo>
                  <a:pt x="371100" y="51975"/>
                </a:lnTo>
                <a:lnTo>
                  <a:pt x="370875" y="51975"/>
                </a:lnTo>
                <a:lnTo>
                  <a:pt x="370575" y="51825"/>
                </a:lnTo>
                <a:lnTo>
                  <a:pt x="370350" y="51825"/>
                </a:lnTo>
                <a:lnTo>
                  <a:pt x="369900" y="51600"/>
                </a:lnTo>
                <a:lnTo>
                  <a:pt x="369675" y="51600"/>
                </a:lnTo>
                <a:lnTo>
                  <a:pt x="369675" y="51525"/>
                </a:lnTo>
                <a:lnTo>
                  <a:pt x="369525" y="51525"/>
                </a:lnTo>
                <a:lnTo>
                  <a:pt x="369375" y="51450"/>
                </a:lnTo>
                <a:lnTo>
                  <a:pt x="369300" y="51450"/>
                </a:lnTo>
                <a:lnTo>
                  <a:pt x="369225" y="51375"/>
                </a:lnTo>
                <a:lnTo>
                  <a:pt x="369150" y="51375"/>
                </a:lnTo>
                <a:lnTo>
                  <a:pt x="368700" y="51150"/>
                </a:lnTo>
                <a:lnTo>
                  <a:pt x="368625" y="51150"/>
                </a:lnTo>
                <a:lnTo>
                  <a:pt x="368025" y="50850"/>
                </a:lnTo>
                <a:lnTo>
                  <a:pt x="367950" y="50775"/>
                </a:lnTo>
                <a:lnTo>
                  <a:pt x="367875" y="50775"/>
                </a:lnTo>
                <a:lnTo>
                  <a:pt x="367800" y="50700"/>
                </a:lnTo>
                <a:lnTo>
                  <a:pt x="367200" y="50400"/>
                </a:lnTo>
                <a:lnTo>
                  <a:pt x="367200" y="50325"/>
                </a:lnTo>
                <a:lnTo>
                  <a:pt x="367050" y="50250"/>
                </a:lnTo>
                <a:lnTo>
                  <a:pt x="366975" y="50250"/>
                </a:lnTo>
                <a:lnTo>
                  <a:pt x="366900" y="50175"/>
                </a:lnTo>
                <a:lnTo>
                  <a:pt x="366825" y="50175"/>
                </a:lnTo>
                <a:lnTo>
                  <a:pt x="366600" y="49950"/>
                </a:lnTo>
                <a:lnTo>
                  <a:pt x="366525" y="49950"/>
                </a:lnTo>
                <a:lnTo>
                  <a:pt x="366450" y="49875"/>
                </a:lnTo>
                <a:lnTo>
                  <a:pt x="366375" y="49875"/>
                </a:lnTo>
                <a:lnTo>
                  <a:pt x="366300" y="49725"/>
                </a:lnTo>
                <a:lnTo>
                  <a:pt x="366225" y="49725"/>
                </a:lnTo>
                <a:lnTo>
                  <a:pt x="366150" y="49650"/>
                </a:lnTo>
                <a:lnTo>
                  <a:pt x="366075" y="49650"/>
                </a:lnTo>
                <a:lnTo>
                  <a:pt x="366000" y="49500"/>
                </a:lnTo>
                <a:lnTo>
                  <a:pt x="365925" y="49500"/>
                </a:lnTo>
                <a:lnTo>
                  <a:pt x="365850" y="49425"/>
                </a:lnTo>
                <a:lnTo>
                  <a:pt x="365775" y="49425"/>
                </a:lnTo>
                <a:lnTo>
                  <a:pt x="365700" y="49275"/>
                </a:lnTo>
                <a:lnTo>
                  <a:pt x="365625" y="49275"/>
                </a:lnTo>
                <a:lnTo>
                  <a:pt x="365400" y="49050"/>
                </a:lnTo>
                <a:lnTo>
                  <a:pt x="365250" y="48975"/>
                </a:lnTo>
                <a:lnTo>
                  <a:pt x="365250" y="48900"/>
                </a:lnTo>
                <a:lnTo>
                  <a:pt x="365100" y="48825"/>
                </a:lnTo>
                <a:lnTo>
                  <a:pt x="365100" y="48750"/>
                </a:lnTo>
                <a:lnTo>
                  <a:pt x="364950" y="48675"/>
                </a:lnTo>
                <a:lnTo>
                  <a:pt x="364875" y="48525"/>
                </a:lnTo>
                <a:lnTo>
                  <a:pt x="364800" y="48525"/>
                </a:lnTo>
                <a:lnTo>
                  <a:pt x="364575" y="48300"/>
                </a:lnTo>
                <a:lnTo>
                  <a:pt x="364575" y="48225"/>
                </a:lnTo>
                <a:lnTo>
                  <a:pt x="364425" y="48150"/>
                </a:lnTo>
                <a:lnTo>
                  <a:pt x="364350" y="48000"/>
                </a:lnTo>
                <a:lnTo>
                  <a:pt x="364275" y="48000"/>
                </a:lnTo>
                <a:lnTo>
                  <a:pt x="363975" y="47550"/>
                </a:lnTo>
                <a:lnTo>
                  <a:pt x="363900" y="47550"/>
                </a:lnTo>
                <a:lnTo>
                  <a:pt x="363750" y="47250"/>
                </a:lnTo>
                <a:lnTo>
                  <a:pt x="363675" y="47250"/>
                </a:lnTo>
                <a:lnTo>
                  <a:pt x="363525" y="46950"/>
                </a:lnTo>
                <a:lnTo>
                  <a:pt x="363450" y="46950"/>
                </a:lnTo>
                <a:lnTo>
                  <a:pt x="363300" y="46650"/>
                </a:lnTo>
                <a:lnTo>
                  <a:pt x="363225" y="46650"/>
                </a:lnTo>
                <a:lnTo>
                  <a:pt x="363075" y="46350"/>
                </a:lnTo>
                <a:lnTo>
                  <a:pt x="363075" y="46275"/>
                </a:lnTo>
                <a:lnTo>
                  <a:pt x="362925" y="46125"/>
                </a:lnTo>
                <a:lnTo>
                  <a:pt x="362700" y="45675"/>
                </a:lnTo>
                <a:lnTo>
                  <a:pt x="362550" y="45525"/>
                </a:lnTo>
                <a:lnTo>
                  <a:pt x="362550" y="45450"/>
                </a:lnTo>
                <a:lnTo>
                  <a:pt x="362400" y="45150"/>
                </a:lnTo>
                <a:lnTo>
                  <a:pt x="362400" y="45075"/>
                </a:lnTo>
                <a:lnTo>
                  <a:pt x="362325" y="45000"/>
                </a:lnTo>
                <a:lnTo>
                  <a:pt x="362325" y="44925"/>
                </a:lnTo>
                <a:lnTo>
                  <a:pt x="361875" y="43875"/>
                </a:lnTo>
                <a:lnTo>
                  <a:pt x="361875" y="43800"/>
                </a:lnTo>
                <a:lnTo>
                  <a:pt x="361800" y="43650"/>
                </a:lnTo>
                <a:lnTo>
                  <a:pt x="361800" y="43500"/>
                </a:lnTo>
                <a:lnTo>
                  <a:pt x="361725" y="43425"/>
                </a:lnTo>
                <a:lnTo>
                  <a:pt x="361725" y="43275"/>
                </a:lnTo>
                <a:lnTo>
                  <a:pt x="361575" y="42900"/>
                </a:lnTo>
                <a:lnTo>
                  <a:pt x="361575" y="42675"/>
                </a:lnTo>
                <a:lnTo>
                  <a:pt x="361500" y="42525"/>
                </a:lnTo>
                <a:lnTo>
                  <a:pt x="361500" y="42300"/>
                </a:lnTo>
                <a:lnTo>
                  <a:pt x="361425" y="42225"/>
                </a:lnTo>
                <a:lnTo>
                  <a:pt x="361425" y="41850"/>
                </a:lnTo>
                <a:lnTo>
                  <a:pt x="361350" y="41700"/>
                </a:lnTo>
                <a:lnTo>
                  <a:pt x="361350" y="41400"/>
                </a:lnTo>
                <a:lnTo>
                  <a:pt x="361275" y="41250"/>
                </a:lnTo>
                <a:lnTo>
                  <a:pt x="361275" y="40575"/>
                </a:lnTo>
                <a:lnTo>
                  <a:pt x="361200" y="40425"/>
                </a:lnTo>
                <a:lnTo>
                  <a:pt x="361200" y="14250"/>
                </a:lnTo>
                <a:close/>
                <a:moveTo>
                  <a:pt x="395325" y="66750"/>
                </a:moveTo>
                <a:lnTo>
                  <a:pt x="395325" y="26625"/>
                </a:lnTo>
                <a:lnTo>
                  <a:pt x="395400" y="26475"/>
                </a:lnTo>
                <a:lnTo>
                  <a:pt x="395400" y="25725"/>
                </a:lnTo>
                <a:lnTo>
                  <a:pt x="395475" y="25500"/>
                </a:lnTo>
                <a:lnTo>
                  <a:pt x="395475" y="25275"/>
                </a:lnTo>
                <a:lnTo>
                  <a:pt x="395550" y="25050"/>
                </a:lnTo>
                <a:lnTo>
                  <a:pt x="395550" y="24600"/>
                </a:lnTo>
                <a:lnTo>
                  <a:pt x="395625" y="24600"/>
                </a:lnTo>
                <a:lnTo>
                  <a:pt x="395625" y="24375"/>
                </a:lnTo>
                <a:lnTo>
                  <a:pt x="395700" y="24150"/>
                </a:lnTo>
                <a:lnTo>
                  <a:pt x="395700" y="23925"/>
                </a:lnTo>
                <a:lnTo>
                  <a:pt x="395775" y="23700"/>
                </a:lnTo>
                <a:lnTo>
                  <a:pt x="395775" y="23475"/>
                </a:lnTo>
                <a:lnTo>
                  <a:pt x="395850" y="23475"/>
                </a:lnTo>
                <a:lnTo>
                  <a:pt x="395850" y="23250"/>
                </a:lnTo>
                <a:lnTo>
                  <a:pt x="396075" y="22650"/>
                </a:lnTo>
                <a:lnTo>
                  <a:pt x="396075" y="22425"/>
                </a:lnTo>
                <a:lnTo>
                  <a:pt x="396150" y="22425"/>
                </a:lnTo>
                <a:lnTo>
                  <a:pt x="396150" y="22200"/>
                </a:lnTo>
                <a:lnTo>
                  <a:pt x="396225" y="22050"/>
                </a:lnTo>
                <a:lnTo>
                  <a:pt x="396225" y="21975"/>
                </a:lnTo>
                <a:lnTo>
                  <a:pt x="396375" y="21600"/>
                </a:lnTo>
                <a:lnTo>
                  <a:pt x="396525" y="21375"/>
                </a:lnTo>
                <a:lnTo>
                  <a:pt x="396525" y="21225"/>
                </a:lnTo>
                <a:lnTo>
                  <a:pt x="396600" y="21225"/>
                </a:lnTo>
                <a:lnTo>
                  <a:pt x="396675" y="21075"/>
                </a:lnTo>
                <a:lnTo>
                  <a:pt x="396750" y="20775"/>
                </a:lnTo>
                <a:lnTo>
                  <a:pt x="396900" y="20475"/>
                </a:lnTo>
                <a:lnTo>
                  <a:pt x="396975" y="20400"/>
                </a:lnTo>
                <a:lnTo>
                  <a:pt x="397125" y="20100"/>
                </a:lnTo>
                <a:lnTo>
                  <a:pt x="397125" y="20025"/>
                </a:lnTo>
                <a:lnTo>
                  <a:pt x="397275" y="19875"/>
                </a:lnTo>
                <a:lnTo>
                  <a:pt x="397650" y="19200"/>
                </a:lnTo>
                <a:lnTo>
                  <a:pt x="397725" y="19200"/>
                </a:lnTo>
                <a:lnTo>
                  <a:pt x="397800" y="19050"/>
                </a:lnTo>
                <a:lnTo>
                  <a:pt x="397800" y="18975"/>
                </a:lnTo>
                <a:lnTo>
                  <a:pt x="397950" y="18900"/>
                </a:lnTo>
                <a:lnTo>
                  <a:pt x="397950" y="18825"/>
                </a:lnTo>
                <a:lnTo>
                  <a:pt x="398025" y="18675"/>
                </a:lnTo>
                <a:lnTo>
                  <a:pt x="398100" y="18675"/>
                </a:lnTo>
                <a:lnTo>
                  <a:pt x="398400" y="18225"/>
                </a:lnTo>
                <a:lnTo>
                  <a:pt x="399450" y="17175"/>
                </a:lnTo>
                <a:lnTo>
                  <a:pt x="399525" y="17175"/>
                </a:lnTo>
                <a:lnTo>
                  <a:pt x="399600" y="17025"/>
                </a:lnTo>
                <a:lnTo>
                  <a:pt x="399675" y="17025"/>
                </a:lnTo>
                <a:lnTo>
                  <a:pt x="399825" y="16875"/>
                </a:lnTo>
                <a:lnTo>
                  <a:pt x="399975" y="16800"/>
                </a:lnTo>
                <a:lnTo>
                  <a:pt x="399975" y="16725"/>
                </a:lnTo>
                <a:lnTo>
                  <a:pt x="400125" y="16650"/>
                </a:lnTo>
                <a:lnTo>
                  <a:pt x="400200" y="16650"/>
                </a:lnTo>
                <a:lnTo>
                  <a:pt x="400275" y="16500"/>
                </a:lnTo>
                <a:lnTo>
                  <a:pt x="400350" y="16500"/>
                </a:lnTo>
                <a:lnTo>
                  <a:pt x="400500" y="16425"/>
                </a:lnTo>
                <a:lnTo>
                  <a:pt x="400500" y="16350"/>
                </a:lnTo>
                <a:lnTo>
                  <a:pt x="400650" y="16275"/>
                </a:lnTo>
                <a:lnTo>
                  <a:pt x="400725" y="16275"/>
                </a:lnTo>
                <a:lnTo>
                  <a:pt x="400875" y="16125"/>
                </a:lnTo>
                <a:lnTo>
                  <a:pt x="401175" y="15975"/>
                </a:lnTo>
                <a:lnTo>
                  <a:pt x="401250" y="15900"/>
                </a:lnTo>
                <a:lnTo>
                  <a:pt x="401775" y="15675"/>
                </a:lnTo>
                <a:lnTo>
                  <a:pt x="401775" y="15600"/>
                </a:lnTo>
                <a:lnTo>
                  <a:pt x="401925" y="15525"/>
                </a:lnTo>
                <a:lnTo>
                  <a:pt x="402225" y="15450"/>
                </a:lnTo>
                <a:lnTo>
                  <a:pt x="402300" y="15375"/>
                </a:lnTo>
                <a:lnTo>
                  <a:pt x="402600" y="15300"/>
                </a:lnTo>
                <a:lnTo>
                  <a:pt x="402750" y="15225"/>
                </a:lnTo>
                <a:lnTo>
                  <a:pt x="402750" y="15150"/>
                </a:lnTo>
                <a:lnTo>
                  <a:pt x="402975" y="15150"/>
                </a:lnTo>
                <a:lnTo>
                  <a:pt x="402975" y="15075"/>
                </a:lnTo>
                <a:lnTo>
                  <a:pt x="403125" y="15075"/>
                </a:lnTo>
                <a:lnTo>
                  <a:pt x="403200" y="15000"/>
                </a:lnTo>
                <a:lnTo>
                  <a:pt x="403350" y="15000"/>
                </a:lnTo>
                <a:lnTo>
                  <a:pt x="403425" y="14925"/>
                </a:lnTo>
                <a:lnTo>
                  <a:pt x="403575" y="14925"/>
                </a:lnTo>
                <a:lnTo>
                  <a:pt x="404175" y="14700"/>
                </a:lnTo>
                <a:lnTo>
                  <a:pt x="404400" y="14700"/>
                </a:lnTo>
                <a:lnTo>
                  <a:pt x="404475" y="14625"/>
                </a:lnTo>
                <a:lnTo>
                  <a:pt x="404700" y="14625"/>
                </a:lnTo>
                <a:lnTo>
                  <a:pt x="404850" y="14550"/>
                </a:lnTo>
                <a:lnTo>
                  <a:pt x="405075" y="14550"/>
                </a:lnTo>
                <a:lnTo>
                  <a:pt x="405300" y="14475"/>
                </a:lnTo>
                <a:lnTo>
                  <a:pt x="405525" y="14475"/>
                </a:lnTo>
                <a:lnTo>
                  <a:pt x="405750" y="14400"/>
                </a:lnTo>
                <a:lnTo>
                  <a:pt x="405975" y="14400"/>
                </a:lnTo>
                <a:lnTo>
                  <a:pt x="406200" y="14325"/>
                </a:lnTo>
                <a:lnTo>
                  <a:pt x="406875" y="14325"/>
                </a:lnTo>
                <a:lnTo>
                  <a:pt x="407100" y="14250"/>
                </a:lnTo>
                <a:lnTo>
                  <a:pt x="409200" y="14250"/>
                </a:lnTo>
                <a:lnTo>
                  <a:pt x="409425" y="14325"/>
                </a:lnTo>
                <a:lnTo>
                  <a:pt x="409950" y="14325"/>
                </a:lnTo>
                <a:lnTo>
                  <a:pt x="410175" y="14400"/>
                </a:lnTo>
                <a:lnTo>
                  <a:pt x="410700" y="14400"/>
                </a:lnTo>
                <a:lnTo>
                  <a:pt x="410925" y="14475"/>
                </a:lnTo>
                <a:lnTo>
                  <a:pt x="411150" y="14475"/>
                </a:lnTo>
                <a:lnTo>
                  <a:pt x="411375" y="14550"/>
                </a:lnTo>
                <a:lnTo>
                  <a:pt x="411675" y="14550"/>
                </a:lnTo>
                <a:lnTo>
                  <a:pt x="411900" y="14625"/>
                </a:lnTo>
                <a:lnTo>
                  <a:pt x="412125" y="14625"/>
                </a:lnTo>
                <a:lnTo>
                  <a:pt x="412200" y="14700"/>
                </a:lnTo>
                <a:lnTo>
                  <a:pt x="412425" y="14700"/>
                </a:lnTo>
                <a:lnTo>
                  <a:pt x="412875" y="14850"/>
                </a:lnTo>
                <a:lnTo>
                  <a:pt x="413175" y="14850"/>
                </a:lnTo>
                <a:lnTo>
                  <a:pt x="415800" y="15600"/>
                </a:lnTo>
                <a:lnTo>
                  <a:pt x="416325" y="15825"/>
                </a:lnTo>
                <a:lnTo>
                  <a:pt x="417075" y="16050"/>
                </a:lnTo>
                <a:lnTo>
                  <a:pt x="417150" y="16125"/>
                </a:lnTo>
                <a:lnTo>
                  <a:pt x="417675" y="16275"/>
                </a:lnTo>
                <a:lnTo>
                  <a:pt x="415425" y="21150"/>
                </a:lnTo>
                <a:lnTo>
                  <a:pt x="415200" y="21075"/>
                </a:lnTo>
                <a:lnTo>
                  <a:pt x="414975" y="20925"/>
                </a:lnTo>
                <a:lnTo>
                  <a:pt x="413250" y="20325"/>
                </a:lnTo>
                <a:lnTo>
                  <a:pt x="413025" y="20325"/>
                </a:lnTo>
                <a:lnTo>
                  <a:pt x="412350" y="20100"/>
                </a:lnTo>
                <a:lnTo>
                  <a:pt x="412200" y="20100"/>
                </a:lnTo>
                <a:lnTo>
                  <a:pt x="411750" y="19950"/>
                </a:lnTo>
                <a:lnTo>
                  <a:pt x="411600" y="19950"/>
                </a:lnTo>
                <a:lnTo>
                  <a:pt x="411375" y="19875"/>
                </a:lnTo>
                <a:lnTo>
                  <a:pt x="411150" y="19875"/>
                </a:lnTo>
                <a:lnTo>
                  <a:pt x="411000" y="19800"/>
                </a:lnTo>
                <a:lnTo>
                  <a:pt x="410775" y="19800"/>
                </a:lnTo>
                <a:lnTo>
                  <a:pt x="410625" y="19725"/>
                </a:lnTo>
                <a:lnTo>
                  <a:pt x="410400" y="19725"/>
                </a:lnTo>
                <a:lnTo>
                  <a:pt x="410250" y="19650"/>
                </a:lnTo>
                <a:lnTo>
                  <a:pt x="409875" y="19650"/>
                </a:lnTo>
                <a:lnTo>
                  <a:pt x="409725" y="19575"/>
                </a:lnTo>
                <a:lnTo>
                  <a:pt x="409200" y="19575"/>
                </a:lnTo>
                <a:lnTo>
                  <a:pt x="409050" y="19500"/>
                </a:lnTo>
                <a:lnTo>
                  <a:pt x="407325" y="19500"/>
                </a:lnTo>
                <a:lnTo>
                  <a:pt x="407175" y="19575"/>
                </a:lnTo>
                <a:lnTo>
                  <a:pt x="406650" y="19575"/>
                </a:lnTo>
                <a:lnTo>
                  <a:pt x="406500" y="19650"/>
                </a:lnTo>
                <a:lnTo>
                  <a:pt x="406275" y="19650"/>
                </a:lnTo>
                <a:lnTo>
                  <a:pt x="406125" y="19725"/>
                </a:lnTo>
                <a:lnTo>
                  <a:pt x="405900" y="19725"/>
                </a:lnTo>
                <a:lnTo>
                  <a:pt x="405750" y="19800"/>
                </a:lnTo>
                <a:lnTo>
                  <a:pt x="405525" y="19800"/>
                </a:lnTo>
                <a:lnTo>
                  <a:pt x="405450" y="19875"/>
                </a:lnTo>
                <a:lnTo>
                  <a:pt x="405300" y="19875"/>
                </a:lnTo>
                <a:lnTo>
                  <a:pt x="405225" y="19950"/>
                </a:lnTo>
                <a:lnTo>
                  <a:pt x="405075" y="19950"/>
                </a:lnTo>
                <a:lnTo>
                  <a:pt x="405000" y="20025"/>
                </a:lnTo>
                <a:lnTo>
                  <a:pt x="404925" y="20025"/>
                </a:lnTo>
                <a:lnTo>
                  <a:pt x="404700" y="20175"/>
                </a:lnTo>
                <a:lnTo>
                  <a:pt x="404400" y="20250"/>
                </a:lnTo>
                <a:lnTo>
                  <a:pt x="404175" y="20475"/>
                </a:lnTo>
                <a:lnTo>
                  <a:pt x="404025" y="20475"/>
                </a:lnTo>
                <a:lnTo>
                  <a:pt x="403875" y="20625"/>
                </a:lnTo>
                <a:lnTo>
                  <a:pt x="403800" y="20625"/>
                </a:lnTo>
                <a:lnTo>
                  <a:pt x="403275" y="21150"/>
                </a:lnTo>
                <a:lnTo>
                  <a:pt x="403200" y="21150"/>
                </a:lnTo>
                <a:lnTo>
                  <a:pt x="402975" y="21375"/>
                </a:lnTo>
                <a:lnTo>
                  <a:pt x="402900" y="21525"/>
                </a:lnTo>
                <a:lnTo>
                  <a:pt x="402525" y="21900"/>
                </a:lnTo>
                <a:lnTo>
                  <a:pt x="402525" y="21975"/>
                </a:lnTo>
                <a:lnTo>
                  <a:pt x="402450" y="22125"/>
                </a:lnTo>
                <a:lnTo>
                  <a:pt x="402300" y="22275"/>
                </a:lnTo>
                <a:lnTo>
                  <a:pt x="402225" y="22425"/>
                </a:lnTo>
                <a:lnTo>
                  <a:pt x="402225" y="22500"/>
                </a:lnTo>
                <a:lnTo>
                  <a:pt x="402000" y="22800"/>
                </a:lnTo>
                <a:lnTo>
                  <a:pt x="402000" y="22950"/>
                </a:lnTo>
                <a:lnTo>
                  <a:pt x="401775" y="23250"/>
                </a:lnTo>
                <a:lnTo>
                  <a:pt x="401775" y="23400"/>
                </a:lnTo>
                <a:lnTo>
                  <a:pt x="401550" y="23925"/>
                </a:lnTo>
                <a:lnTo>
                  <a:pt x="401550" y="24075"/>
                </a:lnTo>
                <a:lnTo>
                  <a:pt x="401400" y="24450"/>
                </a:lnTo>
                <a:lnTo>
                  <a:pt x="401400" y="24600"/>
                </a:lnTo>
                <a:lnTo>
                  <a:pt x="401325" y="24750"/>
                </a:lnTo>
                <a:lnTo>
                  <a:pt x="401325" y="24900"/>
                </a:lnTo>
                <a:lnTo>
                  <a:pt x="401250" y="25050"/>
                </a:lnTo>
                <a:lnTo>
                  <a:pt x="401250" y="25425"/>
                </a:lnTo>
                <a:lnTo>
                  <a:pt x="401175" y="25575"/>
                </a:lnTo>
                <a:lnTo>
                  <a:pt x="401175" y="25875"/>
                </a:lnTo>
                <a:lnTo>
                  <a:pt x="401100" y="26025"/>
                </a:lnTo>
                <a:lnTo>
                  <a:pt x="401100" y="26550"/>
                </a:lnTo>
                <a:lnTo>
                  <a:pt x="401025" y="26775"/>
                </a:lnTo>
                <a:lnTo>
                  <a:pt x="401025" y="66750"/>
                </a:lnTo>
                <a:close/>
                <a:moveTo>
                  <a:pt x="428925" y="55875"/>
                </a:moveTo>
                <a:lnTo>
                  <a:pt x="428850" y="56100"/>
                </a:lnTo>
                <a:lnTo>
                  <a:pt x="428850" y="56850"/>
                </a:lnTo>
                <a:lnTo>
                  <a:pt x="428775" y="57000"/>
                </a:lnTo>
                <a:lnTo>
                  <a:pt x="428775" y="57525"/>
                </a:lnTo>
                <a:lnTo>
                  <a:pt x="428700" y="57675"/>
                </a:lnTo>
                <a:lnTo>
                  <a:pt x="428700" y="57900"/>
                </a:lnTo>
                <a:lnTo>
                  <a:pt x="428625" y="57975"/>
                </a:lnTo>
                <a:lnTo>
                  <a:pt x="428625" y="58200"/>
                </a:lnTo>
                <a:lnTo>
                  <a:pt x="428475" y="58575"/>
                </a:lnTo>
                <a:lnTo>
                  <a:pt x="428475" y="58800"/>
                </a:lnTo>
                <a:lnTo>
                  <a:pt x="428400" y="58875"/>
                </a:lnTo>
                <a:lnTo>
                  <a:pt x="428400" y="59025"/>
                </a:lnTo>
                <a:lnTo>
                  <a:pt x="428325" y="59100"/>
                </a:lnTo>
                <a:lnTo>
                  <a:pt x="428325" y="59250"/>
                </a:lnTo>
                <a:lnTo>
                  <a:pt x="428250" y="59400"/>
                </a:lnTo>
                <a:lnTo>
                  <a:pt x="428250" y="59475"/>
                </a:lnTo>
                <a:lnTo>
                  <a:pt x="428100" y="59700"/>
                </a:lnTo>
                <a:lnTo>
                  <a:pt x="428100" y="59850"/>
                </a:lnTo>
                <a:lnTo>
                  <a:pt x="428025" y="59925"/>
                </a:lnTo>
                <a:lnTo>
                  <a:pt x="427875" y="60225"/>
                </a:lnTo>
                <a:lnTo>
                  <a:pt x="427875" y="60300"/>
                </a:lnTo>
                <a:lnTo>
                  <a:pt x="427725" y="60675"/>
                </a:lnTo>
                <a:lnTo>
                  <a:pt x="427650" y="60675"/>
                </a:lnTo>
                <a:lnTo>
                  <a:pt x="427500" y="61050"/>
                </a:lnTo>
                <a:lnTo>
                  <a:pt x="427425" y="61050"/>
                </a:lnTo>
                <a:lnTo>
                  <a:pt x="427350" y="61200"/>
                </a:lnTo>
                <a:lnTo>
                  <a:pt x="427350" y="61275"/>
                </a:lnTo>
                <a:lnTo>
                  <a:pt x="427275" y="61425"/>
                </a:lnTo>
                <a:lnTo>
                  <a:pt x="427200" y="61425"/>
                </a:lnTo>
                <a:lnTo>
                  <a:pt x="427050" y="61800"/>
                </a:lnTo>
                <a:lnTo>
                  <a:pt x="426975" y="61800"/>
                </a:lnTo>
                <a:lnTo>
                  <a:pt x="426900" y="61950"/>
                </a:lnTo>
                <a:lnTo>
                  <a:pt x="426825" y="61950"/>
                </a:lnTo>
                <a:lnTo>
                  <a:pt x="426750" y="62100"/>
                </a:lnTo>
                <a:lnTo>
                  <a:pt x="426750" y="62175"/>
                </a:lnTo>
                <a:lnTo>
                  <a:pt x="426600" y="62250"/>
                </a:lnTo>
                <a:lnTo>
                  <a:pt x="426600" y="62325"/>
                </a:lnTo>
                <a:lnTo>
                  <a:pt x="426525" y="62475"/>
                </a:lnTo>
                <a:lnTo>
                  <a:pt x="426450" y="62475"/>
                </a:lnTo>
                <a:lnTo>
                  <a:pt x="426375" y="62625"/>
                </a:lnTo>
                <a:lnTo>
                  <a:pt x="426300" y="62625"/>
                </a:lnTo>
                <a:lnTo>
                  <a:pt x="426225" y="62775"/>
                </a:lnTo>
                <a:lnTo>
                  <a:pt x="425400" y="63600"/>
                </a:lnTo>
                <a:lnTo>
                  <a:pt x="425250" y="63675"/>
                </a:lnTo>
                <a:lnTo>
                  <a:pt x="425250" y="63750"/>
                </a:lnTo>
                <a:lnTo>
                  <a:pt x="425100" y="63825"/>
                </a:lnTo>
                <a:lnTo>
                  <a:pt x="424950" y="63975"/>
                </a:lnTo>
                <a:lnTo>
                  <a:pt x="424875" y="63975"/>
                </a:lnTo>
                <a:lnTo>
                  <a:pt x="424800" y="64125"/>
                </a:lnTo>
                <a:lnTo>
                  <a:pt x="424725" y="64125"/>
                </a:lnTo>
                <a:lnTo>
                  <a:pt x="424575" y="64200"/>
                </a:lnTo>
                <a:lnTo>
                  <a:pt x="424575" y="64275"/>
                </a:lnTo>
                <a:lnTo>
                  <a:pt x="424425" y="64350"/>
                </a:lnTo>
                <a:lnTo>
                  <a:pt x="424275" y="64500"/>
                </a:lnTo>
                <a:lnTo>
                  <a:pt x="424200" y="64500"/>
                </a:lnTo>
                <a:lnTo>
                  <a:pt x="424050" y="64575"/>
                </a:lnTo>
                <a:lnTo>
                  <a:pt x="424050" y="64650"/>
                </a:lnTo>
                <a:lnTo>
                  <a:pt x="423900" y="64725"/>
                </a:lnTo>
                <a:lnTo>
                  <a:pt x="423825" y="64725"/>
                </a:lnTo>
                <a:lnTo>
                  <a:pt x="423675" y="64875"/>
                </a:lnTo>
                <a:lnTo>
                  <a:pt x="423525" y="64950"/>
                </a:lnTo>
                <a:lnTo>
                  <a:pt x="423450" y="64950"/>
                </a:lnTo>
                <a:lnTo>
                  <a:pt x="423300" y="65100"/>
                </a:lnTo>
                <a:lnTo>
                  <a:pt x="422550" y="65400"/>
                </a:lnTo>
                <a:lnTo>
                  <a:pt x="422550" y="65475"/>
                </a:lnTo>
                <a:lnTo>
                  <a:pt x="422400" y="65550"/>
                </a:lnTo>
                <a:lnTo>
                  <a:pt x="422100" y="65625"/>
                </a:lnTo>
                <a:lnTo>
                  <a:pt x="421800" y="65775"/>
                </a:lnTo>
                <a:lnTo>
                  <a:pt x="421500" y="65850"/>
                </a:lnTo>
                <a:lnTo>
                  <a:pt x="420525" y="66225"/>
                </a:lnTo>
                <a:lnTo>
                  <a:pt x="420300" y="66225"/>
                </a:lnTo>
                <a:lnTo>
                  <a:pt x="420300" y="66300"/>
                </a:lnTo>
                <a:lnTo>
                  <a:pt x="420075" y="66300"/>
                </a:lnTo>
                <a:lnTo>
                  <a:pt x="419925" y="66375"/>
                </a:lnTo>
                <a:lnTo>
                  <a:pt x="419700" y="66375"/>
                </a:lnTo>
                <a:lnTo>
                  <a:pt x="419625" y="66450"/>
                </a:lnTo>
                <a:lnTo>
                  <a:pt x="419400" y="66450"/>
                </a:lnTo>
                <a:lnTo>
                  <a:pt x="419250" y="66525"/>
                </a:lnTo>
                <a:lnTo>
                  <a:pt x="419025" y="66525"/>
                </a:lnTo>
                <a:lnTo>
                  <a:pt x="418800" y="66600"/>
                </a:lnTo>
                <a:lnTo>
                  <a:pt x="418350" y="66600"/>
                </a:lnTo>
                <a:lnTo>
                  <a:pt x="418200" y="66675"/>
                </a:lnTo>
                <a:lnTo>
                  <a:pt x="417675" y="66675"/>
                </a:lnTo>
                <a:lnTo>
                  <a:pt x="417525" y="66750"/>
                </a:lnTo>
                <a:lnTo>
                  <a:pt x="415425" y="66750"/>
                </a:lnTo>
                <a:lnTo>
                  <a:pt x="415275" y="66675"/>
                </a:lnTo>
                <a:lnTo>
                  <a:pt x="414750" y="66675"/>
                </a:lnTo>
                <a:lnTo>
                  <a:pt x="414600" y="66600"/>
                </a:lnTo>
                <a:lnTo>
                  <a:pt x="414075" y="66600"/>
                </a:lnTo>
                <a:lnTo>
                  <a:pt x="413925" y="66525"/>
                </a:lnTo>
                <a:lnTo>
                  <a:pt x="413625" y="66525"/>
                </a:lnTo>
                <a:lnTo>
                  <a:pt x="413475" y="66450"/>
                </a:lnTo>
                <a:lnTo>
                  <a:pt x="413250" y="66450"/>
                </a:lnTo>
                <a:lnTo>
                  <a:pt x="413175" y="66375"/>
                </a:lnTo>
                <a:lnTo>
                  <a:pt x="412950" y="66375"/>
                </a:lnTo>
                <a:lnTo>
                  <a:pt x="412575" y="66225"/>
                </a:lnTo>
                <a:lnTo>
                  <a:pt x="412275" y="66225"/>
                </a:lnTo>
                <a:lnTo>
                  <a:pt x="410325" y="65550"/>
                </a:lnTo>
                <a:lnTo>
                  <a:pt x="410325" y="65475"/>
                </a:lnTo>
                <a:lnTo>
                  <a:pt x="409950" y="65325"/>
                </a:lnTo>
                <a:lnTo>
                  <a:pt x="409650" y="65250"/>
                </a:lnTo>
                <a:lnTo>
                  <a:pt x="409500" y="65100"/>
                </a:lnTo>
                <a:lnTo>
                  <a:pt x="409200" y="65025"/>
                </a:lnTo>
                <a:lnTo>
                  <a:pt x="409050" y="64950"/>
                </a:lnTo>
                <a:lnTo>
                  <a:pt x="409050" y="64875"/>
                </a:lnTo>
                <a:lnTo>
                  <a:pt x="408600" y="64725"/>
                </a:lnTo>
                <a:lnTo>
                  <a:pt x="408600" y="64650"/>
                </a:lnTo>
                <a:lnTo>
                  <a:pt x="408450" y="64575"/>
                </a:lnTo>
                <a:lnTo>
                  <a:pt x="408375" y="64575"/>
                </a:lnTo>
                <a:lnTo>
                  <a:pt x="408225" y="64425"/>
                </a:lnTo>
                <a:lnTo>
                  <a:pt x="408150" y="64425"/>
                </a:lnTo>
                <a:lnTo>
                  <a:pt x="408000" y="64350"/>
                </a:lnTo>
                <a:lnTo>
                  <a:pt x="408000" y="64275"/>
                </a:lnTo>
                <a:lnTo>
                  <a:pt x="407775" y="64200"/>
                </a:lnTo>
                <a:lnTo>
                  <a:pt x="407625" y="64050"/>
                </a:lnTo>
                <a:lnTo>
                  <a:pt x="407550" y="64050"/>
                </a:lnTo>
                <a:lnTo>
                  <a:pt x="407400" y="63900"/>
                </a:lnTo>
                <a:lnTo>
                  <a:pt x="407175" y="63825"/>
                </a:lnTo>
                <a:lnTo>
                  <a:pt x="407175" y="63750"/>
                </a:lnTo>
                <a:lnTo>
                  <a:pt x="406800" y="63525"/>
                </a:lnTo>
                <a:lnTo>
                  <a:pt x="406800" y="63450"/>
                </a:lnTo>
                <a:lnTo>
                  <a:pt x="406425" y="63225"/>
                </a:lnTo>
                <a:lnTo>
                  <a:pt x="406425" y="63150"/>
                </a:lnTo>
                <a:lnTo>
                  <a:pt x="406200" y="63075"/>
                </a:lnTo>
                <a:lnTo>
                  <a:pt x="406200" y="63000"/>
                </a:lnTo>
                <a:lnTo>
                  <a:pt x="406050" y="62850"/>
                </a:lnTo>
                <a:lnTo>
                  <a:pt x="405975" y="62850"/>
                </a:lnTo>
                <a:lnTo>
                  <a:pt x="405675" y="62550"/>
                </a:lnTo>
                <a:lnTo>
                  <a:pt x="405450" y="62400"/>
                </a:lnTo>
                <a:lnTo>
                  <a:pt x="405450" y="62325"/>
                </a:lnTo>
                <a:lnTo>
                  <a:pt x="405300" y="62250"/>
                </a:lnTo>
                <a:lnTo>
                  <a:pt x="405300" y="62175"/>
                </a:lnTo>
                <a:lnTo>
                  <a:pt x="405150" y="62025"/>
                </a:lnTo>
                <a:lnTo>
                  <a:pt x="405075" y="62025"/>
                </a:lnTo>
                <a:lnTo>
                  <a:pt x="404925" y="61875"/>
                </a:lnTo>
                <a:lnTo>
                  <a:pt x="404925" y="61800"/>
                </a:lnTo>
                <a:lnTo>
                  <a:pt x="404775" y="61650"/>
                </a:lnTo>
                <a:lnTo>
                  <a:pt x="409050" y="58200"/>
                </a:lnTo>
                <a:lnTo>
                  <a:pt x="409200" y="58350"/>
                </a:lnTo>
                <a:lnTo>
                  <a:pt x="409275" y="58500"/>
                </a:lnTo>
                <a:lnTo>
                  <a:pt x="409425" y="58575"/>
                </a:lnTo>
                <a:lnTo>
                  <a:pt x="409875" y="59025"/>
                </a:lnTo>
                <a:lnTo>
                  <a:pt x="410025" y="59100"/>
                </a:lnTo>
                <a:lnTo>
                  <a:pt x="410250" y="59325"/>
                </a:lnTo>
                <a:lnTo>
                  <a:pt x="410400" y="59400"/>
                </a:lnTo>
                <a:lnTo>
                  <a:pt x="410550" y="59550"/>
                </a:lnTo>
                <a:lnTo>
                  <a:pt x="411075" y="59850"/>
                </a:lnTo>
                <a:lnTo>
                  <a:pt x="411300" y="60075"/>
                </a:lnTo>
                <a:lnTo>
                  <a:pt x="411750" y="60300"/>
                </a:lnTo>
                <a:lnTo>
                  <a:pt x="411825" y="60375"/>
                </a:lnTo>
                <a:lnTo>
                  <a:pt x="411975" y="60450"/>
                </a:lnTo>
                <a:lnTo>
                  <a:pt x="412125" y="60450"/>
                </a:lnTo>
                <a:lnTo>
                  <a:pt x="412650" y="60750"/>
                </a:lnTo>
                <a:lnTo>
                  <a:pt x="412800" y="60750"/>
                </a:lnTo>
                <a:lnTo>
                  <a:pt x="413250" y="60975"/>
                </a:lnTo>
                <a:lnTo>
                  <a:pt x="413325" y="60975"/>
                </a:lnTo>
                <a:lnTo>
                  <a:pt x="413475" y="61050"/>
                </a:lnTo>
                <a:lnTo>
                  <a:pt x="413625" y="61050"/>
                </a:lnTo>
                <a:lnTo>
                  <a:pt x="413775" y="61125"/>
                </a:lnTo>
                <a:lnTo>
                  <a:pt x="413925" y="61125"/>
                </a:lnTo>
                <a:lnTo>
                  <a:pt x="414075" y="61200"/>
                </a:lnTo>
                <a:lnTo>
                  <a:pt x="414225" y="61200"/>
                </a:lnTo>
                <a:lnTo>
                  <a:pt x="414300" y="61275"/>
                </a:lnTo>
                <a:lnTo>
                  <a:pt x="414450" y="61275"/>
                </a:lnTo>
                <a:lnTo>
                  <a:pt x="414600" y="61350"/>
                </a:lnTo>
                <a:lnTo>
                  <a:pt x="414900" y="61350"/>
                </a:lnTo>
                <a:lnTo>
                  <a:pt x="415050" y="61425"/>
                </a:lnTo>
                <a:lnTo>
                  <a:pt x="415575" y="61425"/>
                </a:lnTo>
                <a:lnTo>
                  <a:pt x="415725" y="61500"/>
                </a:lnTo>
                <a:lnTo>
                  <a:pt x="417225" y="61500"/>
                </a:lnTo>
                <a:lnTo>
                  <a:pt x="417375" y="61425"/>
                </a:lnTo>
                <a:lnTo>
                  <a:pt x="417825" y="61425"/>
                </a:lnTo>
                <a:lnTo>
                  <a:pt x="417975" y="61350"/>
                </a:lnTo>
                <a:lnTo>
                  <a:pt x="418200" y="61350"/>
                </a:lnTo>
                <a:lnTo>
                  <a:pt x="418350" y="61275"/>
                </a:lnTo>
                <a:lnTo>
                  <a:pt x="418575" y="61275"/>
                </a:lnTo>
                <a:lnTo>
                  <a:pt x="418725" y="61200"/>
                </a:lnTo>
                <a:lnTo>
                  <a:pt x="418875" y="61200"/>
                </a:lnTo>
                <a:lnTo>
                  <a:pt x="418950" y="61125"/>
                </a:lnTo>
                <a:lnTo>
                  <a:pt x="419100" y="61125"/>
                </a:lnTo>
                <a:lnTo>
                  <a:pt x="419175" y="61050"/>
                </a:lnTo>
                <a:lnTo>
                  <a:pt x="419325" y="61050"/>
                </a:lnTo>
                <a:lnTo>
                  <a:pt x="419400" y="60975"/>
                </a:lnTo>
                <a:lnTo>
                  <a:pt x="419550" y="60975"/>
                </a:lnTo>
                <a:lnTo>
                  <a:pt x="419625" y="60900"/>
                </a:lnTo>
                <a:lnTo>
                  <a:pt x="419775" y="60900"/>
                </a:lnTo>
                <a:lnTo>
                  <a:pt x="419925" y="60750"/>
                </a:lnTo>
                <a:lnTo>
                  <a:pt x="420075" y="60750"/>
                </a:lnTo>
                <a:lnTo>
                  <a:pt x="420375" y="60525"/>
                </a:lnTo>
                <a:lnTo>
                  <a:pt x="420450" y="60525"/>
                </a:lnTo>
                <a:lnTo>
                  <a:pt x="420600" y="60450"/>
                </a:lnTo>
                <a:lnTo>
                  <a:pt x="420750" y="60300"/>
                </a:lnTo>
                <a:lnTo>
                  <a:pt x="420825" y="60300"/>
                </a:lnTo>
                <a:lnTo>
                  <a:pt x="421050" y="60150"/>
                </a:lnTo>
                <a:lnTo>
                  <a:pt x="422250" y="58950"/>
                </a:lnTo>
                <a:lnTo>
                  <a:pt x="422250" y="58800"/>
                </a:lnTo>
                <a:lnTo>
                  <a:pt x="422475" y="58575"/>
                </a:lnTo>
                <a:lnTo>
                  <a:pt x="422475" y="58500"/>
                </a:lnTo>
                <a:lnTo>
                  <a:pt x="422625" y="58275"/>
                </a:lnTo>
                <a:lnTo>
                  <a:pt x="422625" y="58200"/>
                </a:lnTo>
                <a:lnTo>
                  <a:pt x="422700" y="58050"/>
                </a:lnTo>
                <a:lnTo>
                  <a:pt x="422775" y="57975"/>
                </a:lnTo>
                <a:lnTo>
                  <a:pt x="422775" y="57900"/>
                </a:lnTo>
                <a:lnTo>
                  <a:pt x="423000" y="57300"/>
                </a:lnTo>
                <a:lnTo>
                  <a:pt x="423000" y="57075"/>
                </a:lnTo>
                <a:lnTo>
                  <a:pt x="423075" y="56925"/>
                </a:lnTo>
                <a:lnTo>
                  <a:pt x="423075" y="56700"/>
                </a:lnTo>
                <a:lnTo>
                  <a:pt x="423150" y="56550"/>
                </a:lnTo>
                <a:lnTo>
                  <a:pt x="423150" y="55950"/>
                </a:lnTo>
                <a:lnTo>
                  <a:pt x="423225" y="55800"/>
                </a:lnTo>
                <a:lnTo>
                  <a:pt x="423225" y="14250"/>
                </a:lnTo>
                <a:lnTo>
                  <a:pt x="428925" y="14250"/>
                </a:lnTo>
                <a:close/>
                <a:moveTo>
                  <a:pt x="433575" y="47625"/>
                </a:moveTo>
                <a:lnTo>
                  <a:pt x="434175" y="47625"/>
                </a:lnTo>
                <a:lnTo>
                  <a:pt x="434250" y="47550"/>
                </a:lnTo>
                <a:lnTo>
                  <a:pt x="434625" y="47550"/>
                </a:lnTo>
                <a:lnTo>
                  <a:pt x="434700" y="47475"/>
                </a:lnTo>
                <a:lnTo>
                  <a:pt x="434925" y="47475"/>
                </a:lnTo>
                <a:lnTo>
                  <a:pt x="434925" y="47400"/>
                </a:lnTo>
                <a:lnTo>
                  <a:pt x="435075" y="47400"/>
                </a:lnTo>
                <a:lnTo>
                  <a:pt x="435075" y="47325"/>
                </a:lnTo>
                <a:lnTo>
                  <a:pt x="435225" y="47325"/>
                </a:lnTo>
                <a:lnTo>
                  <a:pt x="435225" y="47250"/>
                </a:lnTo>
                <a:lnTo>
                  <a:pt x="435375" y="47250"/>
                </a:lnTo>
                <a:lnTo>
                  <a:pt x="435375" y="47175"/>
                </a:lnTo>
                <a:lnTo>
                  <a:pt x="435450" y="47175"/>
                </a:lnTo>
                <a:lnTo>
                  <a:pt x="435600" y="47025"/>
                </a:lnTo>
                <a:lnTo>
                  <a:pt x="435675" y="47025"/>
                </a:lnTo>
                <a:lnTo>
                  <a:pt x="435675" y="46950"/>
                </a:lnTo>
                <a:lnTo>
                  <a:pt x="435750" y="46950"/>
                </a:lnTo>
                <a:lnTo>
                  <a:pt x="435825" y="46875"/>
                </a:lnTo>
                <a:lnTo>
                  <a:pt x="435825" y="46800"/>
                </a:lnTo>
                <a:lnTo>
                  <a:pt x="435900" y="46800"/>
                </a:lnTo>
                <a:lnTo>
                  <a:pt x="435975" y="46725"/>
                </a:lnTo>
                <a:lnTo>
                  <a:pt x="435975" y="46650"/>
                </a:lnTo>
                <a:lnTo>
                  <a:pt x="436050" y="46650"/>
                </a:lnTo>
                <a:lnTo>
                  <a:pt x="436200" y="46500"/>
                </a:lnTo>
                <a:lnTo>
                  <a:pt x="436200" y="46425"/>
                </a:lnTo>
                <a:lnTo>
                  <a:pt x="436350" y="46275"/>
                </a:lnTo>
                <a:lnTo>
                  <a:pt x="436350" y="46200"/>
                </a:lnTo>
                <a:lnTo>
                  <a:pt x="436575" y="45975"/>
                </a:lnTo>
                <a:lnTo>
                  <a:pt x="436575" y="45900"/>
                </a:lnTo>
                <a:lnTo>
                  <a:pt x="436800" y="45600"/>
                </a:lnTo>
                <a:lnTo>
                  <a:pt x="436800" y="45525"/>
                </a:lnTo>
                <a:lnTo>
                  <a:pt x="436875" y="45450"/>
                </a:lnTo>
                <a:lnTo>
                  <a:pt x="436950" y="45300"/>
                </a:lnTo>
                <a:lnTo>
                  <a:pt x="436950" y="45225"/>
                </a:lnTo>
                <a:lnTo>
                  <a:pt x="437175" y="44925"/>
                </a:lnTo>
                <a:lnTo>
                  <a:pt x="437175" y="44775"/>
                </a:lnTo>
                <a:lnTo>
                  <a:pt x="437400" y="44475"/>
                </a:lnTo>
                <a:lnTo>
                  <a:pt x="437475" y="44325"/>
                </a:lnTo>
                <a:lnTo>
                  <a:pt x="437475" y="44250"/>
                </a:lnTo>
                <a:lnTo>
                  <a:pt x="437625" y="43950"/>
                </a:lnTo>
                <a:lnTo>
                  <a:pt x="437700" y="43875"/>
                </a:lnTo>
                <a:lnTo>
                  <a:pt x="437700" y="43725"/>
                </a:lnTo>
                <a:lnTo>
                  <a:pt x="438000" y="43200"/>
                </a:lnTo>
                <a:lnTo>
                  <a:pt x="438000" y="43050"/>
                </a:lnTo>
                <a:lnTo>
                  <a:pt x="438300" y="42525"/>
                </a:lnTo>
                <a:lnTo>
                  <a:pt x="438300" y="42375"/>
                </a:lnTo>
                <a:lnTo>
                  <a:pt x="438375" y="42375"/>
                </a:lnTo>
                <a:lnTo>
                  <a:pt x="438375" y="42225"/>
                </a:lnTo>
                <a:lnTo>
                  <a:pt x="439575" y="39825"/>
                </a:lnTo>
                <a:lnTo>
                  <a:pt x="439650" y="39825"/>
                </a:lnTo>
                <a:lnTo>
                  <a:pt x="439725" y="39675"/>
                </a:lnTo>
                <a:lnTo>
                  <a:pt x="439725" y="39600"/>
                </a:lnTo>
                <a:lnTo>
                  <a:pt x="439800" y="39525"/>
                </a:lnTo>
                <a:lnTo>
                  <a:pt x="439800" y="39450"/>
                </a:lnTo>
                <a:lnTo>
                  <a:pt x="439875" y="39450"/>
                </a:lnTo>
                <a:lnTo>
                  <a:pt x="439875" y="39375"/>
                </a:lnTo>
                <a:lnTo>
                  <a:pt x="440025" y="39225"/>
                </a:lnTo>
                <a:lnTo>
                  <a:pt x="440025" y="39150"/>
                </a:lnTo>
                <a:lnTo>
                  <a:pt x="440100" y="39075"/>
                </a:lnTo>
                <a:lnTo>
                  <a:pt x="440100" y="39000"/>
                </a:lnTo>
                <a:lnTo>
                  <a:pt x="440175" y="39000"/>
                </a:lnTo>
                <a:lnTo>
                  <a:pt x="440175" y="38925"/>
                </a:lnTo>
                <a:lnTo>
                  <a:pt x="440250" y="38850"/>
                </a:lnTo>
                <a:lnTo>
                  <a:pt x="440250" y="38775"/>
                </a:lnTo>
                <a:lnTo>
                  <a:pt x="440775" y="38175"/>
                </a:lnTo>
                <a:lnTo>
                  <a:pt x="440775" y="38100"/>
                </a:lnTo>
                <a:lnTo>
                  <a:pt x="440850" y="38025"/>
                </a:lnTo>
                <a:lnTo>
                  <a:pt x="440925" y="38025"/>
                </a:lnTo>
                <a:lnTo>
                  <a:pt x="441075" y="37725"/>
                </a:lnTo>
                <a:lnTo>
                  <a:pt x="441150" y="37725"/>
                </a:lnTo>
                <a:lnTo>
                  <a:pt x="441225" y="37650"/>
                </a:lnTo>
                <a:lnTo>
                  <a:pt x="441225" y="37575"/>
                </a:lnTo>
                <a:lnTo>
                  <a:pt x="441525" y="37275"/>
                </a:lnTo>
                <a:lnTo>
                  <a:pt x="441525" y="37200"/>
                </a:lnTo>
                <a:lnTo>
                  <a:pt x="441675" y="37125"/>
                </a:lnTo>
                <a:lnTo>
                  <a:pt x="442125" y="36675"/>
                </a:lnTo>
                <a:lnTo>
                  <a:pt x="442125" y="36600"/>
                </a:lnTo>
                <a:lnTo>
                  <a:pt x="442275" y="36525"/>
                </a:lnTo>
                <a:lnTo>
                  <a:pt x="442725" y="36075"/>
                </a:lnTo>
                <a:lnTo>
                  <a:pt x="442800" y="36075"/>
                </a:lnTo>
                <a:lnTo>
                  <a:pt x="443250" y="35700"/>
                </a:lnTo>
                <a:lnTo>
                  <a:pt x="443625" y="35475"/>
                </a:lnTo>
                <a:lnTo>
                  <a:pt x="443625" y="35400"/>
                </a:lnTo>
                <a:lnTo>
                  <a:pt x="443925" y="35250"/>
                </a:lnTo>
                <a:lnTo>
                  <a:pt x="444075" y="35100"/>
                </a:lnTo>
                <a:lnTo>
                  <a:pt x="444150" y="35100"/>
                </a:lnTo>
                <a:lnTo>
                  <a:pt x="444375" y="34875"/>
                </a:lnTo>
                <a:lnTo>
                  <a:pt x="444525" y="34875"/>
                </a:lnTo>
                <a:lnTo>
                  <a:pt x="444525" y="34800"/>
                </a:lnTo>
                <a:lnTo>
                  <a:pt x="444825" y="34650"/>
                </a:lnTo>
                <a:lnTo>
                  <a:pt x="444900" y="34575"/>
                </a:lnTo>
                <a:lnTo>
                  <a:pt x="445275" y="34425"/>
                </a:lnTo>
                <a:lnTo>
                  <a:pt x="445275" y="34350"/>
                </a:lnTo>
                <a:lnTo>
                  <a:pt x="445425" y="34275"/>
                </a:lnTo>
                <a:lnTo>
                  <a:pt x="445500" y="34275"/>
                </a:lnTo>
                <a:lnTo>
                  <a:pt x="445575" y="34200"/>
                </a:lnTo>
                <a:lnTo>
                  <a:pt x="445650" y="34200"/>
                </a:lnTo>
                <a:lnTo>
                  <a:pt x="445875" y="34050"/>
                </a:lnTo>
                <a:lnTo>
                  <a:pt x="445950" y="34050"/>
                </a:lnTo>
                <a:lnTo>
                  <a:pt x="446025" y="33975"/>
                </a:lnTo>
                <a:lnTo>
                  <a:pt x="446175" y="33900"/>
                </a:lnTo>
                <a:lnTo>
                  <a:pt x="446250" y="33900"/>
                </a:lnTo>
                <a:lnTo>
                  <a:pt x="446475" y="33750"/>
                </a:lnTo>
                <a:lnTo>
                  <a:pt x="446550" y="33750"/>
                </a:lnTo>
                <a:lnTo>
                  <a:pt x="446625" y="33675"/>
                </a:lnTo>
                <a:lnTo>
                  <a:pt x="446925" y="33600"/>
                </a:lnTo>
                <a:lnTo>
                  <a:pt x="447075" y="33525"/>
                </a:lnTo>
                <a:lnTo>
                  <a:pt x="447075" y="33450"/>
                </a:lnTo>
                <a:lnTo>
                  <a:pt x="447300" y="33375"/>
                </a:lnTo>
                <a:lnTo>
                  <a:pt x="447075" y="33300"/>
                </a:lnTo>
                <a:lnTo>
                  <a:pt x="447075" y="33225"/>
                </a:lnTo>
                <a:lnTo>
                  <a:pt x="446925" y="33150"/>
                </a:lnTo>
                <a:lnTo>
                  <a:pt x="446625" y="33075"/>
                </a:lnTo>
                <a:lnTo>
                  <a:pt x="446550" y="33000"/>
                </a:lnTo>
                <a:lnTo>
                  <a:pt x="446475" y="33000"/>
                </a:lnTo>
                <a:lnTo>
                  <a:pt x="446250" y="32850"/>
                </a:lnTo>
                <a:lnTo>
                  <a:pt x="446175" y="32850"/>
                </a:lnTo>
                <a:lnTo>
                  <a:pt x="445950" y="32700"/>
                </a:lnTo>
                <a:lnTo>
                  <a:pt x="445875" y="32700"/>
                </a:lnTo>
                <a:lnTo>
                  <a:pt x="445800" y="32625"/>
                </a:lnTo>
                <a:lnTo>
                  <a:pt x="445275" y="32400"/>
                </a:lnTo>
                <a:lnTo>
                  <a:pt x="445275" y="32325"/>
                </a:lnTo>
                <a:lnTo>
                  <a:pt x="444900" y="32175"/>
                </a:lnTo>
                <a:lnTo>
                  <a:pt x="444825" y="32100"/>
                </a:lnTo>
                <a:lnTo>
                  <a:pt x="444525" y="31950"/>
                </a:lnTo>
                <a:lnTo>
                  <a:pt x="444525" y="31875"/>
                </a:lnTo>
                <a:lnTo>
                  <a:pt x="444375" y="31875"/>
                </a:lnTo>
                <a:lnTo>
                  <a:pt x="444150" y="31650"/>
                </a:lnTo>
                <a:lnTo>
                  <a:pt x="444075" y="31650"/>
                </a:lnTo>
                <a:lnTo>
                  <a:pt x="443925" y="31500"/>
                </a:lnTo>
                <a:lnTo>
                  <a:pt x="443625" y="31350"/>
                </a:lnTo>
                <a:lnTo>
                  <a:pt x="443625" y="31275"/>
                </a:lnTo>
                <a:lnTo>
                  <a:pt x="443250" y="31050"/>
                </a:lnTo>
                <a:lnTo>
                  <a:pt x="442800" y="30675"/>
                </a:lnTo>
                <a:lnTo>
                  <a:pt x="442725" y="30675"/>
                </a:lnTo>
                <a:lnTo>
                  <a:pt x="442275" y="30225"/>
                </a:lnTo>
                <a:lnTo>
                  <a:pt x="442125" y="30150"/>
                </a:lnTo>
                <a:lnTo>
                  <a:pt x="442125" y="30075"/>
                </a:lnTo>
                <a:lnTo>
                  <a:pt x="441675" y="29625"/>
                </a:lnTo>
                <a:lnTo>
                  <a:pt x="441525" y="29550"/>
                </a:lnTo>
                <a:lnTo>
                  <a:pt x="441525" y="29475"/>
                </a:lnTo>
                <a:lnTo>
                  <a:pt x="441225" y="29175"/>
                </a:lnTo>
                <a:lnTo>
                  <a:pt x="441225" y="29100"/>
                </a:lnTo>
                <a:lnTo>
                  <a:pt x="441150" y="29025"/>
                </a:lnTo>
                <a:lnTo>
                  <a:pt x="441075" y="29025"/>
                </a:lnTo>
                <a:lnTo>
                  <a:pt x="440925" y="28725"/>
                </a:lnTo>
                <a:lnTo>
                  <a:pt x="440850" y="28725"/>
                </a:lnTo>
                <a:lnTo>
                  <a:pt x="440775" y="28650"/>
                </a:lnTo>
                <a:lnTo>
                  <a:pt x="440775" y="28575"/>
                </a:lnTo>
                <a:lnTo>
                  <a:pt x="440250" y="27975"/>
                </a:lnTo>
                <a:lnTo>
                  <a:pt x="440250" y="27900"/>
                </a:lnTo>
                <a:lnTo>
                  <a:pt x="440175" y="27825"/>
                </a:lnTo>
                <a:lnTo>
                  <a:pt x="440175" y="27750"/>
                </a:lnTo>
                <a:lnTo>
                  <a:pt x="440100" y="27750"/>
                </a:lnTo>
                <a:lnTo>
                  <a:pt x="440100" y="27675"/>
                </a:lnTo>
                <a:lnTo>
                  <a:pt x="440025" y="27600"/>
                </a:lnTo>
                <a:lnTo>
                  <a:pt x="440025" y="27525"/>
                </a:lnTo>
                <a:lnTo>
                  <a:pt x="439875" y="27375"/>
                </a:lnTo>
                <a:lnTo>
                  <a:pt x="439875" y="27300"/>
                </a:lnTo>
                <a:lnTo>
                  <a:pt x="439800" y="27300"/>
                </a:lnTo>
                <a:lnTo>
                  <a:pt x="439800" y="27225"/>
                </a:lnTo>
                <a:lnTo>
                  <a:pt x="439725" y="27150"/>
                </a:lnTo>
                <a:lnTo>
                  <a:pt x="439725" y="27075"/>
                </a:lnTo>
                <a:lnTo>
                  <a:pt x="439650" y="26925"/>
                </a:lnTo>
                <a:lnTo>
                  <a:pt x="439575" y="26925"/>
                </a:lnTo>
                <a:lnTo>
                  <a:pt x="438375" y="24525"/>
                </a:lnTo>
                <a:lnTo>
                  <a:pt x="438375" y="24375"/>
                </a:lnTo>
                <a:lnTo>
                  <a:pt x="438300" y="24375"/>
                </a:lnTo>
                <a:lnTo>
                  <a:pt x="438300" y="24225"/>
                </a:lnTo>
                <a:lnTo>
                  <a:pt x="438000" y="23700"/>
                </a:lnTo>
                <a:lnTo>
                  <a:pt x="438000" y="23550"/>
                </a:lnTo>
                <a:lnTo>
                  <a:pt x="437700" y="23025"/>
                </a:lnTo>
                <a:lnTo>
                  <a:pt x="437700" y="22875"/>
                </a:lnTo>
                <a:lnTo>
                  <a:pt x="437625" y="22800"/>
                </a:lnTo>
                <a:lnTo>
                  <a:pt x="437400" y="22275"/>
                </a:lnTo>
                <a:lnTo>
                  <a:pt x="437175" y="21975"/>
                </a:lnTo>
                <a:lnTo>
                  <a:pt x="437175" y="21825"/>
                </a:lnTo>
                <a:lnTo>
                  <a:pt x="436950" y="21525"/>
                </a:lnTo>
                <a:lnTo>
                  <a:pt x="436950" y="21450"/>
                </a:lnTo>
                <a:lnTo>
                  <a:pt x="436800" y="21225"/>
                </a:lnTo>
                <a:lnTo>
                  <a:pt x="436800" y="21150"/>
                </a:lnTo>
                <a:lnTo>
                  <a:pt x="436575" y="20850"/>
                </a:lnTo>
                <a:lnTo>
                  <a:pt x="436575" y="20775"/>
                </a:lnTo>
                <a:lnTo>
                  <a:pt x="436350" y="20550"/>
                </a:lnTo>
                <a:lnTo>
                  <a:pt x="436350" y="20475"/>
                </a:lnTo>
                <a:lnTo>
                  <a:pt x="436200" y="20325"/>
                </a:lnTo>
                <a:lnTo>
                  <a:pt x="436200" y="20250"/>
                </a:lnTo>
                <a:lnTo>
                  <a:pt x="436050" y="20100"/>
                </a:lnTo>
                <a:lnTo>
                  <a:pt x="435975" y="20100"/>
                </a:lnTo>
                <a:lnTo>
                  <a:pt x="435975" y="20025"/>
                </a:lnTo>
                <a:lnTo>
                  <a:pt x="435900" y="19950"/>
                </a:lnTo>
                <a:lnTo>
                  <a:pt x="435825" y="19950"/>
                </a:lnTo>
                <a:lnTo>
                  <a:pt x="435825" y="19875"/>
                </a:lnTo>
                <a:lnTo>
                  <a:pt x="435750" y="19800"/>
                </a:lnTo>
                <a:lnTo>
                  <a:pt x="435675" y="19800"/>
                </a:lnTo>
                <a:lnTo>
                  <a:pt x="435675" y="19725"/>
                </a:lnTo>
                <a:lnTo>
                  <a:pt x="435600" y="19725"/>
                </a:lnTo>
                <a:lnTo>
                  <a:pt x="435450" y="19575"/>
                </a:lnTo>
                <a:lnTo>
                  <a:pt x="435375" y="19575"/>
                </a:lnTo>
                <a:lnTo>
                  <a:pt x="435375" y="19500"/>
                </a:lnTo>
                <a:lnTo>
                  <a:pt x="435225" y="19500"/>
                </a:lnTo>
                <a:lnTo>
                  <a:pt x="435225" y="19425"/>
                </a:lnTo>
                <a:lnTo>
                  <a:pt x="435075" y="19425"/>
                </a:lnTo>
                <a:lnTo>
                  <a:pt x="435075" y="19350"/>
                </a:lnTo>
                <a:lnTo>
                  <a:pt x="434925" y="19350"/>
                </a:lnTo>
                <a:lnTo>
                  <a:pt x="434925" y="19275"/>
                </a:lnTo>
                <a:lnTo>
                  <a:pt x="434700" y="19275"/>
                </a:lnTo>
                <a:lnTo>
                  <a:pt x="434625" y="19200"/>
                </a:lnTo>
                <a:lnTo>
                  <a:pt x="434250" y="19200"/>
                </a:lnTo>
                <a:lnTo>
                  <a:pt x="434175" y="19125"/>
                </a:lnTo>
                <a:lnTo>
                  <a:pt x="433575" y="19125"/>
                </a:lnTo>
                <a:lnTo>
                  <a:pt x="433650" y="14250"/>
                </a:lnTo>
                <a:lnTo>
                  <a:pt x="434550" y="14250"/>
                </a:lnTo>
                <a:lnTo>
                  <a:pt x="434550" y="14325"/>
                </a:lnTo>
                <a:lnTo>
                  <a:pt x="435225" y="14325"/>
                </a:lnTo>
                <a:lnTo>
                  <a:pt x="435375" y="14400"/>
                </a:lnTo>
                <a:lnTo>
                  <a:pt x="435675" y="14400"/>
                </a:lnTo>
                <a:lnTo>
                  <a:pt x="435825" y="14475"/>
                </a:lnTo>
                <a:lnTo>
                  <a:pt x="436050" y="14475"/>
                </a:lnTo>
                <a:lnTo>
                  <a:pt x="436050" y="14550"/>
                </a:lnTo>
                <a:lnTo>
                  <a:pt x="436275" y="14550"/>
                </a:lnTo>
                <a:lnTo>
                  <a:pt x="436425" y="14625"/>
                </a:lnTo>
                <a:lnTo>
                  <a:pt x="436650" y="14625"/>
                </a:lnTo>
                <a:lnTo>
                  <a:pt x="436875" y="14775"/>
                </a:lnTo>
                <a:lnTo>
                  <a:pt x="437100" y="14775"/>
                </a:lnTo>
                <a:lnTo>
                  <a:pt x="437250" y="14850"/>
                </a:lnTo>
                <a:lnTo>
                  <a:pt x="437325" y="14850"/>
                </a:lnTo>
                <a:lnTo>
                  <a:pt x="437400" y="14925"/>
                </a:lnTo>
                <a:lnTo>
                  <a:pt x="437475" y="14925"/>
                </a:lnTo>
                <a:lnTo>
                  <a:pt x="437700" y="15075"/>
                </a:lnTo>
                <a:lnTo>
                  <a:pt x="437775" y="15075"/>
                </a:lnTo>
                <a:lnTo>
                  <a:pt x="437850" y="15150"/>
                </a:lnTo>
                <a:lnTo>
                  <a:pt x="438000" y="15150"/>
                </a:lnTo>
                <a:lnTo>
                  <a:pt x="438000" y="15225"/>
                </a:lnTo>
                <a:lnTo>
                  <a:pt x="438150" y="15300"/>
                </a:lnTo>
                <a:lnTo>
                  <a:pt x="438225" y="15300"/>
                </a:lnTo>
                <a:lnTo>
                  <a:pt x="438300" y="15375"/>
                </a:lnTo>
                <a:lnTo>
                  <a:pt x="438375" y="15375"/>
                </a:lnTo>
                <a:lnTo>
                  <a:pt x="438525" y="15450"/>
                </a:lnTo>
                <a:lnTo>
                  <a:pt x="438525" y="15525"/>
                </a:lnTo>
                <a:lnTo>
                  <a:pt x="438675" y="15525"/>
                </a:lnTo>
                <a:lnTo>
                  <a:pt x="438675" y="15600"/>
                </a:lnTo>
                <a:lnTo>
                  <a:pt x="438750" y="15600"/>
                </a:lnTo>
                <a:lnTo>
                  <a:pt x="438825" y="15675"/>
                </a:lnTo>
                <a:lnTo>
                  <a:pt x="438900" y="15675"/>
                </a:lnTo>
                <a:lnTo>
                  <a:pt x="439125" y="15900"/>
                </a:lnTo>
                <a:lnTo>
                  <a:pt x="439200" y="15900"/>
                </a:lnTo>
                <a:lnTo>
                  <a:pt x="439425" y="16125"/>
                </a:lnTo>
                <a:lnTo>
                  <a:pt x="439500" y="16125"/>
                </a:lnTo>
                <a:lnTo>
                  <a:pt x="439725" y="16350"/>
                </a:lnTo>
                <a:lnTo>
                  <a:pt x="439800" y="16350"/>
                </a:lnTo>
                <a:lnTo>
                  <a:pt x="439875" y="16425"/>
                </a:lnTo>
                <a:lnTo>
                  <a:pt x="439875" y="16500"/>
                </a:lnTo>
                <a:lnTo>
                  <a:pt x="440025" y="16575"/>
                </a:lnTo>
                <a:lnTo>
                  <a:pt x="440100" y="16725"/>
                </a:lnTo>
                <a:lnTo>
                  <a:pt x="440175" y="16725"/>
                </a:lnTo>
                <a:lnTo>
                  <a:pt x="440250" y="16800"/>
                </a:lnTo>
                <a:lnTo>
                  <a:pt x="440250" y="16875"/>
                </a:lnTo>
                <a:lnTo>
                  <a:pt x="440400" y="16950"/>
                </a:lnTo>
                <a:lnTo>
                  <a:pt x="440475" y="17100"/>
                </a:lnTo>
                <a:lnTo>
                  <a:pt x="440550" y="17100"/>
                </a:lnTo>
                <a:lnTo>
                  <a:pt x="440700" y="17325"/>
                </a:lnTo>
                <a:lnTo>
                  <a:pt x="440775" y="17325"/>
                </a:lnTo>
                <a:lnTo>
                  <a:pt x="440925" y="17550"/>
                </a:lnTo>
                <a:lnTo>
                  <a:pt x="440925" y="17625"/>
                </a:lnTo>
                <a:lnTo>
                  <a:pt x="441150" y="17850"/>
                </a:lnTo>
                <a:lnTo>
                  <a:pt x="441300" y="18075"/>
                </a:lnTo>
                <a:lnTo>
                  <a:pt x="441300" y="18150"/>
                </a:lnTo>
                <a:lnTo>
                  <a:pt x="441375" y="18225"/>
                </a:lnTo>
                <a:lnTo>
                  <a:pt x="441450" y="18225"/>
                </a:lnTo>
                <a:lnTo>
                  <a:pt x="441450" y="18300"/>
                </a:lnTo>
                <a:lnTo>
                  <a:pt x="441750" y="18750"/>
                </a:lnTo>
                <a:lnTo>
                  <a:pt x="441750" y="18825"/>
                </a:lnTo>
                <a:lnTo>
                  <a:pt x="441825" y="18900"/>
                </a:lnTo>
                <a:lnTo>
                  <a:pt x="442050" y="19350"/>
                </a:lnTo>
                <a:lnTo>
                  <a:pt x="442125" y="19425"/>
                </a:lnTo>
                <a:lnTo>
                  <a:pt x="442125" y="19500"/>
                </a:lnTo>
                <a:lnTo>
                  <a:pt x="442200" y="19575"/>
                </a:lnTo>
                <a:lnTo>
                  <a:pt x="442200" y="19650"/>
                </a:lnTo>
                <a:lnTo>
                  <a:pt x="442275" y="19725"/>
                </a:lnTo>
                <a:lnTo>
                  <a:pt x="442500" y="20175"/>
                </a:lnTo>
                <a:lnTo>
                  <a:pt x="442575" y="20250"/>
                </a:lnTo>
                <a:lnTo>
                  <a:pt x="442575" y="20325"/>
                </a:lnTo>
                <a:lnTo>
                  <a:pt x="442650" y="20400"/>
                </a:lnTo>
                <a:lnTo>
                  <a:pt x="442875" y="20850"/>
                </a:lnTo>
                <a:lnTo>
                  <a:pt x="442875" y="21000"/>
                </a:lnTo>
                <a:lnTo>
                  <a:pt x="442950" y="21075"/>
                </a:lnTo>
                <a:lnTo>
                  <a:pt x="442950" y="21150"/>
                </a:lnTo>
                <a:lnTo>
                  <a:pt x="443025" y="21225"/>
                </a:lnTo>
                <a:lnTo>
                  <a:pt x="443250" y="21675"/>
                </a:lnTo>
                <a:lnTo>
                  <a:pt x="443250" y="21825"/>
                </a:lnTo>
                <a:lnTo>
                  <a:pt x="443625" y="22500"/>
                </a:lnTo>
                <a:lnTo>
                  <a:pt x="443625" y="22650"/>
                </a:lnTo>
                <a:lnTo>
                  <a:pt x="444000" y="23325"/>
                </a:lnTo>
                <a:lnTo>
                  <a:pt x="444000" y="23475"/>
                </a:lnTo>
                <a:lnTo>
                  <a:pt x="444075" y="23550"/>
                </a:lnTo>
                <a:lnTo>
                  <a:pt x="444375" y="24150"/>
                </a:lnTo>
                <a:lnTo>
                  <a:pt x="444375" y="24225"/>
                </a:lnTo>
                <a:lnTo>
                  <a:pt x="444525" y="24450"/>
                </a:lnTo>
                <a:lnTo>
                  <a:pt x="444525" y="24600"/>
                </a:lnTo>
                <a:lnTo>
                  <a:pt x="444600" y="24600"/>
                </a:lnTo>
                <a:lnTo>
                  <a:pt x="444600" y="24675"/>
                </a:lnTo>
                <a:lnTo>
                  <a:pt x="444675" y="24750"/>
                </a:lnTo>
                <a:lnTo>
                  <a:pt x="444675" y="24900"/>
                </a:lnTo>
                <a:lnTo>
                  <a:pt x="444750" y="24900"/>
                </a:lnTo>
                <a:lnTo>
                  <a:pt x="444750" y="25050"/>
                </a:lnTo>
                <a:lnTo>
                  <a:pt x="444825" y="25050"/>
                </a:lnTo>
                <a:lnTo>
                  <a:pt x="444825" y="25200"/>
                </a:lnTo>
                <a:lnTo>
                  <a:pt x="444900" y="25275"/>
                </a:lnTo>
                <a:lnTo>
                  <a:pt x="444900" y="25350"/>
                </a:lnTo>
                <a:lnTo>
                  <a:pt x="444975" y="25425"/>
                </a:lnTo>
                <a:lnTo>
                  <a:pt x="444975" y="25500"/>
                </a:lnTo>
                <a:lnTo>
                  <a:pt x="445050" y="25575"/>
                </a:lnTo>
                <a:lnTo>
                  <a:pt x="445050" y="25650"/>
                </a:lnTo>
                <a:lnTo>
                  <a:pt x="445125" y="25725"/>
                </a:lnTo>
                <a:lnTo>
                  <a:pt x="445125" y="25800"/>
                </a:lnTo>
                <a:lnTo>
                  <a:pt x="445200" y="25875"/>
                </a:lnTo>
                <a:lnTo>
                  <a:pt x="445200" y="25950"/>
                </a:lnTo>
                <a:lnTo>
                  <a:pt x="445275" y="26025"/>
                </a:lnTo>
                <a:lnTo>
                  <a:pt x="445275" y="26100"/>
                </a:lnTo>
                <a:lnTo>
                  <a:pt x="445350" y="26175"/>
                </a:lnTo>
                <a:lnTo>
                  <a:pt x="445350" y="26250"/>
                </a:lnTo>
                <a:lnTo>
                  <a:pt x="445425" y="26325"/>
                </a:lnTo>
                <a:lnTo>
                  <a:pt x="445425" y="26400"/>
                </a:lnTo>
                <a:lnTo>
                  <a:pt x="445500" y="26475"/>
                </a:lnTo>
                <a:lnTo>
                  <a:pt x="445500" y="26550"/>
                </a:lnTo>
                <a:lnTo>
                  <a:pt x="445575" y="26625"/>
                </a:lnTo>
                <a:lnTo>
                  <a:pt x="445575" y="26700"/>
                </a:lnTo>
                <a:lnTo>
                  <a:pt x="445650" y="26775"/>
                </a:lnTo>
                <a:lnTo>
                  <a:pt x="446175" y="27825"/>
                </a:lnTo>
                <a:lnTo>
                  <a:pt x="446250" y="27825"/>
                </a:lnTo>
                <a:lnTo>
                  <a:pt x="446400" y="28125"/>
                </a:lnTo>
                <a:lnTo>
                  <a:pt x="446475" y="28200"/>
                </a:lnTo>
                <a:lnTo>
                  <a:pt x="446475" y="28275"/>
                </a:lnTo>
                <a:lnTo>
                  <a:pt x="446625" y="28425"/>
                </a:lnTo>
                <a:lnTo>
                  <a:pt x="446625" y="28500"/>
                </a:lnTo>
                <a:lnTo>
                  <a:pt x="446700" y="28575"/>
                </a:lnTo>
                <a:lnTo>
                  <a:pt x="446700" y="28650"/>
                </a:lnTo>
                <a:lnTo>
                  <a:pt x="446775" y="28725"/>
                </a:lnTo>
                <a:lnTo>
                  <a:pt x="446850" y="28725"/>
                </a:lnTo>
                <a:lnTo>
                  <a:pt x="447000" y="29025"/>
                </a:lnTo>
                <a:lnTo>
                  <a:pt x="447075" y="29100"/>
                </a:lnTo>
                <a:lnTo>
                  <a:pt x="447075" y="29175"/>
                </a:lnTo>
                <a:lnTo>
                  <a:pt x="447150" y="29175"/>
                </a:lnTo>
                <a:lnTo>
                  <a:pt x="447150" y="29250"/>
                </a:lnTo>
                <a:lnTo>
                  <a:pt x="447300" y="29325"/>
                </a:lnTo>
                <a:lnTo>
                  <a:pt x="447450" y="29625"/>
                </a:lnTo>
                <a:lnTo>
                  <a:pt x="447525" y="29625"/>
                </a:lnTo>
                <a:lnTo>
                  <a:pt x="447675" y="29775"/>
                </a:lnTo>
                <a:lnTo>
                  <a:pt x="447675" y="29850"/>
                </a:lnTo>
                <a:lnTo>
                  <a:pt x="447750" y="29925"/>
                </a:lnTo>
                <a:lnTo>
                  <a:pt x="447825" y="29925"/>
                </a:lnTo>
                <a:lnTo>
                  <a:pt x="447975" y="30150"/>
                </a:lnTo>
                <a:lnTo>
                  <a:pt x="447975" y="14250"/>
                </a:lnTo>
                <a:lnTo>
                  <a:pt x="453675" y="14250"/>
                </a:lnTo>
                <a:lnTo>
                  <a:pt x="453675" y="30150"/>
                </a:lnTo>
                <a:lnTo>
                  <a:pt x="453825" y="30075"/>
                </a:lnTo>
                <a:lnTo>
                  <a:pt x="453900" y="29925"/>
                </a:lnTo>
                <a:lnTo>
                  <a:pt x="453975" y="29925"/>
                </a:lnTo>
                <a:lnTo>
                  <a:pt x="454050" y="29850"/>
                </a:lnTo>
                <a:lnTo>
                  <a:pt x="454050" y="29775"/>
                </a:lnTo>
                <a:lnTo>
                  <a:pt x="454200" y="29625"/>
                </a:lnTo>
                <a:lnTo>
                  <a:pt x="454275" y="29475"/>
                </a:lnTo>
                <a:lnTo>
                  <a:pt x="454350" y="29475"/>
                </a:lnTo>
                <a:lnTo>
                  <a:pt x="454425" y="29325"/>
                </a:lnTo>
                <a:lnTo>
                  <a:pt x="454575" y="29250"/>
                </a:lnTo>
                <a:lnTo>
                  <a:pt x="454575" y="29100"/>
                </a:lnTo>
                <a:lnTo>
                  <a:pt x="454725" y="29025"/>
                </a:lnTo>
                <a:lnTo>
                  <a:pt x="454875" y="28725"/>
                </a:lnTo>
                <a:lnTo>
                  <a:pt x="454950" y="28725"/>
                </a:lnTo>
                <a:lnTo>
                  <a:pt x="454950" y="28650"/>
                </a:lnTo>
                <a:lnTo>
                  <a:pt x="455100" y="28500"/>
                </a:lnTo>
                <a:lnTo>
                  <a:pt x="455100" y="28425"/>
                </a:lnTo>
                <a:lnTo>
                  <a:pt x="455175" y="28350"/>
                </a:lnTo>
                <a:lnTo>
                  <a:pt x="455175" y="28275"/>
                </a:lnTo>
                <a:lnTo>
                  <a:pt x="455325" y="28125"/>
                </a:lnTo>
                <a:lnTo>
                  <a:pt x="455625" y="27525"/>
                </a:lnTo>
                <a:lnTo>
                  <a:pt x="455700" y="27525"/>
                </a:lnTo>
                <a:lnTo>
                  <a:pt x="456075" y="26775"/>
                </a:lnTo>
                <a:lnTo>
                  <a:pt x="456150" y="26700"/>
                </a:lnTo>
                <a:lnTo>
                  <a:pt x="456150" y="26625"/>
                </a:lnTo>
                <a:lnTo>
                  <a:pt x="456225" y="26550"/>
                </a:lnTo>
                <a:lnTo>
                  <a:pt x="456225" y="26475"/>
                </a:lnTo>
                <a:lnTo>
                  <a:pt x="456300" y="26400"/>
                </a:lnTo>
                <a:lnTo>
                  <a:pt x="456300" y="26325"/>
                </a:lnTo>
                <a:lnTo>
                  <a:pt x="456375" y="26250"/>
                </a:lnTo>
                <a:lnTo>
                  <a:pt x="456375" y="26175"/>
                </a:lnTo>
                <a:lnTo>
                  <a:pt x="456450" y="26100"/>
                </a:lnTo>
                <a:lnTo>
                  <a:pt x="456450" y="26025"/>
                </a:lnTo>
                <a:lnTo>
                  <a:pt x="456525" y="25950"/>
                </a:lnTo>
                <a:lnTo>
                  <a:pt x="456525" y="25875"/>
                </a:lnTo>
                <a:lnTo>
                  <a:pt x="456600" y="25800"/>
                </a:lnTo>
                <a:lnTo>
                  <a:pt x="456600" y="25650"/>
                </a:lnTo>
                <a:lnTo>
                  <a:pt x="456675" y="25575"/>
                </a:lnTo>
                <a:lnTo>
                  <a:pt x="456675" y="25500"/>
                </a:lnTo>
                <a:lnTo>
                  <a:pt x="456750" y="25425"/>
                </a:lnTo>
                <a:lnTo>
                  <a:pt x="456750" y="25350"/>
                </a:lnTo>
                <a:lnTo>
                  <a:pt x="456825" y="25275"/>
                </a:lnTo>
                <a:lnTo>
                  <a:pt x="456825" y="25200"/>
                </a:lnTo>
                <a:lnTo>
                  <a:pt x="456900" y="25125"/>
                </a:lnTo>
                <a:lnTo>
                  <a:pt x="456900" y="25050"/>
                </a:lnTo>
                <a:lnTo>
                  <a:pt x="457050" y="24825"/>
                </a:lnTo>
                <a:lnTo>
                  <a:pt x="457050" y="24675"/>
                </a:lnTo>
                <a:lnTo>
                  <a:pt x="457125" y="24675"/>
                </a:lnTo>
                <a:lnTo>
                  <a:pt x="457125" y="24525"/>
                </a:lnTo>
                <a:lnTo>
                  <a:pt x="457200" y="24525"/>
                </a:lnTo>
                <a:lnTo>
                  <a:pt x="457200" y="24375"/>
                </a:lnTo>
                <a:lnTo>
                  <a:pt x="457275" y="24300"/>
                </a:lnTo>
                <a:lnTo>
                  <a:pt x="457275" y="24225"/>
                </a:lnTo>
                <a:lnTo>
                  <a:pt x="457350" y="24150"/>
                </a:lnTo>
                <a:lnTo>
                  <a:pt x="457650" y="23550"/>
                </a:lnTo>
                <a:lnTo>
                  <a:pt x="457650" y="23475"/>
                </a:lnTo>
                <a:lnTo>
                  <a:pt x="457950" y="22875"/>
                </a:lnTo>
                <a:lnTo>
                  <a:pt x="458025" y="22800"/>
                </a:lnTo>
                <a:lnTo>
                  <a:pt x="458025" y="22650"/>
                </a:lnTo>
                <a:lnTo>
                  <a:pt x="458175" y="22425"/>
                </a:lnTo>
                <a:lnTo>
                  <a:pt x="458175" y="22350"/>
                </a:lnTo>
                <a:lnTo>
                  <a:pt x="458325" y="22050"/>
                </a:lnTo>
                <a:lnTo>
                  <a:pt x="458400" y="21975"/>
                </a:lnTo>
                <a:lnTo>
                  <a:pt x="458400" y="21825"/>
                </a:lnTo>
                <a:lnTo>
                  <a:pt x="458700" y="21225"/>
                </a:lnTo>
                <a:lnTo>
                  <a:pt x="458775" y="21150"/>
                </a:lnTo>
                <a:lnTo>
                  <a:pt x="458775" y="21000"/>
                </a:lnTo>
                <a:lnTo>
                  <a:pt x="459075" y="20400"/>
                </a:lnTo>
                <a:lnTo>
                  <a:pt x="459150" y="20325"/>
                </a:lnTo>
                <a:lnTo>
                  <a:pt x="459150" y="20250"/>
                </a:lnTo>
                <a:lnTo>
                  <a:pt x="459300" y="20025"/>
                </a:lnTo>
                <a:lnTo>
                  <a:pt x="459300" y="19875"/>
                </a:lnTo>
                <a:lnTo>
                  <a:pt x="459375" y="19875"/>
                </a:lnTo>
                <a:lnTo>
                  <a:pt x="459375" y="19725"/>
                </a:lnTo>
                <a:lnTo>
                  <a:pt x="459450" y="19725"/>
                </a:lnTo>
                <a:lnTo>
                  <a:pt x="459450" y="19575"/>
                </a:lnTo>
                <a:lnTo>
                  <a:pt x="459525" y="19575"/>
                </a:lnTo>
                <a:lnTo>
                  <a:pt x="459525" y="19500"/>
                </a:lnTo>
                <a:lnTo>
                  <a:pt x="459600" y="19500"/>
                </a:lnTo>
                <a:lnTo>
                  <a:pt x="459600" y="19350"/>
                </a:lnTo>
                <a:lnTo>
                  <a:pt x="459675" y="19350"/>
                </a:lnTo>
                <a:lnTo>
                  <a:pt x="459675" y="19200"/>
                </a:lnTo>
                <a:lnTo>
                  <a:pt x="459750" y="19200"/>
                </a:lnTo>
                <a:lnTo>
                  <a:pt x="459750" y="19050"/>
                </a:lnTo>
                <a:lnTo>
                  <a:pt x="459825" y="19050"/>
                </a:lnTo>
                <a:lnTo>
                  <a:pt x="459825" y="18900"/>
                </a:lnTo>
                <a:lnTo>
                  <a:pt x="459900" y="18900"/>
                </a:lnTo>
                <a:lnTo>
                  <a:pt x="459975" y="18825"/>
                </a:lnTo>
                <a:lnTo>
                  <a:pt x="459975" y="18750"/>
                </a:lnTo>
                <a:lnTo>
                  <a:pt x="460275" y="18300"/>
                </a:lnTo>
                <a:lnTo>
                  <a:pt x="460275" y="18225"/>
                </a:lnTo>
                <a:lnTo>
                  <a:pt x="460500" y="18000"/>
                </a:lnTo>
                <a:lnTo>
                  <a:pt x="460650" y="17775"/>
                </a:lnTo>
                <a:lnTo>
                  <a:pt x="460650" y="17700"/>
                </a:lnTo>
                <a:lnTo>
                  <a:pt x="460725" y="17625"/>
                </a:lnTo>
                <a:lnTo>
                  <a:pt x="460800" y="17625"/>
                </a:lnTo>
                <a:lnTo>
                  <a:pt x="460800" y="17550"/>
                </a:lnTo>
                <a:lnTo>
                  <a:pt x="460950" y="17325"/>
                </a:lnTo>
                <a:lnTo>
                  <a:pt x="461025" y="17325"/>
                </a:lnTo>
                <a:lnTo>
                  <a:pt x="461100" y="17250"/>
                </a:lnTo>
                <a:lnTo>
                  <a:pt x="461100" y="17175"/>
                </a:lnTo>
                <a:lnTo>
                  <a:pt x="461175" y="17100"/>
                </a:lnTo>
                <a:lnTo>
                  <a:pt x="461250" y="17100"/>
                </a:lnTo>
                <a:lnTo>
                  <a:pt x="461325" y="16950"/>
                </a:lnTo>
                <a:lnTo>
                  <a:pt x="461550" y="16725"/>
                </a:lnTo>
                <a:lnTo>
                  <a:pt x="461625" y="16725"/>
                </a:lnTo>
                <a:lnTo>
                  <a:pt x="461700" y="16575"/>
                </a:lnTo>
                <a:lnTo>
                  <a:pt x="461925" y="16350"/>
                </a:lnTo>
                <a:lnTo>
                  <a:pt x="462000" y="16350"/>
                </a:lnTo>
                <a:lnTo>
                  <a:pt x="462225" y="16125"/>
                </a:lnTo>
                <a:lnTo>
                  <a:pt x="462300" y="16125"/>
                </a:lnTo>
                <a:lnTo>
                  <a:pt x="462525" y="15900"/>
                </a:lnTo>
                <a:lnTo>
                  <a:pt x="462600" y="15900"/>
                </a:lnTo>
                <a:lnTo>
                  <a:pt x="462825" y="15675"/>
                </a:lnTo>
                <a:lnTo>
                  <a:pt x="462900" y="15675"/>
                </a:lnTo>
                <a:lnTo>
                  <a:pt x="462975" y="15600"/>
                </a:lnTo>
                <a:lnTo>
                  <a:pt x="463050" y="15600"/>
                </a:lnTo>
                <a:lnTo>
                  <a:pt x="463050" y="15525"/>
                </a:lnTo>
                <a:lnTo>
                  <a:pt x="463125" y="15525"/>
                </a:lnTo>
                <a:lnTo>
                  <a:pt x="463200" y="15450"/>
                </a:lnTo>
                <a:lnTo>
                  <a:pt x="463350" y="15375"/>
                </a:lnTo>
                <a:lnTo>
                  <a:pt x="463425" y="15375"/>
                </a:lnTo>
                <a:lnTo>
                  <a:pt x="463650" y="15225"/>
                </a:lnTo>
                <a:lnTo>
                  <a:pt x="463725" y="15225"/>
                </a:lnTo>
                <a:lnTo>
                  <a:pt x="463725" y="15150"/>
                </a:lnTo>
                <a:lnTo>
                  <a:pt x="463875" y="15150"/>
                </a:lnTo>
                <a:lnTo>
                  <a:pt x="463950" y="15075"/>
                </a:lnTo>
                <a:lnTo>
                  <a:pt x="464025" y="15075"/>
                </a:lnTo>
                <a:lnTo>
                  <a:pt x="464025" y="15000"/>
                </a:lnTo>
                <a:lnTo>
                  <a:pt x="464325" y="14925"/>
                </a:lnTo>
                <a:lnTo>
                  <a:pt x="464400" y="14850"/>
                </a:lnTo>
                <a:lnTo>
                  <a:pt x="464475" y="14850"/>
                </a:lnTo>
                <a:lnTo>
                  <a:pt x="464625" y="14775"/>
                </a:lnTo>
                <a:lnTo>
                  <a:pt x="464850" y="14775"/>
                </a:lnTo>
                <a:lnTo>
                  <a:pt x="464850" y="14700"/>
                </a:lnTo>
                <a:lnTo>
                  <a:pt x="465000" y="14700"/>
                </a:lnTo>
                <a:lnTo>
                  <a:pt x="465075" y="14625"/>
                </a:lnTo>
                <a:lnTo>
                  <a:pt x="465300" y="14625"/>
                </a:lnTo>
                <a:lnTo>
                  <a:pt x="465450" y="14550"/>
                </a:lnTo>
                <a:lnTo>
                  <a:pt x="465600" y="14550"/>
                </a:lnTo>
                <a:lnTo>
                  <a:pt x="465675" y="14475"/>
                </a:lnTo>
                <a:lnTo>
                  <a:pt x="465900" y="14475"/>
                </a:lnTo>
                <a:lnTo>
                  <a:pt x="466050" y="14400"/>
                </a:lnTo>
                <a:lnTo>
                  <a:pt x="466350" y="14400"/>
                </a:lnTo>
                <a:lnTo>
                  <a:pt x="466500" y="14325"/>
                </a:lnTo>
                <a:lnTo>
                  <a:pt x="467175" y="14325"/>
                </a:lnTo>
                <a:lnTo>
                  <a:pt x="467175" y="14250"/>
                </a:lnTo>
                <a:lnTo>
                  <a:pt x="468075" y="14250"/>
                </a:lnTo>
                <a:lnTo>
                  <a:pt x="468150" y="19125"/>
                </a:lnTo>
                <a:lnTo>
                  <a:pt x="467475" y="19125"/>
                </a:lnTo>
                <a:lnTo>
                  <a:pt x="467400" y="19200"/>
                </a:lnTo>
                <a:lnTo>
                  <a:pt x="467025" y="19200"/>
                </a:lnTo>
                <a:lnTo>
                  <a:pt x="467025" y="19275"/>
                </a:lnTo>
                <a:lnTo>
                  <a:pt x="466800" y="19275"/>
                </a:lnTo>
                <a:lnTo>
                  <a:pt x="466725" y="19350"/>
                </a:lnTo>
                <a:lnTo>
                  <a:pt x="466650" y="19350"/>
                </a:lnTo>
                <a:lnTo>
                  <a:pt x="466575" y="19425"/>
                </a:lnTo>
                <a:lnTo>
                  <a:pt x="466500" y="19425"/>
                </a:lnTo>
                <a:lnTo>
                  <a:pt x="466425" y="19500"/>
                </a:lnTo>
                <a:lnTo>
                  <a:pt x="466350" y="19500"/>
                </a:lnTo>
                <a:lnTo>
                  <a:pt x="466200" y="19650"/>
                </a:lnTo>
                <a:lnTo>
                  <a:pt x="466125" y="19650"/>
                </a:lnTo>
                <a:lnTo>
                  <a:pt x="466125" y="19725"/>
                </a:lnTo>
                <a:lnTo>
                  <a:pt x="466050" y="19725"/>
                </a:lnTo>
                <a:lnTo>
                  <a:pt x="465525" y="20250"/>
                </a:lnTo>
                <a:lnTo>
                  <a:pt x="465525" y="20325"/>
                </a:lnTo>
                <a:lnTo>
                  <a:pt x="465300" y="20550"/>
                </a:lnTo>
                <a:lnTo>
                  <a:pt x="465300" y="20625"/>
                </a:lnTo>
                <a:lnTo>
                  <a:pt x="465075" y="20850"/>
                </a:lnTo>
                <a:lnTo>
                  <a:pt x="465075" y="20925"/>
                </a:lnTo>
                <a:lnTo>
                  <a:pt x="464925" y="21150"/>
                </a:lnTo>
                <a:lnTo>
                  <a:pt x="464925" y="21225"/>
                </a:lnTo>
                <a:lnTo>
                  <a:pt x="464700" y="21525"/>
                </a:lnTo>
                <a:lnTo>
                  <a:pt x="464700" y="21600"/>
                </a:lnTo>
                <a:lnTo>
                  <a:pt x="464550" y="21825"/>
                </a:lnTo>
                <a:lnTo>
                  <a:pt x="464475" y="21975"/>
                </a:lnTo>
                <a:lnTo>
                  <a:pt x="464475" y="22050"/>
                </a:lnTo>
                <a:lnTo>
                  <a:pt x="464325" y="22275"/>
                </a:lnTo>
                <a:lnTo>
                  <a:pt x="464250" y="22425"/>
                </a:lnTo>
                <a:lnTo>
                  <a:pt x="464250" y="22500"/>
                </a:lnTo>
                <a:lnTo>
                  <a:pt x="463950" y="23025"/>
                </a:lnTo>
                <a:lnTo>
                  <a:pt x="463950" y="23175"/>
                </a:lnTo>
                <a:lnTo>
                  <a:pt x="463800" y="23400"/>
                </a:lnTo>
                <a:lnTo>
                  <a:pt x="463650" y="23700"/>
                </a:lnTo>
                <a:lnTo>
                  <a:pt x="463650" y="23850"/>
                </a:lnTo>
                <a:lnTo>
                  <a:pt x="463575" y="23925"/>
                </a:lnTo>
                <a:lnTo>
                  <a:pt x="463575" y="24000"/>
                </a:lnTo>
                <a:lnTo>
                  <a:pt x="463500" y="24075"/>
                </a:lnTo>
                <a:lnTo>
                  <a:pt x="463275" y="24525"/>
                </a:lnTo>
                <a:lnTo>
                  <a:pt x="463275" y="24675"/>
                </a:lnTo>
                <a:lnTo>
                  <a:pt x="462225" y="26775"/>
                </a:lnTo>
                <a:lnTo>
                  <a:pt x="462150" y="26775"/>
                </a:lnTo>
                <a:lnTo>
                  <a:pt x="462000" y="27075"/>
                </a:lnTo>
                <a:lnTo>
                  <a:pt x="462000" y="27150"/>
                </a:lnTo>
                <a:lnTo>
                  <a:pt x="461925" y="27225"/>
                </a:lnTo>
                <a:lnTo>
                  <a:pt x="461925" y="27300"/>
                </a:lnTo>
                <a:lnTo>
                  <a:pt x="461850" y="27300"/>
                </a:lnTo>
                <a:lnTo>
                  <a:pt x="461775" y="27375"/>
                </a:lnTo>
                <a:lnTo>
                  <a:pt x="461775" y="27450"/>
                </a:lnTo>
                <a:lnTo>
                  <a:pt x="461700" y="27525"/>
                </a:lnTo>
                <a:lnTo>
                  <a:pt x="461700" y="27600"/>
                </a:lnTo>
                <a:lnTo>
                  <a:pt x="461550" y="27750"/>
                </a:lnTo>
                <a:lnTo>
                  <a:pt x="461550" y="27825"/>
                </a:lnTo>
                <a:lnTo>
                  <a:pt x="461325" y="28050"/>
                </a:lnTo>
                <a:lnTo>
                  <a:pt x="461325" y="28125"/>
                </a:lnTo>
                <a:lnTo>
                  <a:pt x="461175" y="28350"/>
                </a:lnTo>
                <a:lnTo>
                  <a:pt x="461100" y="28350"/>
                </a:lnTo>
                <a:lnTo>
                  <a:pt x="460950" y="28575"/>
                </a:lnTo>
                <a:lnTo>
                  <a:pt x="460950" y="28650"/>
                </a:lnTo>
                <a:lnTo>
                  <a:pt x="460800" y="28725"/>
                </a:lnTo>
                <a:lnTo>
                  <a:pt x="460650" y="29025"/>
                </a:lnTo>
                <a:lnTo>
                  <a:pt x="460575" y="29025"/>
                </a:lnTo>
                <a:lnTo>
                  <a:pt x="460425" y="29175"/>
                </a:lnTo>
                <a:lnTo>
                  <a:pt x="460425" y="29250"/>
                </a:lnTo>
                <a:lnTo>
                  <a:pt x="459450" y="30225"/>
                </a:lnTo>
                <a:lnTo>
                  <a:pt x="459375" y="30225"/>
                </a:lnTo>
                <a:lnTo>
                  <a:pt x="459300" y="30375"/>
                </a:lnTo>
                <a:lnTo>
                  <a:pt x="459225" y="30375"/>
                </a:lnTo>
                <a:lnTo>
                  <a:pt x="459075" y="30525"/>
                </a:lnTo>
                <a:lnTo>
                  <a:pt x="459075" y="30600"/>
                </a:lnTo>
                <a:lnTo>
                  <a:pt x="458775" y="30750"/>
                </a:lnTo>
                <a:lnTo>
                  <a:pt x="458775" y="30825"/>
                </a:lnTo>
                <a:lnTo>
                  <a:pt x="458100" y="31275"/>
                </a:lnTo>
                <a:lnTo>
                  <a:pt x="458100" y="31350"/>
                </a:lnTo>
                <a:lnTo>
                  <a:pt x="457800" y="31500"/>
                </a:lnTo>
                <a:lnTo>
                  <a:pt x="457650" y="31650"/>
                </a:lnTo>
                <a:lnTo>
                  <a:pt x="457575" y="31650"/>
                </a:lnTo>
                <a:lnTo>
                  <a:pt x="457350" y="31875"/>
                </a:lnTo>
                <a:lnTo>
                  <a:pt x="457200" y="31875"/>
                </a:lnTo>
                <a:lnTo>
                  <a:pt x="457200" y="31950"/>
                </a:lnTo>
                <a:lnTo>
                  <a:pt x="456825" y="32100"/>
                </a:lnTo>
                <a:lnTo>
                  <a:pt x="456825" y="32175"/>
                </a:lnTo>
                <a:lnTo>
                  <a:pt x="456450" y="32325"/>
                </a:lnTo>
                <a:lnTo>
                  <a:pt x="456450" y="32400"/>
                </a:lnTo>
                <a:lnTo>
                  <a:pt x="456300" y="32475"/>
                </a:lnTo>
                <a:lnTo>
                  <a:pt x="456225" y="32475"/>
                </a:lnTo>
                <a:lnTo>
                  <a:pt x="455925" y="32625"/>
                </a:lnTo>
                <a:lnTo>
                  <a:pt x="455850" y="32700"/>
                </a:lnTo>
                <a:lnTo>
                  <a:pt x="455775" y="32700"/>
                </a:lnTo>
                <a:lnTo>
                  <a:pt x="455550" y="32850"/>
                </a:lnTo>
                <a:lnTo>
                  <a:pt x="455475" y="32850"/>
                </a:lnTo>
                <a:lnTo>
                  <a:pt x="455250" y="33000"/>
                </a:lnTo>
                <a:lnTo>
                  <a:pt x="455175" y="33000"/>
                </a:lnTo>
                <a:lnTo>
                  <a:pt x="454875" y="33150"/>
                </a:lnTo>
                <a:lnTo>
                  <a:pt x="454800" y="33150"/>
                </a:lnTo>
                <a:lnTo>
                  <a:pt x="454425" y="33375"/>
                </a:lnTo>
                <a:lnTo>
                  <a:pt x="454800" y="33600"/>
                </a:lnTo>
                <a:lnTo>
                  <a:pt x="454875" y="33600"/>
                </a:lnTo>
                <a:lnTo>
                  <a:pt x="455175" y="33750"/>
                </a:lnTo>
                <a:lnTo>
                  <a:pt x="455250" y="33750"/>
                </a:lnTo>
                <a:lnTo>
                  <a:pt x="455475" y="33900"/>
                </a:lnTo>
                <a:lnTo>
                  <a:pt x="455550" y="33900"/>
                </a:lnTo>
                <a:lnTo>
                  <a:pt x="455625" y="33975"/>
                </a:lnTo>
                <a:lnTo>
                  <a:pt x="455775" y="34050"/>
                </a:lnTo>
                <a:lnTo>
                  <a:pt x="455850" y="34050"/>
                </a:lnTo>
                <a:lnTo>
                  <a:pt x="455925" y="34125"/>
                </a:lnTo>
                <a:lnTo>
                  <a:pt x="456450" y="34350"/>
                </a:lnTo>
                <a:lnTo>
                  <a:pt x="456450" y="34425"/>
                </a:lnTo>
                <a:lnTo>
                  <a:pt x="456825" y="34575"/>
                </a:lnTo>
                <a:lnTo>
                  <a:pt x="456825" y="34650"/>
                </a:lnTo>
                <a:lnTo>
                  <a:pt x="457200" y="34800"/>
                </a:lnTo>
                <a:lnTo>
                  <a:pt x="457200" y="34875"/>
                </a:lnTo>
                <a:lnTo>
                  <a:pt x="457350" y="34875"/>
                </a:lnTo>
                <a:lnTo>
                  <a:pt x="457575" y="35100"/>
                </a:lnTo>
                <a:lnTo>
                  <a:pt x="457650" y="35100"/>
                </a:lnTo>
                <a:lnTo>
                  <a:pt x="457800" y="35250"/>
                </a:lnTo>
                <a:lnTo>
                  <a:pt x="458100" y="35400"/>
                </a:lnTo>
                <a:lnTo>
                  <a:pt x="458100" y="35475"/>
                </a:lnTo>
                <a:lnTo>
                  <a:pt x="458775" y="35925"/>
                </a:lnTo>
                <a:lnTo>
                  <a:pt x="458775" y="36000"/>
                </a:lnTo>
                <a:lnTo>
                  <a:pt x="459075" y="36150"/>
                </a:lnTo>
                <a:lnTo>
                  <a:pt x="459075" y="36225"/>
                </a:lnTo>
                <a:lnTo>
                  <a:pt x="459225" y="36375"/>
                </a:lnTo>
                <a:lnTo>
                  <a:pt x="459300" y="36375"/>
                </a:lnTo>
                <a:lnTo>
                  <a:pt x="459375" y="36525"/>
                </a:lnTo>
                <a:lnTo>
                  <a:pt x="459450" y="36525"/>
                </a:lnTo>
                <a:lnTo>
                  <a:pt x="460425" y="37500"/>
                </a:lnTo>
                <a:lnTo>
                  <a:pt x="460425" y="37575"/>
                </a:lnTo>
                <a:lnTo>
                  <a:pt x="460575" y="37725"/>
                </a:lnTo>
                <a:lnTo>
                  <a:pt x="460650" y="37725"/>
                </a:lnTo>
                <a:lnTo>
                  <a:pt x="460800" y="38025"/>
                </a:lnTo>
                <a:lnTo>
                  <a:pt x="460950" y="38100"/>
                </a:lnTo>
                <a:lnTo>
                  <a:pt x="460950" y="38175"/>
                </a:lnTo>
                <a:lnTo>
                  <a:pt x="461100" y="38400"/>
                </a:lnTo>
                <a:lnTo>
                  <a:pt x="461175" y="38400"/>
                </a:lnTo>
                <a:lnTo>
                  <a:pt x="461325" y="38625"/>
                </a:lnTo>
                <a:lnTo>
                  <a:pt x="461325" y="38700"/>
                </a:lnTo>
                <a:lnTo>
                  <a:pt x="461550" y="38925"/>
                </a:lnTo>
                <a:lnTo>
                  <a:pt x="461550" y="39000"/>
                </a:lnTo>
                <a:lnTo>
                  <a:pt x="461700" y="39150"/>
                </a:lnTo>
                <a:lnTo>
                  <a:pt x="461700" y="39225"/>
                </a:lnTo>
                <a:lnTo>
                  <a:pt x="461775" y="39300"/>
                </a:lnTo>
                <a:lnTo>
                  <a:pt x="461775" y="39375"/>
                </a:lnTo>
                <a:lnTo>
                  <a:pt x="461850" y="39450"/>
                </a:lnTo>
                <a:lnTo>
                  <a:pt x="461925" y="39450"/>
                </a:lnTo>
                <a:lnTo>
                  <a:pt x="461925" y="39525"/>
                </a:lnTo>
                <a:lnTo>
                  <a:pt x="462000" y="39600"/>
                </a:lnTo>
                <a:lnTo>
                  <a:pt x="462000" y="39675"/>
                </a:lnTo>
                <a:lnTo>
                  <a:pt x="462150" y="39975"/>
                </a:lnTo>
                <a:lnTo>
                  <a:pt x="462225" y="39975"/>
                </a:lnTo>
                <a:lnTo>
                  <a:pt x="463275" y="42075"/>
                </a:lnTo>
                <a:lnTo>
                  <a:pt x="463275" y="42225"/>
                </a:lnTo>
                <a:lnTo>
                  <a:pt x="463500" y="42675"/>
                </a:lnTo>
                <a:lnTo>
                  <a:pt x="463575" y="42750"/>
                </a:lnTo>
                <a:lnTo>
                  <a:pt x="463575" y="42825"/>
                </a:lnTo>
                <a:lnTo>
                  <a:pt x="463650" y="42900"/>
                </a:lnTo>
                <a:lnTo>
                  <a:pt x="463650" y="43050"/>
                </a:lnTo>
                <a:lnTo>
                  <a:pt x="463950" y="43575"/>
                </a:lnTo>
                <a:lnTo>
                  <a:pt x="463950" y="43725"/>
                </a:lnTo>
                <a:lnTo>
                  <a:pt x="464100" y="43950"/>
                </a:lnTo>
                <a:lnTo>
                  <a:pt x="464250" y="44250"/>
                </a:lnTo>
                <a:lnTo>
                  <a:pt x="464250" y="44325"/>
                </a:lnTo>
                <a:lnTo>
                  <a:pt x="464400" y="44550"/>
                </a:lnTo>
                <a:lnTo>
                  <a:pt x="464475" y="44700"/>
                </a:lnTo>
                <a:lnTo>
                  <a:pt x="464475" y="44775"/>
                </a:lnTo>
                <a:lnTo>
                  <a:pt x="464700" y="45150"/>
                </a:lnTo>
                <a:lnTo>
                  <a:pt x="464700" y="45225"/>
                </a:lnTo>
                <a:lnTo>
                  <a:pt x="464925" y="45525"/>
                </a:lnTo>
                <a:lnTo>
                  <a:pt x="464925" y="45600"/>
                </a:lnTo>
                <a:lnTo>
                  <a:pt x="465000" y="45675"/>
                </a:lnTo>
                <a:lnTo>
                  <a:pt x="465075" y="45825"/>
                </a:lnTo>
                <a:lnTo>
                  <a:pt x="465075" y="45900"/>
                </a:lnTo>
                <a:lnTo>
                  <a:pt x="465300" y="46125"/>
                </a:lnTo>
                <a:lnTo>
                  <a:pt x="465300" y="46200"/>
                </a:lnTo>
                <a:lnTo>
                  <a:pt x="465525" y="46425"/>
                </a:lnTo>
                <a:lnTo>
                  <a:pt x="465525" y="46500"/>
                </a:lnTo>
                <a:lnTo>
                  <a:pt x="466050" y="47025"/>
                </a:lnTo>
                <a:lnTo>
                  <a:pt x="466125" y="47025"/>
                </a:lnTo>
                <a:lnTo>
                  <a:pt x="466125" y="47100"/>
                </a:lnTo>
                <a:lnTo>
                  <a:pt x="466200" y="47100"/>
                </a:lnTo>
                <a:lnTo>
                  <a:pt x="466350" y="47250"/>
                </a:lnTo>
                <a:lnTo>
                  <a:pt x="466425" y="47250"/>
                </a:lnTo>
                <a:lnTo>
                  <a:pt x="466500" y="47325"/>
                </a:lnTo>
                <a:lnTo>
                  <a:pt x="466575" y="47325"/>
                </a:lnTo>
                <a:lnTo>
                  <a:pt x="466800" y="47475"/>
                </a:lnTo>
                <a:lnTo>
                  <a:pt x="467025" y="47475"/>
                </a:lnTo>
                <a:lnTo>
                  <a:pt x="467025" y="47550"/>
                </a:lnTo>
                <a:lnTo>
                  <a:pt x="467400" y="47550"/>
                </a:lnTo>
                <a:lnTo>
                  <a:pt x="467475" y="47625"/>
                </a:lnTo>
                <a:lnTo>
                  <a:pt x="468150" y="47625"/>
                </a:lnTo>
                <a:lnTo>
                  <a:pt x="468075" y="52500"/>
                </a:lnTo>
                <a:lnTo>
                  <a:pt x="467175" y="52500"/>
                </a:lnTo>
                <a:lnTo>
                  <a:pt x="467175" y="52425"/>
                </a:lnTo>
                <a:lnTo>
                  <a:pt x="466500" y="52425"/>
                </a:lnTo>
                <a:lnTo>
                  <a:pt x="466350" y="52350"/>
                </a:lnTo>
                <a:lnTo>
                  <a:pt x="466050" y="52350"/>
                </a:lnTo>
                <a:lnTo>
                  <a:pt x="465900" y="52275"/>
                </a:lnTo>
                <a:lnTo>
                  <a:pt x="465675" y="52275"/>
                </a:lnTo>
                <a:lnTo>
                  <a:pt x="465600" y="52200"/>
                </a:lnTo>
                <a:lnTo>
                  <a:pt x="465450" y="52200"/>
                </a:lnTo>
                <a:lnTo>
                  <a:pt x="465300" y="52125"/>
                </a:lnTo>
                <a:lnTo>
                  <a:pt x="465075" y="52125"/>
                </a:lnTo>
                <a:lnTo>
                  <a:pt x="465000" y="52050"/>
                </a:lnTo>
                <a:lnTo>
                  <a:pt x="464850" y="52050"/>
                </a:lnTo>
                <a:lnTo>
                  <a:pt x="464850" y="51975"/>
                </a:lnTo>
                <a:lnTo>
                  <a:pt x="464625" y="51975"/>
                </a:lnTo>
                <a:lnTo>
                  <a:pt x="464475" y="51900"/>
                </a:lnTo>
                <a:lnTo>
                  <a:pt x="464400" y="51900"/>
                </a:lnTo>
                <a:lnTo>
                  <a:pt x="464325" y="51825"/>
                </a:lnTo>
                <a:lnTo>
                  <a:pt x="464025" y="51750"/>
                </a:lnTo>
                <a:lnTo>
                  <a:pt x="464025" y="51675"/>
                </a:lnTo>
                <a:lnTo>
                  <a:pt x="463950" y="51675"/>
                </a:lnTo>
                <a:lnTo>
                  <a:pt x="463875" y="51600"/>
                </a:lnTo>
                <a:lnTo>
                  <a:pt x="463725" y="51600"/>
                </a:lnTo>
                <a:lnTo>
                  <a:pt x="463725" y="51525"/>
                </a:lnTo>
                <a:lnTo>
                  <a:pt x="463650" y="51525"/>
                </a:lnTo>
                <a:lnTo>
                  <a:pt x="463575" y="51450"/>
                </a:lnTo>
                <a:lnTo>
                  <a:pt x="463500" y="51450"/>
                </a:lnTo>
                <a:lnTo>
                  <a:pt x="463425" y="51375"/>
                </a:lnTo>
                <a:lnTo>
                  <a:pt x="463350" y="51375"/>
                </a:lnTo>
                <a:lnTo>
                  <a:pt x="463125" y="51225"/>
                </a:lnTo>
                <a:lnTo>
                  <a:pt x="463050" y="51225"/>
                </a:lnTo>
                <a:lnTo>
                  <a:pt x="463050" y="51150"/>
                </a:lnTo>
                <a:lnTo>
                  <a:pt x="462975" y="51150"/>
                </a:lnTo>
                <a:lnTo>
                  <a:pt x="462900" y="51075"/>
                </a:lnTo>
                <a:lnTo>
                  <a:pt x="462825" y="51075"/>
                </a:lnTo>
                <a:lnTo>
                  <a:pt x="462600" y="50850"/>
                </a:lnTo>
                <a:lnTo>
                  <a:pt x="462525" y="50850"/>
                </a:lnTo>
                <a:lnTo>
                  <a:pt x="462300" y="50625"/>
                </a:lnTo>
                <a:lnTo>
                  <a:pt x="462225" y="50625"/>
                </a:lnTo>
                <a:lnTo>
                  <a:pt x="462000" y="50400"/>
                </a:lnTo>
                <a:lnTo>
                  <a:pt x="461925" y="50400"/>
                </a:lnTo>
                <a:lnTo>
                  <a:pt x="461700" y="50175"/>
                </a:lnTo>
                <a:lnTo>
                  <a:pt x="461625" y="50025"/>
                </a:lnTo>
                <a:lnTo>
                  <a:pt x="461550" y="50025"/>
                </a:lnTo>
                <a:lnTo>
                  <a:pt x="461325" y="49800"/>
                </a:lnTo>
                <a:lnTo>
                  <a:pt x="461250" y="49650"/>
                </a:lnTo>
                <a:lnTo>
                  <a:pt x="461175" y="49650"/>
                </a:lnTo>
                <a:lnTo>
                  <a:pt x="461100" y="49575"/>
                </a:lnTo>
                <a:lnTo>
                  <a:pt x="461100" y="49500"/>
                </a:lnTo>
                <a:lnTo>
                  <a:pt x="461025" y="49425"/>
                </a:lnTo>
                <a:lnTo>
                  <a:pt x="460950" y="49425"/>
                </a:lnTo>
                <a:lnTo>
                  <a:pt x="460800" y="49200"/>
                </a:lnTo>
                <a:lnTo>
                  <a:pt x="460800" y="49125"/>
                </a:lnTo>
                <a:lnTo>
                  <a:pt x="460725" y="49125"/>
                </a:lnTo>
                <a:lnTo>
                  <a:pt x="460650" y="49050"/>
                </a:lnTo>
                <a:lnTo>
                  <a:pt x="460650" y="48975"/>
                </a:lnTo>
                <a:lnTo>
                  <a:pt x="460500" y="48750"/>
                </a:lnTo>
                <a:lnTo>
                  <a:pt x="460275" y="48525"/>
                </a:lnTo>
                <a:lnTo>
                  <a:pt x="460275" y="48450"/>
                </a:lnTo>
                <a:lnTo>
                  <a:pt x="459975" y="48000"/>
                </a:lnTo>
                <a:lnTo>
                  <a:pt x="459975" y="47925"/>
                </a:lnTo>
                <a:lnTo>
                  <a:pt x="459900" y="47850"/>
                </a:lnTo>
                <a:lnTo>
                  <a:pt x="459825" y="47850"/>
                </a:lnTo>
                <a:lnTo>
                  <a:pt x="459825" y="47700"/>
                </a:lnTo>
                <a:lnTo>
                  <a:pt x="459750" y="47700"/>
                </a:lnTo>
                <a:lnTo>
                  <a:pt x="459750" y="47550"/>
                </a:lnTo>
                <a:lnTo>
                  <a:pt x="459675" y="47550"/>
                </a:lnTo>
                <a:lnTo>
                  <a:pt x="459675" y="47400"/>
                </a:lnTo>
                <a:lnTo>
                  <a:pt x="459600" y="47400"/>
                </a:lnTo>
                <a:lnTo>
                  <a:pt x="459600" y="47250"/>
                </a:lnTo>
                <a:lnTo>
                  <a:pt x="459525" y="47250"/>
                </a:lnTo>
                <a:lnTo>
                  <a:pt x="459525" y="47175"/>
                </a:lnTo>
                <a:lnTo>
                  <a:pt x="459450" y="47175"/>
                </a:lnTo>
                <a:lnTo>
                  <a:pt x="459450" y="47025"/>
                </a:lnTo>
                <a:lnTo>
                  <a:pt x="459375" y="47025"/>
                </a:lnTo>
                <a:lnTo>
                  <a:pt x="459375" y="46875"/>
                </a:lnTo>
                <a:lnTo>
                  <a:pt x="459300" y="46875"/>
                </a:lnTo>
                <a:lnTo>
                  <a:pt x="459300" y="46725"/>
                </a:lnTo>
                <a:lnTo>
                  <a:pt x="459150" y="46500"/>
                </a:lnTo>
                <a:lnTo>
                  <a:pt x="459150" y="46425"/>
                </a:lnTo>
                <a:lnTo>
                  <a:pt x="459075" y="46350"/>
                </a:lnTo>
                <a:lnTo>
                  <a:pt x="458775" y="45750"/>
                </a:lnTo>
                <a:lnTo>
                  <a:pt x="458775" y="45600"/>
                </a:lnTo>
                <a:lnTo>
                  <a:pt x="458700" y="45525"/>
                </a:lnTo>
                <a:lnTo>
                  <a:pt x="458400" y="44925"/>
                </a:lnTo>
                <a:lnTo>
                  <a:pt x="458400" y="44775"/>
                </a:lnTo>
                <a:lnTo>
                  <a:pt x="458325" y="44700"/>
                </a:lnTo>
                <a:lnTo>
                  <a:pt x="458025" y="44100"/>
                </a:lnTo>
                <a:lnTo>
                  <a:pt x="458025" y="43950"/>
                </a:lnTo>
                <a:lnTo>
                  <a:pt x="457950" y="43875"/>
                </a:lnTo>
                <a:lnTo>
                  <a:pt x="457650" y="43275"/>
                </a:lnTo>
                <a:lnTo>
                  <a:pt x="457650" y="43200"/>
                </a:lnTo>
                <a:lnTo>
                  <a:pt x="457350" y="42600"/>
                </a:lnTo>
                <a:lnTo>
                  <a:pt x="457275" y="42525"/>
                </a:lnTo>
                <a:lnTo>
                  <a:pt x="457275" y="42450"/>
                </a:lnTo>
                <a:lnTo>
                  <a:pt x="457200" y="42375"/>
                </a:lnTo>
                <a:lnTo>
                  <a:pt x="457200" y="42225"/>
                </a:lnTo>
                <a:lnTo>
                  <a:pt x="457125" y="42225"/>
                </a:lnTo>
                <a:lnTo>
                  <a:pt x="457125" y="42075"/>
                </a:lnTo>
                <a:lnTo>
                  <a:pt x="457050" y="42075"/>
                </a:lnTo>
                <a:lnTo>
                  <a:pt x="457050" y="41925"/>
                </a:lnTo>
                <a:lnTo>
                  <a:pt x="456975" y="41850"/>
                </a:lnTo>
                <a:lnTo>
                  <a:pt x="456975" y="41775"/>
                </a:lnTo>
                <a:lnTo>
                  <a:pt x="456900" y="41700"/>
                </a:lnTo>
                <a:lnTo>
                  <a:pt x="456900" y="41625"/>
                </a:lnTo>
                <a:lnTo>
                  <a:pt x="456825" y="41550"/>
                </a:lnTo>
                <a:lnTo>
                  <a:pt x="456825" y="41475"/>
                </a:lnTo>
                <a:lnTo>
                  <a:pt x="456750" y="41400"/>
                </a:lnTo>
                <a:lnTo>
                  <a:pt x="456750" y="41325"/>
                </a:lnTo>
                <a:lnTo>
                  <a:pt x="456600" y="41100"/>
                </a:lnTo>
                <a:lnTo>
                  <a:pt x="456600" y="40950"/>
                </a:lnTo>
                <a:lnTo>
                  <a:pt x="456525" y="40875"/>
                </a:lnTo>
                <a:lnTo>
                  <a:pt x="456525" y="40800"/>
                </a:lnTo>
                <a:lnTo>
                  <a:pt x="456450" y="40725"/>
                </a:lnTo>
                <a:lnTo>
                  <a:pt x="456450" y="40650"/>
                </a:lnTo>
                <a:lnTo>
                  <a:pt x="456375" y="40575"/>
                </a:lnTo>
                <a:lnTo>
                  <a:pt x="456375" y="40500"/>
                </a:lnTo>
                <a:lnTo>
                  <a:pt x="456300" y="40425"/>
                </a:lnTo>
                <a:lnTo>
                  <a:pt x="456300" y="40350"/>
                </a:lnTo>
                <a:lnTo>
                  <a:pt x="456225" y="40275"/>
                </a:lnTo>
                <a:lnTo>
                  <a:pt x="456225" y="40200"/>
                </a:lnTo>
                <a:lnTo>
                  <a:pt x="456150" y="40125"/>
                </a:lnTo>
                <a:lnTo>
                  <a:pt x="456150" y="40050"/>
                </a:lnTo>
                <a:lnTo>
                  <a:pt x="456075" y="39975"/>
                </a:lnTo>
                <a:lnTo>
                  <a:pt x="455700" y="39225"/>
                </a:lnTo>
                <a:lnTo>
                  <a:pt x="455625" y="39225"/>
                </a:lnTo>
                <a:lnTo>
                  <a:pt x="455325" y="38625"/>
                </a:lnTo>
                <a:lnTo>
                  <a:pt x="455175" y="38475"/>
                </a:lnTo>
                <a:lnTo>
                  <a:pt x="455175" y="38400"/>
                </a:lnTo>
                <a:lnTo>
                  <a:pt x="455100" y="38325"/>
                </a:lnTo>
                <a:lnTo>
                  <a:pt x="455100" y="38250"/>
                </a:lnTo>
                <a:lnTo>
                  <a:pt x="454950" y="38100"/>
                </a:lnTo>
                <a:lnTo>
                  <a:pt x="454950" y="38025"/>
                </a:lnTo>
                <a:lnTo>
                  <a:pt x="454875" y="38025"/>
                </a:lnTo>
                <a:lnTo>
                  <a:pt x="454725" y="37725"/>
                </a:lnTo>
                <a:lnTo>
                  <a:pt x="454575" y="37650"/>
                </a:lnTo>
                <a:lnTo>
                  <a:pt x="454575" y="37500"/>
                </a:lnTo>
                <a:lnTo>
                  <a:pt x="454425" y="37425"/>
                </a:lnTo>
                <a:lnTo>
                  <a:pt x="454350" y="37275"/>
                </a:lnTo>
                <a:lnTo>
                  <a:pt x="454275" y="37275"/>
                </a:lnTo>
                <a:lnTo>
                  <a:pt x="454200" y="37125"/>
                </a:lnTo>
                <a:lnTo>
                  <a:pt x="454050" y="36975"/>
                </a:lnTo>
                <a:lnTo>
                  <a:pt x="454050" y="36900"/>
                </a:lnTo>
                <a:lnTo>
                  <a:pt x="453975" y="36825"/>
                </a:lnTo>
                <a:lnTo>
                  <a:pt x="453900" y="36825"/>
                </a:lnTo>
                <a:lnTo>
                  <a:pt x="453825" y="36675"/>
                </a:lnTo>
                <a:lnTo>
                  <a:pt x="453675" y="36600"/>
                </a:lnTo>
                <a:lnTo>
                  <a:pt x="453675" y="52500"/>
                </a:lnTo>
                <a:lnTo>
                  <a:pt x="447975" y="52500"/>
                </a:lnTo>
                <a:lnTo>
                  <a:pt x="447975" y="36600"/>
                </a:lnTo>
                <a:lnTo>
                  <a:pt x="447825" y="36825"/>
                </a:lnTo>
                <a:lnTo>
                  <a:pt x="447750" y="36825"/>
                </a:lnTo>
                <a:lnTo>
                  <a:pt x="447675" y="36900"/>
                </a:lnTo>
                <a:lnTo>
                  <a:pt x="447675" y="36975"/>
                </a:lnTo>
                <a:lnTo>
                  <a:pt x="447525" y="37125"/>
                </a:lnTo>
                <a:lnTo>
                  <a:pt x="447450" y="37125"/>
                </a:lnTo>
                <a:lnTo>
                  <a:pt x="447300" y="37425"/>
                </a:lnTo>
                <a:lnTo>
                  <a:pt x="447150" y="37500"/>
                </a:lnTo>
                <a:lnTo>
                  <a:pt x="447150" y="37575"/>
                </a:lnTo>
                <a:lnTo>
                  <a:pt x="447075" y="37575"/>
                </a:lnTo>
                <a:lnTo>
                  <a:pt x="447075" y="37650"/>
                </a:lnTo>
                <a:lnTo>
                  <a:pt x="447000" y="37725"/>
                </a:lnTo>
                <a:lnTo>
                  <a:pt x="446850" y="38025"/>
                </a:lnTo>
                <a:lnTo>
                  <a:pt x="446775" y="38025"/>
                </a:lnTo>
                <a:lnTo>
                  <a:pt x="446700" y="38100"/>
                </a:lnTo>
                <a:lnTo>
                  <a:pt x="446700" y="38175"/>
                </a:lnTo>
                <a:lnTo>
                  <a:pt x="446625" y="38250"/>
                </a:lnTo>
                <a:lnTo>
                  <a:pt x="446625" y="38325"/>
                </a:lnTo>
                <a:lnTo>
                  <a:pt x="446475" y="38475"/>
                </a:lnTo>
                <a:lnTo>
                  <a:pt x="446475" y="38550"/>
                </a:lnTo>
                <a:lnTo>
                  <a:pt x="446400" y="38625"/>
                </a:lnTo>
                <a:lnTo>
                  <a:pt x="446250" y="38925"/>
                </a:lnTo>
                <a:lnTo>
                  <a:pt x="446175" y="38925"/>
                </a:lnTo>
                <a:lnTo>
                  <a:pt x="445650" y="39975"/>
                </a:lnTo>
                <a:lnTo>
                  <a:pt x="445575" y="40050"/>
                </a:lnTo>
                <a:lnTo>
                  <a:pt x="445575" y="40125"/>
                </a:lnTo>
                <a:lnTo>
                  <a:pt x="445500" y="40200"/>
                </a:lnTo>
                <a:lnTo>
                  <a:pt x="445500" y="40275"/>
                </a:lnTo>
                <a:lnTo>
                  <a:pt x="445425" y="40350"/>
                </a:lnTo>
                <a:lnTo>
                  <a:pt x="445425" y="40425"/>
                </a:lnTo>
                <a:lnTo>
                  <a:pt x="445350" y="40500"/>
                </a:lnTo>
                <a:lnTo>
                  <a:pt x="445350" y="40575"/>
                </a:lnTo>
                <a:lnTo>
                  <a:pt x="445275" y="40650"/>
                </a:lnTo>
                <a:lnTo>
                  <a:pt x="445275" y="40725"/>
                </a:lnTo>
                <a:lnTo>
                  <a:pt x="445200" y="40800"/>
                </a:lnTo>
                <a:lnTo>
                  <a:pt x="445200" y="40875"/>
                </a:lnTo>
                <a:lnTo>
                  <a:pt x="445125" y="40950"/>
                </a:lnTo>
                <a:lnTo>
                  <a:pt x="445125" y="41025"/>
                </a:lnTo>
                <a:lnTo>
                  <a:pt x="445050" y="41100"/>
                </a:lnTo>
                <a:lnTo>
                  <a:pt x="445050" y="41175"/>
                </a:lnTo>
                <a:lnTo>
                  <a:pt x="444975" y="41250"/>
                </a:lnTo>
                <a:lnTo>
                  <a:pt x="444975" y="41325"/>
                </a:lnTo>
                <a:lnTo>
                  <a:pt x="444900" y="41400"/>
                </a:lnTo>
                <a:lnTo>
                  <a:pt x="444900" y="41475"/>
                </a:lnTo>
                <a:lnTo>
                  <a:pt x="444825" y="41550"/>
                </a:lnTo>
                <a:lnTo>
                  <a:pt x="444825" y="41700"/>
                </a:lnTo>
                <a:lnTo>
                  <a:pt x="444750" y="41700"/>
                </a:lnTo>
                <a:lnTo>
                  <a:pt x="444750" y="41850"/>
                </a:lnTo>
                <a:lnTo>
                  <a:pt x="444675" y="41850"/>
                </a:lnTo>
                <a:lnTo>
                  <a:pt x="444675" y="42000"/>
                </a:lnTo>
                <a:lnTo>
                  <a:pt x="444600" y="42075"/>
                </a:lnTo>
                <a:lnTo>
                  <a:pt x="444600" y="42150"/>
                </a:lnTo>
                <a:lnTo>
                  <a:pt x="444525" y="42150"/>
                </a:lnTo>
                <a:lnTo>
                  <a:pt x="444525" y="42300"/>
                </a:lnTo>
                <a:lnTo>
                  <a:pt x="444450" y="42375"/>
                </a:lnTo>
                <a:lnTo>
                  <a:pt x="444450" y="42450"/>
                </a:lnTo>
                <a:lnTo>
                  <a:pt x="444375" y="42525"/>
                </a:lnTo>
                <a:lnTo>
                  <a:pt x="444375" y="42600"/>
                </a:lnTo>
                <a:lnTo>
                  <a:pt x="444075" y="43200"/>
                </a:lnTo>
                <a:lnTo>
                  <a:pt x="444000" y="43275"/>
                </a:lnTo>
                <a:lnTo>
                  <a:pt x="444000" y="43425"/>
                </a:lnTo>
                <a:lnTo>
                  <a:pt x="443625" y="44100"/>
                </a:lnTo>
                <a:lnTo>
                  <a:pt x="443625" y="44250"/>
                </a:lnTo>
                <a:lnTo>
                  <a:pt x="443250" y="44925"/>
                </a:lnTo>
                <a:lnTo>
                  <a:pt x="443250" y="45075"/>
                </a:lnTo>
                <a:lnTo>
                  <a:pt x="443025" y="45525"/>
                </a:lnTo>
                <a:lnTo>
                  <a:pt x="442950" y="45600"/>
                </a:lnTo>
                <a:lnTo>
                  <a:pt x="442950" y="45675"/>
                </a:lnTo>
                <a:lnTo>
                  <a:pt x="442875" y="45750"/>
                </a:lnTo>
                <a:lnTo>
                  <a:pt x="442875" y="45900"/>
                </a:lnTo>
                <a:lnTo>
                  <a:pt x="442650" y="46350"/>
                </a:lnTo>
                <a:lnTo>
                  <a:pt x="442575" y="46425"/>
                </a:lnTo>
                <a:lnTo>
                  <a:pt x="442575" y="46500"/>
                </a:lnTo>
                <a:lnTo>
                  <a:pt x="442500" y="46575"/>
                </a:lnTo>
                <a:lnTo>
                  <a:pt x="442275" y="47025"/>
                </a:lnTo>
                <a:lnTo>
                  <a:pt x="442200" y="47100"/>
                </a:lnTo>
                <a:lnTo>
                  <a:pt x="442200" y="47175"/>
                </a:lnTo>
                <a:lnTo>
                  <a:pt x="442125" y="47250"/>
                </a:lnTo>
                <a:lnTo>
                  <a:pt x="442125" y="47325"/>
                </a:lnTo>
                <a:lnTo>
                  <a:pt x="442050" y="47400"/>
                </a:lnTo>
                <a:lnTo>
                  <a:pt x="441825" y="47850"/>
                </a:lnTo>
                <a:lnTo>
                  <a:pt x="441750" y="47925"/>
                </a:lnTo>
                <a:lnTo>
                  <a:pt x="441750" y="48000"/>
                </a:lnTo>
                <a:lnTo>
                  <a:pt x="441450" y="48450"/>
                </a:lnTo>
                <a:lnTo>
                  <a:pt x="441450" y="48525"/>
                </a:lnTo>
                <a:lnTo>
                  <a:pt x="441375" y="48525"/>
                </a:lnTo>
                <a:lnTo>
                  <a:pt x="441300" y="48600"/>
                </a:lnTo>
                <a:lnTo>
                  <a:pt x="441300" y="48675"/>
                </a:lnTo>
                <a:lnTo>
                  <a:pt x="441150" y="48900"/>
                </a:lnTo>
                <a:lnTo>
                  <a:pt x="440925" y="49125"/>
                </a:lnTo>
                <a:lnTo>
                  <a:pt x="440925" y="49200"/>
                </a:lnTo>
                <a:lnTo>
                  <a:pt x="440775" y="49425"/>
                </a:lnTo>
                <a:lnTo>
                  <a:pt x="440700" y="49425"/>
                </a:lnTo>
                <a:lnTo>
                  <a:pt x="440625" y="49500"/>
                </a:lnTo>
                <a:lnTo>
                  <a:pt x="440625" y="49575"/>
                </a:lnTo>
                <a:lnTo>
                  <a:pt x="440550" y="49650"/>
                </a:lnTo>
                <a:lnTo>
                  <a:pt x="440475" y="49650"/>
                </a:lnTo>
                <a:lnTo>
                  <a:pt x="440400" y="49800"/>
                </a:lnTo>
                <a:lnTo>
                  <a:pt x="440250" y="49875"/>
                </a:lnTo>
                <a:lnTo>
                  <a:pt x="440250" y="49950"/>
                </a:lnTo>
                <a:lnTo>
                  <a:pt x="440175" y="50025"/>
                </a:lnTo>
                <a:lnTo>
                  <a:pt x="440100" y="50025"/>
                </a:lnTo>
                <a:lnTo>
                  <a:pt x="440025" y="50175"/>
                </a:lnTo>
                <a:lnTo>
                  <a:pt x="439875" y="50250"/>
                </a:lnTo>
                <a:lnTo>
                  <a:pt x="439875" y="50325"/>
                </a:lnTo>
                <a:lnTo>
                  <a:pt x="439800" y="50400"/>
                </a:lnTo>
                <a:lnTo>
                  <a:pt x="439725" y="50400"/>
                </a:lnTo>
                <a:lnTo>
                  <a:pt x="439500" y="50625"/>
                </a:lnTo>
                <a:lnTo>
                  <a:pt x="439425" y="50625"/>
                </a:lnTo>
                <a:lnTo>
                  <a:pt x="439200" y="50850"/>
                </a:lnTo>
                <a:lnTo>
                  <a:pt x="439125" y="50850"/>
                </a:lnTo>
                <a:lnTo>
                  <a:pt x="438900" y="51075"/>
                </a:lnTo>
                <a:lnTo>
                  <a:pt x="438825" y="51075"/>
                </a:lnTo>
                <a:lnTo>
                  <a:pt x="438750" y="51150"/>
                </a:lnTo>
                <a:lnTo>
                  <a:pt x="438675" y="51150"/>
                </a:lnTo>
                <a:lnTo>
                  <a:pt x="438675" y="51225"/>
                </a:lnTo>
                <a:lnTo>
                  <a:pt x="438525" y="51225"/>
                </a:lnTo>
                <a:lnTo>
                  <a:pt x="438525" y="51300"/>
                </a:lnTo>
                <a:lnTo>
                  <a:pt x="438000" y="51525"/>
                </a:lnTo>
                <a:lnTo>
                  <a:pt x="438000" y="51600"/>
                </a:lnTo>
                <a:lnTo>
                  <a:pt x="437850" y="51600"/>
                </a:lnTo>
                <a:lnTo>
                  <a:pt x="437775" y="51675"/>
                </a:lnTo>
                <a:lnTo>
                  <a:pt x="437700" y="51675"/>
                </a:lnTo>
                <a:lnTo>
                  <a:pt x="437625" y="51750"/>
                </a:lnTo>
                <a:lnTo>
                  <a:pt x="437475" y="51825"/>
                </a:lnTo>
                <a:lnTo>
                  <a:pt x="437400" y="51825"/>
                </a:lnTo>
                <a:lnTo>
                  <a:pt x="437325" y="51900"/>
                </a:lnTo>
                <a:lnTo>
                  <a:pt x="437250" y="51900"/>
                </a:lnTo>
                <a:lnTo>
                  <a:pt x="437100" y="51975"/>
                </a:lnTo>
                <a:lnTo>
                  <a:pt x="436875" y="51975"/>
                </a:lnTo>
                <a:lnTo>
                  <a:pt x="436650" y="52125"/>
                </a:lnTo>
                <a:lnTo>
                  <a:pt x="436425" y="52125"/>
                </a:lnTo>
                <a:lnTo>
                  <a:pt x="436275" y="52200"/>
                </a:lnTo>
                <a:lnTo>
                  <a:pt x="436050" y="52200"/>
                </a:lnTo>
                <a:lnTo>
                  <a:pt x="436050" y="52275"/>
                </a:lnTo>
                <a:lnTo>
                  <a:pt x="435825" y="52275"/>
                </a:lnTo>
                <a:lnTo>
                  <a:pt x="435675" y="52350"/>
                </a:lnTo>
                <a:lnTo>
                  <a:pt x="435375" y="52350"/>
                </a:lnTo>
                <a:lnTo>
                  <a:pt x="435225" y="52425"/>
                </a:lnTo>
                <a:lnTo>
                  <a:pt x="434550" y="52425"/>
                </a:lnTo>
                <a:lnTo>
                  <a:pt x="434550" y="52500"/>
                </a:lnTo>
                <a:lnTo>
                  <a:pt x="433650" y="52500"/>
                </a:lnTo>
                <a:close/>
                <a:moveTo>
                  <a:pt x="477450" y="14250"/>
                </a:moveTo>
                <a:lnTo>
                  <a:pt x="477450" y="15375"/>
                </a:lnTo>
                <a:lnTo>
                  <a:pt x="477525" y="15600"/>
                </a:lnTo>
                <a:lnTo>
                  <a:pt x="477525" y="16125"/>
                </a:lnTo>
                <a:lnTo>
                  <a:pt x="477600" y="16350"/>
                </a:lnTo>
                <a:lnTo>
                  <a:pt x="477600" y="16725"/>
                </a:lnTo>
                <a:lnTo>
                  <a:pt x="477675" y="16875"/>
                </a:lnTo>
                <a:lnTo>
                  <a:pt x="477675" y="17250"/>
                </a:lnTo>
                <a:lnTo>
                  <a:pt x="477750" y="17400"/>
                </a:lnTo>
                <a:lnTo>
                  <a:pt x="477825" y="17925"/>
                </a:lnTo>
                <a:lnTo>
                  <a:pt x="477900" y="18075"/>
                </a:lnTo>
                <a:lnTo>
                  <a:pt x="477900" y="18300"/>
                </a:lnTo>
                <a:lnTo>
                  <a:pt x="478050" y="18600"/>
                </a:lnTo>
                <a:lnTo>
                  <a:pt x="478050" y="18750"/>
                </a:lnTo>
                <a:lnTo>
                  <a:pt x="478200" y="19125"/>
                </a:lnTo>
                <a:lnTo>
                  <a:pt x="478200" y="19275"/>
                </a:lnTo>
                <a:lnTo>
                  <a:pt x="478350" y="19575"/>
                </a:lnTo>
                <a:lnTo>
                  <a:pt x="478350" y="19800"/>
                </a:lnTo>
                <a:lnTo>
                  <a:pt x="478725" y="20550"/>
                </a:lnTo>
                <a:lnTo>
                  <a:pt x="478875" y="20925"/>
                </a:lnTo>
                <a:lnTo>
                  <a:pt x="478875" y="21075"/>
                </a:lnTo>
                <a:lnTo>
                  <a:pt x="479025" y="21375"/>
                </a:lnTo>
                <a:lnTo>
                  <a:pt x="479175" y="21525"/>
                </a:lnTo>
                <a:lnTo>
                  <a:pt x="479700" y="22650"/>
                </a:lnTo>
                <a:lnTo>
                  <a:pt x="479850" y="22800"/>
                </a:lnTo>
                <a:lnTo>
                  <a:pt x="480075" y="23250"/>
                </a:lnTo>
                <a:lnTo>
                  <a:pt x="480225" y="23400"/>
                </a:lnTo>
                <a:lnTo>
                  <a:pt x="480375" y="23700"/>
                </a:lnTo>
                <a:lnTo>
                  <a:pt x="480750" y="24150"/>
                </a:lnTo>
                <a:lnTo>
                  <a:pt x="480900" y="24450"/>
                </a:lnTo>
                <a:lnTo>
                  <a:pt x="481050" y="24600"/>
                </a:lnTo>
                <a:lnTo>
                  <a:pt x="481275" y="24975"/>
                </a:lnTo>
                <a:lnTo>
                  <a:pt x="481425" y="25125"/>
                </a:lnTo>
                <a:lnTo>
                  <a:pt x="481725" y="25575"/>
                </a:lnTo>
                <a:lnTo>
                  <a:pt x="482025" y="25875"/>
                </a:lnTo>
                <a:lnTo>
                  <a:pt x="482100" y="26025"/>
                </a:lnTo>
                <a:lnTo>
                  <a:pt x="482550" y="26475"/>
                </a:lnTo>
                <a:lnTo>
                  <a:pt x="482625" y="26625"/>
                </a:lnTo>
                <a:lnTo>
                  <a:pt x="483675" y="27675"/>
                </a:lnTo>
                <a:lnTo>
                  <a:pt x="483750" y="27825"/>
                </a:lnTo>
                <a:lnTo>
                  <a:pt x="484200" y="28275"/>
                </a:lnTo>
                <a:lnTo>
                  <a:pt x="484425" y="28425"/>
                </a:lnTo>
                <a:lnTo>
                  <a:pt x="485475" y="29475"/>
                </a:lnTo>
                <a:lnTo>
                  <a:pt x="485700" y="29625"/>
                </a:lnTo>
                <a:lnTo>
                  <a:pt x="486150" y="30075"/>
                </a:lnTo>
                <a:lnTo>
                  <a:pt x="486375" y="30225"/>
                </a:lnTo>
                <a:lnTo>
                  <a:pt x="486675" y="30525"/>
                </a:lnTo>
                <a:lnTo>
                  <a:pt x="486900" y="30675"/>
                </a:lnTo>
                <a:lnTo>
                  <a:pt x="487200" y="30975"/>
                </a:lnTo>
                <a:lnTo>
                  <a:pt x="487800" y="31425"/>
                </a:lnTo>
                <a:lnTo>
                  <a:pt x="488025" y="31650"/>
                </a:lnTo>
                <a:lnTo>
                  <a:pt x="488250" y="31950"/>
                </a:lnTo>
                <a:lnTo>
                  <a:pt x="488550" y="32550"/>
                </a:lnTo>
                <a:lnTo>
                  <a:pt x="488700" y="33225"/>
                </a:lnTo>
                <a:lnTo>
                  <a:pt x="488700" y="33525"/>
                </a:lnTo>
                <a:lnTo>
                  <a:pt x="488550" y="34200"/>
                </a:lnTo>
                <a:lnTo>
                  <a:pt x="488250" y="34800"/>
                </a:lnTo>
                <a:lnTo>
                  <a:pt x="488025" y="35100"/>
                </a:lnTo>
                <a:lnTo>
                  <a:pt x="487800" y="35325"/>
                </a:lnTo>
                <a:lnTo>
                  <a:pt x="487575" y="35475"/>
                </a:lnTo>
                <a:lnTo>
                  <a:pt x="487425" y="35625"/>
                </a:lnTo>
                <a:lnTo>
                  <a:pt x="487200" y="35775"/>
                </a:lnTo>
                <a:lnTo>
                  <a:pt x="486900" y="36075"/>
                </a:lnTo>
                <a:lnTo>
                  <a:pt x="486675" y="36225"/>
                </a:lnTo>
                <a:lnTo>
                  <a:pt x="486375" y="36525"/>
                </a:lnTo>
                <a:lnTo>
                  <a:pt x="486150" y="36675"/>
                </a:lnTo>
                <a:lnTo>
                  <a:pt x="485700" y="37125"/>
                </a:lnTo>
                <a:lnTo>
                  <a:pt x="485475" y="37275"/>
                </a:lnTo>
                <a:lnTo>
                  <a:pt x="484425" y="38325"/>
                </a:lnTo>
                <a:lnTo>
                  <a:pt x="484200" y="38475"/>
                </a:lnTo>
                <a:lnTo>
                  <a:pt x="483750" y="38925"/>
                </a:lnTo>
                <a:lnTo>
                  <a:pt x="483675" y="39075"/>
                </a:lnTo>
                <a:lnTo>
                  <a:pt x="482625" y="40125"/>
                </a:lnTo>
                <a:lnTo>
                  <a:pt x="482550" y="40275"/>
                </a:lnTo>
                <a:lnTo>
                  <a:pt x="482100" y="40725"/>
                </a:lnTo>
                <a:lnTo>
                  <a:pt x="482025" y="40875"/>
                </a:lnTo>
                <a:lnTo>
                  <a:pt x="481725" y="41175"/>
                </a:lnTo>
                <a:lnTo>
                  <a:pt x="481650" y="41325"/>
                </a:lnTo>
                <a:lnTo>
                  <a:pt x="481275" y="41775"/>
                </a:lnTo>
                <a:lnTo>
                  <a:pt x="481050" y="42150"/>
                </a:lnTo>
                <a:lnTo>
                  <a:pt x="480900" y="42300"/>
                </a:lnTo>
                <a:lnTo>
                  <a:pt x="480750" y="42600"/>
                </a:lnTo>
                <a:lnTo>
                  <a:pt x="480600" y="42750"/>
                </a:lnTo>
                <a:lnTo>
                  <a:pt x="480525" y="42900"/>
                </a:lnTo>
                <a:lnTo>
                  <a:pt x="480375" y="43050"/>
                </a:lnTo>
                <a:lnTo>
                  <a:pt x="480225" y="43350"/>
                </a:lnTo>
                <a:lnTo>
                  <a:pt x="480075" y="43500"/>
                </a:lnTo>
                <a:lnTo>
                  <a:pt x="479850" y="43950"/>
                </a:lnTo>
                <a:lnTo>
                  <a:pt x="479700" y="44100"/>
                </a:lnTo>
                <a:lnTo>
                  <a:pt x="479175" y="45225"/>
                </a:lnTo>
                <a:lnTo>
                  <a:pt x="479025" y="45375"/>
                </a:lnTo>
                <a:lnTo>
                  <a:pt x="478875" y="45675"/>
                </a:lnTo>
                <a:lnTo>
                  <a:pt x="478875" y="45825"/>
                </a:lnTo>
                <a:lnTo>
                  <a:pt x="478725" y="46200"/>
                </a:lnTo>
                <a:lnTo>
                  <a:pt x="478350" y="46950"/>
                </a:lnTo>
                <a:lnTo>
                  <a:pt x="478350" y="47175"/>
                </a:lnTo>
                <a:lnTo>
                  <a:pt x="478200" y="47475"/>
                </a:lnTo>
                <a:lnTo>
                  <a:pt x="478200" y="47625"/>
                </a:lnTo>
                <a:lnTo>
                  <a:pt x="478050" y="48000"/>
                </a:lnTo>
                <a:lnTo>
                  <a:pt x="478050" y="48150"/>
                </a:lnTo>
                <a:lnTo>
                  <a:pt x="477900" y="48450"/>
                </a:lnTo>
                <a:lnTo>
                  <a:pt x="477900" y="48675"/>
                </a:lnTo>
                <a:lnTo>
                  <a:pt x="477825" y="48825"/>
                </a:lnTo>
                <a:lnTo>
                  <a:pt x="477750" y="49350"/>
                </a:lnTo>
                <a:lnTo>
                  <a:pt x="477675" y="49500"/>
                </a:lnTo>
                <a:lnTo>
                  <a:pt x="477675" y="49875"/>
                </a:lnTo>
                <a:lnTo>
                  <a:pt x="477600" y="50025"/>
                </a:lnTo>
                <a:lnTo>
                  <a:pt x="477600" y="50400"/>
                </a:lnTo>
                <a:lnTo>
                  <a:pt x="477525" y="50625"/>
                </a:lnTo>
                <a:lnTo>
                  <a:pt x="477525" y="51150"/>
                </a:lnTo>
                <a:lnTo>
                  <a:pt x="477450" y="51375"/>
                </a:lnTo>
                <a:lnTo>
                  <a:pt x="477450" y="52500"/>
                </a:lnTo>
                <a:lnTo>
                  <a:pt x="471750" y="52500"/>
                </a:lnTo>
                <a:lnTo>
                  <a:pt x="471750" y="51225"/>
                </a:lnTo>
                <a:lnTo>
                  <a:pt x="471825" y="51075"/>
                </a:lnTo>
                <a:lnTo>
                  <a:pt x="471825" y="50325"/>
                </a:lnTo>
                <a:lnTo>
                  <a:pt x="471900" y="50100"/>
                </a:lnTo>
                <a:lnTo>
                  <a:pt x="471900" y="49650"/>
                </a:lnTo>
                <a:lnTo>
                  <a:pt x="471975" y="49575"/>
                </a:lnTo>
                <a:lnTo>
                  <a:pt x="471975" y="49125"/>
                </a:lnTo>
                <a:lnTo>
                  <a:pt x="472050" y="48900"/>
                </a:lnTo>
                <a:lnTo>
                  <a:pt x="472050" y="48675"/>
                </a:lnTo>
                <a:lnTo>
                  <a:pt x="472200" y="48225"/>
                </a:lnTo>
                <a:lnTo>
                  <a:pt x="472200" y="48000"/>
                </a:lnTo>
                <a:lnTo>
                  <a:pt x="472350" y="47550"/>
                </a:lnTo>
                <a:lnTo>
                  <a:pt x="472350" y="47325"/>
                </a:lnTo>
                <a:lnTo>
                  <a:pt x="472575" y="46650"/>
                </a:lnTo>
                <a:lnTo>
                  <a:pt x="472575" y="46425"/>
                </a:lnTo>
                <a:lnTo>
                  <a:pt x="472650" y="46425"/>
                </a:lnTo>
                <a:lnTo>
                  <a:pt x="472650" y="46200"/>
                </a:lnTo>
                <a:lnTo>
                  <a:pt x="473175" y="44700"/>
                </a:lnTo>
                <a:lnTo>
                  <a:pt x="473250" y="44700"/>
                </a:lnTo>
                <a:lnTo>
                  <a:pt x="473625" y="43650"/>
                </a:lnTo>
                <a:lnTo>
                  <a:pt x="473700" y="43650"/>
                </a:lnTo>
                <a:lnTo>
                  <a:pt x="473850" y="43275"/>
                </a:lnTo>
                <a:lnTo>
                  <a:pt x="473850" y="43200"/>
                </a:lnTo>
                <a:lnTo>
                  <a:pt x="474075" y="42825"/>
                </a:lnTo>
                <a:lnTo>
                  <a:pt x="474225" y="42450"/>
                </a:lnTo>
                <a:lnTo>
                  <a:pt x="474300" y="42450"/>
                </a:lnTo>
                <a:lnTo>
                  <a:pt x="474450" y="42075"/>
                </a:lnTo>
                <a:lnTo>
                  <a:pt x="474450" y="42000"/>
                </a:lnTo>
                <a:lnTo>
                  <a:pt x="474600" y="41850"/>
                </a:lnTo>
                <a:lnTo>
                  <a:pt x="474675" y="41625"/>
                </a:lnTo>
                <a:lnTo>
                  <a:pt x="474825" y="41475"/>
                </a:lnTo>
                <a:lnTo>
                  <a:pt x="474825" y="41400"/>
                </a:lnTo>
                <a:lnTo>
                  <a:pt x="474900" y="41250"/>
                </a:lnTo>
                <a:lnTo>
                  <a:pt x="474975" y="41250"/>
                </a:lnTo>
                <a:lnTo>
                  <a:pt x="475050" y="41025"/>
                </a:lnTo>
                <a:lnTo>
                  <a:pt x="475200" y="40875"/>
                </a:lnTo>
                <a:lnTo>
                  <a:pt x="475275" y="40650"/>
                </a:lnTo>
                <a:lnTo>
                  <a:pt x="475425" y="40500"/>
                </a:lnTo>
                <a:lnTo>
                  <a:pt x="475575" y="40275"/>
                </a:lnTo>
                <a:lnTo>
                  <a:pt x="475650" y="40125"/>
                </a:lnTo>
                <a:lnTo>
                  <a:pt x="475650" y="40050"/>
                </a:lnTo>
                <a:lnTo>
                  <a:pt x="475950" y="39750"/>
                </a:lnTo>
                <a:lnTo>
                  <a:pt x="475950" y="39675"/>
                </a:lnTo>
                <a:lnTo>
                  <a:pt x="476100" y="39525"/>
                </a:lnTo>
                <a:lnTo>
                  <a:pt x="476175" y="39375"/>
                </a:lnTo>
                <a:lnTo>
                  <a:pt x="476175" y="39300"/>
                </a:lnTo>
                <a:lnTo>
                  <a:pt x="476475" y="39000"/>
                </a:lnTo>
                <a:lnTo>
                  <a:pt x="476475" y="38925"/>
                </a:lnTo>
                <a:lnTo>
                  <a:pt x="476775" y="38625"/>
                </a:lnTo>
                <a:lnTo>
                  <a:pt x="476925" y="38400"/>
                </a:lnTo>
                <a:lnTo>
                  <a:pt x="477075" y="38250"/>
                </a:lnTo>
                <a:lnTo>
                  <a:pt x="477300" y="37875"/>
                </a:lnTo>
                <a:lnTo>
                  <a:pt x="477375" y="37875"/>
                </a:lnTo>
                <a:lnTo>
                  <a:pt x="477450" y="37725"/>
                </a:lnTo>
                <a:lnTo>
                  <a:pt x="477525" y="37725"/>
                </a:lnTo>
                <a:lnTo>
                  <a:pt x="477600" y="37500"/>
                </a:lnTo>
                <a:lnTo>
                  <a:pt x="477675" y="37500"/>
                </a:lnTo>
                <a:lnTo>
                  <a:pt x="477750" y="37350"/>
                </a:lnTo>
                <a:lnTo>
                  <a:pt x="477825" y="37350"/>
                </a:lnTo>
                <a:lnTo>
                  <a:pt x="477975" y="37200"/>
                </a:lnTo>
                <a:lnTo>
                  <a:pt x="477975" y="37125"/>
                </a:lnTo>
                <a:lnTo>
                  <a:pt x="478425" y="36675"/>
                </a:lnTo>
                <a:lnTo>
                  <a:pt x="478425" y="36600"/>
                </a:lnTo>
                <a:lnTo>
                  <a:pt x="478875" y="36150"/>
                </a:lnTo>
                <a:lnTo>
                  <a:pt x="478875" y="36075"/>
                </a:lnTo>
                <a:lnTo>
                  <a:pt x="479025" y="35925"/>
                </a:lnTo>
                <a:lnTo>
                  <a:pt x="479100" y="35925"/>
                </a:lnTo>
                <a:lnTo>
                  <a:pt x="479400" y="35625"/>
                </a:lnTo>
                <a:lnTo>
                  <a:pt x="479550" y="35400"/>
                </a:lnTo>
                <a:lnTo>
                  <a:pt x="479700" y="35250"/>
                </a:lnTo>
                <a:lnTo>
                  <a:pt x="479925" y="35100"/>
                </a:lnTo>
                <a:lnTo>
                  <a:pt x="480075" y="34950"/>
                </a:lnTo>
                <a:lnTo>
                  <a:pt x="480075" y="34875"/>
                </a:lnTo>
                <a:lnTo>
                  <a:pt x="480375" y="34575"/>
                </a:lnTo>
                <a:lnTo>
                  <a:pt x="480450" y="34575"/>
                </a:lnTo>
                <a:lnTo>
                  <a:pt x="480750" y="34275"/>
                </a:lnTo>
                <a:lnTo>
                  <a:pt x="480750" y="34200"/>
                </a:lnTo>
                <a:lnTo>
                  <a:pt x="480975" y="34050"/>
                </a:lnTo>
                <a:lnTo>
                  <a:pt x="481275" y="33750"/>
                </a:lnTo>
                <a:lnTo>
                  <a:pt x="481500" y="33600"/>
                </a:lnTo>
                <a:lnTo>
                  <a:pt x="481650" y="33375"/>
                </a:lnTo>
                <a:lnTo>
                  <a:pt x="481500" y="33150"/>
                </a:lnTo>
                <a:lnTo>
                  <a:pt x="481275" y="33000"/>
                </a:lnTo>
                <a:lnTo>
                  <a:pt x="480975" y="32700"/>
                </a:lnTo>
                <a:lnTo>
                  <a:pt x="480750" y="32550"/>
                </a:lnTo>
                <a:lnTo>
                  <a:pt x="480750" y="32475"/>
                </a:lnTo>
                <a:lnTo>
                  <a:pt x="480450" y="32175"/>
                </a:lnTo>
                <a:lnTo>
                  <a:pt x="480375" y="32175"/>
                </a:lnTo>
                <a:lnTo>
                  <a:pt x="480075" y="31875"/>
                </a:lnTo>
                <a:lnTo>
                  <a:pt x="480075" y="31800"/>
                </a:lnTo>
                <a:lnTo>
                  <a:pt x="479925" y="31650"/>
                </a:lnTo>
                <a:lnTo>
                  <a:pt x="479700" y="31500"/>
                </a:lnTo>
                <a:lnTo>
                  <a:pt x="479550" y="31350"/>
                </a:lnTo>
                <a:lnTo>
                  <a:pt x="479400" y="31125"/>
                </a:lnTo>
                <a:lnTo>
                  <a:pt x="479100" y="30825"/>
                </a:lnTo>
                <a:lnTo>
                  <a:pt x="479025" y="30825"/>
                </a:lnTo>
                <a:lnTo>
                  <a:pt x="478875" y="30675"/>
                </a:lnTo>
                <a:lnTo>
                  <a:pt x="478875" y="30600"/>
                </a:lnTo>
                <a:lnTo>
                  <a:pt x="478425" y="30150"/>
                </a:lnTo>
                <a:lnTo>
                  <a:pt x="478425" y="30075"/>
                </a:lnTo>
                <a:lnTo>
                  <a:pt x="477975" y="29625"/>
                </a:lnTo>
                <a:lnTo>
                  <a:pt x="477975" y="29550"/>
                </a:lnTo>
                <a:lnTo>
                  <a:pt x="477825" y="29400"/>
                </a:lnTo>
                <a:lnTo>
                  <a:pt x="477750" y="29400"/>
                </a:lnTo>
                <a:lnTo>
                  <a:pt x="477675" y="29250"/>
                </a:lnTo>
                <a:lnTo>
                  <a:pt x="477600" y="29250"/>
                </a:lnTo>
                <a:lnTo>
                  <a:pt x="477525" y="29025"/>
                </a:lnTo>
                <a:lnTo>
                  <a:pt x="477450" y="29025"/>
                </a:lnTo>
                <a:lnTo>
                  <a:pt x="477375" y="28875"/>
                </a:lnTo>
                <a:lnTo>
                  <a:pt x="477300" y="28875"/>
                </a:lnTo>
                <a:lnTo>
                  <a:pt x="477075" y="28500"/>
                </a:lnTo>
                <a:lnTo>
                  <a:pt x="476925" y="28350"/>
                </a:lnTo>
                <a:lnTo>
                  <a:pt x="476775" y="28125"/>
                </a:lnTo>
                <a:lnTo>
                  <a:pt x="476475" y="27825"/>
                </a:lnTo>
                <a:lnTo>
                  <a:pt x="476475" y="27750"/>
                </a:lnTo>
                <a:lnTo>
                  <a:pt x="476175" y="27450"/>
                </a:lnTo>
                <a:lnTo>
                  <a:pt x="476175" y="27375"/>
                </a:lnTo>
                <a:lnTo>
                  <a:pt x="476100" y="27225"/>
                </a:lnTo>
                <a:lnTo>
                  <a:pt x="475950" y="27075"/>
                </a:lnTo>
                <a:lnTo>
                  <a:pt x="475950" y="27000"/>
                </a:lnTo>
                <a:lnTo>
                  <a:pt x="475650" y="26700"/>
                </a:lnTo>
                <a:lnTo>
                  <a:pt x="475650" y="26625"/>
                </a:lnTo>
                <a:lnTo>
                  <a:pt x="475575" y="26475"/>
                </a:lnTo>
                <a:lnTo>
                  <a:pt x="475425" y="26250"/>
                </a:lnTo>
                <a:lnTo>
                  <a:pt x="475275" y="26100"/>
                </a:lnTo>
                <a:lnTo>
                  <a:pt x="475200" y="25875"/>
                </a:lnTo>
                <a:lnTo>
                  <a:pt x="475050" y="25725"/>
                </a:lnTo>
                <a:lnTo>
                  <a:pt x="474975" y="25500"/>
                </a:lnTo>
                <a:lnTo>
                  <a:pt x="474900" y="25500"/>
                </a:lnTo>
                <a:lnTo>
                  <a:pt x="474825" y="25350"/>
                </a:lnTo>
                <a:lnTo>
                  <a:pt x="474825" y="25275"/>
                </a:lnTo>
                <a:lnTo>
                  <a:pt x="474675" y="25125"/>
                </a:lnTo>
                <a:lnTo>
                  <a:pt x="474600" y="24900"/>
                </a:lnTo>
                <a:lnTo>
                  <a:pt x="474450" y="24750"/>
                </a:lnTo>
                <a:lnTo>
                  <a:pt x="474450" y="24675"/>
                </a:lnTo>
                <a:lnTo>
                  <a:pt x="474300" y="24300"/>
                </a:lnTo>
                <a:lnTo>
                  <a:pt x="474225" y="24300"/>
                </a:lnTo>
                <a:lnTo>
                  <a:pt x="474150" y="24150"/>
                </a:lnTo>
                <a:lnTo>
                  <a:pt x="474150" y="24075"/>
                </a:lnTo>
                <a:lnTo>
                  <a:pt x="473850" y="23550"/>
                </a:lnTo>
                <a:lnTo>
                  <a:pt x="473850" y="23475"/>
                </a:lnTo>
                <a:lnTo>
                  <a:pt x="473700" y="23100"/>
                </a:lnTo>
                <a:lnTo>
                  <a:pt x="473625" y="23100"/>
                </a:lnTo>
                <a:lnTo>
                  <a:pt x="473250" y="22050"/>
                </a:lnTo>
                <a:lnTo>
                  <a:pt x="473175" y="22050"/>
                </a:lnTo>
                <a:lnTo>
                  <a:pt x="473025" y="21675"/>
                </a:lnTo>
                <a:lnTo>
                  <a:pt x="473025" y="21600"/>
                </a:lnTo>
                <a:lnTo>
                  <a:pt x="472650" y="20550"/>
                </a:lnTo>
                <a:lnTo>
                  <a:pt x="472650" y="20325"/>
                </a:lnTo>
                <a:lnTo>
                  <a:pt x="472575" y="20325"/>
                </a:lnTo>
                <a:lnTo>
                  <a:pt x="472575" y="20100"/>
                </a:lnTo>
                <a:lnTo>
                  <a:pt x="472350" y="19425"/>
                </a:lnTo>
                <a:lnTo>
                  <a:pt x="472350" y="19200"/>
                </a:lnTo>
                <a:lnTo>
                  <a:pt x="472200" y="18750"/>
                </a:lnTo>
                <a:lnTo>
                  <a:pt x="472200" y="18525"/>
                </a:lnTo>
                <a:lnTo>
                  <a:pt x="472050" y="18075"/>
                </a:lnTo>
                <a:lnTo>
                  <a:pt x="472050" y="17850"/>
                </a:lnTo>
                <a:lnTo>
                  <a:pt x="471975" y="17625"/>
                </a:lnTo>
                <a:lnTo>
                  <a:pt x="471975" y="17175"/>
                </a:lnTo>
                <a:lnTo>
                  <a:pt x="471900" y="17100"/>
                </a:lnTo>
                <a:lnTo>
                  <a:pt x="471900" y="16650"/>
                </a:lnTo>
                <a:lnTo>
                  <a:pt x="471825" y="16425"/>
                </a:lnTo>
                <a:lnTo>
                  <a:pt x="471825" y="15675"/>
                </a:lnTo>
                <a:lnTo>
                  <a:pt x="471750" y="15525"/>
                </a:lnTo>
                <a:lnTo>
                  <a:pt x="471750" y="14250"/>
                </a:lnTo>
                <a:close/>
                <a:moveTo>
                  <a:pt x="511725" y="66750"/>
                </a:moveTo>
                <a:lnTo>
                  <a:pt x="511725" y="26625"/>
                </a:lnTo>
                <a:lnTo>
                  <a:pt x="511800" y="26475"/>
                </a:lnTo>
                <a:lnTo>
                  <a:pt x="511800" y="25725"/>
                </a:lnTo>
                <a:lnTo>
                  <a:pt x="511875" y="25500"/>
                </a:lnTo>
                <a:lnTo>
                  <a:pt x="511875" y="25275"/>
                </a:lnTo>
                <a:lnTo>
                  <a:pt x="511950" y="25050"/>
                </a:lnTo>
                <a:lnTo>
                  <a:pt x="511950" y="24600"/>
                </a:lnTo>
                <a:lnTo>
                  <a:pt x="512025" y="24600"/>
                </a:lnTo>
                <a:lnTo>
                  <a:pt x="512025" y="24375"/>
                </a:lnTo>
                <a:lnTo>
                  <a:pt x="512100" y="24150"/>
                </a:lnTo>
                <a:lnTo>
                  <a:pt x="512100" y="23925"/>
                </a:lnTo>
                <a:lnTo>
                  <a:pt x="512175" y="23700"/>
                </a:lnTo>
                <a:lnTo>
                  <a:pt x="512175" y="23475"/>
                </a:lnTo>
                <a:lnTo>
                  <a:pt x="512250" y="23475"/>
                </a:lnTo>
                <a:lnTo>
                  <a:pt x="512250" y="23250"/>
                </a:lnTo>
                <a:lnTo>
                  <a:pt x="512475" y="22650"/>
                </a:lnTo>
                <a:lnTo>
                  <a:pt x="512475" y="22425"/>
                </a:lnTo>
                <a:lnTo>
                  <a:pt x="512550" y="22425"/>
                </a:lnTo>
                <a:lnTo>
                  <a:pt x="512550" y="22200"/>
                </a:lnTo>
                <a:lnTo>
                  <a:pt x="512625" y="22050"/>
                </a:lnTo>
                <a:lnTo>
                  <a:pt x="512625" y="21975"/>
                </a:lnTo>
                <a:lnTo>
                  <a:pt x="512775" y="21600"/>
                </a:lnTo>
                <a:lnTo>
                  <a:pt x="512925" y="21375"/>
                </a:lnTo>
                <a:lnTo>
                  <a:pt x="512925" y="21225"/>
                </a:lnTo>
                <a:lnTo>
                  <a:pt x="513000" y="21225"/>
                </a:lnTo>
                <a:lnTo>
                  <a:pt x="513075" y="21075"/>
                </a:lnTo>
                <a:lnTo>
                  <a:pt x="513150" y="20775"/>
                </a:lnTo>
                <a:lnTo>
                  <a:pt x="513300" y="20475"/>
                </a:lnTo>
                <a:lnTo>
                  <a:pt x="513375" y="20400"/>
                </a:lnTo>
                <a:lnTo>
                  <a:pt x="513525" y="20100"/>
                </a:lnTo>
                <a:lnTo>
                  <a:pt x="513525" y="20025"/>
                </a:lnTo>
                <a:lnTo>
                  <a:pt x="513675" y="19875"/>
                </a:lnTo>
                <a:lnTo>
                  <a:pt x="514050" y="19200"/>
                </a:lnTo>
                <a:lnTo>
                  <a:pt x="514125" y="19200"/>
                </a:lnTo>
                <a:lnTo>
                  <a:pt x="514200" y="19050"/>
                </a:lnTo>
                <a:lnTo>
                  <a:pt x="514200" y="18975"/>
                </a:lnTo>
                <a:lnTo>
                  <a:pt x="514350" y="18900"/>
                </a:lnTo>
                <a:lnTo>
                  <a:pt x="514350" y="18825"/>
                </a:lnTo>
                <a:lnTo>
                  <a:pt x="514425" y="18675"/>
                </a:lnTo>
                <a:lnTo>
                  <a:pt x="514500" y="18675"/>
                </a:lnTo>
                <a:lnTo>
                  <a:pt x="514800" y="18225"/>
                </a:lnTo>
                <a:lnTo>
                  <a:pt x="515850" y="17175"/>
                </a:lnTo>
                <a:lnTo>
                  <a:pt x="515925" y="17175"/>
                </a:lnTo>
                <a:lnTo>
                  <a:pt x="516000" y="17025"/>
                </a:lnTo>
                <a:lnTo>
                  <a:pt x="516075" y="17025"/>
                </a:lnTo>
                <a:lnTo>
                  <a:pt x="516225" y="16875"/>
                </a:lnTo>
                <a:lnTo>
                  <a:pt x="516375" y="16800"/>
                </a:lnTo>
                <a:lnTo>
                  <a:pt x="516375" y="16725"/>
                </a:lnTo>
                <a:lnTo>
                  <a:pt x="516525" y="16650"/>
                </a:lnTo>
                <a:lnTo>
                  <a:pt x="516600" y="16650"/>
                </a:lnTo>
                <a:lnTo>
                  <a:pt x="516675" y="16500"/>
                </a:lnTo>
                <a:lnTo>
                  <a:pt x="516750" y="16500"/>
                </a:lnTo>
                <a:lnTo>
                  <a:pt x="516900" y="16425"/>
                </a:lnTo>
                <a:lnTo>
                  <a:pt x="516900" y="16350"/>
                </a:lnTo>
                <a:lnTo>
                  <a:pt x="517050" y="16275"/>
                </a:lnTo>
                <a:lnTo>
                  <a:pt x="517125" y="16275"/>
                </a:lnTo>
                <a:lnTo>
                  <a:pt x="517275" y="16125"/>
                </a:lnTo>
                <a:lnTo>
                  <a:pt x="517575" y="15975"/>
                </a:lnTo>
                <a:lnTo>
                  <a:pt x="517650" y="15900"/>
                </a:lnTo>
                <a:lnTo>
                  <a:pt x="518175" y="15675"/>
                </a:lnTo>
                <a:lnTo>
                  <a:pt x="518175" y="15600"/>
                </a:lnTo>
                <a:lnTo>
                  <a:pt x="518325" y="15525"/>
                </a:lnTo>
                <a:lnTo>
                  <a:pt x="518625" y="15450"/>
                </a:lnTo>
                <a:lnTo>
                  <a:pt x="518700" y="15375"/>
                </a:lnTo>
                <a:lnTo>
                  <a:pt x="519000" y="15300"/>
                </a:lnTo>
                <a:lnTo>
                  <a:pt x="519150" y="15225"/>
                </a:lnTo>
                <a:lnTo>
                  <a:pt x="519150" y="15150"/>
                </a:lnTo>
                <a:lnTo>
                  <a:pt x="519375" y="15150"/>
                </a:lnTo>
                <a:lnTo>
                  <a:pt x="519375" y="15075"/>
                </a:lnTo>
                <a:lnTo>
                  <a:pt x="519525" y="15075"/>
                </a:lnTo>
                <a:lnTo>
                  <a:pt x="519600" y="15000"/>
                </a:lnTo>
                <a:lnTo>
                  <a:pt x="519750" y="15000"/>
                </a:lnTo>
                <a:lnTo>
                  <a:pt x="519825" y="14925"/>
                </a:lnTo>
                <a:lnTo>
                  <a:pt x="519975" y="14925"/>
                </a:lnTo>
                <a:lnTo>
                  <a:pt x="520575" y="14700"/>
                </a:lnTo>
                <a:lnTo>
                  <a:pt x="520800" y="14700"/>
                </a:lnTo>
                <a:lnTo>
                  <a:pt x="520875" y="14625"/>
                </a:lnTo>
                <a:lnTo>
                  <a:pt x="521100" y="14625"/>
                </a:lnTo>
                <a:lnTo>
                  <a:pt x="521250" y="14550"/>
                </a:lnTo>
                <a:lnTo>
                  <a:pt x="521475" y="14550"/>
                </a:lnTo>
                <a:lnTo>
                  <a:pt x="521700" y="14475"/>
                </a:lnTo>
                <a:lnTo>
                  <a:pt x="521925" y="14475"/>
                </a:lnTo>
                <a:lnTo>
                  <a:pt x="522150" y="14400"/>
                </a:lnTo>
                <a:lnTo>
                  <a:pt x="522375" y="14400"/>
                </a:lnTo>
                <a:lnTo>
                  <a:pt x="522600" y="14325"/>
                </a:lnTo>
                <a:lnTo>
                  <a:pt x="523275" y="14325"/>
                </a:lnTo>
                <a:lnTo>
                  <a:pt x="523500" y="14250"/>
                </a:lnTo>
                <a:lnTo>
                  <a:pt x="525600" y="14250"/>
                </a:lnTo>
                <a:lnTo>
                  <a:pt x="525825" y="14325"/>
                </a:lnTo>
                <a:lnTo>
                  <a:pt x="526350" y="14325"/>
                </a:lnTo>
                <a:lnTo>
                  <a:pt x="526575" y="14400"/>
                </a:lnTo>
                <a:lnTo>
                  <a:pt x="527100" y="14400"/>
                </a:lnTo>
                <a:lnTo>
                  <a:pt x="527325" y="14475"/>
                </a:lnTo>
                <a:lnTo>
                  <a:pt x="527550" y="14475"/>
                </a:lnTo>
                <a:lnTo>
                  <a:pt x="527775" y="14550"/>
                </a:lnTo>
                <a:lnTo>
                  <a:pt x="528075" y="14550"/>
                </a:lnTo>
                <a:lnTo>
                  <a:pt x="528300" y="14625"/>
                </a:lnTo>
                <a:lnTo>
                  <a:pt x="528525" y="14625"/>
                </a:lnTo>
                <a:lnTo>
                  <a:pt x="528600" y="14700"/>
                </a:lnTo>
                <a:lnTo>
                  <a:pt x="528825" y="14700"/>
                </a:lnTo>
                <a:lnTo>
                  <a:pt x="529275" y="14850"/>
                </a:lnTo>
                <a:lnTo>
                  <a:pt x="529575" y="14850"/>
                </a:lnTo>
                <a:lnTo>
                  <a:pt x="532200" y="15600"/>
                </a:lnTo>
                <a:lnTo>
                  <a:pt x="532725" y="15825"/>
                </a:lnTo>
                <a:lnTo>
                  <a:pt x="533475" y="16050"/>
                </a:lnTo>
                <a:lnTo>
                  <a:pt x="533550" y="16125"/>
                </a:lnTo>
                <a:lnTo>
                  <a:pt x="534075" y="16275"/>
                </a:lnTo>
                <a:lnTo>
                  <a:pt x="531825" y="21150"/>
                </a:lnTo>
                <a:lnTo>
                  <a:pt x="531600" y="21075"/>
                </a:lnTo>
                <a:lnTo>
                  <a:pt x="531375" y="20925"/>
                </a:lnTo>
                <a:lnTo>
                  <a:pt x="529650" y="20325"/>
                </a:lnTo>
                <a:lnTo>
                  <a:pt x="529425" y="20325"/>
                </a:lnTo>
                <a:lnTo>
                  <a:pt x="528750" y="20100"/>
                </a:lnTo>
                <a:lnTo>
                  <a:pt x="528600" y="20100"/>
                </a:lnTo>
                <a:lnTo>
                  <a:pt x="528150" y="19950"/>
                </a:lnTo>
                <a:lnTo>
                  <a:pt x="528000" y="19950"/>
                </a:lnTo>
                <a:lnTo>
                  <a:pt x="527775" y="19875"/>
                </a:lnTo>
                <a:lnTo>
                  <a:pt x="527550" y="19875"/>
                </a:lnTo>
                <a:lnTo>
                  <a:pt x="527400" y="19800"/>
                </a:lnTo>
                <a:lnTo>
                  <a:pt x="527175" y="19800"/>
                </a:lnTo>
                <a:lnTo>
                  <a:pt x="527025" y="19725"/>
                </a:lnTo>
                <a:lnTo>
                  <a:pt x="526800" y="19725"/>
                </a:lnTo>
                <a:lnTo>
                  <a:pt x="526650" y="19650"/>
                </a:lnTo>
                <a:lnTo>
                  <a:pt x="526275" y="19650"/>
                </a:lnTo>
                <a:lnTo>
                  <a:pt x="526125" y="19575"/>
                </a:lnTo>
                <a:lnTo>
                  <a:pt x="525600" y="19575"/>
                </a:lnTo>
                <a:lnTo>
                  <a:pt x="525450" y="19500"/>
                </a:lnTo>
                <a:lnTo>
                  <a:pt x="523725" y="19500"/>
                </a:lnTo>
                <a:lnTo>
                  <a:pt x="523575" y="19575"/>
                </a:lnTo>
                <a:lnTo>
                  <a:pt x="523050" y="19575"/>
                </a:lnTo>
                <a:lnTo>
                  <a:pt x="522900" y="19650"/>
                </a:lnTo>
                <a:lnTo>
                  <a:pt x="522675" y="19650"/>
                </a:lnTo>
                <a:lnTo>
                  <a:pt x="522525" y="19725"/>
                </a:lnTo>
                <a:lnTo>
                  <a:pt x="522300" y="19725"/>
                </a:lnTo>
                <a:lnTo>
                  <a:pt x="522150" y="19800"/>
                </a:lnTo>
                <a:lnTo>
                  <a:pt x="521925" y="19800"/>
                </a:lnTo>
                <a:lnTo>
                  <a:pt x="521850" y="19875"/>
                </a:lnTo>
                <a:lnTo>
                  <a:pt x="521700" y="19875"/>
                </a:lnTo>
                <a:lnTo>
                  <a:pt x="521625" y="19950"/>
                </a:lnTo>
                <a:lnTo>
                  <a:pt x="521475" y="19950"/>
                </a:lnTo>
                <a:lnTo>
                  <a:pt x="521400" y="20025"/>
                </a:lnTo>
                <a:lnTo>
                  <a:pt x="521325" y="20025"/>
                </a:lnTo>
                <a:lnTo>
                  <a:pt x="521100" y="20175"/>
                </a:lnTo>
                <a:lnTo>
                  <a:pt x="520800" y="20250"/>
                </a:lnTo>
                <a:lnTo>
                  <a:pt x="520575" y="20475"/>
                </a:lnTo>
                <a:lnTo>
                  <a:pt x="520425" y="20475"/>
                </a:lnTo>
                <a:lnTo>
                  <a:pt x="520275" y="20625"/>
                </a:lnTo>
                <a:lnTo>
                  <a:pt x="520200" y="20625"/>
                </a:lnTo>
                <a:lnTo>
                  <a:pt x="519675" y="21150"/>
                </a:lnTo>
                <a:lnTo>
                  <a:pt x="519600" y="21150"/>
                </a:lnTo>
                <a:lnTo>
                  <a:pt x="519375" y="21375"/>
                </a:lnTo>
                <a:lnTo>
                  <a:pt x="519300" y="21525"/>
                </a:lnTo>
                <a:lnTo>
                  <a:pt x="518925" y="21900"/>
                </a:lnTo>
                <a:lnTo>
                  <a:pt x="518925" y="21975"/>
                </a:lnTo>
                <a:lnTo>
                  <a:pt x="518850" y="22125"/>
                </a:lnTo>
                <a:lnTo>
                  <a:pt x="518700" y="22275"/>
                </a:lnTo>
                <a:lnTo>
                  <a:pt x="518625" y="22425"/>
                </a:lnTo>
                <a:lnTo>
                  <a:pt x="518625" y="22500"/>
                </a:lnTo>
                <a:lnTo>
                  <a:pt x="518400" y="22800"/>
                </a:lnTo>
                <a:lnTo>
                  <a:pt x="518400" y="22950"/>
                </a:lnTo>
                <a:lnTo>
                  <a:pt x="518175" y="23250"/>
                </a:lnTo>
                <a:lnTo>
                  <a:pt x="518175" y="23400"/>
                </a:lnTo>
                <a:lnTo>
                  <a:pt x="517950" y="23925"/>
                </a:lnTo>
                <a:lnTo>
                  <a:pt x="517950" y="24075"/>
                </a:lnTo>
                <a:lnTo>
                  <a:pt x="517800" y="24450"/>
                </a:lnTo>
                <a:lnTo>
                  <a:pt x="517800" y="24600"/>
                </a:lnTo>
                <a:lnTo>
                  <a:pt x="517725" y="24750"/>
                </a:lnTo>
                <a:lnTo>
                  <a:pt x="517725" y="24900"/>
                </a:lnTo>
                <a:lnTo>
                  <a:pt x="517650" y="25050"/>
                </a:lnTo>
                <a:lnTo>
                  <a:pt x="517650" y="25425"/>
                </a:lnTo>
                <a:lnTo>
                  <a:pt x="517575" y="25575"/>
                </a:lnTo>
                <a:lnTo>
                  <a:pt x="517575" y="25875"/>
                </a:lnTo>
                <a:lnTo>
                  <a:pt x="517500" y="26025"/>
                </a:lnTo>
                <a:lnTo>
                  <a:pt x="517500" y="26550"/>
                </a:lnTo>
                <a:lnTo>
                  <a:pt x="517425" y="26775"/>
                </a:lnTo>
                <a:lnTo>
                  <a:pt x="517425" y="66750"/>
                </a:lnTo>
                <a:close/>
                <a:moveTo>
                  <a:pt x="545025" y="14250"/>
                </a:moveTo>
                <a:lnTo>
                  <a:pt x="545025" y="52500"/>
                </a:lnTo>
                <a:lnTo>
                  <a:pt x="539325" y="52500"/>
                </a:lnTo>
                <a:lnTo>
                  <a:pt x="539325" y="14250"/>
                </a:lnTo>
                <a:close/>
                <a:moveTo>
                  <a:pt x="551325" y="66750"/>
                </a:moveTo>
                <a:lnTo>
                  <a:pt x="551325" y="26625"/>
                </a:lnTo>
                <a:lnTo>
                  <a:pt x="551400" y="26475"/>
                </a:lnTo>
                <a:lnTo>
                  <a:pt x="551400" y="25725"/>
                </a:lnTo>
                <a:lnTo>
                  <a:pt x="551475" y="25500"/>
                </a:lnTo>
                <a:lnTo>
                  <a:pt x="551475" y="25275"/>
                </a:lnTo>
                <a:lnTo>
                  <a:pt x="551550" y="25050"/>
                </a:lnTo>
                <a:lnTo>
                  <a:pt x="551550" y="24600"/>
                </a:lnTo>
                <a:lnTo>
                  <a:pt x="551625" y="24600"/>
                </a:lnTo>
                <a:lnTo>
                  <a:pt x="551625" y="24375"/>
                </a:lnTo>
                <a:lnTo>
                  <a:pt x="551700" y="24150"/>
                </a:lnTo>
                <a:lnTo>
                  <a:pt x="551700" y="23925"/>
                </a:lnTo>
                <a:lnTo>
                  <a:pt x="551775" y="23700"/>
                </a:lnTo>
                <a:lnTo>
                  <a:pt x="551775" y="23475"/>
                </a:lnTo>
                <a:lnTo>
                  <a:pt x="551850" y="23475"/>
                </a:lnTo>
                <a:lnTo>
                  <a:pt x="551850" y="23250"/>
                </a:lnTo>
                <a:lnTo>
                  <a:pt x="552075" y="22650"/>
                </a:lnTo>
                <a:lnTo>
                  <a:pt x="552075" y="22425"/>
                </a:lnTo>
                <a:lnTo>
                  <a:pt x="552150" y="22425"/>
                </a:lnTo>
                <a:lnTo>
                  <a:pt x="552150" y="22200"/>
                </a:lnTo>
                <a:lnTo>
                  <a:pt x="552225" y="22050"/>
                </a:lnTo>
                <a:lnTo>
                  <a:pt x="552225" y="21975"/>
                </a:lnTo>
                <a:lnTo>
                  <a:pt x="552375" y="21600"/>
                </a:lnTo>
                <a:lnTo>
                  <a:pt x="552525" y="21375"/>
                </a:lnTo>
                <a:lnTo>
                  <a:pt x="552525" y="21225"/>
                </a:lnTo>
                <a:lnTo>
                  <a:pt x="552600" y="21225"/>
                </a:lnTo>
                <a:lnTo>
                  <a:pt x="552675" y="21075"/>
                </a:lnTo>
                <a:lnTo>
                  <a:pt x="552750" y="20775"/>
                </a:lnTo>
                <a:lnTo>
                  <a:pt x="552900" y="20475"/>
                </a:lnTo>
                <a:lnTo>
                  <a:pt x="552975" y="20400"/>
                </a:lnTo>
                <a:lnTo>
                  <a:pt x="553125" y="20100"/>
                </a:lnTo>
                <a:lnTo>
                  <a:pt x="553125" y="20025"/>
                </a:lnTo>
                <a:lnTo>
                  <a:pt x="553275" y="19875"/>
                </a:lnTo>
                <a:lnTo>
                  <a:pt x="553650" y="19200"/>
                </a:lnTo>
                <a:lnTo>
                  <a:pt x="553725" y="19200"/>
                </a:lnTo>
                <a:lnTo>
                  <a:pt x="553800" y="19050"/>
                </a:lnTo>
                <a:lnTo>
                  <a:pt x="553800" y="18975"/>
                </a:lnTo>
                <a:lnTo>
                  <a:pt x="553950" y="18900"/>
                </a:lnTo>
                <a:lnTo>
                  <a:pt x="553950" y="18825"/>
                </a:lnTo>
                <a:lnTo>
                  <a:pt x="554025" y="18675"/>
                </a:lnTo>
                <a:lnTo>
                  <a:pt x="554100" y="18675"/>
                </a:lnTo>
                <a:lnTo>
                  <a:pt x="554400" y="18225"/>
                </a:lnTo>
                <a:lnTo>
                  <a:pt x="555450" y="17175"/>
                </a:lnTo>
                <a:lnTo>
                  <a:pt x="555525" y="17175"/>
                </a:lnTo>
                <a:lnTo>
                  <a:pt x="555600" y="17025"/>
                </a:lnTo>
                <a:lnTo>
                  <a:pt x="555675" y="17025"/>
                </a:lnTo>
                <a:lnTo>
                  <a:pt x="555825" y="16875"/>
                </a:lnTo>
                <a:lnTo>
                  <a:pt x="555975" y="16800"/>
                </a:lnTo>
                <a:lnTo>
                  <a:pt x="555975" y="16725"/>
                </a:lnTo>
                <a:lnTo>
                  <a:pt x="556125" y="16650"/>
                </a:lnTo>
                <a:lnTo>
                  <a:pt x="556200" y="16650"/>
                </a:lnTo>
                <a:lnTo>
                  <a:pt x="556275" y="16500"/>
                </a:lnTo>
                <a:lnTo>
                  <a:pt x="556350" y="16500"/>
                </a:lnTo>
                <a:lnTo>
                  <a:pt x="556500" y="16425"/>
                </a:lnTo>
                <a:lnTo>
                  <a:pt x="556500" y="16350"/>
                </a:lnTo>
                <a:lnTo>
                  <a:pt x="556650" y="16275"/>
                </a:lnTo>
                <a:lnTo>
                  <a:pt x="556725" y="16275"/>
                </a:lnTo>
                <a:lnTo>
                  <a:pt x="556875" y="16125"/>
                </a:lnTo>
                <a:lnTo>
                  <a:pt x="557175" y="15975"/>
                </a:lnTo>
                <a:lnTo>
                  <a:pt x="557250" y="15900"/>
                </a:lnTo>
                <a:lnTo>
                  <a:pt x="557775" y="15675"/>
                </a:lnTo>
                <a:lnTo>
                  <a:pt x="557775" y="15600"/>
                </a:lnTo>
                <a:lnTo>
                  <a:pt x="557925" y="15525"/>
                </a:lnTo>
                <a:lnTo>
                  <a:pt x="558225" y="15450"/>
                </a:lnTo>
                <a:lnTo>
                  <a:pt x="558300" y="15375"/>
                </a:lnTo>
                <a:lnTo>
                  <a:pt x="558600" y="15300"/>
                </a:lnTo>
                <a:lnTo>
                  <a:pt x="558750" y="15225"/>
                </a:lnTo>
                <a:lnTo>
                  <a:pt x="558750" y="15150"/>
                </a:lnTo>
                <a:lnTo>
                  <a:pt x="558975" y="15150"/>
                </a:lnTo>
                <a:lnTo>
                  <a:pt x="558975" y="15075"/>
                </a:lnTo>
                <a:lnTo>
                  <a:pt x="559125" y="15075"/>
                </a:lnTo>
                <a:lnTo>
                  <a:pt x="559200" y="15000"/>
                </a:lnTo>
                <a:lnTo>
                  <a:pt x="559350" y="15000"/>
                </a:lnTo>
                <a:lnTo>
                  <a:pt x="559425" y="14925"/>
                </a:lnTo>
                <a:lnTo>
                  <a:pt x="559575" y="14925"/>
                </a:lnTo>
                <a:lnTo>
                  <a:pt x="560175" y="14700"/>
                </a:lnTo>
                <a:lnTo>
                  <a:pt x="560400" y="14700"/>
                </a:lnTo>
                <a:lnTo>
                  <a:pt x="560475" y="14625"/>
                </a:lnTo>
                <a:lnTo>
                  <a:pt x="560700" y="14625"/>
                </a:lnTo>
                <a:lnTo>
                  <a:pt x="560850" y="14550"/>
                </a:lnTo>
                <a:lnTo>
                  <a:pt x="561075" y="14550"/>
                </a:lnTo>
                <a:lnTo>
                  <a:pt x="561300" y="14475"/>
                </a:lnTo>
                <a:lnTo>
                  <a:pt x="561525" y="14475"/>
                </a:lnTo>
                <a:lnTo>
                  <a:pt x="561750" y="14400"/>
                </a:lnTo>
                <a:lnTo>
                  <a:pt x="561975" y="14400"/>
                </a:lnTo>
                <a:lnTo>
                  <a:pt x="562200" y="14325"/>
                </a:lnTo>
                <a:lnTo>
                  <a:pt x="562875" y="14325"/>
                </a:lnTo>
                <a:lnTo>
                  <a:pt x="563100" y="14250"/>
                </a:lnTo>
                <a:lnTo>
                  <a:pt x="565200" y="14250"/>
                </a:lnTo>
                <a:lnTo>
                  <a:pt x="565425" y="14325"/>
                </a:lnTo>
                <a:lnTo>
                  <a:pt x="565950" y="14325"/>
                </a:lnTo>
                <a:lnTo>
                  <a:pt x="566175" y="14400"/>
                </a:lnTo>
                <a:lnTo>
                  <a:pt x="566700" y="14400"/>
                </a:lnTo>
                <a:lnTo>
                  <a:pt x="566925" y="14475"/>
                </a:lnTo>
                <a:lnTo>
                  <a:pt x="567150" y="14475"/>
                </a:lnTo>
                <a:lnTo>
                  <a:pt x="567375" y="14550"/>
                </a:lnTo>
                <a:lnTo>
                  <a:pt x="567675" y="14550"/>
                </a:lnTo>
                <a:lnTo>
                  <a:pt x="567900" y="14625"/>
                </a:lnTo>
                <a:lnTo>
                  <a:pt x="568125" y="14625"/>
                </a:lnTo>
                <a:lnTo>
                  <a:pt x="568200" y="14700"/>
                </a:lnTo>
                <a:lnTo>
                  <a:pt x="568425" y="14700"/>
                </a:lnTo>
                <a:lnTo>
                  <a:pt x="568875" y="14850"/>
                </a:lnTo>
                <a:lnTo>
                  <a:pt x="569175" y="14850"/>
                </a:lnTo>
                <a:lnTo>
                  <a:pt x="571800" y="15600"/>
                </a:lnTo>
                <a:lnTo>
                  <a:pt x="572325" y="15825"/>
                </a:lnTo>
                <a:lnTo>
                  <a:pt x="573075" y="16050"/>
                </a:lnTo>
                <a:lnTo>
                  <a:pt x="573150" y="16125"/>
                </a:lnTo>
                <a:lnTo>
                  <a:pt x="573675" y="16275"/>
                </a:lnTo>
                <a:lnTo>
                  <a:pt x="571425" y="21150"/>
                </a:lnTo>
                <a:lnTo>
                  <a:pt x="571200" y="21075"/>
                </a:lnTo>
                <a:lnTo>
                  <a:pt x="570975" y="20925"/>
                </a:lnTo>
                <a:lnTo>
                  <a:pt x="569250" y="20325"/>
                </a:lnTo>
                <a:lnTo>
                  <a:pt x="569025" y="20325"/>
                </a:lnTo>
                <a:lnTo>
                  <a:pt x="568350" y="20100"/>
                </a:lnTo>
                <a:lnTo>
                  <a:pt x="568200" y="20100"/>
                </a:lnTo>
                <a:lnTo>
                  <a:pt x="567750" y="19950"/>
                </a:lnTo>
                <a:lnTo>
                  <a:pt x="567600" y="19950"/>
                </a:lnTo>
                <a:lnTo>
                  <a:pt x="567375" y="19875"/>
                </a:lnTo>
                <a:lnTo>
                  <a:pt x="567150" y="19875"/>
                </a:lnTo>
                <a:lnTo>
                  <a:pt x="567000" y="19800"/>
                </a:lnTo>
                <a:lnTo>
                  <a:pt x="566775" y="19800"/>
                </a:lnTo>
                <a:lnTo>
                  <a:pt x="566625" y="19725"/>
                </a:lnTo>
                <a:lnTo>
                  <a:pt x="566400" y="19725"/>
                </a:lnTo>
                <a:lnTo>
                  <a:pt x="566250" y="19650"/>
                </a:lnTo>
                <a:lnTo>
                  <a:pt x="565875" y="19650"/>
                </a:lnTo>
                <a:lnTo>
                  <a:pt x="565725" y="19575"/>
                </a:lnTo>
                <a:lnTo>
                  <a:pt x="565200" y="19575"/>
                </a:lnTo>
                <a:lnTo>
                  <a:pt x="565050" y="19500"/>
                </a:lnTo>
                <a:lnTo>
                  <a:pt x="563325" y="19500"/>
                </a:lnTo>
                <a:lnTo>
                  <a:pt x="563175" y="19575"/>
                </a:lnTo>
                <a:lnTo>
                  <a:pt x="562650" y="19575"/>
                </a:lnTo>
                <a:lnTo>
                  <a:pt x="562500" y="19650"/>
                </a:lnTo>
                <a:lnTo>
                  <a:pt x="562275" y="19650"/>
                </a:lnTo>
                <a:lnTo>
                  <a:pt x="562125" y="19725"/>
                </a:lnTo>
                <a:lnTo>
                  <a:pt x="561900" y="19725"/>
                </a:lnTo>
                <a:lnTo>
                  <a:pt x="561750" y="19800"/>
                </a:lnTo>
                <a:lnTo>
                  <a:pt x="561525" y="19800"/>
                </a:lnTo>
                <a:lnTo>
                  <a:pt x="561450" y="19875"/>
                </a:lnTo>
                <a:lnTo>
                  <a:pt x="561300" y="19875"/>
                </a:lnTo>
                <a:lnTo>
                  <a:pt x="561225" y="19950"/>
                </a:lnTo>
                <a:lnTo>
                  <a:pt x="561075" y="19950"/>
                </a:lnTo>
                <a:lnTo>
                  <a:pt x="561000" y="20025"/>
                </a:lnTo>
                <a:lnTo>
                  <a:pt x="560925" y="20025"/>
                </a:lnTo>
                <a:lnTo>
                  <a:pt x="560700" y="20175"/>
                </a:lnTo>
                <a:lnTo>
                  <a:pt x="560400" y="20250"/>
                </a:lnTo>
                <a:lnTo>
                  <a:pt x="560175" y="20475"/>
                </a:lnTo>
                <a:lnTo>
                  <a:pt x="560025" y="20475"/>
                </a:lnTo>
                <a:lnTo>
                  <a:pt x="559875" y="20625"/>
                </a:lnTo>
                <a:lnTo>
                  <a:pt x="559800" y="20625"/>
                </a:lnTo>
                <a:lnTo>
                  <a:pt x="559275" y="21150"/>
                </a:lnTo>
                <a:lnTo>
                  <a:pt x="559200" y="21150"/>
                </a:lnTo>
                <a:lnTo>
                  <a:pt x="558975" y="21375"/>
                </a:lnTo>
                <a:lnTo>
                  <a:pt x="558900" y="21525"/>
                </a:lnTo>
                <a:lnTo>
                  <a:pt x="558525" y="21900"/>
                </a:lnTo>
                <a:lnTo>
                  <a:pt x="558525" y="21975"/>
                </a:lnTo>
                <a:lnTo>
                  <a:pt x="558450" y="22125"/>
                </a:lnTo>
                <a:lnTo>
                  <a:pt x="558300" y="22275"/>
                </a:lnTo>
                <a:lnTo>
                  <a:pt x="558225" y="22425"/>
                </a:lnTo>
                <a:lnTo>
                  <a:pt x="558225" y="22500"/>
                </a:lnTo>
                <a:lnTo>
                  <a:pt x="558000" y="22800"/>
                </a:lnTo>
                <a:lnTo>
                  <a:pt x="558000" y="22950"/>
                </a:lnTo>
                <a:lnTo>
                  <a:pt x="557775" y="23250"/>
                </a:lnTo>
                <a:lnTo>
                  <a:pt x="557775" y="23400"/>
                </a:lnTo>
                <a:lnTo>
                  <a:pt x="557550" y="23925"/>
                </a:lnTo>
                <a:lnTo>
                  <a:pt x="557550" y="24075"/>
                </a:lnTo>
                <a:lnTo>
                  <a:pt x="557400" y="24450"/>
                </a:lnTo>
                <a:lnTo>
                  <a:pt x="557400" y="24600"/>
                </a:lnTo>
                <a:lnTo>
                  <a:pt x="557325" y="24750"/>
                </a:lnTo>
                <a:lnTo>
                  <a:pt x="557325" y="24900"/>
                </a:lnTo>
                <a:lnTo>
                  <a:pt x="557250" y="25050"/>
                </a:lnTo>
                <a:lnTo>
                  <a:pt x="557250" y="25425"/>
                </a:lnTo>
                <a:lnTo>
                  <a:pt x="557175" y="25575"/>
                </a:lnTo>
                <a:lnTo>
                  <a:pt x="557175" y="25875"/>
                </a:lnTo>
                <a:lnTo>
                  <a:pt x="557100" y="26025"/>
                </a:lnTo>
                <a:lnTo>
                  <a:pt x="557100" y="26550"/>
                </a:lnTo>
                <a:lnTo>
                  <a:pt x="557025" y="26775"/>
                </a:lnTo>
                <a:lnTo>
                  <a:pt x="557025" y="66750"/>
                </a:lnTo>
                <a:close/>
                <a:moveTo>
                  <a:pt x="604125" y="52500"/>
                </a:moveTo>
                <a:lnTo>
                  <a:pt x="597825" y="52500"/>
                </a:lnTo>
                <a:lnTo>
                  <a:pt x="597825" y="28950"/>
                </a:lnTo>
                <a:lnTo>
                  <a:pt x="597225" y="28950"/>
                </a:lnTo>
                <a:lnTo>
                  <a:pt x="597000" y="28875"/>
                </a:lnTo>
                <a:lnTo>
                  <a:pt x="596550" y="28875"/>
                </a:lnTo>
                <a:lnTo>
                  <a:pt x="596400" y="28800"/>
                </a:lnTo>
                <a:lnTo>
                  <a:pt x="595875" y="28800"/>
                </a:lnTo>
                <a:lnTo>
                  <a:pt x="595725" y="28725"/>
                </a:lnTo>
                <a:lnTo>
                  <a:pt x="595275" y="28725"/>
                </a:lnTo>
                <a:lnTo>
                  <a:pt x="595275" y="28650"/>
                </a:lnTo>
                <a:lnTo>
                  <a:pt x="594825" y="28650"/>
                </a:lnTo>
                <a:lnTo>
                  <a:pt x="594675" y="28575"/>
                </a:lnTo>
                <a:lnTo>
                  <a:pt x="594375" y="28575"/>
                </a:lnTo>
                <a:lnTo>
                  <a:pt x="594225" y="28500"/>
                </a:lnTo>
                <a:lnTo>
                  <a:pt x="594000" y="28500"/>
                </a:lnTo>
                <a:lnTo>
                  <a:pt x="593775" y="28425"/>
                </a:lnTo>
                <a:lnTo>
                  <a:pt x="593625" y="28425"/>
                </a:lnTo>
                <a:lnTo>
                  <a:pt x="593550" y="28350"/>
                </a:lnTo>
                <a:lnTo>
                  <a:pt x="593400" y="28350"/>
                </a:lnTo>
                <a:lnTo>
                  <a:pt x="593175" y="28275"/>
                </a:lnTo>
                <a:lnTo>
                  <a:pt x="592950" y="28275"/>
                </a:lnTo>
                <a:lnTo>
                  <a:pt x="592800" y="28200"/>
                </a:lnTo>
                <a:lnTo>
                  <a:pt x="592575" y="28200"/>
                </a:lnTo>
                <a:lnTo>
                  <a:pt x="592575" y="28125"/>
                </a:lnTo>
                <a:lnTo>
                  <a:pt x="592350" y="28125"/>
                </a:lnTo>
                <a:lnTo>
                  <a:pt x="592200" y="28050"/>
                </a:lnTo>
                <a:lnTo>
                  <a:pt x="591975" y="28050"/>
                </a:lnTo>
                <a:lnTo>
                  <a:pt x="591975" y="27975"/>
                </a:lnTo>
                <a:lnTo>
                  <a:pt x="591750" y="27975"/>
                </a:lnTo>
                <a:lnTo>
                  <a:pt x="591450" y="27825"/>
                </a:lnTo>
                <a:lnTo>
                  <a:pt x="591225" y="27825"/>
                </a:lnTo>
                <a:lnTo>
                  <a:pt x="590700" y="27600"/>
                </a:lnTo>
                <a:lnTo>
                  <a:pt x="590475" y="27600"/>
                </a:lnTo>
                <a:lnTo>
                  <a:pt x="590475" y="27525"/>
                </a:lnTo>
                <a:lnTo>
                  <a:pt x="590250" y="27525"/>
                </a:lnTo>
                <a:lnTo>
                  <a:pt x="589575" y="27225"/>
                </a:lnTo>
                <a:lnTo>
                  <a:pt x="589425" y="27225"/>
                </a:lnTo>
                <a:lnTo>
                  <a:pt x="589350" y="27150"/>
                </a:lnTo>
                <a:lnTo>
                  <a:pt x="589200" y="27150"/>
                </a:lnTo>
                <a:lnTo>
                  <a:pt x="588375" y="26775"/>
                </a:lnTo>
                <a:lnTo>
                  <a:pt x="588300" y="26775"/>
                </a:lnTo>
                <a:lnTo>
                  <a:pt x="587700" y="26475"/>
                </a:lnTo>
                <a:lnTo>
                  <a:pt x="587625" y="26475"/>
                </a:lnTo>
                <a:lnTo>
                  <a:pt x="586875" y="26100"/>
                </a:lnTo>
                <a:lnTo>
                  <a:pt x="586800" y="26100"/>
                </a:lnTo>
                <a:lnTo>
                  <a:pt x="586575" y="25875"/>
                </a:lnTo>
                <a:lnTo>
                  <a:pt x="586500" y="25875"/>
                </a:lnTo>
                <a:lnTo>
                  <a:pt x="586425" y="25800"/>
                </a:lnTo>
                <a:lnTo>
                  <a:pt x="586350" y="25800"/>
                </a:lnTo>
                <a:lnTo>
                  <a:pt x="585600" y="25425"/>
                </a:lnTo>
                <a:lnTo>
                  <a:pt x="585600" y="25350"/>
                </a:lnTo>
                <a:lnTo>
                  <a:pt x="585300" y="25200"/>
                </a:lnTo>
                <a:lnTo>
                  <a:pt x="585225" y="25125"/>
                </a:lnTo>
                <a:lnTo>
                  <a:pt x="585150" y="25125"/>
                </a:lnTo>
                <a:lnTo>
                  <a:pt x="585075" y="25050"/>
                </a:lnTo>
                <a:lnTo>
                  <a:pt x="585000" y="25050"/>
                </a:lnTo>
                <a:lnTo>
                  <a:pt x="584775" y="24825"/>
                </a:lnTo>
                <a:lnTo>
                  <a:pt x="584700" y="24825"/>
                </a:lnTo>
                <a:lnTo>
                  <a:pt x="584475" y="24675"/>
                </a:lnTo>
                <a:lnTo>
                  <a:pt x="584325" y="24525"/>
                </a:lnTo>
                <a:lnTo>
                  <a:pt x="584100" y="24375"/>
                </a:lnTo>
                <a:lnTo>
                  <a:pt x="584025" y="24375"/>
                </a:lnTo>
                <a:lnTo>
                  <a:pt x="583950" y="24300"/>
                </a:lnTo>
                <a:lnTo>
                  <a:pt x="583950" y="24225"/>
                </a:lnTo>
                <a:lnTo>
                  <a:pt x="583650" y="24075"/>
                </a:lnTo>
                <a:lnTo>
                  <a:pt x="583425" y="23850"/>
                </a:lnTo>
                <a:lnTo>
                  <a:pt x="583275" y="23775"/>
                </a:lnTo>
                <a:lnTo>
                  <a:pt x="583200" y="23625"/>
                </a:lnTo>
                <a:lnTo>
                  <a:pt x="583125" y="23625"/>
                </a:lnTo>
                <a:lnTo>
                  <a:pt x="582900" y="23475"/>
                </a:lnTo>
                <a:lnTo>
                  <a:pt x="582900" y="23400"/>
                </a:lnTo>
                <a:lnTo>
                  <a:pt x="582825" y="23325"/>
                </a:lnTo>
                <a:lnTo>
                  <a:pt x="582750" y="23325"/>
                </a:lnTo>
                <a:lnTo>
                  <a:pt x="582225" y="22800"/>
                </a:lnTo>
                <a:lnTo>
                  <a:pt x="582075" y="22725"/>
                </a:lnTo>
                <a:lnTo>
                  <a:pt x="582075" y="22650"/>
                </a:lnTo>
                <a:lnTo>
                  <a:pt x="581850" y="22500"/>
                </a:lnTo>
                <a:lnTo>
                  <a:pt x="581850" y="22425"/>
                </a:lnTo>
                <a:lnTo>
                  <a:pt x="581325" y="21900"/>
                </a:lnTo>
                <a:lnTo>
                  <a:pt x="581250" y="21750"/>
                </a:lnTo>
                <a:lnTo>
                  <a:pt x="581175" y="21675"/>
                </a:lnTo>
                <a:lnTo>
                  <a:pt x="581100" y="21675"/>
                </a:lnTo>
                <a:lnTo>
                  <a:pt x="580875" y="21300"/>
                </a:lnTo>
                <a:lnTo>
                  <a:pt x="580575" y="21000"/>
                </a:lnTo>
                <a:lnTo>
                  <a:pt x="580575" y="20925"/>
                </a:lnTo>
                <a:lnTo>
                  <a:pt x="580425" y="20700"/>
                </a:lnTo>
                <a:lnTo>
                  <a:pt x="580350" y="20700"/>
                </a:lnTo>
                <a:lnTo>
                  <a:pt x="580350" y="20625"/>
                </a:lnTo>
                <a:lnTo>
                  <a:pt x="580200" y="20475"/>
                </a:lnTo>
                <a:lnTo>
                  <a:pt x="579900" y="20025"/>
                </a:lnTo>
                <a:lnTo>
                  <a:pt x="579900" y="19950"/>
                </a:lnTo>
                <a:lnTo>
                  <a:pt x="579675" y="19650"/>
                </a:lnTo>
                <a:lnTo>
                  <a:pt x="579675" y="19575"/>
                </a:lnTo>
                <a:lnTo>
                  <a:pt x="579450" y="19275"/>
                </a:lnTo>
                <a:lnTo>
                  <a:pt x="579450" y="19200"/>
                </a:lnTo>
                <a:lnTo>
                  <a:pt x="579150" y="18750"/>
                </a:lnTo>
                <a:lnTo>
                  <a:pt x="579150" y="18600"/>
                </a:lnTo>
                <a:lnTo>
                  <a:pt x="579075" y="18600"/>
                </a:lnTo>
                <a:lnTo>
                  <a:pt x="579075" y="18450"/>
                </a:lnTo>
                <a:lnTo>
                  <a:pt x="579000" y="18375"/>
                </a:lnTo>
                <a:lnTo>
                  <a:pt x="579000" y="18300"/>
                </a:lnTo>
                <a:lnTo>
                  <a:pt x="578850" y="18075"/>
                </a:lnTo>
                <a:lnTo>
                  <a:pt x="578850" y="17925"/>
                </a:lnTo>
                <a:lnTo>
                  <a:pt x="578775" y="17850"/>
                </a:lnTo>
                <a:lnTo>
                  <a:pt x="578775" y="17775"/>
                </a:lnTo>
                <a:lnTo>
                  <a:pt x="578700" y="17700"/>
                </a:lnTo>
                <a:lnTo>
                  <a:pt x="578700" y="17550"/>
                </a:lnTo>
                <a:lnTo>
                  <a:pt x="578550" y="17325"/>
                </a:lnTo>
                <a:lnTo>
                  <a:pt x="578550" y="17175"/>
                </a:lnTo>
                <a:lnTo>
                  <a:pt x="578475" y="17025"/>
                </a:lnTo>
                <a:lnTo>
                  <a:pt x="578475" y="16875"/>
                </a:lnTo>
                <a:lnTo>
                  <a:pt x="578400" y="16875"/>
                </a:lnTo>
                <a:lnTo>
                  <a:pt x="578400" y="16725"/>
                </a:lnTo>
                <a:lnTo>
                  <a:pt x="578325" y="16650"/>
                </a:lnTo>
                <a:lnTo>
                  <a:pt x="578325" y="16500"/>
                </a:lnTo>
                <a:lnTo>
                  <a:pt x="578250" y="16350"/>
                </a:lnTo>
                <a:lnTo>
                  <a:pt x="578250" y="16125"/>
                </a:lnTo>
                <a:lnTo>
                  <a:pt x="578175" y="16050"/>
                </a:lnTo>
                <a:lnTo>
                  <a:pt x="578175" y="15825"/>
                </a:lnTo>
                <a:lnTo>
                  <a:pt x="578100" y="15675"/>
                </a:lnTo>
                <a:lnTo>
                  <a:pt x="578100" y="15375"/>
                </a:lnTo>
                <a:lnTo>
                  <a:pt x="578025" y="15300"/>
                </a:lnTo>
                <a:lnTo>
                  <a:pt x="578025" y="15000"/>
                </a:lnTo>
                <a:lnTo>
                  <a:pt x="577950" y="14925"/>
                </a:lnTo>
                <a:lnTo>
                  <a:pt x="577950" y="14325"/>
                </a:lnTo>
                <a:lnTo>
                  <a:pt x="577875" y="14250"/>
                </a:lnTo>
                <a:lnTo>
                  <a:pt x="577875" y="12450"/>
                </a:lnTo>
                <a:lnTo>
                  <a:pt x="577950" y="12300"/>
                </a:lnTo>
                <a:lnTo>
                  <a:pt x="577950" y="11775"/>
                </a:lnTo>
                <a:lnTo>
                  <a:pt x="578025" y="11625"/>
                </a:lnTo>
                <a:lnTo>
                  <a:pt x="578025" y="11325"/>
                </a:lnTo>
                <a:lnTo>
                  <a:pt x="578100" y="11250"/>
                </a:lnTo>
                <a:lnTo>
                  <a:pt x="578100" y="10950"/>
                </a:lnTo>
                <a:lnTo>
                  <a:pt x="578175" y="10875"/>
                </a:lnTo>
                <a:lnTo>
                  <a:pt x="578175" y="10650"/>
                </a:lnTo>
                <a:lnTo>
                  <a:pt x="578250" y="10575"/>
                </a:lnTo>
                <a:lnTo>
                  <a:pt x="578250" y="10350"/>
                </a:lnTo>
                <a:lnTo>
                  <a:pt x="578325" y="10275"/>
                </a:lnTo>
                <a:lnTo>
                  <a:pt x="578325" y="10050"/>
                </a:lnTo>
                <a:lnTo>
                  <a:pt x="578400" y="10050"/>
                </a:lnTo>
                <a:lnTo>
                  <a:pt x="578400" y="9900"/>
                </a:lnTo>
                <a:lnTo>
                  <a:pt x="578475" y="9825"/>
                </a:lnTo>
                <a:lnTo>
                  <a:pt x="578475" y="9600"/>
                </a:lnTo>
                <a:lnTo>
                  <a:pt x="578550" y="9525"/>
                </a:lnTo>
                <a:lnTo>
                  <a:pt x="578550" y="9375"/>
                </a:lnTo>
                <a:lnTo>
                  <a:pt x="578625" y="9375"/>
                </a:lnTo>
                <a:lnTo>
                  <a:pt x="578625" y="9225"/>
                </a:lnTo>
                <a:lnTo>
                  <a:pt x="578700" y="9150"/>
                </a:lnTo>
                <a:lnTo>
                  <a:pt x="578700" y="9000"/>
                </a:lnTo>
                <a:lnTo>
                  <a:pt x="578775" y="9000"/>
                </a:lnTo>
                <a:lnTo>
                  <a:pt x="578775" y="8850"/>
                </a:lnTo>
                <a:lnTo>
                  <a:pt x="578925" y="8625"/>
                </a:lnTo>
                <a:lnTo>
                  <a:pt x="578925" y="8475"/>
                </a:lnTo>
                <a:lnTo>
                  <a:pt x="579000" y="8475"/>
                </a:lnTo>
                <a:lnTo>
                  <a:pt x="579000" y="8325"/>
                </a:lnTo>
                <a:lnTo>
                  <a:pt x="579450" y="7650"/>
                </a:lnTo>
                <a:lnTo>
                  <a:pt x="579450" y="7500"/>
                </a:lnTo>
                <a:lnTo>
                  <a:pt x="579525" y="7500"/>
                </a:lnTo>
                <a:lnTo>
                  <a:pt x="579525" y="7425"/>
                </a:lnTo>
                <a:lnTo>
                  <a:pt x="579600" y="7350"/>
                </a:lnTo>
                <a:lnTo>
                  <a:pt x="579600" y="7275"/>
                </a:lnTo>
                <a:lnTo>
                  <a:pt x="579675" y="7275"/>
                </a:lnTo>
                <a:lnTo>
                  <a:pt x="579675" y="7125"/>
                </a:lnTo>
                <a:lnTo>
                  <a:pt x="579750" y="7125"/>
                </a:lnTo>
                <a:lnTo>
                  <a:pt x="579825" y="7050"/>
                </a:lnTo>
                <a:lnTo>
                  <a:pt x="579825" y="6975"/>
                </a:lnTo>
                <a:lnTo>
                  <a:pt x="579975" y="6825"/>
                </a:lnTo>
                <a:lnTo>
                  <a:pt x="579975" y="6750"/>
                </a:lnTo>
                <a:lnTo>
                  <a:pt x="580125" y="6600"/>
                </a:lnTo>
                <a:lnTo>
                  <a:pt x="580125" y="6525"/>
                </a:lnTo>
                <a:lnTo>
                  <a:pt x="580275" y="6300"/>
                </a:lnTo>
                <a:lnTo>
                  <a:pt x="580350" y="6300"/>
                </a:lnTo>
                <a:lnTo>
                  <a:pt x="580350" y="6225"/>
                </a:lnTo>
                <a:lnTo>
                  <a:pt x="580425" y="6225"/>
                </a:lnTo>
                <a:lnTo>
                  <a:pt x="580650" y="5850"/>
                </a:lnTo>
                <a:lnTo>
                  <a:pt x="580725" y="5775"/>
                </a:lnTo>
                <a:lnTo>
                  <a:pt x="580800" y="5775"/>
                </a:lnTo>
                <a:lnTo>
                  <a:pt x="581025" y="5400"/>
                </a:lnTo>
                <a:lnTo>
                  <a:pt x="581100" y="5400"/>
                </a:lnTo>
                <a:lnTo>
                  <a:pt x="581250" y="5250"/>
                </a:lnTo>
                <a:lnTo>
                  <a:pt x="581250" y="5175"/>
                </a:lnTo>
                <a:lnTo>
                  <a:pt x="581475" y="5025"/>
                </a:lnTo>
                <a:lnTo>
                  <a:pt x="581475" y="4950"/>
                </a:lnTo>
                <a:lnTo>
                  <a:pt x="581550" y="4875"/>
                </a:lnTo>
                <a:lnTo>
                  <a:pt x="581625" y="4875"/>
                </a:lnTo>
                <a:lnTo>
                  <a:pt x="582000" y="4500"/>
                </a:lnTo>
                <a:lnTo>
                  <a:pt x="582075" y="4500"/>
                </a:lnTo>
                <a:lnTo>
                  <a:pt x="582225" y="4275"/>
                </a:lnTo>
                <a:lnTo>
                  <a:pt x="582300" y="4275"/>
                </a:lnTo>
                <a:lnTo>
                  <a:pt x="582600" y="3975"/>
                </a:lnTo>
                <a:lnTo>
                  <a:pt x="582750" y="3900"/>
                </a:lnTo>
                <a:lnTo>
                  <a:pt x="582975" y="3675"/>
                </a:lnTo>
                <a:lnTo>
                  <a:pt x="583200" y="3525"/>
                </a:lnTo>
                <a:lnTo>
                  <a:pt x="583275" y="3525"/>
                </a:lnTo>
                <a:lnTo>
                  <a:pt x="583350" y="3450"/>
                </a:lnTo>
                <a:lnTo>
                  <a:pt x="583425" y="3450"/>
                </a:lnTo>
                <a:lnTo>
                  <a:pt x="583500" y="3375"/>
                </a:lnTo>
                <a:lnTo>
                  <a:pt x="583500" y="3300"/>
                </a:lnTo>
                <a:lnTo>
                  <a:pt x="583725" y="3150"/>
                </a:lnTo>
                <a:lnTo>
                  <a:pt x="583800" y="3150"/>
                </a:lnTo>
                <a:lnTo>
                  <a:pt x="583875" y="3075"/>
                </a:lnTo>
                <a:lnTo>
                  <a:pt x="583950" y="3075"/>
                </a:lnTo>
                <a:lnTo>
                  <a:pt x="584025" y="3000"/>
                </a:lnTo>
                <a:lnTo>
                  <a:pt x="584475" y="2775"/>
                </a:lnTo>
                <a:lnTo>
                  <a:pt x="584475" y="2700"/>
                </a:lnTo>
                <a:lnTo>
                  <a:pt x="584550" y="2700"/>
                </a:lnTo>
                <a:lnTo>
                  <a:pt x="584700" y="2550"/>
                </a:lnTo>
                <a:lnTo>
                  <a:pt x="584775" y="2550"/>
                </a:lnTo>
                <a:lnTo>
                  <a:pt x="584850" y="2475"/>
                </a:lnTo>
                <a:lnTo>
                  <a:pt x="584925" y="2475"/>
                </a:lnTo>
                <a:lnTo>
                  <a:pt x="585000" y="2400"/>
                </a:lnTo>
                <a:lnTo>
                  <a:pt x="585075" y="2400"/>
                </a:lnTo>
                <a:lnTo>
                  <a:pt x="585150" y="2325"/>
                </a:lnTo>
                <a:lnTo>
                  <a:pt x="585225" y="2325"/>
                </a:lnTo>
                <a:lnTo>
                  <a:pt x="585300" y="2250"/>
                </a:lnTo>
                <a:lnTo>
                  <a:pt x="585375" y="2250"/>
                </a:lnTo>
                <a:lnTo>
                  <a:pt x="585450" y="2175"/>
                </a:lnTo>
                <a:lnTo>
                  <a:pt x="585525" y="2175"/>
                </a:lnTo>
                <a:lnTo>
                  <a:pt x="585600" y="2100"/>
                </a:lnTo>
                <a:lnTo>
                  <a:pt x="585675" y="2100"/>
                </a:lnTo>
                <a:lnTo>
                  <a:pt x="585900" y="1950"/>
                </a:lnTo>
                <a:lnTo>
                  <a:pt x="586050" y="1950"/>
                </a:lnTo>
                <a:lnTo>
                  <a:pt x="586275" y="1800"/>
                </a:lnTo>
                <a:lnTo>
                  <a:pt x="586425" y="1800"/>
                </a:lnTo>
                <a:lnTo>
                  <a:pt x="587175" y="1425"/>
                </a:lnTo>
                <a:lnTo>
                  <a:pt x="587400" y="1425"/>
                </a:lnTo>
                <a:lnTo>
                  <a:pt x="587850" y="1200"/>
                </a:lnTo>
                <a:lnTo>
                  <a:pt x="588000" y="1200"/>
                </a:lnTo>
                <a:lnTo>
                  <a:pt x="588075" y="1125"/>
                </a:lnTo>
                <a:lnTo>
                  <a:pt x="588225" y="1125"/>
                </a:lnTo>
                <a:lnTo>
                  <a:pt x="588525" y="975"/>
                </a:lnTo>
                <a:lnTo>
                  <a:pt x="588750" y="975"/>
                </a:lnTo>
                <a:lnTo>
                  <a:pt x="589050" y="825"/>
                </a:lnTo>
                <a:lnTo>
                  <a:pt x="589275" y="825"/>
                </a:lnTo>
                <a:lnTo>
                  <a:pt x="589425" y="750"/>
                </a:lnTo>
                <a:lnTo>
                  <a:pt x="589650" y="750"/>
                </a:lnTo>
                <a:lnTo>
                  <a:pt x="589800" y="675"/>
                </a:lnTo>
                <a:lnTo>
                  <a:pt x="589950" y="675"/>
                </a:lnTo>
                <a:lnTo>
                  <a:pt x="590025" y="600"/>
                </a:lnTo>
                <a:lnTo>
                  <a:pt x="590175" y="600"/>
                </a:lnTo>
                <a:lnTo>
                  <a:pt x="590325" y="525"/>
                </a:lnTo>
                <a:lnTo>
                  <a:pt x="590550" y="525"/>
                </a:lnTo>
                <a:lnTo>
                  <a:pt x="590700" y="450"/>
                </a:lnTo>
                <a:lnTo>
                  <a:pt x="591075" y="450"/>
                </a:lnTo>
                <a:lnTo>
                  <a:pt x="591075" y="375"/>
                </a:lnTo>
                <a:lnTo>
                  <a:pt x="591525" y="375"/>
                </a:lnTo>
                <a:lnTo>
                  <a:pt x="591675" y="300"/>
                </a:lnTo>
                <a:lnTo>
                  <a:pt x="592050" y="300"/>
                </a:lnTo>
                <a:lnTo>
                  <a:pt x="592050" y="225"/>
                </a:lnTo>
                <a:lnTo>
                  <a:pt x="592650" y="225"/>
                </a:lnTo>
                <a:lnTo>
                  <a:pt x="592875" y="150"/>
                </a:lnTo>
                <a:lnTo>
                  <a:pt x="593250" y="150"/>
                </a:lnTo>
                <a:lnTo>
                  <a:pt x="593475" y="75"/>
                </a:lnTo>
                <a:lnTo>
                  <a:pt x="594525" y="75"/>
                </a:lnTo>
                <a:lnTo>
                  <a:pt x="594675" y="0"/>
                </a:lnTo>
                <a:lnTo>
                  <a:pt x="597525" y="0"/>
                </a:lnTo>
                <a:lnTo>
                  <a:pt x="597750" y="75"/>
                </a:lnTo>
                <a:lnTo>
                  <a:pt x="597825" y="75"/>
                </a:lnTo>
                <a:lnTo>
                  <a:pt x="597825" y="0"/>
                </a:lnTo>
                <a:lnTo>
                  <a:pt x="604125" y="0"/>
                </a:lnTo>
                <a:close/>
                <a:moveTo>
                  <a:pt x="597825" y="5775"/>
                </a:moveTo>
                <a:lnTo>
                  <a:pt x="597600" y="5775"/>
                </a:lnTo>
                <a:lnTo>
                  <a:pt x="597375" y="5700"/>
                </a:lnTo>
                <a:lnTo>
                  <a:pt x="594825" y="5700"/>
                </a:lnTo>
                <a:lnTo>
                  <a:pt x="594675" y="5775"/>
                </a:lnTo>
                <a:lnTo>
                  <a:pt x="593925" y="5775"/>
                </a:lnTo>
                <a:lnTo>
                  <a:pt x="593775" y="5850"/>
                </a:lnTo>
                <a:lnTo>
                  <a:pt x="593175" y="5850"/>
                </a:lnTo>
                <a:lnTo>
                  <a:pt x="593025" y="5925"/>
                </a:lnTo>
                <a:lnTo>
                  <a:pt x="592725" y="5925"/>
                </a:lnTo>
                <a:lnTo>
                  <a:pt x="592575" y="6000"/>
                </a:lnTo>
                <a:lnTo>
                  <a:pt x="592125" y="6000"/>
                </a:lnTo>
                <a:lnTo>
                  <a:pt x="592050" y="6075"/>
                </a:lnTo>
                <a:lnTo>
                  <a:pt x="591900" y="6075"/>
                </a:lnTo>
                <a:lnTo>
                  <a:pt x="591750" y="6150"/>
                </a:lnTo>
                <a:lnTo>
                  <a:pt x="591525" y="6150"/>
                </a:lnTo>
                <a:lnTo>
                  <a:pt x="591375" y="6225"/>
                </a:lnTo>
                <a:lnTo>
                  <a:pt x="591150" y="6225"/>
                </a:lnTo>
                <a:lnTo>
                  <a:pt x="591000" y="6300"/>
                </a:lnTo>
                <a:lnTo>
                  <a:pt x="590850" y="6300"/>
                </a:lnTo>
                <a:lnTo>
                  <a:pt x="590775" y="6375"/>
                </a:lnTo>
                <a:lnTo>
                  <a:pt x="590625" y="6375"/>
                </a:lnTo>
                <a:lnTo>
                  <a:pt x="590475" y="6450"/>
                </a:lnTo>
                <a:lnTo>
                  <a:pt x="589275" y="6825"/>
                </a:lnTo>
                <a:lnTo>
                  <a:pt x="589200" y="6900"/>
                </a:lnTo>
                <a:lnTo>
                  <a:pt x="589050" y="6900"/>
                </a:lnTo>
                <a:lnTo>
                  <a:pt x="588900" y="7050"/>
                </a:lnTo>
                <a:lnTo>
                  <a:pt x="588750" y="7050"/>
                </a:lnTo>
                <a:lnTo>
                  <a:pt x="588675" y="7125"/>
                </a:lnTo>
                <a:lnTo>
                  <a:pt x="588600" y="7125"/>
                </a:lnTo>
                <a:lnTo>
                  <a:pt x="588375" y="7275"/>
                </a:lnTo>
                <a:lnTo>
                  <a:pt x="588300" y="7275"/>
                </a:lnTo>
                <a:lnTo>
                  <a:pt x="588150" y="7425"/>
                </a:lnTo>
                <a:lnTo>
                  <a:pt x="588000" y="7425"/>
                </a:lnTo>
                <a:lnTo>
                  <a:pt x="587850" y="7575"/>
                </a:lnTo>
                <a:lnTo>
                  <a:pt x="587775" y="7575"/>
                </a:lnTo>
                <a:lnTo>
                  <a:pt x="587625" y="7725"/>
                </a:lnTo>
                <a:lnTo>
                  <a:pt x="587550" y="7725"/>
                </a:lnTo>
                <a:lnTo>
                  <a:pt x="587475" y="7800"/>
                </a:lnTo>
                <a:lnTo>
                  <a:pt x="587325" y="7875"/>
                </a:lnTo>
                <a:lnTo>
                  <a:pt x="587250" y="7875"/>
                </a:lnTo>
                <a:lnTo>
                  <a:pt x="587100" y="8025"/>
                </a:lnTo>
                <a:lnTo>
                  <a:pt x="587025" y="8025"/>
                </a:lnTo>
                <a:lnTo>
                  <a:pt x="586575" y="8475"/>
                </a:lnTo>
                <a:lnTo>
                  <a:pt x="586500" y="8475"/>
                </a:lnTo>
                <a:lnTo>
                  <a:pt x="586275" y="8700"/>
                </a:lnTo>
                <a:lnTo>
                  <a:pt x="586200" y="8700"/>
                </a:lnTo>
                <a:lnTo>
                  <a:pt x="586200" y="8775"/>
                </a:lnTo>
                <a:lnTo>
                  <a:pt x="585750" y="9225"/>
                </a:lnTo>
                <a:lnTo>
                  <a:pt x="585750" y="9300"/>
                </a:lnTo>
                <a:lnTo>
                  <a:pt x="585675" y="9300"/>
                </a:lnTo>
                <a:lnTo>
                  <a:pt x="585600" y="9375"/>
                </a:lnTo>
                <a:lnTo>
                  <a:pt x="585600" y="9450"/>
                </a:lnTo>
                <a:lnTo>
                  <a:pt x="585450" y="9600"/>
                </a:lnTo>
                <a:lnTo>
                  <a:pt x="585450" y="9675"/>
                </a:lnTo>
                <a:lnTo>
                  <a:pt x="585375" y="9675"/>
                </a:lnTo>
                <a:lnTo>
                  <a:pt x="585300" y="9750"/>
                </a:lnTo>
                <a:lnTo>
                  <a:pt x="585300" y="9825"/>
                </a:lnTo>
                <a:lnTo>
                  <a:pt x="585225" y="9900"/>
                </a:lnTo>
                <a:lnTo>
                  <a:pt x="585225" y="9975"/>
                </a:lnTo>
                <a:lnTo>
                  <a:pt x="585000" y="10200"/>
                </a:lnTo>
                <a:lnTo>
                  <a:pt x="585000" y="10275"/>
                </a:lnTo>
                <a:lnTo>
                  <a:pt x="584925" y="10350"/>
                </a:lnTo>
                <a:lnTo>
                  <a:pt x="584925" y="10500"/>
                </a:lnTo>
                <a:lnTo>
                  <a:pt x="584775" y="10650"/>
                </a:lnTo>
                <a:lnTo>
                  <a:pt x="584775" y="10725"/>
                </a:lnTo>
                <a:lnTo>
                  <a:pt x="584700" y="10800"/>
                </a:lnTo>
                <a:lnTo>
                  <a:pt x="584700" y="10950"/>
                </a:lnTo>
                <a:lnTo>
                  <a:pt x="584625" y="11025"/>
                </a:lnTo>
                <a:lnTo>
                  <a:pt x="584625" y="11100"/>
                </a:lnTo>
                <a:lnTo>
                  <a:pt x="584475" y="11325"/>
                </a:lnTo>
                <a:lnTo>
                  <a:pt x="584475" y="11475"/>
                </a:lnTo>
                <a:lnTo>
                  <a:pt x="584400" y="11550"/>
                </a:lnTo>
                <a:lnTo>
                  <a:pt x="584400" y="11775"/>
                </a:lnTo>
                <a:lnTo>
                  <a:pt x="584325" y="11850"/>
                </a:lnTo>
                <a:lnTo>
                  <a:pt x="584325" y="12150"/>
                </a:lnTo>
                <a:lnTo>
                  <a:pt x="584250" y="12225"/>
                </a:lnTo>
                <a:lnTo>
                  <a:pt x="584250" y="12600"/>
                </a:lnTo>
                <a:lnTo>
                  <a:pt x="584175" y="12675"/>
                </a:lnTo>
                <a:lnTo>
                  <a:pt x="584175" y="13950"/>
                </a:lnTo>
                <a:lnTo>
                  <a:pt x="584250" y="14025"/>
                </a:lnTo>
                <a:lnTo>
                  <a:pt x="584250" y="14475"/>
                </a:lnTo>
                <a:lnTo>
                  <a:pt x="584325" y="14550"/>
                </a:lnTo>
                <a:lnTo>
                  <a:pt x="584325" y="14775"/>
                </a:lnTo>
                <a:lnTo>
                  <a:pt x="584400" y="14850"/>
                </a:lnTo>
                <a:lnTo>
                  <a:pt x="584400" y="15075"/>
                </a:lnTo>
                <a:lnTo>
                  <a:pt x="584475" y="15150"/>
                </a:lnTo>
                <a:lnTo>
                  <a:pt x="584475" y="15300"/>
                </a:lnTo>
                <a:lnTo>
                  <a:pt x="584550" y="15375"/>
                </a:lnTo>
                <a:lnTo>
                  <a:pt x="584550" y="15525"/>
                </a:lnTo>
                <a:lnTo>
                  <a:pt x="584625" y="15600"/>
                </a:lnTo>
                <a:lnTo>
                  <a:pt x="584625" y="15750"/>
                </a:lnTo>
                <a:lnTo>
                  <a:pt x="584700" y="15825"/>
                </a:lnTo>
                <a:lnTo>
                  <a:pt x="584700" y="15900"/>
                </a:lnTo>
                <a:lnTo>
                  <a:pt x="584775" y="15975"/>
                </a:lnTo>
                <a:lnTo>
                  <a:pt x="584775" y="16050"/>
                </a:lnTo>
                <a:lnTo>
                  <a:pt x="584850" y="16125"/>
                </a:lnTo>
                <a:lnTo>
                  <a:pt x="584850" y="16200"/>
                </a:lnTo>
                <a:lnTo>
                  <a:pt x="584925" y="16275"/>
                </a:lnTo>
                <a:lnTo>
                  <a:pt x="584925" y="16350"/>
                </a:lnTo>
                <a:lnTo>
                  <a:pt x="585000" y="16425"/>
                </a:lnTo>
                <a:lnTo>
                  <a:pt x="585000" y="16500"/>
                </a:lnTo>
                <a:lnTo>
                  <a:pt x="585075" y="16575"/>
                </a:lnTo>
                <a:lnTo>
                  <a:pt x="585075" y="16650"/>
                </a:lnTo>
                <a:lnTo>
                  <a:pt x="585150" y="16725"/>
                </a:lnTo>
                <a:lnTo>
                  <a:pt x="585150" y="16800"/>
                </a:lnTo>
                <a:lnTo>
                  <a:pt x="585225" y="16875"/>
                </a:lnTo>
                <a:lnTo>
                  <a:pt x="585225" y="16950"/>
                </a:lnTo>
                <a:lnTo>
                  <a:pt x="585375" y="17100"/>
                </a:lnTo>
                <a:lnTo>
                  <a:pt x="585375" y="17175"/>
                </a:lnTo>
                <a:lnTo>
                  <a:pt x="585525" y="17325"/>
                </a:lnTo>
                <a:lnTo>
                  <a:pt x="585525" y="17400"/>
                </a:lnTo>
                <a:lnTo>
                  <a:pt x="585750" y="17625"/>
                </a:lnTo>
                <a:lnTo>
                  <a:pt x="585750" y="17700"/>
                </a:lnTo>
                <a:lnTo>
                  <a:pt x="585975" y="17925"/>
                </a:lnTo>
                <a:lnTo>
                  <a:pt x="585975" y="18000"/>
                </a:lnTo>
                <a:lnTo>
                  <a:pt x="586350" y="18375"/>
                </a:lnTo>
                <a:lnTo>
                  <a:pt x="586350" y="18450"/>
                </a:lnTo>
                <a:lnTo>
                  <a:pt x="587250" y="19350"/>
                </a:lnTo>
                <a:lnTo>
                  <a:pt x="587325" y="19350"/>
                </a:lnTo>
                <a:lnTo>
                  <a:pt x="587475" y="19500"/>
                </a:lnTo>
                <a:lnTo>
                  <a:pt x="587625" y="19575"/>
                </a:lnTo>
                <a:lnTo>
                  <a:pt x="588000" y="19950"/>
                </a:lnTo>
                <a:lnTo>
                  <a:pt x="588150" y="20025"/>
                </a:lnTo>
                <a:lnTo>
                  <a:pt x="588225" y="20025"/>
                </a:lnTo>
                <a:lnTo>
                  <a:pt x="588675" y="20400"/>
                </a:lnTo>
                <a:lnTo>
                  <a:pt x="588825" y="20475"/>
                </a:lnTo>
                <a:lnTo>
                  <a:pt x="588900" y="20475"/>
                </a:lnTo>
                <a:lnTo>
                  <a:pt x="589125" y="20625"/>
                </a:lnTo>
                <a:lnTo>
                  <a:pt x="589275" y="20775"/>
                </a:lnTo>
                <a:lnTo>
                  <a:pt x="589425" y="20850"/>
                </a:lnTo>
                <a:lnTo>
                  <a:pt x="589500" y="20850"/>
                </a:lnTo>
                <a:lnTo>
                  <a:pt x="589725" y="21000"/>
                </a:lnTo>
                <a:lnTo>
                  <a:pt x="590100" y="21150"/>
                </a:lnTo>
                <a:lnTo>
                  <a:pt x="590400" y="21375"/>
                </a:lnTo>
                <a:lnTo>
                  <a:pt x="590550" y="21375"/>
                </a:lnTo>
                <a:lnTo>
                  <a:pt x="590775" y="21525"/>
                </a:lnTo>
                <a:lnTo>
                  <a:pt x="590925" y="21525"/>
                </a:lnTo>
                <a:lnTo>
                  <a:pt x="591000" y="21600"/>
                </a:lnTo>
                <a:lnTo>
                  <a:pt x="591300" y="21750"/>
                </a:lnTo>
                <a:lnTo>
                  <a:pt x="591375" y="21750"/>
                </a:lnTo>
                <a:lnTo>
                  <a:pt x="591675" y="21900"/>
                </a:lnTo>
                <a:lnTo>
                  <a:pt x="591825" y="21900"/>
                </a:lnTo>
                <a:lnTo>
                  <a:pt x="592050" y="22050"/>
                </a:lnTo>
                <a:lnTo>
                  <a:pt x="592200" y="22050"/>
                </a:lnTo>
                <a:lnTo>
                  <a:pt x="592725" y="22275"/>
                </a:lnTo>
                <a:lnTo>
                  <a:pt x="592875" y="22275"/>
                </a:lnTo>
                <a:lnTo>
                  <a:pt x="593025" y="22350"/>
                </a:lnTo>
                <a:lnTo>
                  <a:pt x="593175" y="22350"/>
                </a:lnTo>
                <a:lnTo>
                  <a:pt x="593325" y="22425"/>
                </a:lnTo>
                <a:lnTo>
                  <a:pt x="593475" y="22425"/>
                </a:lnTo>
                <a:lnTo>
                  <a:pt x="593775" y="22575"/>
                </a:lnTo>
                <a:lnTo>
                  <a:pt x="593925" y="22575"/>
                </a:lnTo>
                <a:lnTo>
                  <a:pt x="594075" y="22650"/>
                </a:lnTo>
                <a:lnTo>
                  <a:pt x="594225" y="22650"/>
                </a:lnTo>
                <a:lnTo>
                  <a:pt x="594375" y="22725"/>
                </a:lnTo>
                <a:lnTo>
                  <a:pt x="594675" y="22725"/>
                </a:lnTo>
                <a:lnTo>
                  <a:pt x="594825" y="22800"/>
                </a:lnTo>
                <a:lnTo>
                  <a:pt x="594975" y="22800"/>
                </a:lnTo>
                <a:lnTo>
                  <a:pt x="595125" y="22875"/>
                </a:lnTo>
                <a:lnTo>
                  <a:pt x="595350" y="22875"/>
                </a:lnTo>
                <a:lnTo>
                  <a:pt x="595500" y="22950"/>
                </a:lnTo>
                <a:lnTo>
                  <a:pt x="595800" y="22950"/>
                </a:lnTo>
                <a:lnTo>
                  <a:pt x="595950" y="23025"/>
                </a:lnTo>
                <a:lnTo>
                  <a:pt x="596175" y="23025"/>
                </a:lnTo>
                <a:lnTo>
                  <a:pt x="596325" y="23100"/>
                </a:lnTo>
                <a:lnTo>
                  <a:pt x="596625" y="23100"/>
                </a:lnTo>
                <a:lnTo>
                  <a:pt x="596850" y="23175"/>
                </a:lnTo>
                <a:lnTo>
                  <a:pt x="597375" y="23175"/>
                </a:lnTo>
                <a:lnTo>
                  <a:pt x="597525" y="23250"/>
                </a:lnTo>
                <a:lnTo>
                  <a:pt x="597825" y="23250"/>
                </a:lnTo>
                <a:close/>
                <a:moveTo>
                  <a:pt x="634500" y="14250"/>
                </a:moveTo>
                <a:lnTo>
                  <a:pt x="634500" y="52500"/>
                </a:lnTo>
                <a:lnTo>
                  <a:pt x="628800" y="52500"/>
                </a:lnTo>
                <a:lnTo>
                  <a:pt x="628800" y="14250"/>
                </a:lnTo>
                <a:close/>
                <a:moveTo>
                  <a:pt x="639900" y="14550"/>
                </a:moveTo>
                <a:lnTo>
                  <a:pt x="640350" y="14550"/>
                </a:lnTo>
                <a:lnTo>
                  <a:pt x="640425" y="14475"/>
                </a:lnTo>
                <a:lnTo>
                  <a:pt x="640875" y="14475"/>
                </a:lnTo>
                <a:lnTo>
                  <a:pt x="641025" y="14400"/>
                </a:lnTo>
                <a:lnTo>
                  <a:pt x="641775" y="14400"/>
                </a:lnTo>
                <a:lnTo>
                  <a:pt x="641925" y="14325"/>
                </a:lnTo>
                <a:lnTo>
                  <a:pt x="642825" y="14325"/>
                </a:lnTo>
                <a:lnTo>
                  <a:pt x="643050" y="14250"/>
                </a:lnTo>
                <a:lnTo>
                  <a:pt x="645975" y="14250"/>
                </a:lnTo>
                <a:lnTo>
                  <a:pt x="646200" y="14325"/>
                </a:lnTo>
                <a:lnTo>
                  <a:pt x="647025" y="14325"/>
                </a:lnTo>
                <a:lnTo>
                  <a:pt x="647175" y="14400"/>
                </a:lnTo>
                <a:lnTo>
                  <a:pt x="647775" y="14400"/>
                </a:lnTo>
                <a:lnTo>
                  <a:pt x="648000" y="14475"/>
                </a:lnTo>
                <a:lnTo>
                  <a:pt x="648375" y="14475"/>
                </a:lnTo>
                <a:lnTo>
                  <a:pt x="648525" y="14550"/>
                </a:lnTo>
                <a:lnTo>
                  <a:pt x="648975" y="14550"/>
                </a:lnTo>
                <a:lnTo>
                  <a:pt x="649125" y="14625"/>
                </a:lnTo>
                <a:lnTo>
                  <a:pt x="649350" y="14625"/>
                </a:lnTo>
                <a:lnTo>
                  <a:pt x="649500" y="14700"/>
                </a:lnTo>
                <a:lnTo>
                  <a:pt x="649725" y="14700"/>
                </a:lnTo>
                <a:lnTo>
                  <a:pt x="649875" y="14775"/>
                </a:lnTo>
                <a:lnTo>
                  <a:pt x="650250" y="14775"/>
                </a:lnTo>
                <a:lnTo>
                  <a:pt x="650250" y="14850"/>
                </a:lnTo>
                <a:lnTo>
                  <a:pt x="650475" y="14850"/>
                </a:lnTo>
                <a:lnTo>
                  <a:pt x="650625" y="14925"/>
                </a:lnTo>
                <a:lnTo>
                  <a:pt x="651150" y="15000"/>
                </a:lnTo>
                <a:lnTo>
                  <a:pt x="651300" y="15075"/>
                </a:lnTo>
                <a:lnTo>
                  <a:pt x="651525" y="15075"/>
                </a:lnTo>
                <a:lnTo>
                  <a:pt x="651525" y="15150"/>
                </a:lnTo>
                <a:lnTo>
                  <a:pt x="651675" y="15150"/>
                </a:lnTo>
                <a:lnTo>
                  <a:pt x="651825" y="15225"/>
                </a:lnTo>
                <a:lnTo>
                  <a:pt x="652050" y="15225"/>
                </a:lnTo>
                <a:lnTo>
                  <a:pt x="652050" y="15300"/>
                </a:lnTo>
                <a:lnTo>
                  <a:pt x="652200" y="15300"/>
                </a:lnTo>
                <a:lnTo>
                  <a:pt x="652575" y="15450"/>
                </a:lnTo>
                <a:lnTo>
                  <a:pt x="652725" y="15450"/>
                </a:lnTo>
                <a:lnTo>
                  <a:pt x="653250" y="15675"/>
                </a:lnTo>
                <a:lnTo>
                  <a:pt x="653400" y="15675"/>
                </a:lnTo>
                <a:lnTo>
                  <a:pt x="653400" y="15750"/>
                </a:lnTo>
                <a:lnTo>
                  <a:pt x="653550" y="15750"/>
                </a:lnTo>
                <a:lnTo>
                  <a:pt x="654375" y="16125"/>
                </a:lnTo>
                <a:lnTo>
                  <a:pt x="654525" y="16125"/>
                </a:lnTo>
                <a:lnTo>
                  <a:pt x="654525" y="16200"/>
                </a:lnTo>
                <a:lnTo>
                  <a:pt x="654675" y="16200"/>
                </a:lnTo>
                <a:lnTo>
                  <a:pt x="655575" y="16650"/>
                </a:lnTo>
                <a:lnTo>
                  <a:pt x="655650" y="16650"/>
                </a:lnTo>
                <a:lnTo>
                  <a:pt x="655725" y="16725"/>
                </a:lnTo>
                <a:lnTo>
                  <a:pt x="656175" y="16950"/>
                </a:lnTo>
                <a:lnTo>
                  <a:pt x="656175" y="17025"/>
                </a:lnTo>
                <a:lnTo>
                  <a:pt x="656325" y="17025"/>
                </a:lnTo>
                <a:lnTo>
                  <a:pt x="656325" y="17100"/>
                </a:lnTo>
                <a:lnTo>
                  <a:pt x="656925" y="17400"/>
                </a:lnTo>
                <a:lnTo>
                  <a:pt x="657000" y="17475"/>
                </a:lnTo>
                <a:lnTo>
                  <a:pt x="657075" y="17475"/>
                </a:lnTo>
                <a:lnTo>
                  <a:pt x="657150" y="17550"/>
                </a:lnTo>
                <a:lnTo>
                  <a:pt x="657225" y="17550"/>
                </a:lnTo>
                <a:lnTo>
                  <a:pt x="657300" y="17625"/>
                </a:lnTo>
                <a:lnTo>
                  <a:pt x="657300" y="17700"/>
                </a:lnTo>
                <a:lnTo>
                  <a:pt x="657750" y="17925"/>
                </a:lnTo>
                <a:lnTo>
                  <a:pt x="657825" y="18000"/>
                </a:lnTo>
                <a:lnTo>
                  <a:pt x="657900" y="18000"/>
                </a:lnTo>
                <a:lnTo>
                  <a:pt x="657975" y="18075"/>
                </a:lnTo>
                <a:lnTo>
                  <a:pt x="657975" y="18150"/>
                </a:lnTo>
                <a:lnTo>
                  <a:pt x="658275" y="18300"/>
                </a:lnTo>
                <a:lnTo>
                  <a:pt x="658500" y="18525"/>
                </a:lnTo>
                <a:lnTo>
                  <a:pt x="658725" y="18675"/>
                </a:lnTo>
                <a:lnTo>
                  <a:pt x="658800" y="18675"/>
                </a:lnTo>
                <a:lnTo>
                  <a:pt x="658875" y="18825"/>
                </a:lnTo>
                <a:lnTo>
                  <a:pt x="659025" y="18900"/>
                </a:lnTo>
                <a:lnTo>
                  <a:pt x="659325" y="19200"/>
                </a:lnTo>
                <a:lnTo>
                  <a:pt x="659400" y="19200"/>
                </a:lnTo>
                <a:lnTo>
                  <a:pt x="659475" y="19275"/>
                </a:lnTo>
                <a:lnTo>
                  <a:pt x="659475" y="19350"/>
                </a:lnTo>
                <a:lnTo>
                  <a:pt x="659550" y="19425"/>
                </a:lnTo>
                <a:lnTo>
                  <a:pt x="659625" y="19425"/>
                </a:lnTo>
                <a:lnTo>
                  <a:pt x="659775" y="19650"/>
                </a:lnTo>
                <a:lnTo>
                  <a:pt x="659850" y="19650"/>
                </a:lnTo>
                <a:lnTo>
                  <a:pt x="660450" y="20250"/>
                </a:lnTo>
                <a:lnTo>
                  <a:pt x="660450" y="20325"/>
                </a:lnTo>
                <a:lnTo>
                  <a:pt x="660600" y="20400"/>
                </a:lnTo>
                <a:lnTo>
                  <a:pt x="660675" y="20475"/>
                </a:lnTo>
                <a:lnTo>
                  <a:pt x="660675" y="20550"/>
                </a:lnTo>
                <a:lnTo>
                  <a:pt x="660900" y="20700"/>
                </a:lnTo>
                <a:lnTo>
                  <a:pt x="660900" y="20775"/>
                </a:lnTo>
                <a:lnTo>
                  <a:pt x="661275" y="21150"/>
                </a:lnTo>
                <a:lnTo>
                  <a:pt x="661275" y="21225"/>
                </a:lnTo>
                <a:lnTo>
                  <a:pt x="661425" y="21450"/>
                </a:lnTo>
                <a:lnTo>
                  <a:pt x="661500" y="21450"/>
                </a:lnTo>
                <a:lnTo>
                  <a:pt x="661575" y="21525"/>
                </a:lnTo>
                <a:lnTo>
                  <a:pt x="661875" y="22050"/>
                </a:lnTo>
                <a:lnTo>
                  <a:pt x="661950" y="22050"/>
                </a:lnTo>
                <a:lnTo>
                  <a:pt x="662025" y="22125"/>
                </a:lnTo>
                <a:lnTo>
                  <a:pt x="662025" y="22200"/>
                </a:lnTo>
                <a:lnTo>
                  <a:pt x="662250" y="22500"/>
                </a:lnTo>
                <a:lnTo>
                  <a:pt x="662400" y="22800"/>
                </a:lnTo>
                <a:lnTo>
                  <a:pt x="662700" y="23250"/>
                </a:lnTo>
                <a:lnTo>
                  <a:pt x="662700" y="23325"/>
                </a:lnTo>
                <a:lnTo>
                  <a:pt x="662925" y="23625"/>
                </a:lnTo>
                <a:lnTo>
                  <a:pt x="662925" y="23700"/>
                </a:lnTo>
                <a:lnTo>
                  <a:pt x="663225" y="24150"/>
                </a:lnTo>
                <a:lnTo>
                  <a:pt x="663225" y="24300"/>
                </a:lnTo>
                <a:lnTo>
                  <a:pt x="663300" y="24300"/>
                </a:lnTo>
                <a:lnTo>
                  <a:pt x="663300" y="24450"/>
                </a:lnTo>
                <a:lnTo>
                  <a:pt x="663450" y="24675"/>
                </a:lnTo>
                <a:lnTo>
                  <a:pt x="663450" y="24750"/>
                </a:lnTo>
                <a:lnTo>
                  <a:pt x="663525" y="24825"/>
                </a:lnTo>
                <a:lnTo>
                  <a:pt x="663525" y="24975"/>
                </a:lnTo>
                <a:lnTo>
                  <a:pt x="663600" y="24975"/>
                </a:lnTo>
                <a:lnTo>
                  <a:pt x="663600" y="25125"/>
                </a:lnTo>
                <a:lnTo>
                  <a:pt x="663750" y="25350"/>
                </a:lnTo>
                <a:lnTo>
                  <a:pt x="663750" y="25500"/>
                </a:lnTo>
                <a:lnTo>
                  <a:pt x="663825" y="25500"/>
                </a:lnTo>
                <a:lnTo>
                  <a:pt x="663825" y="25650"/>
                </a:lnTo>
                <a:lnTo>
                  <a:pt x="663900" y="25800"/>
                </a:lnTo>
                <a:lnTo>
                  <a:pt x="663900" y="25875"/>
                </a:lnTo>
                <a:lnTo>
                  <a:pt x="663975" y="25950"/>
                </a:lnTo>
                <a:lnTo>
                  <a:pt x="663975" y="26100"/>
                </a:lnTo>
                <a:lnTo>
                  <a:pt x="664050" y="26175"/>
                </a:lnTo>
                <a:lnTo>
                  <a:pt x="664050" y="26325"/>
                </a:lnTo>
                <a:lnTo>
                  <a:pt x="664125" y="26475"/>
                </a:lnTo>
                <a:lnTo>
                  <a:pt x="664125" y="26625"/>
                </a:lnTo>
                <a:lnTo>
                  <a:pt x="664200" y="26625"/>
                </a:lnTo>
                <a:lnTo>
                  <a:pt x="664200" y="26775"/>
                </a:lnTo>
                <a:lnTo>
                  <a:pt x="664275" y="26850"/>
                </a:lnTo>
                <a:lnTo>
                  <a:pt x="664275" y="27000"/>
                </a:lnTo>
                <a:lnTo>
                  <a:pt x="664350" y="27150"/>
                </a:lnTo>
                <a:lnTo>
                  <a:pt x="664350" y="27300"/>
                </a:lnTo>
                <a:lnTo>
                  <a:pt x="664425" y="27450"/>
                </a:lnTo>
                <a:lnTo>
                  <a:pt x="664425" y="27675"/>
                </a:lnTo>
                <a:lnTo>
                  <a:pt x="664500" y="27750"/>
                </a:lnTo>
                <a:lnTo>
                  <a:pt x="664500" y="27975"/>
                </a:lnTo>
                <a:lnTo>
                  <a:pt x="664575" y="28125"/>
                </a:lnTo>
                <a:lnTo>
                  <a:pt x="664575" y="28425"/>
                </a:lnTo>
                <a:lnTo>
                  <a:pt x="664650" y="28575"/>
                </a:lnTo>
                <a:lnTo>
                  <a:pt x="664650" y="28875"/>
                </a:lnTo>
                <a:lnTo>
                  <a:pt x="664725" y="28950"/>
                </a:lnTo>
                <a:lnTo>
                  <a:pt x="664725" y="29400"/>
                </a:lnTo>
                <a:lnTo>
                  <a:pt x="664800" y="29400"/>
                </a:lnTo>
                <a:lnTo>
                  <a:pt x="664800" y="30150"/>
                </a:lnTo>
                <a:lnTo>
                  <a:pt x="664875" y="30300"/>
                </a:lnTo>
                <a:lnTo>
                  <a:pt x="664875" y="32625"/>
                </a:lnTo>
                <a:lnTo>
                  <a:pt x="664800" y="32700"/>
                </a:lnTo>
                <a:lnTo>
                  <a:pt x="664800" y="33450"/>
                </a:lnTo>
                <a:lnTo>
                  <a:pt x="664725" y="33450"/>
                </a:lnTo>
                <a:lnTo>
                  <a:pt x="664725" y="33900"/>
                </a:lnTo>
                <a:lnTo>
                  <a:pt x="664650" y="34050"/>
                </a:lnTo>
                <a:lnTo>
                  <a:pt x="664650" y="34425"/>
                </a:lnTo>
                <a:lnTo>
                  <a:pt x="664575" y="34500"/>
                </a:lnTo>
                <a:lnTo>
                  <a:pt x="664575" y="34725"/>
                </a:lnTo>
                <a:lnTo>
                  <a:pt x="664500" y="34875"/>
                </a:lnTo>
                <a:lnTo>
                  <a:pt x="664500" y="35175"/>
                </a:lnTo>
                <a:lnTo>
                  <a:pt x="664425" y="35325"/>
                </a:lnTo>
                <a:lnTo>
                  <a:pt x="664425" y="35475"/>
                </a:lnTo>
                <a:lnTo>
                  <a:pt x="664350" y="35625"/>
                </a:lnTo>
                <a:lnTo>
                  <a:pt x="664350" y="35775"/>
                </a:lnTo>
                <a:lnTo>
                  <a:pt x="664275" y="35850"/>
                </a:lnTo>
                <a:lnTo>
                  <a:pt x="664275" y="36075"/>
                </a:lnTo>
                <a:lnTo>
                  <a:pt x="664200" y="36150"/>
                </a:lnTo>
                <a:lnTo>
                  <a:pt x="664200" y="36300"/>
                </a:lnTo>
                <a:lnTo>
                  <a:pt x="664125" y="36450"/>
                </a:lnTo>
                <a:lnTo>
                  <a:pt x="664125" y="36600"/>
                </a:lnTo>
                <a:lnTo>
                  <a:pt x="664050" y="36600"/>
                </a:lnTo>
                <a:lnTo>
                  <a:pt x="664050" y="36750"/>
                </a:lnTo>
                <a:lnTo>
                  <a:pt x="663975" y="36900"/>
                </a:lnTo>
                <a:lnTo>
                  <a:pt x="663975" y="37050"/>
                </a:lnTo>
                <a:lnTo>
                  <a:pt x="663825" y="37275"/>
                </a:lnTo>
                <a:lnTo>
                  <a:pt x="663825" y="37500"/>
                </a:lnTo>
                <a:lnTo>
                  <a:pt x="663675" y="37725"/>
                </a:lnTo>
                <a:lnTo>
                  <a:pt x="663675" y="37875"/>
                </a:lnTo>
                <a:lnTo>
                  <a:pt x="663600" y="37875"/>
                </a:lnTo>
                <a:lnTo>
                  <a:pt x="663600" y="38025"/>
                </a:lnTo>
                <a:lnTo>
                  <a:pt x="663450" y="38250"/>
                </a:lnTo>
                <a:lnTo>
                  <a:pt x="663450" y="38325"/>
                </a:lnTo>
                <a:lnTo>
                  <a:pt x="663375" y="38400"/>
                </a:lnTo>
                <a:lnTo>
                  <a:pt x="663375" y="38550"/>
                </a:lnTo>
                <a:lnTo>
                  <a:pt x="663075" y="39150"/>
                </a:lnTo>
                <a:lnTo>
                  <a:pt x="663000" y="39225"/>
                </a:lnTo>
                <a:lnTo>
                  <a:pt x="663000" y="39300"/>
                </a:lnTo>
                <a:lnTo>
                  <a:pt x="662850" y="39525"/>
                </a:lnTo>
                <a:lnTo>
                  <a:pt x="662850" y="39675"/>
                </a:lnTo>
                <a:lnTo>
                  <a:pt x="662775" y="39675"/>
                </a:lnTo>
                <a:lnTo>
                  <a:pt x="662775" y="39825"/>
                </a:lnTo>
                <a:lnTo>
                  <a:pt x="662700" y="39825"/>
                </a:lnTo>
                <a:lnTo>
                  <a:pt x="662700" y="39900"/>
                </a:lnTo>
                <a:lnTo>
                  <a:pt x="662625" y="39975"/>
                </a:lnTo>
                <a:lnTo>
                  <a:pt x="662625" y="40050"/>
                </a:lnTo>
                <a:lnTo>
                  <a:pt x="662550" y="40125"/>
                </a:lnTo>
                <a:lnTo>
                  <a:pt x="662550" y="40200"/>
                </a:lnTo>
                <a:lnTo>
                  <a:pt x="662475" y="40200"/>
                </a:lnTo>
                <a:lnTo>
                  <a:pt x="662475" y="40350"/>
                </a:lnTo>
                <a:lnTo>
                  <a:pt x="662400" y="40350"/>
                </a:lnTo>
                <a:lnTo>
                  <a:pt x="662400" y="40500"/>
                </a:lnTo>
                <a:lnTo>
                  <a:pt x="662325" y="40500"/>
                </a:lnTo>
                <a:lnTo>
                  <a:pt x="662250" y="40575"/>
                </a:lnTo>
                <a:lnTo>
                  <a:pt x="662250" y="40650"/>
                </a:lnTo>
                <a:lnTo>
                  <a:pt x="662175" y="40725"/>
                </a:lnTo>
                <a:lnTo>
                  <a:pt x="661950" y="41175"/>
                </a:lnTo>
                <a:lnTo>
                  <a:pt x="661875" y="41250"/>
                </a:lnTo>
                <a:lnTo>
                  <a:pt x="661875" y="41325"/>
                </a:lnTo>
                <a:lnTo>
                  <a:pt x="661725" y="41550"/>
                </a:lnTo>
                <a:lnTo>
                  <a:pt x="661650" y="41550"/>
                </a:lnTo>
                <a:lnTo>
                  <a:pt x="661350" y="42075"/>
                </a:lnTo>
                <a:lnTo>
                  <a:pt x="661200" y="42150"/>
                </a:lnTo>
                <a:lnTo>
                  <a:pt x="661200" y="42225"/>
                </a:lnTo>
                <a:lnTo>
                  <a:pt x="661125" y="42300"/>
                </a:lnTo>
                <a:lnTo>
                  <a:pt x="660975" y="42600"/>
                </a:lnTo>
                <a:lnTo>
                  <a:pt x="660900" y="42600"/>
                </a:lnTo>
                <a:lnTo>
                  <a:pt x="660825" y="42675"/>
                </a:lnTo>
                <a:lnTo>
                  <a:pt x="660675" y="42975"/>
                </a:lnTo>
                <a:lnTo>
                  <a:pt x="660600" y="42975"/>
                </a:lnTo>
                <a:lnTo>
                  <a:pt x="660525" y="43050"/>
                </a:lnTo>
                <a:lnTo>
                  <a:pt x="660450" y="43200"/>
                </a:lnTo>
                <a:lnTo>
                  <a:pt x="660225" y="43425"/>
                </a:lnTo>
                <a:lnTo>
                  <a:pt x="660150" y="43575"/>
                </a:lnTo>
                <a:lnTo>
                  <a:pt x="660075" y="43575"/>
                </a:lnTo>
                <a:lnTo>
                  <a:pt x="660000" y="43650"/>
                </a:lnTo>
                <a:lnTo>
                  <a:pt x="660000" y="43725"/>
                </a:lnTo>
                <a:lnTo>
                  <a:pt x="659925" y="43800"/>
                </a:lnTo>
                <a:lnTo>
                  <a:pt x="659850" y="43800"/>
                </a:lnTo>
                <a:lnTo>
                  <a:pt x="659775" y="43950"/>
                </a:lnTo>
                <a:lnTo>
                  <a:pt x="659325" y="44400"/>
                </a:lnTo>
                <a:lnTo>
                  <a:pt x="659250" y="44550"/>
                </a:lnTo>
                <a:lnTo>
                  <a:pt x="659175" y="44550"/>
                </a:lnTo>
                <a:lnTo>
                  <a:pt x="658725" y="45000"/>
                </a:lnTo>
                <a:lnTo>
                  <a:pt x="658575" y="45075"/>
                </a:lnTo>
                <a:lnTo>
                  <a:pt x="658575" y="45150"/>
                </a:lnTo>
                <a:lnTo>
                  <a:pt x="658350" y="45300"/>
                </a:lnTo>
                <a:lnTo>
                  <a:pt x="658350" y="45375"/>
                </a:lnTo>
                <a:lnTo>
                  <a:pt x="658200" y="45450"/>
                </a:lnTo>
                <a:lnTo>
                  <a:pt x="658125" y="45525"/>
                </a:lnTo>
                <a:lnTo>
                  <a:pt x="658125" y="45600"/>
                </a:lnTo>
                <a:lnTo>
                  <a:pt x="657825" y="45750"/>
                </a:lnTo>
                <a:lnTo>
                  <a:pt x="657825" y="45825"/>
                </a:lnTo>
                <a:lnTo>
                  <a:pt x="657750" y="45900"/>
                </a:lnTo>
                <a:lnTo>
                  <a:pt x="657675" y="45900"/>
                </a:lnTo>
                <a:lnTo>
                  <a:pt x="657450" y="46125"/>
                </a:lnTo>
                <a:lnTo>
                  <a:pt x="657000" y="46425"/>
                </a:lnTo>
                <a:lnTo>
                  <a:pt x="656775" y="46650"/>
                </a:lnTo>
                <a:lnTo>
                  <a:pt x="656625" y="46725"/>
                </a:lnTo>
                <a:lnTo>
                  <a:pt x="656475" y="46875"/>
                </a:lnTo>
                <a:lnTo>
                  <a:pt x="656175" y="47025"/>
                </a:lnTo>
                <a:lnTo>
                  <a:pt x="656025" y="47175"/>
                </a:lnTo>
                <a:lnTo>
                  <a:pt x="655725" y="47325"/>
                </a:lnTo>
                <a:lnTo>
                  <a:pt x="655575" y="47475"/>
                </a:lnTo>
                <a:lnTo>
                  <a:pt x="655125" y="47700"/>
                </a:lnTo>
                <a:lnTo>
                  <a:pt x="655125" y="47775"/>
                </a:lnTo>
                <a:lnTo>
                  <a:pt x="654525" y="48075"/>
                </a:lnTo>
                <a:lnTo>
                  <a:pt x="654525" y="48150"/>
                </a:lnTo>
                <a:lnTo>
                  <a:pt x="653700" y="48525"/>
                </a:lnTo>
                <a:lnTo>
                  <a:pt x="653700" y="48600"/>
                </a:lnTo>
                <a:lnTo>
                  <a:pt x="653400" y="48750"/>
                </a:lnTo>
                <a:lnTo>
                  <a:pt x="653325" y="48750"/>
                </a:lnTo>
                <a:lnTo>
                  <a:pt x="652725" y="49050"/>
                </a:lnTo>
                <a:lnTo>
                  <a:pt x="652650" y="49050"/>
                </a:lnTo>
                <a:lnTo>
                  <a:pt x="652200" y="49275"/>
                </a:lnTo>
                <a:lnTo>
                  <a:pt x="651975" y="49350"/>
                </a:lnTo>
                <a:lnTo>
                  <a:pt x="651975" y="49425"/>
                </a:lnTo>
                <a:lnTo>
                  <a:pt x="651825" y="49425"/>
                </a:lnTo>
                <a:lnTo>
                  <a:pt x="651825" y="49500"/>
                </a:lnTo>
                <a:lnTo>
                  <a:pt x="651675" y="49500"/>
                </a:lnTo>
                <a:lnTo>
                  <a:pt x="651675" y="49575"/>
                </a:lnTo>
                <a:lnTo>
                  <a:pt x="651450" y="49575"/>
                </a:lnTo>
                <a:lnTo>
                  <a:pt x="651450" y="49650"/>
                </a:lnTo>
                <a:lnTo>
                  <a:pt x="651300" y="49650"/>
                </a:lnTo>
                <a:lnTo>
                  <a:pt x="651300" y="49725"/>
                </a:lnTo>
                <a:lnTo>
                  <a:pt x="651150" y="49725"/>
                </a:lnTo>
                <a:lnTo>
                  <a:pt x="651075" y="49800"/>
                </a:lnTo>
                <a:lnTo>
                  <a:pt x="650925" y="49800"/>
                </a:lnTo>
                <a:lnTo>
                  <a:pt x="650775" y="49875"/>
                </a:lnTo>
                <a:lnTo>
                  <a:pt x="650700" y="49875"/>
                </a:lnTo>
                <a:lnTo>
                  <a:pt x="649650" y="50325"/>
                </a:lnTo>
                <a:lnTo>
                  <a:pt x="649425" y="50400"/>
                </a:lnTo>
                <a:lnTo>
                  <a:pt x="649200" y="50400"/>
                </a:lnTo>
                <a:lnTo>
                  <a:pt x="648900" y="50550"/>
                </a:lnTo>
                <a:lnTo>
                  <a:pt x="648825" y="50550"/>
                </a:lnTo>
                <a:lnTo>
                  <a:pt x="648450" y="50700"/>
                </a:lnTo>
                <a:lnTo>
                  <a:pt x="648225" y="50700"/>
                </a:lnTo>
                <a:lnTo>
                  <a:pt x="647700" y="50925"/>
                </a:lnTo>
                <a:lnTo>
                  <a:pt x="647775" y="50925"/>
                </a:lnTo>
                <a:lnTo>
                  <a:pt x="648225" y="51450"/>
                </a:lnTo>
                <a:lnTo>
                  <a:pt x="648450" y="51600"/>
                </a:lnTo>
                <a:lnTo>
                  <a:pt x="649350" y="52500"/>
                </a:lnTo>
                <a:lnTo>
                  <a:pt x="649575" y="52650"/>
                </a:lnTo>
                <a:lnTo>
                  <a:pt x="650325" y="53400"/>
                </a:lnTo>
                <a:lnTo>
                  <a:pt x="650550" y="53550"/>
                </a:lnTo>
                <a:lnTo>
                  <a:pt x="651150" y="54150"/>
                </a:lnTo>
                <a:lnTo>
                  <a:pt x="651300" y="54375"/>
                </a:lnTo>
                <a:lnTo>
                  <a:pt x="651450" y="54525"/>
                </a:lnTo>
                <a:lnTo>
                  <a:pt x="651675" y="54675"/>
                </a:lnTo>
                <a:lnTo>
                  <a:pt x="652425" y="55425"/>
                </a:lnTo>
                <a:lnTo>
                  <a:pt x="652650" y="55575"/>
                </a:lnTo>
                <a:lnTo>
                  <a:pt x="653400" y="56325"/>
                </a:lnTo>
                <a:lnTo>
                  <a:pt x="653625" y="56475"/>
                </a:lnTo>
                <a:lnTo>
                  <a:pt x="655500" y="58350"/>
                </a:lnTo>
                <a:lnTo>
                  <a:pt x="655725" y="58500"/>
                </a:lnTo>
                <a:lnTo>
                  <a:pt x="656475" y="59250"/>
                </a:lnTo>
                <a:lnTo>
                  <a:pt x="656700" y="59400"/>
                </a:lnTo>
                <a:lnTo>
                  <a:pt x="657600" y="60300"/>
                </a:lnTo>
                <a:lnTo>
                  <a:pt x="657825" y="60450"/>
                </a:lnTo>
                <a:lnTo>
                  <a:pt x="657975" y="60600"/>
                </a:lnTo>
                <a:lnTo>
                  <a:pt x="658125" y="60825"/>
                </a:lnTo>
                <a:lnTo>
                  <a:pt x="658575" y="61275"/>
                </a:lnTo>
                <a:lnTo>
                  <a:pt x="658800" y="61425"/>
                </a:lnTo>
                <a:lnTo>
                  <a:pt x="659700" y="62325"/>
                </a:lnTo>
                <a:lnTo>
                  <a:pt x="659925" y="62475"/>
                </a:lnTo>
                <a:lnTo>
                  <a:pt x="660525" y="63075"/>
                </a:lnTo>
                <a:lnTo>
                  <a:pt x="656475" y="66750"/>
                </a:lnTo>
                <a:lnTo>
                  <a:pt x="655350" y="65700"/>
                </a:lnTo>
                <a:lnTo>
                  <a:pt x="655125" y="65550"/>
                </a:lnTo>
                <a:lnTo>
                  <a:pt x="654825" y="65250"/>
                </a:lnTo>
                <a:lnTo>
                  <a:pt x="654675" y="65025"/>
                </a:lnTo>
                <a:lnTo>
                  <a:pt x="654225" y="64575"/>
                </a:lnTo>
                <a:lnTo>
                  <a:pt x="654000" y="64425"/>
                </a:lnTo>
                <a:lnTo>
                  <a:pt x="653250" y="63675"/>
                </a:lnTo>
                <a:lnTo>
                  <a:pt x="653025" y="63525"/>
                </a:lnTo>
                <a:lnTo>
                  <a:pt x="652275" y="62775"/>
                </a:lnTo>
                <a:lnTo>
                  <a:pt x="652050" y="62625"/>
                </a:lnTo>
                <a:lnTo>
                  <a:pt x="651600" y="62175"/>
                </a:lnTo>
                <a:lnTo>
                  <a:pt x="651450" y="61950"/>
                </a:lnTo>
                <a:lnTo>
                  <a:pt x="651150" y="61650"/>
                </a:lnTo>
                <a:lnTo>
                  <a:pt x="650925" y="61500"/>
                </a:lnTo>
                <a:lnTo>
                  <a:pt x="650175" y="60750"/>
                </a:lnTo>
                <a:lnTo>
                  <a:pt x="649950" y="60600"/>
                </a:lnTo>
                <a:lnTo>
                  <a:pt x="649050" y="59700"/>
                </a:lnTo>
                <a:lnTo>
                  <a:pt x="648825" y="59550"/>
                </a:lnTo>
                <a:lnTo>
                  <a:pt x="648225" y="58950"/>
                </a:lnTo>
                <a:lnTo>
                  <a:pt x="648075" y="58725"/>
                </a:lnTo>
                <a:lnTo>
                  <a:pt x="647850" y="58575"/>
                </a:lnTo>
                <a:lnTo>
                  <a:pt x="647100" y="57825"/>
                </a:lnTo>
                <a:lnTo>
                  <a:pt x="646875" y="57675"/>
                </a:lnTo>
                <a:lnTo>
                  <a:pt x="645975" y="56775"/>
                </a:lnTo>
                <a:lnTo>
                  <a:pt x="645750" y="56625"/>
                </a:lnTo>
                <a:lnTo>
                  <a:pt x="645000" y="55875"/>
                </a:lnTo>
                <a:lnTo>
                  <a:pt x="644775" y="55725"/>
                </a:lnTo>
                <a:lnTo>
                  <a:pt x="644625" y="55500"/>
                </a:lnTo>
                <a:lnTo>
                  <a:pt x="644025" y="54900"/>
                </a:lnTo>
                <a:lnTo>
                  <a:pt x="643800" y="54750"/>
                </a:lnTo>
                <a:lnTo>
                  <a:pt x="642900" y="53850"/>
                </a:lnTo>
                <a:lnTo>
                  <a:pt x="642675" y="53700"/>
                </a:lnTo>
                <a:lnTo>
                  <a:pt x="641925" y="52950"/>
                </a:lnTo>
                <a:lnTo>
                  <a:pt x="641700" y="52800"/>
                </a:lnTo>
                <a:lnTo>
                  <a:pt x="641250" y="52275"/>
                </a:lnTo>
                <a:lnTo>
                  <a:pt x="640800" y="51825"/>
                </a:lnTo>
                <a:lnTo>
                  <a:pt x="639975" y="51075"/>
                </a:lnTo>
                <a:lnTo>
                  <a:pt x="639675" y="50850"/>
                </a:lnTo>
                <a:lnTo>
                  <a:pt x="639225" y="49875"/>
                </a:lnTo>
                <a:lnTo>
                  <a:pt x="639150" y="49575"/>
                </a:lnTo>
                <a:lnTo>
                  <a:pt x="639150" y="48900"/>
                </a:lnTo>
                <a:lnTo>
                  <a:pt x="639225" y="48525"/>
                </a:lnTo>
                <a:lnTo>
                  <a:pt x="639525" y="47925"/>
                </a:lnTo>
                <a:lnTo>
                  <a:pt x="639750" y="47625"/>
                </a:lnTo>
                <a:lnTo>
                  <a:pt x="640050" y="47400"/>
                </a:lnTo>
                <a:lnTo>
                  <a:pt x="640275" y="47175"/>
                </a:lnTo>
                <a:lnTo>
                  <a:pt x="640950" y="46800"/>
                </a:lnTo>
                <a:lnTo>
                  <a:pt x="641700" y="46650"/>
                </a:lnTo>
                <a:lnTo>
                  <a:pt x="641850" y="46650"/>
                </a:lnTo>
                <a:lnTo>
                  <a:pt x="642075" y="46575"/>
                </a:lnTo>
                <a:lnTo>
                  <a:pt x="642450" y="46575"/>
                </a:lnTo>
                <a:lnTo>
                  <a:pt x="642600" y="46500"/>
                </a:lnTo>
                <a:lnTo>
                  <a:pt x="642975" y="46500"/>
                </a:lnTo>
                <a:lnTo>
                  <a:pt x="643200" y="46425"/>
                </a:lnTo>
                <a:lnTo>
                  <a:pt x="643500" y="46425"/>
                </a:lnTo>
                <a:lnTo>
                  <a:pt x="643725" y="46350"/>
                </a:lnTo>
                <a:lnTo>
                  <a:pt x="644250" y="46275"/>
                </a:lnTo>
                <a:lnTo>
                  <a:pt x="644400" y="46200"/>
                </a:lnTo>
                <a:lnTo>
                  <a:pt x="644775" y="46200"/>
                </a:lnTo>
                <a:lnTo>
                  <a:pt x="644925" y="46125"/>
                </a:lnTo>
                <a:lnTo>
                  <a:pt x="645450" y="46050"/>
                </a:lnTo>
                <a:lnTo>
                  <a:pt x="645750" y="45900"/>
                </a:lnTo>
                <a:lnTo>
                  <a:pt x="645900" y="45900"/>
                </a:lnTo>
                <a:lnTo>
                  <a:pt x="646125" y="45825"/>
                </a:lnTo>
                <a:lnTo>
                  <a:pt x="646275" y="45825"/>
                </a:lnTo>
                <a:lnTo>
                  <a:pt x="646425" y="45750"/>
                </a:lnTo>
                <a:lnTo>
                  <a:pt x="646575" y="45750"/>
                </a:lnTo>
                <a:lnTo>
                  <a:pt x="646875" y="45600"/>
                </a:lnTo>
                <a:lnTo>
                  <a:pt x="647025" y="45600"/>
                </a:lnTo>
                <a:lnTo>
                  <a:pt x="647325" y="45450"/>
                </a:lnTo>
                <a:lnTo>
                  <a:pt x="647475" y="45450"/>
                </a:lnTo>
                <a:lnTo>
                  <a:pt x="647775" y="45300"/>
                </a:lnTo>
                <a:lnTo>
                  <a:pt x="647925" y="45300"/>
                </a:lnTo>
                <a:lnTo>
                  <a:pt x="648225" y="45150"/>
                </a:lnTo>
                <a:lnTo>
                  <a:pt x="648375" y="45150"/>
                </a:lnTo>
                <a:lnTo>
                  <a:pt x="648825" y="44925"/>
                </a:lnTo>
                <a:lnTo>
                  <a:pt x="648975" y="44925"/>
                </a:lnTo>
                <a:lnTo>
                  <a:pt x="649425" y="44700"/>
                </a:lnTo>
                <a:lnTo>
                  <a:pt x="649500" y="44625"/>
                </a:lnTo>
                <a:lnTo>
                  <a:pt x="649650" y="44625"/>
                </a:lnTo>
                <a:lnTo>
                  <a:pt x="650475" y="44175"/>
                </a:lnTo>
                <a:lnTo>
                  <a:pt x="650625" y="44175"/>
                </a:lnTo>
                <a:lnTo>
                  <a:pt x="650700" y="44100"/>
                </a:lnTo>
                <a:lnTo>
                  <a:pt x="651750" y="43500"/>
                </a:lnTo>
                <a:lnTo>
                  <a:pt x="653100" y="42600"/>
                </a:lnTo>
                <a:lnTo>
                  <a:pt x="653250" y="42450"/>
                </a:lnTo>
                <a:lnTo>
                  <a:pt x="653925" y="42000"/>
                </a:lnTo>
                <a:lnTo>
                  <a:pt x="654450" y="41475"/>
                </a:lnTo>
                <a:lnTo>
                  <a:pt x="654600" y="41400"/>
                </a:lnTo>
                <a:lnTo>
                  <a:pt x="654825" y="41175"/>
                </a:lnTo>
                <a:lnTo>
                  <a:pt x="654900" y="41025"/>
                </a:lnTo>
                <a:lnTo>
                  <a:pt x="655050" y="40950"/>
                </a:lnTo>
                <a:lnTo>
                  <a:pt x="655350" y="40650"/>
                </a:lnTo>
                <a:lnTo>
                  <a:pt x="655500" y="40425"/>
                </a:lnTo>
                <a:lnTo>
                  <a:pt x="655650" y="40350"/>
                </a:lnTo>
                <a:lnTo>
                  <a:pt x="655800" y="40200"/>
                </a:lnTo>
                <a:lnTo>
                  <a:pt x="655875" y="40050"/>
                </a:lnTo>
                <a:lnTo>
                  <a:pt x="656100" y="39825"/>
                </a:lnTo>
                <a:lnTo>
                  <a:pt x="656175" y="39675"/>
                </a:lnTo>
                <a:lnTo>
                  <a:pt x="656400" y="39450"/>
                </a:lnTo>
                <a:lnTo>
                  <a:pt x="656475" y="39300"/>
                </a:lnTo>
                <a:lnTo>
                  <a:pt x="656625" y="39150"/>
                </a:lnTo>
                <a:lnTo>
                  <a:pt x="656625" y="39075"/>
                </a:lnTo>
                <a:lnTo>
                  <a:pt x="656700" y="38925"/>
                </a:lnTo>
                <a:lnTo>
                  <a:pt x="657075" y="38475"/>
                </a:lnTo>
                <a:lnTo>
                  <a:pt x="657075" y="38400"/>
                </a:lnTo>
                <a:lnTo>
                  <a:pt x="657150" y="38250"/>
                </a:lnTo>
                <a:lnTo>
                  <a:pt x="657300" y="38100"/>
                </a:lnTo>
                <a:lnTo>
                  <a:pt x="657375" y="37950"/>
                </a:lnTo>
                <a:lnTo>
                  <a:pt x="657375" y="37875"/>
                </a:lnTo>
                <a:lnTo>
                  <a:pt x="657600" y="37575"/>
                </a:lnTo>
                <a:lnTo>
                  <a:pt x="657600" y="37500"/>
                </a:lnTo>
                <a:lnTo>
                  <a:pt x="657750" y="37275"/>
                </a:lnTo>
                <a:lnTo>
                  <a:pt x="657750" y="37200"/>
                </a:lnTo>
                <a:lnTo>
                  <a:pt x="657900" y="36975"/>
                </a:lnTo>
                <a:lnTo>
                  <a:pt x="657900" y="36900"/>
                </a:lnTo>
                <a:lnTo>
                  <a:pt x="657975" y="36750"/>
                </a:lnTo>
                <a:lnTo>
                  <a:pt x="658050" y="36675"/>
                </a:lnTo>
                <a:lnTo>
                  <a:pt x="658125" y="36375"/>
                </a:lnTo>
                <a:lnTo>
                  <a:pt x="658200" y="36300"/>
                </a:lnTo>
                <a:lnTo>
                  <a:pt x="658275" y="36150"/>
                </a:lnTo>
                <a:lnTo>
                  <a:pt x="658275" y="36075"/>
                </a:lnTo>
                <a:lnTo>
                  <a:pt x="658350" y="36000"/>
                </a:lnTo>
                <a:lnTo>
                  <a:pt x="658350" y="35850"/>
                </a:lnTo>
                <a:lnTo>
                  <a:pt x="658425" y="35775"/>
                </a:lnTo>
                <a:lnTo>
                  <a:pt x="658425" y="35700"/>
                </a:lnTo>
                <a:lnTo>
                  <a:pt x="658575" y="35325"/>
                </a:lnTo>
                <a:lnTo>
                  <a:pt x="658575" y="35175"/>
                </a:lnTo>
                <a:lnTo>
                  <a:pt x="658650" y="35025"/>
                </a:lnTo>
                <a:lnTo>
                  <a:pt x="658650" y="34950"/>
                </a:lnTo>
                <a:lnTo>
                  <a:pt x="658725" y="34875"/>
                </a:lnTo>
                <a:lnTo>
                  <a:pt x="658725" y="34650"/>
                </a:lnTo>
                <a:lnTo>
                  <a:pt x="658800" y="34500"/>
                </a:lnTo>
                <a:lnTo>
                  <a:pt x="658800" y="34350"/>
                </a:lnTo>
                <a:lnTo>
                  <a:pt x="658875" y="34200"/>
                </a:lnTo>
                <a:lnTo>
                  <a:pt x="658875" y="34050"/>
                </a:lnTo>
                <a:lnTo>
                  <a:pt x="658950" y="33900"/>
                </a:lnTo>
                <a:lnTo>
                  <a:pt x="658950" y="33675"/>
                </a:lnTo>
                <a:lnTo>
                  <a:pt x="659025" y="33600"/>
                </a:lnTo>
                <a:lnTo>
                  <a:pt x="659025" y="33150"/>
                </a:lnTo>
                <a:lnTo>
                  <a:pt x="659100" y="33075"/>
                </a:lnTo>
                <a:lnTo>
                  <a:pt x="659100" y="32550"/>
                </a:lnTo>
                <a:lnTo>
                  <a:pt x="659175" y="32475"/>
                </a:lnTo>
                <a:lnTo>
                  <a:pt x="659175" y="30375"/>
                </a:lnTo>
                <a:lnTo>
                  <a:pt x="659100" y="30300"/>
                </a:lnTo>
                <a:lnTo>
                  <a:pt x="659100" y="29775"/>
                </a:lnTo>
                <a:lnTo>
                  <a:pt x="659025" y="29700"/>
                </a:lnTo>
                <a:lnTo>
                  <a:pt x="659025" y="29325"/>
                </a:lnTo>
                <a:lnTo>
                  <a:pt x="658950" y="29175"/>
                </a:lnTo>
                <a:lnTo>
                  <a:pt x="658950" y="29025"/>
                </a:lnTo>
                <a:lnTo>
                  <a:pt x="658875" y="28875"/>
                </a:lnTo>
                <a:lnTo>
                  <a:pt x="658875" y="28650"/>
                </a:lnTo>
                <a:lnTo>
                  <a:pt x="658800" y="28500"/>
                </a:lnTo>
                <a:lnTo>
                  <a:pt x="658800" y="28350"/>
                </a:lnTo>
                <a:lnTo>
                  <a:pt x="658725" y="28200"/>
                </a:lnTo>
                <a:lnTo>
                  <a:pt x="658725" y="28125"/>
                </a:lnTo>
                <a:lnTo>
                  <a:pt x="658650" y="28050"/>
                </a:lnTo>
                <a:lnTo>
                  <a:pt x="658650" y="27825"/>
                </a:lnTo>
                <a:lnTo>
                  <a:pt x="658575" y="27750"/>
                </a:lnTo>
                <a:lnTo>
                  <a:pt x="658500" y="27450"/>
                </a:lnTo>
                <a:lnTo>
                  <a:pt x="658350" y="27225"/>
                </a:lnTo>
                <a:lnTo>
                  <a:pt x="658350" y="27075"/>
                </a:lnTo>
                <a:lnTo>
                  <a:pt x="658200" y="26850"/>
                </a:lnTo>
                <a:lnTo>
                  <a:pt x="658200" y="26700"/>
                </a:lnTo>
                <a:lnTo>
                  <a:pt x="658125" y="26625"/>
                </a:lnTo>
                <a:lnTo>
                  <a:pt x="658125" y="26550"/>
                </a:lnTo>
                <a:lnTo>
                  <a:pt x="658050" y="26475"/>
                </a:lnTo>
                <a:lnTo>
                  <a:pt x="658050" y="26400"/>
                </a:lnTo>
                <a:lnTo>
                  <a:pt x="657900" y="26175"/>
                </a:lnTo>
                <a:lnTo>
                  <a:pt x="657900" y="26100"/>
                </a:lnTo>
                <a:lnTo>
                  <a:pt x="657750" y="25950"/>
                </a:lnTo>
                <a:lnTo>
                  <a:pt x="657750" y="25875"/>
                </a:lnTo>
                <a:lnTo>
                  <a:pt x="657600" y="25650"/>
                </a:lnTo>
                <a:lnTo>
                  <a:pt x="657600" y="25575"/>
                </a:lnTo>
                <a:lnTo>
                  <a:pt x="657450" y="25425"/>
                </a:lnTo>
                <a:lnTo>
                  <a:pt x="657450" y="25350"/>
                </a:lnTo>
                <a:lnTo>
                  <a:pt x="657225" y="25050"/>
                </a:lnTo>
                <a:lnTo>
                  <a:pt x="657225" y="24975"/>
                </a:lnTo>
                <a:lnTo>
                  <a:pt x="656925" y="24675"/>
                </a:lnTo>
                <a:lnTo>
                  <a:pt x="656925" y="24600"/>
                </a:lnTo>
                <a:lnTo>
                  <a:pt x="656625" y="24300"/>
                </a:lnTo>
                <a:lnTo>
                  <a:pt x="656550" y="24150"/>
                </a:lnTo>
                <a:lnTo>
                  <a:pt x="656550" y="24075"/>
                </a:lnTo>
                <a:lnTo>
                  <a:pt x="655650" y="23175"/>
                </a:lnTo>
                <a:lnTo>
                  <a:pt x="655575" y="23175"/>
                </a:lnTo>
                <a:lnTo>
                  <a:pt x="655125" y="22725"/>
                </a:lnTo>
                <a:lnTo>
                  <a:pt x="654975" y="22650"/>
                </a:lnTo>
                <a:lnTo>
                  <a:pt x="654750" y="22425"/>
                </a:lnTo>
                <a:lnTo>
                  <a:pt x="654675" y="22425"/>
                </a:lnTo>
                <a:lnTo>
                  <a:pt x="654525" y="22275"/>
                </a:lnTo>
                <a:lnTo>
                  <a:pt x="654375" y="22200"/>
                </a:lnTo>
                <a:lnTo>
                  <a:pt x="654150" y="21975"/>
                </a:lnTo>
                <a:lnTo>
                  <a:pt x="654000" y="21975"/>
                </a:lnTo>
                <a:lnTo>
                  <a:pt x="653775" y="21750"/>
                </a:lnTo>
                <a:lnTo>
                  <a:pt x="653625" y="21675"/>
                </a:lnTo>
                <a:lnTo>
                  <a:pt x="653550" y="21675"/>
                </a:lnTo>
                <a:lnTo>
                  <a:pt x="653250" y="21450"/>
                </a:lnTo>
                <a:lnTo>
                  <a:pt x="653175" y="21450"/>
                </a:lnTo>
                <a:lnTo>
                  <a:pt x="652950" y="21300"/>
                </a:lnTo>
                <a:lnTo>
                  <a:pt x="652875" y="21300"/>
                </a:lnTo>
                <a:lnTo>
                  <a:pt x="652650" y="21150"/>
                </a:lnTo>
                <a:lnTo>
                  <a:pt x="652275" y="21000"/>
                </a:lnTo>
                <a:lnTo>
                  <a:pt x="652200" y="20925"/>
                </a:lnTo>
                <a:lnTo>
                  <a:pt x="652125" y="20925"/>
                </a:lnTo>
                <a:lnTo>
                  <a:pt x="651600" y="20700"/>
                </a:lnTo>
                <a:lnTo>
                  <a:pt x="651525" y="20700"/>
                </a:lnTo>
                <a:lnTo>
                  <a:pt x="651300" y="20550"/>
                </a:lnTo>
                <a:lnTo>
                  <a:pt x="651150" y="20550"/>
                </a:lnTo>
                <a:lnTo>
                  <a:pt x="651075" y="20475"/>
                </a:lnTo>
                <a:lnTo>
                  <a:pt x="650925" y="20475"/>
                </a:lnTo>
                <a:lnTo>
                  <a:pt x="650550" y="20325"/>
                </a:lnTo>
                <a:lnTo>
                  <a:pt x="650400" y="20325"/>
                </a:lnTo>
                <a:lnTo>
                  <a:pt x="650325" y="20250"/>
                </a:lnTo>
                <a:lnTo>
                  <a:pt x="650175" y="20250"/>
                </a:lnTo>
                <a:lnTo>
                  <a:pt x="649800" y="20100"/>
                </a:lnTo>
                <a:lnTo>
                  <a:pt x="649650" y="20100"/>
                </a:lnTo>
                <a:lnTo>
                  <a:pt x="649500" y="20025"/>
                </a:lnTo>
                <a:lnTo>
                  <a:pt x="649275" y="20025"/>
                </a:lnTo>
                <a:lnTo>
                  <a:pt x="649125" y="19950"/>
                </a:lnTo>
                <a:lnTo>
                  <a:pt x="648975" y="19950"/>
                </a:lnTo>
                <a:lnTo>
                  <a:pt x="648825" y="19875"/>
                </a:lnTo>
                <a:lnTo>
                  <a:pt x="648600" y="19875"/>
                </a:lnTo>
                <a:lnTo>
                  <a:pt x="648450" y="19800"/>
                </a:lnTo>
                <a:lnTo>
                  <a:pt x="648150" y="19800"/>
                </a:lnTo>
                <a:lnTo>
                  <a:pt x="648000" y="19725"/>
                </a:lnTo>
                <a:lnTo>
                  <a:pt x="647550" y="19725"/>
                </a:lnTo>
                <a:lnTo>
                  <a:pt x="647400" y="19650"/>
                </a:lnTo>
                <a:lnTo>
                  <a:pt x="646950" y="19650"/>
                </a:lnTo>
                <a:lnTo>
                  <a:pt x="646800" y="19575"/>
                </a:lnTo>
                <a:lnTo>
                  <a:pt x="646050" y="19575"/>
                </a:lnTo>
                <a:lnTo>
                  <a:pt x="645900" y="19500"/>
                </a:lnTo>
                <a:lnTo>
                  <a:pt x="643350" y="19500"/>
                </a:lnTo>
                <a:lnTo>
                  <a:pt x="643125" y="19575"/>
                </a:lnTo>
                <a:lnTo>
                  <a:pt x="642225" y="19575"/>
                </a:lnTo>
                <a:lnTo>
                  <a:pt x="642075" y="19650"/>
                </a:lnTo>
                <a:lnTo>
                  <a:pt x="641475" y="19650"/>
                </a:lnTo>
                <a:lnTo>
                  <a:pt x="641325" y="19725"/>
                </a:lnTo>
                <a:lnTo>
                  <a:pt x="640950" y="19725"/>
                </a:lnTo>
                <a:lnTo>
                  <a:pt x="640725" y="19800"/>
                </a:lnTo>
                <a:lnTo>
                  <a:pt x="640575" y="19800"/>
                </a:lnTo>
                <a:lnTo>
                  <a:pt x="639675" y="14625"/>
                </a:lnTo>
                <a:close/>
                <a:moveTo>
                  <a:pt x="668625" y="19575"/>
                </a:moveTo>
                <a:lnTo>
                  <a:pt x="668775" y="19425"/>
                </a:lnTo>
                <a:lnTo>
                  <a:pt x="668775" y="19350"/>
                </a:lnTo>
                <a:lnTo>
                  <a:pt x="669000" y="19125"/>
                </a:lnTo>
                <a:lnTo>
                  <a:pt x="669075" y="18975"/>
                </a:lnTo>
                <a:lnTo>
                  <a:pt x="669300" y="18750"/>
                </a:lnTo>
                <a:lnTo>
                  <a:pt x="669300" y="18675"/>
                </a:lnTo>
                <a:lnTo>
                  <a:pt x="669675" y="18300"/>
                </a:lnTo>
                <a:lnTo>
                  <a:pt x="669675" y="18225"/>
                </a:lnTo>
                <a:lnTo>
                  <a:pt x="669825" y="18075"/>
                </a:lnTo>
                <a:lnTo>
                  <a:pt x="669900" y="18075"/>
                </a:lnTo>
                <a:lnTo>
                  <a:pt x="670050" y="17850"/>
                </a:lnTo>
                <a:lnTo>
                  <a:pt x="670425" y="17475"/>
                </a:lnTo>
                <a:lnTo>
                  <a:pt x="670650" y="17325"/>
                </a:lnTo>
                <a:lnTo>
                  <a:pt x="670650" y="17250"/>
                </a:lnTo>
                <a:lnTo>
                  <a:pt x="670800" y="17100"/>
                </a:lnTo>
                <a:lnTo>
                  <a:pt x="670875" y="17100"/>
                </a:lnTo>
                <a:lnTo>
                  <a:pt x="671025" y="16950"/>
                </a:lnTo>
                <a:lnTo>
                  <a:pt x="671100" y="16950"/>
                </a:lnTo>
                <a:lnTo>
                  <a:pt x="671250" y="16800"/>
                </a:lnTo>
                <a:lnTo>
                  <a:pt x="671250" y="16725"/>
                </a:lnTo>
                <a:lnTo>
                  <a:pt x="671475" y="16650"/>
                </a:lnTo>
                <a:lnTo>
                  <a:pt x="671475" y="16575"/>
                </a:lnTo>
                <a:lnTo>
                  <a:pt x="671700" y="16425"/>
                </a:lnTo>
                <a:lnTo>
                  <a:pt x="671850" y="16275"/>
                </a:lnTo>
                <a:lnTo>
                  <a:pt x="671925" y="16275"/>
                </a:lnTo>
                <a:lnTo>
                  <a:pt x="672075" y="16125"/>
                </a:lnTo>
                <a:lnTo>
                  <a:pt x="672150" y="16125"/>
                </a:lnTo>
                <a:lnTo>
                  <a:pt x="672300" y="15975"/>
                </a:lnTo>
                <a:lnTo>
                  <a:pt x="672375" y="15975"/>
                </a:lnTo>
                <a:lnTo>
                  <a:pt x="672525" y="15900"/>
                </a:lnTo>
                <a:lnTo>
                  <a:pt x="672825" y="15675"/>
                </a:lnTo>
                <a:lnTo>
                  <a:pt x="673050" y="15600"/>
                </a:lnTo>
                <a:lnTo>
                  <a:pt x="673275" y="15450"/>
                </a:lnTo>
                <a:lnTo>
                  <a:pt x="673500" y="15375"/>
                </a:lnTo>
                <a:lnTo>
                  <a:pt x="673500" y="15300"/>
                </a:lnTo>
                <a:lnTo>
                  <a:pt x="673800" y="15225"/>
                </a:lnTo>
                <a:lnTo>
                  <a:pt x="674175" y="15000"/>
                </a:lnTo>
                <a:lnTo>
                  <a:pt x="674700" y="14850"/>
                </a:lnTo>
                <a:lnTo>
                  <a:pt x="674700" y="14775"/>
                </a:lnTo>
                <a:lnTo>
                  <a:pt x="676200" y="14325"/>
                </a:lnTo>
                <a:lnTo>
                  <a:pt x="676350" y="14250"/>
                </a:lnTo>
                <a:lnTo>
                  <a:pt x="676950" y="14100"/>
                </a:lnTo>
                <a:lnTo>
                  <a:pt x="677100" y="14025"/>
                </a:lnTo>
                <a:lnTo>
                  <a:pt x="677400" y="14025"/>
                </a:lnTo>
                <a:lnTo>
                  <a:pt x="677850" y="13875"/>
                </a:lnTo>
                <a:lnTo>
                  <a:pt x="678150" y="13875"/>
                </a:lnTo>
                <a:lnTo>
                  <a:pt x="678375" y="13800"/>
                </a:lnTo>
                <a:lnTo>
                  <a:pt x="678675" y="13800"/>
                </a:lnTo>
                <a:lnTo>
                  <a:pt x="678825" y="13725"/>
                </a:lnTo>
                <a:lnTo>
                  <a:pt x="679125" y="13725"/>
                </a:lnTo>
                <a:lnTo>
                  <a:pt x="679350" y="13650"/>
                </a:lnTo>
                <a:lnTo>
                  <a:pt x="679875" y="13650"/>
                </a:lnTo>
                <a:lnTo>
                  <a:pt x="680100" y="13575"/>
                </a:lnTo>
                <a:lnTo>
                  <a:pt x="680850" y="13575"/>
                </a:lnTo>
                <a:lnTo>
                  <a:pt x="681075" y="13500"/>
                </a:lnTo>
                <a:lnTo>
                  <a:pt x="683625" y="13500"/>
                </a:lnTo>
                <a:lnTo>
                  <a:pt x="683775" y="13575"/>
                </a:lnTo>
                <a:lnTo>
                  <a:pt x="684450" y="13575"/>
                </a:lnTo>
                <a:lnTo>
                  <a:pt x="684600" y="13650"/>
                </a:lnTo>
                <a:lnTo>
                  <a:pt x="685050" y="13650"/>
                </a:lnTo>
                <a:lnTo>
                  <a:pt x="685200" y="13725"/>
                </a:lnTo>
                <a:lnTo>
                  <a:pt x="685575" y="13725"/>
                </a:lnTo>
                <a:lnTo>
                  <a:pt x="685650" y="13800"/>
                </a:lnTo>
                <a:lnTo>
                  <a:pt x="685950" y="13800"/>
                </a:lnTo>
                <a:lnTo>
                  <a:pt x="686025" y="13875"/>
                </a:lnTo>
                <a:lnTo>
                  <a:pt x="686175" y="13875"/>
                </a:lnTo>
                <a:lnTo>
                  <a:pt x="686325" y="13950"/>
                </a:lnTo>
                <a:lnTo>
                  <a:pt x="686625" y="13950"/>
                </a:lnTo>
                <a:lnTo>
                  <a:pt x="686775" y="14025"/>
                </a:lnTo>
                <a:lnTo>
                  <a:pt x="687000" y="14025"/>
                </a:lnTo>
                <a:lnTo>
                  <a:pt x="687300" y="14175"/>
                </a:lnTo>
                <a:lnTo>
                  <a:pt x="687525" y="14175"/>
                </a:lnTo>
                <a:lnTo>
                  <a:pt x="687525" y="14250"/>
                </a:lnTo>
                <a:lnTo>
                  <a:pt x="687750" y="14250"/>
                </a:lnTo>
                <a:lnTo>
                  <a:pt x="687825" y="14325"/>
                </a:lnTo>
                <a:lnTo>
                  <a:pt x="687900" y="14325"/>
                </a:lnTo>
                <a:lnTo>
                  <a:pt x="688200" y="14475"/>
                </a:lnTo>
                <a:lnTo>
                  <a:pt x="688275" y="14475"/>
                </a:lnTo>
                <a:lnTo>
                  <a:pt x="688425" y="14550"/>
                </a:lnTo>
                <a:lnTo>
                  <a:pt x="688575" y="14550"/>
                </a:lnTo>
                <a:lnTo>
                  <a:pt x="688800" y="14700"/>
                </a:lnTo>
                <a:lnTo>
                  <a:pt x="688950" y="14700"/>
                </a:lnTo>
                <a:lnTo>
                  <a:pt x="688950" y="14775"/>
                </a:lnTo>
                <a:lnTo>
                  <a:pt x="689100" y="14775"/>
                </a:lnTo>
                <a:lnTo>
                  <a:pt x="689325" y="14925"/>
                </a:lnTo>
                <a:lnTo>
                  <a:pt x="689475" y="14925"/>
                </a:lnTo>
                <a:lnTo>
                  <a:pt x="689475" y="15000"/>
                </a:lnTo>
                <a:lnTo>
                  <a:pt x="689625" y="15000"/>
                </a:lnTo>
                <a:lnTo>
                  <a:pt x="689625" y="15075"/>
                </a:lnTo>
                <a:lnTo>
                  <a:pt x="689775" y="15075"/>
                </a:lnTo>
                <a:lnTo>
                  <a:pt x="689925" y="15225"/>
                </a:lnTo>
                <a:lnTo>
                  <a:pt x="690000" y="15225"/>
                </a:lnTo>
                <a:lnTo>
                  <a:pt x="690600" y="15525"/>
                </a:lnTo>
                <a:lnTo>
                  <a:pt x="690675" y="15525"/>
                </a:lnTo>
                <a:lnTo>
                  <a:pt x="690900" y="15750"/>
                </a:lnTo>
                <a:lnTo>
                  <a:pt x="690975" y="15750"/>
                </a:lnTo>
                <a:lnTo>
                  <a:pt x="691275" y="15900"/>
                </a:lnTo>
                <a:lnTo>
                  <a:pt x="691425" y="16050"/>
                </a:lnTo>
                <a:lnTo>
                  <a:pt x="691725" y="16200"/>
                </a:lnTo>
                <a:lnTo>
                  <a:pt x="691875" y="16350"/>
                </a:lnTo>
                <a:lnTo>
                  <a:pt x="692175" y="16500"/>
                </a:lnTo>
                <a:lnTo>
                  <a:pt x="692175" y="16575"/>
                </a:lnTo>
                <a:lnTo>
                  <a:pt x="692325" y="16650"/>
                </a:lnTo>
                <a:lnTo>
                  <a:pt x="692550" y="16875"/>
                </a:lnTo>
                <a:lnTo>
                  <a:pt x="692625" y="16875"/>
                </a:lnTo>
                <a:lnTo>
                  <a:pt x="692850" y="17100"/>
                </a:lnTo>
                <a:lnTo>
                  <a:pt x="693000" y="17175"/>
                </a:lnTo>
                <a:lnTo>
                  <a:pt x="693000" y="17250"/>
                </a:lnTo>
                <a:lnTo>
                  <a:pt x="693300" y="17400"/>
                </a:lnTo>
                <a:lnTo>
                  <a:pt x="693300" y="17475"/>
                </a:lnTo>
                <a:lnTo>
                  <a:pt x="693375" y="17550"/>
                </a:lnTo>
                <a:lnTo>
                  <a:pt x="693450" y="17550"/>
                </a:lnTo>
                <a:lnTo>
                  <a:pt x="693525" y="17700"/>
                </a:lnTo>
                <a:lnTo>
                  <a:pt x="693675" y="17775"/>
                </a:lnTo>
                <a:lnTo>
                  <a:pt x="693750" y="17925"/>
                </a:lnTo>
                <a:lnTo>
                  <a:pt x="693825" y="17925"/>
                </a:lnTo>
                <a:lnTo>
                  <a:pt x="693900" y="18000"/>
                </a:lnTo>
                <a:lnTo>
                  <a:pt x="693900" y="18075"/>
                </a:lnTo>
                <a:lnTo>
                  <a:pt x="694050" y="18150"/>
                </a:lnTo>
                <a:lnTo>
                  <a:pt x="694200" y="18300"/>
                </a:lnTo>
                <a:lnTo>
                  <a:pt x="694275" y="18450"/>
                </a:lnTo>
                <a:lnTo>
                  <a:pt x="694425" y="18525"/>
                </a:lnTo>
                <a:lnTo>
                  <a:pt x="694425" y="18600"/>
                </a:lnTo>
                <a:lnTo>
                  <a:pt x="694500" y="18675"/>
                </a:lnTo>
                <a:lnTo>
                  <a:pt x="694575" y="18675"/>
                </a:lnTo>
                <a:lnTo>
                  <a:pt x="694650" y="18825"/>
                </a:lnTo>
                <a:lnTo>
                  <a:pt x="694875" y="19050"/>
                </a:lnTo>
                <a:lnTo>
                  <a:pt x="694875" y="19125"/>
                </a:lnTo>
                <a:lnTo>
                  <a:pt x="695025" y="19200"/>
                </a:lnTo>
                <a:lnTo>
                  <a:pt x="695175" y="19500"/>
                </a:lnTo>
                <a:lnTo>
                  <a:pt x="695250" y="19500"/>
                </a:lnTo>
                <a:lnTo>
                  <a:pt x="695325" y="19575"/>
                </a:lnTo>
                <a:lnTo>
                  <a:pt x="695325" y="19650"/>
                </a:lnTo>
                <a:lnTo>
                  <a:pt x="695550" y="19875"/>
                </a:lnTo>
                <a:lnTo>
                  <a:pt x="695625" y="20025"/>
                </a:lnTo>
                <a:lnTo>
                  <a:pt x="695775" y="20175"/>
                </a:lnTo>
                <a:lnTo>
                  <a:pt x="695925" y="20475"/>
                </a:lnTo>
                <a:lnTo>
                  <a:pt x="696075" y="20625"/>
                </a:lnTo>
                <a:lnTo>
                  <a:pt x="696225" y="20925"/>
                </a:lnTo>
                <a:lnTo>
                  <a:pt x="696450" y="21150"/>
                </a:lnTo>
                <a:lnTo>
                  <a:pt x="696450" y="21225"/>
                </a:lnTo>
                <a:lnTo>
                  <a:pt x="696525" y="21300"/>
                </a:lnTo>
                <a:lnTo>
                  <a:pt x="696525" y="21375"/>
                </a:lnTo>
                <a:lnTo>
                  <a:pt x="696600" y="21450"/>
                </a:lnTo>
                <a:lnTo>
                  <a:pt x="696600" y="21525"/>
                </a:lnTo>
                <a:lnTo>
                  <a:pt x="696675" y="21600"/>
                </a:lnTo>
                <a:lnTo>
                  <a:pt x="696675" y="21675"/>
                </a:lnTo>
                <a:lnTo>
                  <a:pt x="696900" y="21900"/>
                </a:lnTo>
                <a:lnTo>
                  <a:pt x="696900" y="21975"/>
                </a:lnTo>
                <a:lnTo>
                  <a:pt x="697050" y="22200"/>
                </a:lnTo>
                <a:lnTo>
                  <a:pt x="697050" y="22275"/>
                </a:lnTo>
                <a:lnTo>
                  <a:pt x="697800" y="23775"/>
                </a:lnTo>
                <a:lnTo>
                  <a:pt x="697800" y="23850"/>
                </a:lnTo>
                <a:lnTo>
                  <a:pt x="697875" y="23925"/>
                </a:lnTo>
                <a:lnTo>
                  <a:pt x="697875" y="24000"/>
                </a:lnTo>
                <a:lnTo>
                  <a:pt x="698100" y="24450"/>
                </a:lnTo>
                <a:lnTo>
                  <a:pt x="698100" y="24600"/>
                </a:lnTo>
                <a:lnTo>
                  <a:pt x="698175" y="24600"/>
                </a:lnTo>
                <a:lnTo>
                  <a:pt x="698175" y="24825"/>
                </a:lnTo>
                <a:lnTo>
                  <a:pt x="698250" y="24900"/>
                </a:lnTo>
                <a:lnTo>
                  <a:pt x="698250" y="24975"/>
                </a:lnTo>
                <a:lnTo>
                  <a:pt x="698400" y="25275"/>
                </a:lnTo>
                <a:lnTo>
                  <a:pt x="698400" y="25425"/>
                </a:lnTo>
                <a:lnTo>
                  <a:pt x="698475" y="25425"/>
                </a:lnTo>
                <a:lnTo>
                  <a:pt x="698475" y="25575"/>
                </a:lnTo>
                <a:lnTo>
                  <a:pt x="698625" y="25950"/>
                </a:lnTo>
                <a:lnTo>
                  <a:pt x="698625" y="26100"/>
                </a:lnTo>
                <a:lnTo>
                  <a:pt x="698775" y="26400"/>
                </a:lnTo>
                <a:lnTo>
                  <a:pt x="698775" y="26625"/>
                </a:lnTo>
                <a:lnTo>
                  <a:pt x="698925" y="26925"/>
                </a:lnTo>
                <a:lnTo>
                  <a:pt x="698925" y="27150"/>
                </a:lnTo>
                <a:lnTo>
                  <a:pt x="699000" y="27300"/>
                </a:lnTo>
                <a:lnTo>
                  <a:pt x="699000" y="27450"/>
                </a:lnTo>
                <a:lnTo>
                  <a:pt x="699075" y="27600"/>
                </a:lnTo>
                <a:lnTo>
                  <a:pt x="699075" y="27825"/>
                </a:lnTo>
                <a:lnTo>
                  <a:pt x="699150" y="27975"/>
                </a:lnTo>
                <a:lnTo>
                  <a:pt x="699150" y="28125"/>
                </a:lnTo>
                <a:lnTo>
                  <a:pt x="699225" y="28275"/>
                </a:lnTo>
                <a:lnTo>
                  <a:pt x="699225" y="28500"/>
                </a:lnTo>
                <a:lnTo>
                  <a:pt x="699300" y="28650"/>
                </a:lnTo>
                <a:lnTo>
                  <a:pt x="699300" y="28800"/>
                </a:lnTo>
                <a:lnTo>
                  <a:pt x="699375" y="28950"/>
                </a:lnTo>
                <a:lnTo>
                  <a:pt x="699375" y="29325"/>
                </a:lnTo>
                <a:lnTo>
                  <a:pt x="699450" y="29475"/>
                </a:lnTo>
                <a:lnTo>
                  <a:pt x="699450" y="29850"/>
                </a:lnTo>
                <a:lnTo>
                  <a:pt x="699525" y="30000"/>
                </a:lnTo>
                <a:lnTo>
                  <a:pt x="699525" y="30375"/>
                </a:lnTo>
                <a:lnTo>
                  <a:pt x="699600" y="30525"/>
                </a:lnTo>
                <a:lnTo>
                  <a:pt x="699600" y="31125"/>
                </a:lnTo>
                <a:lnTo>
                  <a:pt x="699675" y="31275"/>
                </a:lnTo>
                <a:lnTo>
                  <a:pt x="699675" y="32475"/>
                </a:lnTo>
                <a:lnTo>
                  <a:pt x="699750" y="32625"/>
                </a:lnTo>
                <a:lnTo>
                  <a:pt x="699750" y="34125"/>
                </a:lnTo>
                <a:lnTo>
                  <a:pt x="699675" y="34275"/>
                </a:lnTo>
                <a:lnTo>
                  <a:pt x="699675" y="35475"/>
                </a:lnTo>
                <a:lnTo>
                  <a:pt x="699600" y="35625"/>
                </a:lnTo>
                <a:lnTo>
                  <a:pt x="699600" y="36225"/>
                </a:lnTo>
                <a:lnTo>
                  <a:pt x="699525" y="36375"/>
                </a:lnTo>
                <a:lnTo>
                  <a:pt x="699525" y="36750"/>
                </a:lnTo>
                <a:lnTo>
                  <a:pt x="699450" y="36900"/>
                </a:lnTo>
                <a:lnTo>
                  <a:pt x="699450" y="37275"/>
                </a:lnTo>
                <a:lnTo>
                  <a:pt x="699375" y="37425"/>
                </a:lnTo>
                <a:lnTo>
                  <a:pt x="699375" y="37800"/>
                </a:lnTo>
                <a:lnTo>
                  <a:pt x="699300" y="37950"/>
                </a:lnTo>
                <a:lnTo>
                  <a:pt x="699300" y="38100"/>
                </a:lnTo>
                <a:lnTo>
                  <a:pt x="699225" y="38250"/>
                </a:lnTo>
                <a:lnTo>
                  <a:pt x="699225" y="38475"/>
                </a:lnTo>
                <a:lnTo>
                  <a:pt x="699150" y="38625"/>
                </a:lnTo>
                <a:lnTo>
                  <a:pt x="699150" y="38775"/>
                </a:lnTo>
                <a:lnTo>
                  <a:pt x="699075" y="38925"/>
                </a:lnTo>
                <a:lnTo>
                  <a:pt x="699075" y="39150"/>
                </a:lnTo>
                <a:lnTo>
                  <a:pt x="699000" y="39300"/>
                </a:lnTo>
                <a:lnTo>
                  <a:pt x="699000" y="39450"/>
                </a:lnTo>
                <a:lnTo>
                  <a:pt x="698925" y="39600"/>
                </a:lnTo>
                <a:lnTo>
                  <a:pt x="698925" y="39825"/>
                </a:lnTo>
                <a:lnTo>
                  <a:pt x="698775" y="40125"/>
                </a:lnTo>
                <a:lnTo>
                  <a:pt x="698775" y="40350"/>
                </a:lnTo>
                <a:lnTo>
                  <a:pt x="698625" y="40650"/>
                </a:lnTo>
                <a:lnTo>
                  <a:pt x="698625" y="40800"/>
                </a:lnTo>
                <a:lnTo>
                  <a:pt x="698475" y="41175"/>
                </a:lnTo>
                <a:lnTo>
                  <a:pt x="698475" y="41325"/>
                </a:lnTo>
                <a:lnTo>
                  <a:pt x="698400" y="41325"/>
                </a:lnTo>
                <a:lnTo>
                  <a:pt x="698400" y="41475"/>
                </a:lnTo>
                <a:lnTo>
                  <a:pt x="698250" y="41775"/>
                </a:lnTo>
                <a:lnTo>
                  <a:pt x="698250" y="41850"/>
                </a:lnTo>
                <a:lnTo>
                  <a:pt x="698175" y="41925"/>
                </a:lnTo>
                <a:lnTo>
                  <a:pt x="698175" y="42150"/>
                </a:lnTo>
                <a:lnTo>
                  <a:pt x="698100" y="42150"/>
                </a:lnTo>
                <a:lnTo>
                  <a:pt x="698100" y="42300"/>
                </a:lnTo>
                <a:lnTo>
                  <a:pt x="697875" y="42750"/>
                </a:lnTo>
                <a:lnTo>
                  <a:pt x="697875" y="42825"/>
                </a:lnTo>
                <a:lnTo>
                  <a:pt x="697800" y="42900"/>
                </a:lnTo>
                <a:lnTo>
                  <a:pt x="697800" y="42975"/>
                </a:lnTo>
                <a:lnTo>
                  <a:pt x="697050" y="44475"/>
                </a:lnTo>
                <a:lnTo>
                  <a:pt x="697050" y="44550"/>
                </a:lnTo>
                <a:lnTo>
                  <a:pt x="696900" y="44775"/>
                </a:lnTo>
                <a:lnTo>
                  <a:pt x="696900" y="44850"/>
                </a:lnTo>
                <a:lnTo>
                  <a:pt x="696675" y="45075"/>
                </a:lnTo>
                <a:lnTo>
                  <a:pt x="696675" y="45150"/>
                </a:lnTo>
                <a:lnTo>
                  <a:pt x="696600" y="45225"/>
                </a:lnTo>
                <a:lnTo>
                  <a:pt x="696600" y="45300"/>
                </a:lnTo>
                <a:lnTo>
                  <a:pt x="696525" y="45375"/>
                </a:lnTo>
                <a:lnTo>
                  <a:pt x="696525" y="45450"/>
                </a:lnTo>
                <a:lnTo>
                  <a:pt x="696450" y="45525"/>
                </a:lnTo>
                <a:lnTo>
                  <a:pt x="696450" y="45600"/>
                </a:lnTo>
                <a:lnTo>
                  <a:pt x="696225" y="45825"/>
                </a:lnTo>
                <a:lnTo>
                  <a:pt x="696075" y="46125"/>
                </a:lnTo>
                <a:lnTo>
                  <a:pt x="695925" y="46275"/>
                </a:lnTo>
                <a:lnTo>
                  <a:pt x="695775" y="46575"/>
                </a:lnTo>
                <a:lnTo>
                  <a:pt x="695625" y="46725"/>
                </a:lnTo>
                <a:lnTo>
                  <a:pt x="695550" y="46875"/>
                </a:lnTo>
                <a:lnTo>
                  <a:pt x="695325" y="47100"/>
                </a:lnTo>
                <a:lnTo>
                  <a:pt x="695325" y="47175"/>
                </a:lnTo>
                <a:lnTo>
                  <a:pt x="695250" y="47250"/>
                </a:lnTo>
                <a:lnTo>
                  <a:pt x="695175" y="47250"/>
                </a:lnTo>
                <a:lnTo>
                  <a:pt x="695025" y="47550"/>
                </a:lnTo>
                <a:lnTo>
                  <a:pt x="694875" y="47625"/>
                </a:lnTo>
                <a:lnTo>
                  <a:pt x="694875" y="47700"/>
                </a:lnTo>
                <a:lnTo>
                  <a:pt x="694650" y="47925"/>
                </a:lnTo>
                <a:lnTo>
                  <a:pt x="694575" y="48075"/>
                </a:lnTo>
                <a:lnTo>
                  <a:pt x="694500" y="48075"/>
                </a:lnTo>
                <a:lnTo>
                  <a:pt x="694425" y="48150"/>
                </a:lnTo>
                <a:lnTo>
                  <a:pt x="694425" y="48225"/>
                </a:lnTo>
                <a:lnTo>
                  <a:pt x="694275" y="48300"/>
                </a:lnTo>
                <a:lnTo>
                  <a:pt x="694200" y="48450"/>
                </a:lnTo>
                <a:lnTo>
                  <a:pt x="694050" y="48600"/>
                </a:lnTo>
                <a:lnTo>
                  <a:pt x="693900" y="48675"/>
                </a:lnTo>
                <a:lnTo>
                  <a:pt x="693900" y="48750"/>
                </a:lnTo>
                <a:lnTo>
                  <a:pt x="693825" y="48825"/>
                </a:lnTo>
                <a:lnTo>
                  <a:pt x="693750" y="48825"/>
                </a:lnTo>
                <a:lnTo>
                  <a:pt x="693675" y="48975"/>
                </a:lnTo>
                <a:lnTo>
                  <a:pt x="693525" y="49050"/>
                </a:lnTo>
                <a:lnTo>
                  <a:pt x="693450" y="49200"/>
                </a:lnTo>
                <a:lnTo>
                  <a:pt x="693375" y="49200"/>
                </a:lnTo>
                <a:lnTo>
                  <a:pt x="693300" y="49275"/>
                </a:lnTo>
                <a:lnTo>
                  <a:pt x="693300" y="49350"/>
                </a:lnTo>
                <a:lnTo>
                  <a:pt x="693000" y="49500"/>
                </a:lnTo>
                <a:lnTo>
                  <a:pt x="693000" y="49575"/>
                </a:lnTo>
                <a:lnTo>
                  <a:pt x="692850" y="49650"/>
                </a:lnTo>
                <a:lnTo>
                  <a:pt x="692625" y="49875"/>
                </a:lnTo>
                <a:lnTo>
                  <a:pt x="692550" y="49875"/>
                </a:lnTo>
                <a:lnTo>
                  <a:pt x="692325" y="50100"/>
                </a:lnTo>
                <a:lnTo>
                  <a:pt x="692175" y="50175"/>
                </a:lnTo>
                <a:lnTo>
                  <a:pt x="692175" y="50250"/>
                </a:lnTo>
                <a:lnTo>
                  <a:pt x="691875" y="50400"/>
                </a:lnTo>
                <a:lnTo>
                  <a:pt x="691725" y="50550"/>
                </a:lnTo>
                <a:lnTo>
                  <a:pt x="691425" y="50700"/>
                </a:lnTo>
                <a:lnTo>
                  <a:pt x="691275" y="50850"/>
                </a:lnTo>
                <a:lnTo>
                  <a:pt x="690975" y="51000"/>
                </a:lnTo>
                <a:lnTo>
                  <a:pt x="690900" y="51000"/>
                </a:lnTo>
                <a:lnTo>
                  <a:pt x="690675" y="51225"/>
                </a:lnTo>
                <a:lnTo>
                  <a:pt x="690600" y="51225"/>
                </a:lnTo>
                <a:lnTo>
                  <a:pt x="690000" y="51525"/>
                </a:lnTo>
                <a:lnTo>
                  <a:pt x="689925" y="51525"/>
                </a:lnTo>
                <a:lnTo>
                  <a:pt x="689775" y="51675"/>
                </a:lnTo>
                <a:lnTo>
                  <a:pt x="689625" y="51675"/>
                </a:lnTo>
                <a:lnTo>
                  <a:pt x="689625" y="51750"/>
                </a:lnTo>
                <a:lnTo>
                  <a:pt x="689475" y="51750"/>
                </a:lnTo>
                <a:lnTo>
                  <a:pt x="689475" y="51825"/>
                </a:lnTo>
                <a:lnTo>
                  <a:pt x="689325" y="51825"/>
                </a:lnTo>
                <a:lnTo>
                  <a:pt x="689250" y="51900"/>
                </a:lnTo>
                <a:lnTo>
                  <a:pt x="689175" y="51900"/>
                </a:lnTo>
                <a:lnTo>
                  <a:pt x="689100" y="51975"/>
                </a:lnTo>
                <a:lnTo>
                  <a:pt x="688950" y="51975"/>
                </a:lnTo>
                <a:lnTo>
                  <a:pt x="688950" y="52050"/>
                </a:lnTo>
                <a:lnTo>
                  <a:pt x="688800" y="52050"/>
                </a:lnTo>
                <a:lnTo>
                  <a:pt x="688575" y="52200"/>
                </a:lnTo>
                <a:lnTo>
                  <a:pt x="688425" y="52200"/>
                </a:lnTo>
                <a:lnTo>
                  <a:pt x="687900" y="52425"/>
                </a:lnTo>
                <a:lnTo>
                  <a:pt x="687825" y="52425"/>
                </a:lnTo>
                <a:lnTo>
                  <a:pt x="687750" y="52500"/>
                </a:lnTo>
                <a:lnTo>
                  <a:pt x="687525" y="52500"/>
                </a:lnTo>
                <a:lnTo>
                  <a:pt x="687525" y="52575"/>
                </a:lnTo>
                <a:lnTo>
                  <a:pt x="687300" y="52575"/>
                </a:lnTo>
                <a:lnTo>
                  <a:pt x="687000" y="52725"/>
                </a:lnTo>
                <a:lnTo>
                  <a:pt x="686775" y="52725"/>
                </a:lnTo>
                <a:lnTo>
                  <a:pt x="686625" y="52800"/>
                </a:lnTo>
                <a:lnTo>
                  <a:pt x="686325" y="52800"/>
                </a:lnTo>
                <a:lnTo>
                  <a:pt x="686175" y="52875"/>
                </a:lnTo>
                <a:lnTo>
                  <a:pt x="686025" y="52875"/>
                </a:lnTo>
                <a:lnTo>
                  <a:pt x="685950" y="52950"/>
                </a:lnTo>
                <a:lnTo>
                  <a:pt x="685650" y="52950"/>
                </a:lnTo>
                <a:lnTo>
                  <a:pt x="685575" y="53025"/>
                </a:lnTo>
                <a:lnTo>
                  <a:pt x="685200" y="53025"/>
                </a:lnTo>
                <a:lnTo>
                  <a:pt x="685050" y="53100"/>
                </a:lnTo>
                <a:lnTo>
                  <a:pt x="684600" y="53100"/>
                </a:lnTo>
                <a:lnTo>
                  <a:pt x="684450" y="53175"/>
                </a:lnTo>
                <a:lnTo>
                  <a:pt x="683775" y="53175"/>
                </a:lnTo>
                <a:lnTo>
                  <a:pt x="683625" y="53250"/>
                </a:lnTo>
                <a:lnTo>
                  <a:pt x="681075" y="53250"/>
                </a:lnTo>
                <a:lnTo>
                  <a:pt x="680850" y="53175"/>
                </a:lnTo>
                <a:lnTo>
                  <a:pt x="680100" y="53175"/>
                </a:lnTo>
                <a:lnTo>
                  <a:pt x="679875" y="53100"/>
                </a:lnTo>
                <a:lnTo>
                  <a:pt x="679350" y="53100"/>
                </a:lnTo>
                <a:lnTo>
                  <a:pt x="679125" y="53025"/>
                </a:lnTo>
                <a:lnTo>
                  <a:pt x="678825" y="53025"/>
                </a:lnTo>
                <a:lnTo>
                  <a:pt x="678675" y="52950"/>
                </a:lnTo>
                <a:lnTo>
                  <a:pt x="678375" y="52950"/>
                </a:lnTo>
                <a:lnTo>
                  <a:pt x="678150" y="52875"/>
                </a:lnTo>
                <a:lnTo>
                  <a:pt x="677850" y="52875"/>
                </a:lnTo>
                <a:lnTo>
                  <a:pt x="677400" y="52725"/>
                </a:lnTo>
                <a:lnTo>
                  <a:pt x="677100" y="52725"/>
                </a:lnTo>
                <a:lnTo>
                  <a:pt x="676950" y="52650"/>
                </a:lnTo>
                <a:lnTo>
                  <a:pt x="676350" y="52500"/>
                </a:lnTo>
                <a:lnTo>
                  <a:pt x="676200" y="52425"/>
                </a:lnTo>
                <a:lnTo>
                  <a:pt x="674700" y="51975"/>
                </a:lnTo>
                <a:lnTo>
                  <a:pt x="674700" y="51900"/>
                </a:lnTo>
                <a:lnTo>
                  <a:pt x="674175" y="51750"/>
                </a:lnTo>
                <a:lnTo>
                  <a:pt x="673800" y="51525"/>
                </a:lnTo>
                <a:lnTo>
                  <a:pt x="673500" y="51450"/>
                </a:lnTo>
                <a:lnTo>
                  <a:pt x="673500" y="51375"/>
                </a:lnTo>
                <a:lnTo>
                  <a:pt x="673275" y="51300"/>
                </a:lnTo>
                <a:lnTo>
                  <a:pt x="673050" y="51150"/>
                </a:lnTo>
                <a:lnTo>
                  <a:pt x="672825" y="51075"/>
                </a:lnTo>
                <a:lnTo>
                  <a:pt x="672525" y="50850"/>
                </a:lnTo>
                <a:lnTo>
                  <a:pt x="672375" y="50775"/>
                </a:lnTo>
                <a:lnTo>
                  <a:pt x="672300" y="50775"/>
                </a:lnTo>
                <a:lnTo>
                  <a:pt x="672150" y="50625"/>
                </a:lnTo>
                <a:lnTo>
                  <a:pt x="672075" y="50625"/>
                </a:lnTo>
                <a:lnTo>
                  <a:pt x="671925" y="50475"/>
                </a:lnTo>
                <a:lnTo>
                  <a:pt x="671850" y="50475"/>
                </a:lnTo>
                <a:lnTo>
                  <a:pt x="671700" y="50325"/>
                </a:lnTo>
                <a:lnTo>
                  <a:pt x="671475" y="50175"/>
                </a:lnTo>
                <a:lnTo>
                  <a:pt x="671475" y="50100"/>
                </a:lnTo>
                <a:lnTo>
                  <a:pt x="671250" y="50025"/>
                </a:lnTo>
                <a:lnTo>
                  <a:pt x="671250" y="49950"/>
                </a:lnTo>
                <a:lnTo>
                  <a:pt x="671100" y="49800"/>
                </a:lnTo>
                <a:lnTo>
                  <a:pt x="671025" y="49800"/>
                </a:lnTo>
                <a:lnTo>
                  <a:pt x="670875" y="49650"/>
                </a:lnTo>
                <a:lnTo>
                  <a:pt x="670800" y="49650"/>
                </a:lnTo>
                <a:lnTo>
                  <a:pt x="670650" y="49500"/>
                </a:lnTo>
                <a:lnTo>
                  <a:pt x="670650" y="49425"/>
                </a:lnTo>
                <a:lnTo>
                  <a:pt x="670425" y="49275"/>
                </a:lnTo>
                <a:lnTo>
                  <a:pt x="670050" y="48900"/>
                </a:lnTo>
                <a:lnTo>
                  <a:pt x="669900" y="48675"/>
                </a:lnTo>
                <a:lnTo>
                  <a:pt x="669825" y="48675"/>
                </a:lnTo>
                <a:lnTo>
                  <a:pt x="669675" y="48525"/>
                </a:lnTo>
                <a:lnTo>
                  <a:pt x="669675" y="48450"/>
                </a:lnTo>
                <a:lnTo>
                  <a:pt x="669300" y="48075"/>
                </a:lnTo>
                <a:lnTo>
                  <a:pt x="669300" y="48000"/>
                </a:lnTo>
                <a:lnTo>
                  <a:pt x="668775" y="47400"/>
                </a:lnTo>
                <a:lnTo>
                  <a:pt x="668775" y="47325"/>
                </a:lnTo>
                <a:lnTo>
                  <a:pt x="668625" y="47175"/>
                </a:lnTo>
                <a:lnTo>
                  <a:pt x="668625" y="47100"/>
                </a:lnTo>
                <a:lnTo>
                  <a:pt x="668475" y="46950"/>
                </a:lnTo>
                <a:lnTo>
                  <a:pt x="673350" y="44175"/>
                </a:lnTo>
                <a:lnTo>
                  <a:pt x="673425" y="44325"/>
                </a:lnTo>
                <a:lnTo>
                  <a:pt x="673575" y="44475"/>
                </a:lnTo>
                <a:lnTo>
                  <a:pt x="673725" y="44775"/>
                </a:lnTo>
                <a:lnTo>
                  <a:pt x="674100" y="45150"/>
                </a:lnTo>
                <a:lnTo>
                  <a:pt x="674175" y="45300"/>
                </a:lnTo>
                <a:lnTo>
                  <a:pt x="674475" y="45600"/>
                </a:lnTo>
                <a:lnTo>
                  <a:pt x="674625" y="45675"/>
                </a:lnTo>
                <a:lnTo>
                  <a:pt x="674850" y="45900"/>
                </a:lnTo>
                <a:lnTo>
                  <a:pt x="675000" y="45975"/>
                </a:lnTo>
                <a:lnTo>
                  <a:pt x="675075" y="46125"/>
                </a:lnTo>
                <a:lnTo>
                  <a:pt x="675300" y="46275"/>
                </a:lnTo>
                <a:lnTo>
                  <a:pt x="676800" y="47100"/>
                </a:lnTo>
                <a:lnTo>
                  <a:pt x="676950" y="47100"/>
                </a:lnTo>
                <a:lnTo>
                  <a:pt x="677400" y="47325"/>
                </a:lnTo>
                <a:lnTo>
                  <a:pt x="677550" y="47325"/>
                </a:lnTo>
                <a:lnTo>
                  <a:pt x="677700" y="47400"/>
                </a:lnTo>
                <a:lnTo>
                  <a:pt x="677850" y="47400"/>
                </a:lnTo>
                <a:lnTo>
                  <a:pt x="678150" y="47550"/>
                </a:lnTo>
                <a:lnTo>
                  <a:pt x="678375" y="47550"/>
                </a:lnTo>
                <a:lnTo>
                  <a:pt x="678525" y="47625"/>
                </a:lnTo>
                <a:lnTo>
                  <a:pt x="678675" y="47625"/>
                </a:lnTo>
                <a:lnTo>
                  <a:pt x="678825" y="47700"/>
                </a:lnTo>
                <a:lnTo>
                  <a:pt x="679050" y="47700"/>
                </a:lnTo>
                <a:lnTo>
                  <a:pt x="679200" y="47775"/>
                </a:lnTo>
                <a:lnTo>
                  <a:pt x="679575" y="47775"/>
                </a:lnTo>
                <a:lnTo>
                  <a:pt x="679725" y="47850"/>
                </a:lnTo>
                <a:lnTo>
                  <a:pt x="680100" y="47850"/>
                </a:lnTo>
                <a:lnTo>
                  <a:pt x="680250" y="47925"/>
                </a:lnTo>
                <a:lnTo>
                  <a:pt x="681000" y="47925"/>
                </a:lnTo>
                <a:lnTo>
                  <a:pt x="681225" y="48000"/>
                </a:lnTo>
                <a:lnTo>
                  <a:pt x="683400" y="48000"/>
                </a:lnTo>
                <a:lnTo>
                  <a:pt x="683475" y="47925"/>
                </a:lnTo>
                <a:lnTo>
                  <a:pt x="684150" y="47925"/>
                </a:lnTo>
                <a:lnTo>
                  <a:pt x="684300" y="47850"/>
                </a:lnTo>
                <a:lnTo>
                  <a:pt x="684525" y="47850"/>
                </a:lnTo>
                <a:lnTo>
                  <a:pt x="684675" y="47775"/>
                </a:lnTo>
                <a:lnTo>
                  <a:pt x="684900" y="47775"/>
                </a:lnTo>
                <a:lnTo>
                  <a:pt x="685050" y="47700"/>
                </a:lnTo>
                <a:lnTo>
                  <a:pt x="685275" y="47700"/>
                </a:lnTo>
                <a:lnTo>
                  <a:pt x="685350" y="47625"/>
                </a:lnTo>
                <a:lnTo>
                  <a:pt x="685500" y="47625"/>
                </a:lnTo>
                <a:lnTo>
                  <a:pt x="685575" y="47550"/>
                </a:lnTo>
                <a:lnTo>
                  <a:pt x="685725" y="47550"/>
                </a:lnTo>
                <a:lnTo>
                  <a:pt x="685875" y="47475"/>
                </a:lnTo>
                <a:lnTo>
                  <a:pt x="686100" y="47475"/>
                </a:lnTo>
                <a:lnTo>
                  <a:pt x="686250" y="47325"/>
                </a:lnTo>
                <a:lnTo>
                  <a:pt x="686400" y="47325"/>
                </a:lnTo>
                <a:lnTo>
                  <a:pt x="686475" y="47250"/>
                </a:lnTo>
                <a:lnTo>
                  <a:pt x="686625" y="47250"/>
                </a:lnTo>
                <a:lnTo>
                  <a:pt x="686700" y="47175"/>
                </a:lnTo>
                <a:lnTo>
                  <a:pt x="686850" y="47175"/>
                </a:lnTo>
                <a:lnTo>
                  <a:pt x="687000" y="47025"/>
                </a:lnTo>
                <a:lnTo>
                  <a:pt x="687150" y="47025"/>
                </a:lnTo>
                <a:lnTo>
                  <a:pt x="687450" y="46800"/>
                </a:lnTo>
                <a:lnTo>
                  <a:pt x="687525" y="46800"/>
                </a:lnTo>
                <a:lnTo>
                  <a:pt x="687675" y="46725"/>
                </a:lnTo>
                <a:lnTo>
                  <a:pt x="687825" y="46575"/>
                </a:lnTo>
                <a:lnTo>
                  <a:pt x="687975" y="46575"/>
                </a:lnTo>
                <a:lnTo>
                  <a:pt x="688200" y="46350"/>
                </a:lnTo>
                <a:lnTo>
                  <a:pt x="688350" y="46275"/>
                </a:lnTo>
                <a:lnTo>
                  <a:pt x="688425" y="46275"/>
                </a:lnTo>
                <a:lnTo>
                  <a:pt x="688575" y="46125"/>
                </a:lnTo>
                <a:lnTo>
                  <a:pt x="688725" y="46050"/>
                </a:lnTo>
                <a:lnTo>
                  <a:pt x="688950" y="45825"/>
                </a:lnTo>
                <a:lnTo>
                  <a:pt x="689100" y="45750"/>
                </a:lnTo>
                <a:lnTo>
                  <a:pt x="689550" y="45300"/>
                </a:lnTo>
                <a:lnTo>
                  <a:pt x="689700" y="45225"/>
                </a:lnTo>
                <a:lnTo>
                  <a:pt x="689850" y="45075"/>
                </a:lnTo>
                <a:lnTo>
                  <a:pt x="689925" y="44925"/>
                </a:lnTo>
                <a:lnTo>
                  <a:pt x="690300" y="44550"/>
                </a:lnTo>
                <a:lnTo>
                  <a:pt x="690375" y="44400"/>
                </a:lnTo>
                <a:lnTo>
                  <a:pt x="690600" y="44175"/>
                </a:lnTo>
                <a:lnTo>
                  <a:pt x="690675" y="44025"/>
                </a:lnTo>
                <a:lnTo>
                  <a:pt x="690825" y="43875"/>
                </a:lnTo>
                <a:lnTo>
                  <a:pt x="690900" y="43725"/>
                </a:lnTo>
                <a:lnTo>
                  <a:pt x="691275" y="43275"/>
                </a:lnTo>
                <a:lnTo>
                  <a:pt x="691500" y="42900"/>
                </a:lnTo>
                <a:lnTo>
                  <a:pt x="691650" y="42750"/>
                </a:lnTo>
                <a:lnTo>
                  <a:pt x="691725" y="42600"/>
                </a:lnTo>
                <a:lnTo>
                  <a:pt x="691725" y="42525"/>
                </a:lnTo>
                <a:lnTo>
                  <a:pt x="692025" y="42075"/>
                </a:lnTo>
                <a:lnTo>
                  <a:pt x="692100" y="41925"/>
                </a:lnTo>
                <a:lnTo>
                  <a:pt x="692100" y="41850"/>
                </a:lnTo>
                <a:lnTo>
                  <a:pt x="692250" y="41550"/>
                </a:lnTo>
                <a:lnTo>
                  <a:pt x="692325" y="41475"/>
                </a:lnTo>
                <a:lnTo>
                  <a:pt x="692325" y="41325"/>
                </a:lnTo>
                <a:lnTo>
                  <a:pt x="692400" y="41250"/>
                </a:lnTo>
                <a:lnTo>
                  <a:pt x="692550" y="40950"/>
                </a:lnTo>
                <a:lnTo>
                  <a:pt x="692550" y="40875"/>
                </a:lnTo>
                <a:lnTo>
                  <a:pt x="692700" y="40650"/>
                </a:lnTo>
                <a:lnTo>
                  <a:pt x="692700" y="40500"/>
                </a:lnTo>
                <a:lnTo>
                  <a:pt x="692850" y="40275"/>
                </a:lnTo>
                <a:lnTo>
                  <a:pt x="692850" y="40125"/>
                </a:lnTo>
                <a:lnTo>
                  <a:pt x="693075" y="39600"/>
                </a:lnTo>
                <a:lnTo>
                  <a:pt x="693075" y="39450"/>
                </a:lnTo>
                <a:lnTo>
                  <a:pt x="693150" y="39375"/>
                </a:lnTo>
                <a:lnTo>
                  <a:pt x="693150" y="39225"/>
                </a:lnTo>
                <a:lnTo>
                  <a:pt x="693225" y="39075"/>
                </a:lnTo>
                <a:lnTo>
                  <a:pt x="693225" y="38925"/>
                </a:lnTo>
                <a:lnTo>
                  <a:pt x="693300" y="38850"/>
                </a:lnTo>
                <a:lnTo>
                  <a:pt x="693300" y="38700"/>
                </a:lnTo>
                <a:lnTo>
                  <a:pt x="693375" y="38550"/>
                </a:lnTo>
                <a:lnTo>
                  <a:pt x="693375" y="38400"/>
                </a:lnTo>
                <a:lnTo>
                  <a:pt x="693525" y="38025"/>
                </a:lnTo>
                <a:lnTo>
                  <a:pt x="693525" y="37725"/>
                </a:lnTo>
                <a:lnTo>
                  <a:pt x="693675" y="37350"/>
                </a:lnTo>
                <a:lnTo>
                  <a:pt x="693675" y="37050"/>
                </a:lnTo>
                <a:lnTo>
                  <a:pt x="693750" y="36900"/>
                </a:lnTo>
                <a:lnTo>
                  <a:pt x="693750" y="36675"/>
                </a:lnTo>
                <a:lnTo>
                  <a:pt x="693825" y="36525"/>
                </a:lnTo>
                <a:lnTo>
                  <a:pt x="693825" y="36075"/>
                </a:lnTo>
                <a:lnTo>
                  <a:pt x="693900" y="35925"/>
                </a:lnTo>
                <a:lnTo>
                  <a:pt x="693900" y="35400"/>
                </a:lnTo>
                <a:lnTo>
                  <a:pt x="693975" y="35250"/>
                </a:lnTo>
                <a:lnTo>
                  <a:pt x="693975" y="34200"/>
                </a:lnTo>
                <a:lnTo>
                  <a:pt x="694050" y="34125"/>
                </a:lnTo>
                <a:lnTo>
                  <a:pt x="694050" y="32625"/>
                </a:lnTo>
                <a:lnTo>
                  <a:pt x="693975" y="32550"/>
                </a:lnTo>
                <a:lnTo>
                  <a:pt x="693975" y="31500"/>
                </a:lnTo>
                <a:lnTo>
                  <a:pt x="693900" y="31350"/>
                </a:lnTo>
                <a:lnTo>
                  <a:pt x="693900" y="30825"/>
                </a:lnTo>
                <a:lnTo>
                  <a:pt x="693825" y="30675"/>
                </a:lnTo>
                <a:lnTo>
                  <a:pt x="693825" y="30225"/>
                </a:lnTo>
                <a:lnTo>
                  <a:pt x="693750" y="30075"/>
                </a:lnTo>
                <a:lnTo>
                  <a:pt x="693750" y="29850"/>
                </a:lnTo>
                <a:lnTo>
                  <a:pt x="693675" y="29700"/>
                </a:lnTo>
                <a:lnTo>
                  <a:pt x="693675" y="29400"/>
                </a:lnTo>
                <a:lnTo>
                  <a:pt x="693525" y="29025"/>
                </a:lnTo>
                <a:lnTo>
                  <a:pt x="693525" y="28725"/>
                </a:lnTo>
                <a:lnTo>
                  <a:pt x="693375" y="28350"/>
                </a:lnTo>
                <a:lnTo>
                  <a:pt x="693375" y="28200"/>
                </a:lnTo>
                <a:lnTo>
                  <a:pt x="693300" y="28050"/>
                </a:lnTo>
                <a:lnTo>
                  <a:pt x="693300" y="27900"/>
                </a:lnTo>
                <a:lnTo>
                  <a:pt x="693225" y="27825"/>
                </a:lnTo>
                <a:lnTo>
                  <a:pt x="693225" y="27675"/>
                </a:lnTo>
                <a:lnTo>
                  <a:pt x="693150" y="27525"/>
                </a:lnTo>
                <a:lnTo>
                  <a:pt x="693150" y="27375"/>
                </a:lnTo>
                <a:lnTo>
                  <a:pt x="693075" y="27300"/>
                </a:lnTo>
                <a:lnTo>
                  <a:pt x="693075" y="27150"/>
                </a:lnTo>
                <a:lnTo>
                  <a:pt x="692850" y="26625"/>
                </a:lnTo>
                <a:lnTo>
                  <a:pt x="692850" y="26475"/>
                </a:lnTo>
                <a:lnTo>
                  <a:pt x="692700" y="26250"/>
                </a:lnTo>
                <a:lnTo>
                  <a:pt x="692700" y="26100"/>
                </a:lnTo>
                <a:lnTo>
                  <a:pt x="692625" y="26025"/>
                </a:lnTo>
                <a:lnTo>
                  <a:pt x="692550" y="25875"/>
                </a:lnTo>
                <a:lnTo>
                  <a:pt x="692550" y="25800"/>
                </a:lnTo>
                <a:lnTo>
                  <a:pt x="692400" y="25500"/>
                </a:lnTo>
                <a:lnTo>
                  <a:pt x="692325" y="25425"/>
                </a:lnTo>
                <a:lnTo>
                  <a:pt x="692325" y="25275"/>
                </a:lnTo>
                <a:lnTo>
                  <a:pt x="692250" y="25200"/>
                </a:lnTo>
                <a:lnTo>
                  <a:pt x="692025" y="24675"/>
                </a:lnTo>
                <a:lnTo>
                  <a:pt x="691800" y="24375"/>
                </a:lnTo>
                <a:lnTo>
                  <a:pt x="691650" y="24000"/>
                </a:lnTo>
                <a:lnTo>
                  <a:pt x="691500" y="23850"/>
                </a:lnTo>
                <a:lnTo>
                  <a:pt x="691275" y="23475"/>
                </a:lnTo>
                <a:lnTo>
                  <a:pt x="691125" y="23325"/>
                </a:lnTo>
                <a:lnTo>
                  <a:pt x="691050" y="23175"/>
                </a:lnTo>
                <a:lnTo>
                  <a:pt x="690900" y="23025"/>
                </a:lnTo>
                <a:lnTo>
                  <a:pt x="690600" y="22575"/>
                </a:lnTo>
                <a:lnTo>
                  <a:pt x="690375" y="22350"/>
                </a:lnTo>
                <a:lnTo>
                  <a:pt x="690300" y="22200"/>
                </a:lnTo>
                <a:lnTo>
                  <a:pt x="689925" y="21825"/>
                </a:lnTo>
                <a:lnTo>
                  <a:pt x="689850" y="21675"/>
                </a:lnTo>
                <a:lnTo>
                  <a:pt x="689700" y="21525"/>
                </a:lnTo>
                <a:lnTo>
                  <a:pt x="689550" y="21450"/>
                </a:lnTo>
                <a:lnTo>
                  <a:pt x="689100" y="21000"/>
                </a:lnTo>
                <a:lnTo>
                  <a:pt x="688950" y="20925"/>
                </a:lnTo>
                <a:lnTo>
                  <a:pt x="688725" y="20700"/>
                </a:lnTo>
                <a:lnTo>
                  <a:pt x="688575" y="20625"/>
                </a:lnTo>
                <a:lnTo>
                  <a:pt x="688425" y="20475"/>
                </a:lnTo>
                <a:lnTo>
                  <a:pt x="688350" y="20475"/>
                </a:lnTo>
                <a:lnTo>
                  <a:pt x="688200" y="20400"/>
                </a:lnTo>
                <a:lnTo>
                  <a:pt x="687975" y="20175"/>
                </a:lnTo>
                <a:lnTo>
                  <a:pt x="687825" y="20175"/>
                </a:lnTo>
                <a:lnTo>
                  <a:pt x="687675" y="20025"/>
                </a:lnTo>
                <a:lnTo>
                  <a:pt x="687525" y="19950"/>
                </a:lnTo>
                <a:lnTo>
                  <a:pt x="687450" y="19950"/>
                </a:lnTo>
                <a:lnTo>
                  <a:pt x="687150" y="19725"/>
                </a:lnTo>
                <a:lnTo>
                  <a:pt x="687000" y="19725"/>
                </a:lnTo>
                <a:lnTo>
                  <a:pt x="686850" y="19575"/>
                </a:lnTo>
                <a:lnTo>
                  <a:pt x="686700" y="19575"/>
                </a:lnTo>
                <a:lnTo>
                  <a:pt x="686625" y="19500"/>
                </a:lnTo>
                <a:lnTo>
                  <a:pt x="686475" y="19500"/>
                </a:lnTo>
                <a:lnTo>
                  <a:pt x="686400" y="19425"/>
                </a:lnTo>
                <a:lnTo>
                  <a:pt x="686250" y="19425"/>
                </a:lnTo>
                <a:lnTo>
                  <a:pt x="686100" y="19275"/>
                </a:lnTo>
                <a:lnTo>
                  <a:pt x="685875" y="19275"/>
                </a:lnTo>
                <a:lnTo>
                  <a:pt x="685725" y="19200"/>
                </a:lnTo>
                <a:lnTo>
                  <a:pt x="685575" y="19200"/>
                </a:lnTo>
                <a:lnTo>
                  <a:pt x="685500" y="19125"/>
                </a:lnTo>
                <a:lnTo>
                  <a:pt x="685350" y="19125"/>
                </a:lnTo>
                <a:lnTo>
                  <a:pt x="685275" y="19050"/>
                </a:lnTo>
                <a:lnTo>
                  <a:pt x="685050" y="19050"/>
                </a:lnTo>
                <a:lnTo>
                  <a:pt x="684900" y="18975"/>
                </a:lnTo>
                <a:lnTo>
                  <a:pt x="684675" y="18975"/>
                </a:lnTo>
                <a:lnTo>
                  <a:pt x="684525" y="18900"/>
                </a:lnTo>
                <a:lnTo>
                  <a:pt x="684300" y="18900"/>
                </a:lnTo>
                <a:lnTo>
                  <a:pt x="684150" y="18825"/>
                </a:lnTo>
                <a:lnTo>
                  <a:pt x="683475" y="18825"/>
                </a:lnTo>
                <a:lnTo>
                  <a:pt x="683400" y="18750"/>
                </a:lnTo>
                <a:lnTo>
                  <a:pt x="681225" y="18750"/>
                </a:lnTo>
                <a:lnTo>
                  <a:pt x="681000" y="18825"/>
                </a:lnTo>
                <a:lnTo>
                  <a:pt x="680250" y="18825"/>
                </a:lnTo>
                <a:lnTo>
                  <a:pt x="680100" y="18900"/>
                </a:lnTo>
                <a:lnTo>
                  <a:pt x="679725" y="18900"/>
                </a:lnTo>
                <a:lnTo>
                  <a:pt x="679575" y="18975"/>
                </a:lnTo>
                <a:lnTo>
                  <a:pt x="679200" y="18975"/>
                </a:lnTo>
                <a:lnTo>
                  <a:pt x="679050" y="19050"/>
                </a:lnTo>
                <a:lnTo>
                  <a:pt x="678825" y="19050"/>
                </a:lnTo>
                <a:lnTo>
                  <a:pt x="678675" y="19125"/>
                </a:lnTo>
                <a:lnTo>
                  <a:pt x="678525" y="19125"/>
                </a:lnTo>
                <a:lnTo>
                  <a:pt x="678375" y="19200"/>
                </a:lnTo>
                <a:lnTo>
                  <a:pt x="678150" y="19200"/>
                </a:lnTo>
                <a:lnTo>
                  <a:pt x="677850" y="19350"/>
                </a:lnTo>
                <a:lnTo>
                  <a:pt x="677700" y="19350"/>
                </a:lnTo>
                <a:lnTo>
                  <a:pt x="677550" y="19425"/>
                </a:lnTo>
                <a:lnTo>
                  <a:pt x="677400" y="19425"/>
                </a:lnTo>
                <a:lnTo>
                  <a:pt x="676950" y="19650"/>
                </a:lnTo>
                <a:lnTo>
                  <a:pt x="676800" y="19650"/>
                </a:lnTo>
                <a:lnTo>
                  <a:pt x="675300" y="20475"/>
                </a:lnTo>
                <a:lnTo>
                  <a:pt x="675075" y="20625"/>
                </a:lnTo>
                <a:lnTo>
                  <a:pt x="675000" y="20775"/>
                </a:lnTo>
                <a:lnTo>
                  <a:pt x="674850" y="20850"/>
                </a:lnTo>
                <a:lnTo>
                  <a:pt x="674625" y="21075"/>
                </a:lnTo>
                <a:lnTo>
                  <a:pt x="674475" y="21150"/>
                </a:lnTo>
                <a:lnTo>
                  <a:pt x="674175" y="21450"/>
                </a:lnTo>
                <a:lnTo>
                  <a:pt x="674100" y="21600"/>
                </a:lnTo>
                <a:lnTo>
                  <a:pt x="673725" y="21975"/>
                </a:lnTo>
                <a:lnTo>
                  <a:pt x="673575" y="22275"/>
                </a:lnTo>
                <a:lnTo>
                  <a:pt x="673425" y="22425"/>
                </a:lnTo>
                <a:lnTo>
                  <a:pt x="673350" y="22575"/>
                </a:lnTo>
                <a:lnTo>
                  <a:pt x="668475" y="19800"/>
                </a:lnTo>
                <a:lnTo>
                  <a:pt x="668625" y="19650"/>
                </a:lnTo>
                <a:close/>
                <a:moveTo>
                  <a:pt x="711000" y="55875"/>
                </a:moveTo>
                <a:lnTo>
                  <a:pt x="710925" y="56100"/>
                </a:lnTo>
                <a:lnTo>
                  <a:pt x="710925" y="56850"/>
                </a:lnTo>
                <a:lnTo>
                  <a:pt x="710850" y="57000"/>
                </a:lnTo>
                <a:lnTo>
                  <a:pt x="710850" y="57525"/>
                </a:lnTo>
                <a:lnTo>
                  <a:pt x="710775" y="57675"/>
                </a:lnTo>
                <a:lnTo>
                  <a:pt x="710775" y="57900"/>
                </a:lnTo>
                <a:lnTo>
                  <a:pt x="710700" y="57975"/>
                </a:lnTo>
                <a:lnTo>
                  <a:pt x="710700" y="58200"/>
                </a:lnTo>
                <a:lnTo>
                  <a:pt x="710550" y="58575"/>
                </a:lnTo>
                <a:lnTo>
                  <a:pt x="710550" y="58800"/>
                </a:lnTo>
                <a:lnTo>
                  <a:pt x="710475" y="58875"/>
                </a:lnTo>
                <a:lnTo>
                  <a:pt x="710475" y="59025"/>
                </a:lnTo>
                <a:lnTo>
                  <a:pt x="710400" y="59100"/>
                </a:lnTo>
                <a:lnTo>
                  <a:pt x="710400" y="59250"/>
                </a:lnTo>
                <a:lnTo>
                  <a:pt x="710325" y="59400"/>
                </a:lnTo>
                <a:lnTo>
                  <a:pt x="710325" y="59475"/>
                </a:lnTo>
                <a:lnTo>
                  <a:pt x="710175" y="59700"/>
                </a:lnTo>
                <a:lnTo>
                  <a:pt x="710175" y="59850"/>
                </a:lnTo>
                <a:lnTo>
                  <a:pt x="710100" y="59925"/>
                </a:lnTo>
                <a:lnTo>
                  <a:pt x="709950" y="60225"/>
                </a:lnTo>
                <a:lnTo>
                  <a:pt x="709950" y="60300"/>
                </a:lnTo>
                <a:lnTo>
                  <a:pt x="709800" y="60675"/>
                </a:lnTo>
                <a:lnTo>
                  <a:pt x="709725" y="60675"/>
                </a:lnTo>
                <a:lnTo>
                  <a:pt x="709575" y="61050"/>
                </a:lnTo>
                <a:lnTo>
                  <a:pt x="709500" y="61050"/>
                </a:lnTo>
                <a:lnTo>
                  <a:pt x="709425" y="61200"/>
                </a:lnTo>
                <a:lnTo>
                  <a:pt x="709425" y="61275"/>
                </a:lnTo>
                <a:lnTo>
                  <a:pt x="709350" y="61425"/>
                </a:lnTo>
                <a:lnTo>
                  <a:pt x="709275" y="61425"/>
                </a:lnTo>
                <a:lnTo>
                  <a:pt x="709125" y="61800"/>
                </a:lnTo>
                <a:lnTo>
                  <a:pt x="709050" y="61800"/>
                </a:lnTo>
                <a:lnTo>
                  <a:pt x="708975" y="61950"/>
                </a:lnTo>
                <a:lnTo>
                  <a:pt x="708900" y="61950"/>
                </a:lnTo>
                <a:lnTo>
                  <a:pt x="708825" y="62100"/>
                </a:lnTo>
                <a:lnTo>
                  <a:pt x="708825" y="62175"/>
                </a:lnTo>
                <a:lnTo>
                  <a:pt x="708675" y="62250"/>
                </a:lnTo>
                <a:lnTo>
                  <a:pt x="708675" y="62325"/>
                </a:lnTo>
                <a:lnTo>
                  <a:pt x="708600" y="62475"/>
                </a:lnTo>
                <a:lnTo>
                  <a:pt x="708525" y="62475"/>
                </a:lnTo>
                <a:lnTo>
                  <a:pt x="708450" y="62625"/>
                </a:lnTo>
                <a:lnTo>
                  <a:pt x="708375" y="62625"/>
                </a:lnTo>
                <a:lnTo>
                  <a:pt x="708300" y="62775"/>
                </a:lnTo>
                <a:lnTo>
                  <a:pt x="707475" y="63600"/>
                </a:lnTo>
                <a:lnTo>
                  <a:pt x="707325" y="63675"/>
                </a:lnTo>
                <a:lnTo>
                  <a:pt x="707325" y="63750"/>
                </a:lnTo>
                <a:lnTo>
                  <a:pt x="707175" y="63825"/>
                </a:lnTo>
                <a:lnTo>
                  <a:pt x="707025" y="63975"/>
                </a:lnTo>
                <a:lnTo>
                  <a:pt x="706950" y="63975"/>
                </a:lnTo>
                <a:lnTo>
                  <a:pt x="706875" y="64125"/>
                </a:lnTo>
                <a:lnTo>
                  <a:pt x="706800" y="64125"/>
                </a:lnTo>
                <a:lnTo>
                  <a:pt x="706650" y="64200"/>
                </a:lnTo>
                <a:lnTo>
                  <a:pt x="706650" y="64275"/>
                </a:lnTo>
                <a:lnTo>
                  <a:pt x="706500" y="64350"/>
                </a:lnTo>
                <a:lnTo>
                  <a:pt x="706350" y="64500"/>
                </a:lnTo>
                <a:lnTo>
                  <a:pt x="706275" y="64500"/>
                </a:lnTo>
                <a:lnTo>
                  <a:pt x="706125" y="64575"/>
                </a:lnTo>
                <a:lnTo>
                  <a:pt x="706125" y="64650"/>
                </a:lnTo>
                <a:lnTo>
                  <a:pt x="705975" y="64725"/>
                </a:lnTo>
                <a:lnTo>
                  <a:pt x="705900" y="64725"/>
                </a:lnTo>
                <a:lnTo>
                  <a:pt x="705750" y="64875"/>
                </a:lnTo>
                <a:lnTo>
                  <a:pt x="705600" y="64950"/>
                </a:lnTo>
                <a:lnTo>
                  <a:pt x="705525" y="64950"/>
                </a:lnTo>
                <a:lnTo>
                  <a:pt x="705375" y="65100"/>
                </a:lnTo>
                <a:lnTo>
                  <a:pt x="704625" y="65400"/>
                </a:lnTo>
                <a:lnTo>
                  <a:pt x="704625" y="65475"/>
                </a:lnTo>
                <a:lnTo>
                  <a:pt x="704475" y="65550"/>
                </a:lnTo>
                <a:lnTo>
                  <a:pt x="704175" y="65625"/>
                </a:lnTo>
                <a:lnTo>
                  <a:pt x="703875" y="65775"/>
                </a:lnTo>
                <a:lnTo>
                  <a:pt x="703575" y="65850"/>
                </a:lnTo>
                <a:lnTo>
                  <a:pt x="702600" y="66225"/>
                </a:lnTo>
                <a:lnTo>
                  <a:pt x="702375" y="66225"/>
                </a:lnTo>
                <a:lnTo>
                  <a:pt x="702375" y="66300"/>
                </a:lnTo>
                <a:lnTo>
                  <a:pt x="702150" y="66300"/>
                </a:lnTo>
                <a:lnTo>
                  <a:pt x="702000" y="66375"/>
                </a:lnTo>
                <a:lnTo>
                  <a:pt x="701775" y="66375"/>
                </a:lnTo>
                <a:lnTo>
                  <a:pt x="701700" y="66450"/>
                </a:lnTo>
                <a:lnTo>
                  <a:pt x="701475" y="66450"/>
                </a:lnTo>
                <a:lnTo>
                  <a:pt x="701325" y="66525"/>
                </a:lnTo>
                <a:lnTo>
                  <a:pt x="701100" y="66525"/>
                </a:lnTo>
                <a:lnTo>
                  <a:pt x="700875" y="66600"/>
                </a:lnTo>
                <a:lnTo>
                  <a:pt x="700425" y="66600"/>
                </a:lnTo>
                <a:lnTo>
                  <a:pt x="700275" y="66675"/>
                </a:lnTo>
                <a:lnTo>
                  <a:pt x="699750" y="66675"/>
                </a:lnTo>
                <a:lnTo>
                  <a:pt x="699600" y="66750"/>
                </a:lnTo>
                <a:lnTo>
                  <a:pt x="697500" y="66750"/>
                </a:lnTo>
                <a:lnTo>
                  <a:pt x="697350" y="66675"/>
                </a:lnTo>
                <a:lnTo>
                  <a:pt x="696825" y="66675"/>
                </a:lnTo>
                <a:lnTo>
                  <a:pt x="696675" y="66600"/>
                </a:lnTo>
                <a:lnTo>
                  <a:pt x="696150" y="66600"/>
                </a:lnTo>
                <a:lnTo>
                  <a:pt x="696000" y="66525"/>
                </a:lnTo>
                <a:lnTo>
                  <a:pt x="695700" y="66525"/>
                </a:lnTo>
                <a:lnTo>
                  <a:pt x="695550" y="66450"/>
                </a:lnTo>
                <a:lnTo>
                  <a:pt x="695325" y="66450"/>
                </a:lnTo>
                <a:lnTo>
                  <a:pt x="695250" y="66375"/>
                </a:lnTo>
                <a:lnTo>
                  <a:pt x="695025" y="66375"/>
                </a:lnTo>
                <a:lnTo>
                  <a:pt x="694650" y="66225"/>
                </a:lnTo>
                <a:lnTo>
                  <a:pt x="694350" y="66225"/>
                </a:lnTo>
                <a:lnTo>
                  <a:pt x="692400" y="65550"/>
                </a:lnTo>
                <a:lnTo>
                  <a:pt x="692400" y="65475"/>
                </a:lnTo>
                <a:lnTo>
                  <a:pt x="692025" y="65325"/>
                </a:lnTo>
                <a:lnTo>
                  <a:pt x="691725" y="65250"/>
                </a:lnTo>
                <a:lnTo>
                  <a:pt x="691575" y="65100"/>
                </a:lnTo>
                <a:lnTo>
                  <a:pt x="691275" y="65025"/>
                </a:lnTo>
                <a:lnTo>
                  <a:pt x="691125" y="64950"/>
                </a:lnTo>
                <a:lnTo>
                  <a:pt x="691125" y="64875"/>
                </a:lnTo>
                <a:lnTo>
                  <a:pt x="690675" y="64725"/>
                </a:lnTo>
                <a:lnTo>
                  <a:pt x="690675" y="64650"/>
                </a:lnTo>
                <a:lnTo>
                  <a:pt x="690525" y="64575"/>
                </a:lnTo>
                <a:lnTo>
                  <a:pt x="690450" y="64575"/>
                </a:lnTo>
                <a:lnTo>
                  <a:pt x="690300" y="64425"/>
                </a:lnTo>
                <a:lnTo>
                  <a:pt x="690225" y="64425"/>
                </a:lnTo>
                <a:lnTo>
                  <a:pt x="690075" y="64350"/>
                </a:lnTo>
                <a:lnTo>
                  <a:pt x="690075" y="64275"/>
                </a:lnTo>
                <a:lnTo>
                  <a:pt x="689850" y="64200"/>
                </a:lnTo>
                <a:lnTo>
                  <a:pt x="689700" y="64050"/>
                </a:lnTo>
                <a:lnTo>
                  <a:pt x="689625" y="64050"/>
                </a:lnTo>
                <a:lnTo>
                  <a:pt x="689475" y="63900"/>
                </a:lnTo>
                <a:lnTo>
                  <a:pt x="689250" y="63825"/>
                </a:lnTo>
                <a:lnTo>
                  <a:pt x="689250" y="63750"/>
                </a:lnTo>
                <a:lnTo>
                  <a:pt x="688875" y="63525"/>
                </a:lnTo>
                <a:lnTo>
                  <a:pt x="688875" y="63450"/>
                </a:lnTo>
                <a:lnTo>
                  <a:pt x="688500" y="63225"/>
                </a:lnTo>
                <a:lnTo>
                  <a:pt x="688500" y="63150"/>
                </a:lnTo>
                <a:lnTo>
                  <a:pt x="688275" y="63075"/>
                </a:lnTo>
                <a:lnTo>
                  <a:pt x="688275" y="63000"/>
                </a:lnTo>
                <a:lnTo>
                  <a:pt x="688125" y="62850"/>
                </a:lnTo>
                <a:lnTo>
                  <a:pt x="688050" y="62850"/>
                </a:lnTo>
                <a:lnTo>
                  <a:pt x="687750" y="62550"/>
                </a:lnTo>
                <a:lnTo>
                  <a:pt x="687525" y="62400"/>
                </a:lnTo>
                <a:lnTo>
                  <a:pt x="687525" y="62325"/>
                </a:lnTo>
                <a:lnTo>
                  <a:pt x="687375" y="62250"/>
                </a:lnTo>
                <a:lnTo>
                  <a:pt x="687375" y="62175"/>
                </a:lnTo>
                <a:lnTo>
                  <a:pt x="687225" y="62025"/>
                </a:lnTo>
                <a:lnTo>
                  <a:pt x="687150" y="62025"/>
                </a:lnTo>
                <a:lnTo>
                  <a:pt x="687000" y="61875"/>
                </a:lnTo>
                <a:lnTo>
                  <a:pt x="687000" y="61800"/>
                </a:lnTo>
                <a:lnTo>
                  <a:pt x="686850" y="61650"/>
                </a:lnTo>
                <a:lnTo>
                  <a:pt x="691125" y="58200"/>
                </a:lnTo>
                <a:lnTo>
                  <a:pt x="691275" y="58350"/>
                </a:lnTo>
                <a:lnTo>
                  <a:pt x="691350" y="58500"/>
                </a:lnTo>
                <a:lnTo>
                  <a:pt x="691500" y="58575"/>
                </a:lnTo>
                <a:lnTo>
                  <a:pt x="691950" y="59025"/>
                </a:lnTo>
                <a:lnTo>
                  <a:pt x="692100" y="59100"/>
                </a:lnTo>
                <a:lnTo>
                  <a:pt x="692325" y="59325"/>
                </a:lnTo>
                <a:lnTo>
                  <a:pt x="692475" y="59400"/>
                </a:lnTo>
                <a:lnTo>
                  <a:pt x="692625" y="59550"/>
                </a:lnTo>
                <a:lnTo>
                  <a:pt x="693150" y="59850"/>
                </a:lnTo>
                <a:lnTo>
                  <a:pt x="693375" y="60075"/>
                </a:lnTo>
                <a:lnTo>
                  <a:pt x="693825" y="60300"/>
                </a:lnTo>
                <a:lnTo>
                  <a:pt x="693900" y="60375"/>
                </a:lnTo>
                <a:lnTo>
                  <a:pt x="694050" y="60450"/>
                </a:lnTo>
                <a:lnTo>
                  <a:pt x="694200" y="60450"/>
                </a:lnTo>
                <a:lnTo>
                  <a:pt x="694725" y="60750"/>
                </a:lnTo>
                <a:lnTo>
                  <a:pt x="694875" y="60750"/>
                </a:lnTo>
                <a:lnTo>
                  <a:pt x="695325" y="60975"/>
                </a:lnTo>
                <a:lnTo>
                  <a:pt x="695400" y="60975"/>
                </a:lnTo>
                <a:lnTo>
                  <a:pt x="695550" y="61050"/>
                </a:lnTo>
                <a:lnTo>
                  <a:pt x="695700" y="61050"/>
                </a:lnTo>
                <a:lnTo>
                  <a:pt x="695850" y="61125"/>
                </a:lnTo>
                <a:lnTo>
                  <a:pt x="696000" y="61125"/>
                </a:lnTo>
                <a:lnTo>
                  <a:pt x="696150" y="61200"/>
                </a:lnTo>
                <a:lnTo>
                  <a:pt x="696300" y="61200"/>
                </a:lnTo>
                <a:lnTo>
                  <a:pt x="696375" y="61275"/>
                </a:lnTo>
                <a:lnTo>
                  <a:pt x="696525" y="61275"/>
                </a:lnTo>
                <a:lnTo>
                  <a:pt x="696675" y="61350"/>
                </a:lnTo>
                <a:lnTo>
                  <a:pt x="696975" y="61350"/>
                </a:lnTo>
                <a:lnTo>
                  <a:pt x="697125" y="61425"/>
                </a:lnTo>
                <a:lnTo>
                  <a:pt x="697650" y="61425"/>
                </a:lnTo>
                <a:lnTo>
                  <a:pt x="697800" y="61500"/>
                </a:lnTo>
                <a:lnTo>
                  <a:pt x="699300" y="61500"/>
                </a:lnTo>
                <a:lnTo>
                  <a:pt x="699450" y="61425"/>
                </a:lnTo>
                <a:lnTo>
                  <a:pt x="699900" y="61425"/>
                </a:lnTo>
                <a:lnTo>
                  <a:pt x="700050" y="61350"/>
                </a:lnTo>
                <a:lnTo>
                  <a:pt x="700275" y="61350"/>
                </a:lnTo>
                <a:lnTo>
                  <a:pt x="700425" y="61275"/>
                </a:lnTo>
                <a:lnTo>
                  <a:pt x="700650" y="61275"/>
                </a:lnTo>
                <a:lnTo>
                  <a:pt x="700800" y="61200"/>
                </a:lnTo>
                <a:lnTo>
                  <a:pt x="700950" y="61200"/>
                </a:lnTo>
                <a:lnTo>
                  <a:pt x="701025" y="61125"/>
                </a:lnTo>
                <a:lnTo>
                  <a:pt x="701175" y="61125"/>
                </a:lnTo>
                <a:lnTo>
                  <a:pt x="701250" y="61050"/>
                </a:lnTo>
                <a:lnTo>
                  <a:pt x="701400" y="61050"/>
                </a:lnTo>
                <a:lnTo>
                  <a:pt x="701475" y="60975"/>
                </a:lnTo>
                <a:lnTo>
                  <a:pt x="701625" y="60975"/>
                </a:lnTo>
                <a:lnTo>
                  <a:pt x="701700" y="60900"/>
                </a:lnTo>
                <a:lnTo>
                  <a:pt x="701850" y="60900"/>
                </a:lnTo>
                <a:lnTo>
                  <a:pt x="702000" y="60750"/>
                </a:lnTo>
                <a:lnTo>
                  <a:pt x="702150" y="60750"/>
                </a:lnTo>
                <a:lnTo>
                  <a:pt x="702450" y="60525"/>
                </a:lnTo>
                <a:lnTo>
                  <a:pt x="702525" y="60525"/>
                </a:lnTo>
                <a:lnTo>
                  <a:pt x="702675" y="60450"/>
                </a:lnTo>
                <a:lnTo>
                  <a:pt x="702825" y="60300"/>
                </a:lnTo>
                <a:lnTo>
                  <a:pt x="702900" y="60300"/>
                </a:lnTo>
                <a:lnTo>
                  <a:pt x="703125" y="60150"/>
                </a:lnTo>
                <a:lnTo>
                  <a:pt x="704325" y="58950"/>
                </a:lnTo>
                <a:lnTo>
                  <a:pt x="704325" y="58800"/>
                </a:lnTo>
                <a:lnTo>
                  <a:pt x="704550" y="58575"/>
                </a:lnTo>
                <a:lnTo>
                  <a:pt x="704550" y="58500"/>
                </a:lnTo>
                <a:lnTo>
                  <a:pt x="704700" y="58275"/>
                </a:lnTo>
                <a:lnTo>
                  <a:pt x="704700" y="58200"/>
                </a:lnTo>
                <a:lnTo>
                  <a:pt x="704775" y="58050"/>
                </a:lnTo>
                <a:lnTo>
                  <a:pt x="704850" y="57975"/>
                </a:lnTo>
                <a:lnTo>
                  <a:pt x="704850" y="57900"/>
                </a:lnTo>
                <a:lnTo>
                  <a:pt x="705075" y="57300"/>
                </a:lnTo>
                <a:lnTo>
                  <a:pt x="705075" y="57075"/>
                </a:lnTo>
                <a:lnTo>
                  <a:pt x="705150" y="56925"/>
                </a:lnTo>
                <a:lnTo>
                  <a:pt x="705150" y="56700"/>
                </a:lnTo>
                <a:lnTo>
                  <a:pt x="705225" y="56550"/>
                </a:lnTo>
                <a:lnTo>
                  <a:pt x="705225" y="55950"/>
                </a:lnTo>
                <a:lnTo>
                  <a:pt x="705300" y="55800"/>
                </a:lnTo>
                <a:lnTo>
                  <a:pt x="705300" y="14250"/>
                </a:lnTo>
                <a:lnTo>
                  <a:pt x="711000" y="14250"/>
                </a:lnTo>
                <a:close/>
                <a:moveTo>
                  <a:pt x="717300" y="66750"/>
                </a:moveTo>
                <a:lnTo>
                  <a:pt x="717300" y="26625"/>
                </a:lnTo>
                <a:lnTo>
                  <a:pt x="717375" y="26475"/>
                </a:lnTo>
                <a:lnTo>
                  <a:pt x="717375" y="25725"/>
                </a:lnTo>
                <a:lnTo>
                  <a:pt x="717450" y="25500"/>
                </a:lnTo>
                <a:lnTo>
                  <a:pt x="717450" y="25275"/>
                </a:lnTo>
                <a:lnTo>
                  <a:pt x="717525" y="25050"/>
                </a:lnTo>
                <a:lnTo>
                  <a:pt x="717525" y="24600"/>
                </a:lnTo>
                <a:lnTo>
                  <a:pt x="717600" y="24600"/>
                </a:lnTo>
                <a:lnTo>
                  <a:pt x="717600" y="24375"/>
                </a:lnTo>
                <a:lnTo>
                  <a:pt x="717675" y="24150"/>
                </a:lnTo>
                <a:lnTo>
                  <a:pt x="717675" y="23925"/>
                </a:lnTo>
                <a:lnTo>
                  <a:pt x="717750" y="23700"/>
                </a:lnTo>
                <a:lnTo>
                  <a:pt x="717750" y="23475"/>
                </a:lnTo>
                <a:lnTo>
                  <a:pt x="717825" y="23475"/>
                </a:lnTo>
                <a:lnTo>
                  <a:pt x="717825" y="23250"/>
                </a:lnTo>
                <a:lnTo>
                  <a:pt x="718050" y="22650"/>
                </a:lnTo>
                <a:lnTo>
                  <a:pt x="718050" y="22425"/>
                </a:lnTo>
                <a:lnTo>
                  <a:pt x="718125" y="22425"/>
                </a:lnTo>
                <a:lnTo>
                  <a:pt x="718125" y="22200"/>
                </a:lnTo>
                <a:lnTo>
                  <a:pt x="718200" y="22050"/>
                </a:lnTo>
                <a:lnTo>
                  <a:pt x="718200" y="21975"/>
                </a:lnTo>
                <a:lnTo>
                  <a:pt x="718350" y="21600"/>
                </a:lnTo>
                <a:lnTo>
                  <a:pt x="718500" y="21375"/>
                </a:lnTo>
                <a:lnTo>
                  <a:pt x="718500" y="21225"/>
                </a:lnTo>
                <a:lnTo>
                  <a:pt x="718575" y="21225"/>
                </a:lnTo>
                <a:lnTo>
                  <a:pt x="718650" y="21075"/>
                </a:lnTo>
                <a:lnTo>
                  <a:pt x="718725" y="20775"/>
                </a:lnTo>
                <a:lnTo>
                  <a:pt x="718875" y="20475"/>
                </a:lnTo>
                <a:lnTo>
                  <a:pt x="718950" y="20400"/>
                </a:lnTo>
                <a:lnTo>
                  <a:pt x="719100" y="20100"/>
                </a:lnTo>
                <a:lnTo>
                  <a:pt x="719100" y="20025"/>
                </a:lnTo>
                <a:lnTo>
                  <a:pt x="719250" y="19875"/>
                </a:lnTo>
                <a:lnTo>
                  <a:pt x="719625" y="19200"/>
                </a:lnTo>
                <a:lnTo>
                  <a:pt x="719700" y="19200"/>
                </a:lnTo>
                <a:lnTo>
                  <a:pt x="719775" y="19050"/>
                </a:lnTo>
                <a:lnTo>
                  <a:pt x="719775" y="18975"/>
                </a:lnTo>
                <a:lnTo>
                  <a:pt x="719925" y="18900"/>
                </a:lnTo>
                <a:lnTo>
                  <a:pt x="719925" y="18825"/>
                </a:lnTo>
                <a:lnTo>
                  <a:pt x="720000" y="18675"/>
                </a:lnTo>
                <a:lnTo>
                  <a:pt x="720075" y="18675"/>
                </a:lnTo>
                <a:lnTo>
                  <a:pt x="720375" y="18225"/>
                </a:lnTo>
                <a:lnTo>
                  <a:pt x="721425" y="17175"/>
                </a:lnTo>
                <a:lnTo>
                  <a:pt x="721500" y="17175"/>
                </a:lnTo>
                <a:lnTo>
                  <a:pt x="721575" y="17025"/>
                </a:lnTo>
                <a:lnTo>
                  <a:pt x="721650" y="17025"/>
                </a:lnTo>
                <a:lnTo>
                  <a:pt x="721800" y="16875"/>
                </a:lnTo>
                <a:lnTo>
                  <a:pt x="721950" y="16800"/>
                </a:lnTo>
                <a:lnTo>
                  <a:pt x="721950" y="16725"/>
                </a:lnTo>
                <a:lnTo>
                  <a:pt x="722100" y="16650"/>
                </a:lnTo>
                <a:lnTo>
                  <a:pt x="722175" y="16650"/>
                </a:lnTo>
                <a:lnTo>
                  <a:pt x="722250" y="16500"/>
                </a:lnTo>
                <a:lnTo>
                  <a:pt x="722325" y="16500"/>
                </a:lnTo>
                <a:lnTo>
                  <a:pt x="722475" y="16425"/>
                </a:lnTo>
                <a:lnTo>
                  <a:pt x="722475" y="16350"/>
                </a:lnTo>
                <a:lnTo>
                  <a:pt x="722625" y="16275"/>
                </a:lnTo>
                <a:lnTo>
                  <a:pt x="722700" y="16275"/>
                </a:lnTo>
                <a:lnTo>
                  <a:pt x="722850" y="16125"/>
                </a:lnTo>
                <a:lnTo>
                  <a:pt x="723150" y="15975"/>
                </a:lnTo>
                <a:lnTo>
                  <a:pt x="723225" y="15900"/>
                </a:lnTo>
                <a:lnTo>
                  <a:pt x="723750" y="15675"/>
                </a:lnTo>
                <a:lnTo>
                  <a:pt x="723750" y="15600"/>
                </a:lnTo>
                <a:lnTo>
                  <a:pt x="723900" y="15525"/>
                </a:lnTo>
                <a:lnTo>
                  <a:pt x="724200" y="15450"/>
                </a:lnTo>
                <a:lnTo>
                  <a:pt x="724275" y="15375"/>
                </a:lnTo>
                <a:lnTo>
                  <a:pt x="724575" y="15300"/>
                </a:lnTo>
                <a:lnTo>
                  <a:pt x="724725" y="15225"/>
                </a:lnTo>
                <a:lnTo>
                  <a:pt x="724725" y="15150"/>
                </a:lnTo>
                <a:lnTo>
                  <a:pt x="724950" y="15150"/>
                </a:lnTo>
                <a:lnTo>
                  <a:pt x="724950" y="15075"/>
                </a:lnTo>
                <a:lnTo>
                  <a:pt x="725100" y="15075"/>
                </a:lnTo>
                <a:lnTo>
                  <a:pt x="725175" y="15000"/>
                </a:lnTo>
                <a:lnTo>
                  <a:pt x="725325" y="15000"/>
                </a:lnTo>
                <a:lnTo>
                  <a:pt x="725400" y="14925"/>
                </a:lnTo>
                <a:lnTo>
                  <a:pt x="725550" y="14925"/>
                </a:lnTo>
                <a:lnTo>
                  <a:pt x="726150" y="14700"/>
                </a:lnTo>
                <a:lnTo>
                  <a:pt x="726375" y="14700"/>
                </a:lnTo>
                <a:lnTo>
                  <a:pt x="726450" y="14625"/>
                </a:lnTo>
                <a:lnTo>
                  <a:pt x="726675" y="14625"/>
                </a:lnTo>
                <a:lnTo>
                  <a:pt x="726825" y="14550"/>
                </a:lnTo>
                <a:lnTo>
                  <a:pt x="727050" y="14550"/>
                </a:lnTo>
                <a:lnTo>
                  <a:pt x="727275" y="14475"/>
                </a:lnTo>
                <a:lnTo>
                  <a:pt x="727500" y="14475"/>
                </a:lnTo>
                <a:lnTo>
                  <a:pt x="727725" y="14400"/>
                </a:lnTo>
                <a:lnTo>
                  <a:pt x="727950" y="14400"/>
                </a:lnTo>
                <a:lnTo>
                  <a:pt x="728175" y="14325"/>
                </a:lnTo>
                <a:lnTo>
                  <a:pt x="728850" y="14325"/>
                </a:lnTo>
                <a:lnTo>
                  <a:pt x="729075" y="14250"/>
                </a:lnTo>
                <a:lnTo>
                  <a:pt x="731175" y="14250"/>
                </a:lnTo>
                <a:lnTo>
                  <a:pt x="731400" y="14325"/>
                </a:lnTo>
                <a:lnTo>
                  <a:pt x="731925" y="14325"/>
                </a:lnTo>
                <a:lnTo>
                  <a:pt x="732150" y="14400"/>
                </a:lnTo>
                <a:lnTo>
                  <a:pt x="732675" y="14400"/>
                </a:lnTo>
                <a:lnTo>
                  <a:pt x="732900" y="14475"/>
                </a:lnTo>
                <a:lnTo>
                  <a:pt x="733125" y="14475"/>
                </a:lnTo>
                <a:lnTo>
                  <a:pt x="733350" y="14550"/>
                </a:lnTo>
                <a:lnTo>
                  <a:pt x="733650" y="14550"/>
                </a:lnTo>
                <a:lnTo>
                  <a:pt x="733875" y="14625"/>
                </a:lnTo>
                <a:lnTo>
                  <a:pt x="734100" y="14625"/>
                </a:lnTo>
                <a:lnTo>
                  <a:pt x="734175" y="14700"/>
                </a:lnTo>
                <a:lnTo>
                  <a:pt x="734400" y="14700"/>
                </a:lnTo>
                <a:lnTo>
                  <a:pt x="734850" y="14850"/>
                </a:lnTo>
                <a:lnTo>
                  <a:pt x="735150" y="14850"/>
                </a:lnTo>
                <a:lnTo>
                  <a:pt x="737775" y="15600"/>
                </a:lnTo>
                <a:lnTo>
                  <a:pt x="738300" y="15825"/>
                </a:lnTo>
                <a:lnTo>
                  <a:pt x="739050" y="16050"/>
                </a:lnTo>
                <a:lnTo>
                  <a:pt x="739125" y="16125"/>
                </a:lnTo>
                <a:lnTo>
                  <a:pt x="739650" y="16275"/>
                </a:lnTo>
                <a:lnTo>
                  <a:pt x="737400" y="21150"/>
                </a:lnTo>
                <a:lnTo>
                  <a:pt x="737175" y="21075"/>
                </a:lnTo>
                <a:lnTo>
                  <a:pt x="736950" y="20925"/>
                </a:lnTo>
                <a:lnTo>
                  <a:pt x="735225" y="20325"/>
                </a:lnTo>
                <a:lnTo>
                  <a:pt x="735000" y="20325"/>
                </a:lnTo>
                <a:lnTo>
                  <a:pt x="734325" y="20100"/>
                </a:lnTo>
                <a:lnTo>
                  <a:pt x="734175" y="20100"/>
                </a:lnTo>
                <a:lnTo>
                  <a:pt x="733725" y="19950"/>
                </a:lnTo>
                <a:lnTo>
                  <a:pt x="733575" y="19950"/>
                </a:lnTo>
                <a:lnTo>
                  <a:pt x="733350" y="19875"/>
                </a:lnTo>
                <a:lnTo>
                  <a:pt x="733125" y="19875"/>
                </a:lnTo>
                <a:lnTo>
                  <a:pt x="732975" y="19800"/>
                </a:lnTo>
                <a:lnTo>
                  <a:pt x="732750" y="19800"/>
                </a:lnTo>
                <a:lnTo>
                  <a:pt x="732600" y="19725"/>
                </a:lnTo>
                <a:lnTo>
                  <a:pt x="732375" y="19725"/>
                </a:lnTo>
                <a:lnTo>
                  <a:pt x="732225" y="19650"/>
                </a:lnTo>
                <a:lnTo>
                  <a:pt x="731850" y="19650"/>
                </a:lnTo>
                <a:lnTo>
                  <a:pt x="731700" y="19575"/>
                </a:lnTo>
                <a:lnTo>
                  <a:pt x="731175" y="19575"/>
                </a:lnTo>
                <a:lnTo>
                  <a:pt x="731025" y="19500"/>
                </a:lnTo>
                <a:lnTo>
                  <a:pt x="729300" y="19500"/>
                </a:lnTo>
                <a:lnTo>
                  <a:pt x="729150" y="19575"/>
                </a:lnTo>
                <a:lnTo>
                  <a:pt x="728625" y="19575"/>
                </a:lnTo>
                <a:lnTo>
                  <a:pt x="728475" y="19650"/>
                </a:lnTo>
                <a:lnTo>
                  <a:pt x="728250" y="19650"/>
                </a:lnTo>
                <a:lnTo>
                  <a:pt x="728100" y="19725"/>
                </a:lnTo>
                <a:lnTo>
                  <a:pt x="727875" y="19725"/>
                </a:lnTo>
                <a:lnTo>
                  <a:pt x="727725" y="19800"/>
                </a:lnTo>
                <a:lnTo>
                  <a:pt x="727500" y="19800"/>
                </a:lnTo>
                <a:lnTo>
                  <a:pt x="727425" y="19875"/>
                </a:lnTo>
                <a:lnTo>
                  <a:pt x="727275" y="19875"/>
                </a:lnTo>
                <a:lnTo>
                  <a:pt x="727200" y="19950"/>
                </a:lnTo>
                <a:lnTo>
                  <a:pt x="727050" y="19950"/>
                </a:lnTo>
                <a:lnTo>
                  <a:pt x="726975" y="20025"/>
                </a:lnTo>
                <a:lnTo>
                  <a:pt x="726900" y="20025"/>
                </a:lnTo>
                <a:lnTo>
                  <a:pt x="726675" y="20175"/>
                </a:lnTo>
                <a:lnTo>
                  <a:pt x="726375" y="20250"/>
                </a:lnTo>
                <a:lnTo>
                  <a:pt x="726150" y="20475"/>
                </a:lnTo>
                <a:lnTo>
                  <a:pt x="726000" y="20475"/>
                </a:lnTo>
                <a:lnTo>
                  <a:pt x="725850" y="20625"/>
                </a:lnTo>
                <a:lnTo>
                  <a:pt x="725775" y="20625"/>
                </a:lnTo>
                <a:lnTo>
                  <a:pt x="725250" y="21150"/>
                </a:lnTo>
                <a:lnTo>
                  <a:pt x="725175" y="21150"/>
                </a:lnTo>
                <a:lnTo>
                  <a:pt x="724950" y="21375"/>
                </a:lnTo>
                <a:lnTo>
                  <a:pt x="724875" y="21525"/>
                </a:lnTo>
                <a:lnTo>
                  <a:pt x="724500" y="21900"/>
                </a:lnTo>
                <a:lnTo>
                  <a:pt x="724500" y="21975"/>
                </a:lnTo>
                <a:lnTo>
                  <a:pt x="724425" y="22125"/>
                </a:lnTo>
                <a:lnTo>
                  <a:pt x="724275" y="22275"/>
                </a:lnTo>
                <a:lnTo>
                  <a:pt x="724200" y="22425"/>
                </a:lnTo>
                <a:lnTo>
                  <a:pt x="724200" y="22500"/>
                </a:lnTo>
                <a:lnTo>
                  <a:pt x="723975" y="22800"/>
                </a:lnTo>
                <a:lnTo>
                  <a:pt x="723975" y="22950"/>
                </a:lnTo>
                <a:lnTo>
                  <a:pt x="723750" y="23250"/>
                </a:lnTo>
                <a:lnTo>
                  <a:pt x="723750" y="23400"/>
                </a:lnTo>
                <a:lnTo>
                  <a:pt x="723525" y="23925"/>
                </a:lnTo>
                <a:lnTo>
                  <a:pt x="723525" y="24075"/>
                </a:lnTo>
                <a:lnTo>
                  <a:pt x="723375" y="24450"/>
                </a:lnTo>
                <a:lnTo>
                  <a:pt x="723375" y="24600"/>
                </a:lnTo>
                <a:lnTo>
                  <a:pt x="723300" y="24750"/>
                </a:lnTo>
                <a:lnTo>
                  <a:pt x="723300" y="24900"/>
                </a:lnTo>
                <a:lnTo>
                  <a:pt x="723225" y="25050"/>
                </a:lnTo>
                <a:lnTo>
                  <a:pt x="723225" y="25425"/>
                </a:lnTo>
                <a:lnTo>
                  <a:pt x="723150" y="25575"/>
                </a:lnTo>
                <a:lnTo>
                  <a:pt x="723150" y="25875"/>
                </a:lnTo>
                <a:lnTo>
                  <a:pt x="723075" y="26025"/>
                </a:lnTo>
                <a:lnTo>
                  <a:pt x="723075" y="26550"/>
                </a:lnTo>
                <a:lnTo>
                  <a:pt x="723000" y="26775"/>
                </a:lnTo>
                <a:lnTo>
                  <a:pt x="723000" y="66750"/>
                </a:lnTo>
                <a:close/>
                <a:moveTo>
                  <a:pt x="751950" y="23250"/>
                </a:moveTo>
                <a:lnTo>
                  <a:pt x="752100" y="23775"/>
                </a:lnTo>
                <a:lnTo>
                  <a:pt x="752100" y="24000"/>
                </a:lnTo>
                <a:lnTo>
                  <a:pt x="752325" y="24750"/>
                </a:lnTo>
                <a:lnTo>
                  <a:pt x="752325" y="24975"/>
                </a:lnTo>
                <a:lnTo>
                  <a:pt x="752475" y="25500"/>
                </a:lnTo>
                <a:lnTo>
                  <a:pt x="752475" y="25725"/>
                </a:lnTo>
                <a:lnTo>
                  <a:pt x="752625" y="26250"/>
                </a:lnTo>
                <a:lnTo>
                  <a:pt x="752625" y="26475"/>
                </a:lnTo>
                <a:lnTo>
                  <a:pt x="752775" y="26925"/>
                </a:lnTo>
                <a:lnTo>
                  <a:pt x="752775" y="27225"/>
                </a:lnTo>
                <a:lnTo>
                  <a:pt x="752850" y="27450"/>
                </a:lnTo>
                <a:lnTo>
                  <a:pt x="752850" y="27675"/>
                </a:lnTo>
                <a:lnTo>
                  <a:pt x="752925" y="27900"/>
                </a:lnTo>
                <a:lnTo>
                  <a:pt x="752925" y="28200"/>
                </a:lnTo>
                <a:lnTo>
                  <a:pt x="753000" y="28425"/>
                </a:lnTo>
                <a:lnTo>
                  <a:pt x="753000" y="28875"/>
                </a:lnTo>
                <a:lnTo>
                  <a:pt x="753075" y="29100"/>
                </a:lnTo>
                <a:lnTo>
                  <a:pt x="753075" y="29625"/>
                </a:lnTo>
                <a:lnTo>
                  <a:pt x="753150" y="29850"/>
                </a:lnTo>
                <a:lnTo>
                  <a:pt x="753150" y="30300"/>
                </a:lnTo>
                <a:lnTo>
                  <a:pt x="753225" y="30525"/>
                </a:lnTo>
                <a:lnTo>
                  <a:pt x="753225" y="31275"/>
                </a:lnTo>
                <a:lnTo>
                  <a:pt x="753300" y="31500"/>
                </a:lnTo>
                <a:lnTo>
                  <a:pt x="753300" y="32700"/>
                </a:lnTo>
                <a:lnTo>
                  <a:pt x="753375" y="32925"/>
                </a:lnTo>
                <a:lnTo>
                  <a:pt x="753375" y="35250"/>
                </a:lnTo>
                <a:lnTo>
                  <a:pt x="753300" y="35475"/>
                </a:lnTo>
                <a:lnTo>
                  <a:pt x="753300" y="36825"/>
                </a:lnTo>
                <a:lnTo>
                  <a:pt x="753225" y="37050"/>
                </a:lnTo>
                <a:lnTo>
                  <a:pt x="753225" y="37725"/>
                </a:lnTo>
                <a:lnTo>
                  <a:pt x="753150" y="37950"/>
                </a:lnTo>
                <a:lnTo>
                  <a:pt x="753150" y="38400"/>
                </a:lnTo>
                <a:lnTo>
                  <a:pt x="753075" y="38625"/>
                </a:lnTo>
                <a:lnTo>
                  <a:pt x="753075" y="39075"/>
                </a:lnTo>
                <a:lnTo>
                  <a:pt x="753000" y="39300"/>
                </a:lnTo>
                <a:lnTo>
                  <a:pt x="753000" y="39750"/>
                </a:lnTo>
                <a:lnTo>
                  <a:pt x="752925" y="39975"/>
                </a:lnTo>
                <a:lnTo>
                  <a:pt x="752925" y="40200"/>
                </a:lnTo>
                <a:lnTo>
                  <a:pt x="752850" y="40425"/>
                </a:lnTo>
                <a:lnTo>
                  <a:pt x="752850" y="40650"/>
                </a:lnTo>
                <a:lnTo>
                  <a:pt x="752775" y="40800"/>
                </a:lnTo>
                <a:lnTo>
                  <a:pt x="752775" y="41025"/>
                </a:lnTo>
                <a:lnTo>
                  <a:pt x="752700" y="41250"/>
                </a:lnTo>
                <a:lnTo>
                  <a:pt x="752700" y="41475"/>
                </a:lnTo>
                <a:lnTo>
                  <a:pt x="752625" y="41700"/>
                </a:lnTo>
                <a:lnTo>
                  <a:pt x="752625" y="41925"/>
                </a:lnTo>
                <a:lnTo>
                  <a:pt x="752550" y="42150"/>
                </a:lnTo>
                <a:lnTo>
                  <a:pt x="752550" y="42375"/>
                </a:lnTo>
                <a:lnTo>
                  <a:pt x="752400" y="42750"/>
                </a:lnTo>
                <a:lnTo>
                  <a:pt x="752400" y="42975"/>
                </a:lnTo>
                <a:lnTo>
                  <a:pt x="752250" y="43425"/>
                </a:lnTo>
                <a:lnTo>
                  <a:pt x="752250" y="43650"/>
                </a:lnTo>
                <a:lnTo>
                  <a:pt x="752100" y="44025"/>
                </a:lnTo>
                <a:lnTo>
                  <a:pt x="752100" y="44250"/>
                </a:lnTo>
                <a:lnTo>
                  <a:pt x="751950" y="44625"/>
                </a:lnTo>
                <a:lnTo>
                  <a:pt x="751950" y="44850"/>
                </a:lnTo>
                <a:lnTo>
                  <a:pt x="751875" y="44850"/>
                </a:lnTo>
                <a:lnTo>
                  <a:pt x="751875" y="45075"/>
                </a:lnTo>
                <a:lnTo>
                  <a:pt x="751650" y="45675"/>
                </a:lnTo>
                <a:lnTo>
                  <a:pt x="751650" y="45900"/>
                </a:lnTo>
                <a:lnTo>
                  <a:pt x="751275" y="46875"/>
                </a:lnTo>
                <a:lnTo>
                  <a:pt x="751275" y="46950"/>
                </a:lnTo>
                <a:lnTo>
                  <a:pt x="751200" y="47100"/>
                </a:lnTo>
                <a:lnTo>
                  <a:pt x="751200" y="47325"/>
                </a:lnTo>
                <a:lnTo>
                  <a:pt x="751125" y="47325"/>
                </a:lnTo>
                <a:lnTo>
                  <a:pt x="751125" y="47550"/>
                </a:lnTo>
                <a:lnTo>
                  <a:pt x="750900" y="48075"/>
                </a:lnTo>
                <a:lnTo>
                  <a:pt x="750900" y="48150"/>
                </a:lnTo>
                <a:lnTo>
                  <a:pt x="750150" y="50025"/>
                </a:lnTo>
                <a:lnTo>
                  <a:pt x="750150" y="50100"/>
                </a:lnTo>
                <a:lnTo>
                  <a:pt x="750075" y="50250"/>
                </a:lnTo>
                <a:lnTo>
                  <a:pt x="750000" y="50250"/>
                </a:lnTo>
                <a:lnTo>
                  <a:pt x="749475" y="51600"/>
                </a:lnTo>
                <a:lnTo>
                  <a:pt x="749325" y="51750"/>
                </a:lnTo>
                <a:lnTo>
                  <a:pt x="749025" y="52500"/>
                </a:lnTo>
                <a:lnTo>
                  <a:pt x="743250" y="50175"/>
                </a:lnTo>
                <a:lnTo>
                  <a:pt x="744675" y="47025"/>
                </a:lnTo>
                <a:lnTo>
                  <a:pt x="744675" y="46875"/>
                </a:lnTo>
                <a:lnTo>
                  <a:pt x="744750" y="46650"/>
                </a:lnTo>
                <a:lnTo>
                  <a:pt x="745050" y="45975"/>
                </a:lnTo>
                <a:lnTo>
                  <a:pt x="745050" y="45825"/>
                </a:lnTo>
                <a:lnTo>
                  <a:pt x="745275" y="45300"/>
                </a:lnTo>
                <a:lnTo>
                  <a:pt x="745350" y="45075"/>
                </a:lnTo>
                <a:lnTo>
                  <a:pt x="745350" y="44925"/>
                </a:lnTo>
                <a:lnTo>
                  <a:pt x="745575" y="44400"/>
                </a:lnTo>
                <a:lnTo>
                  <a:pt x="745575" y="44250"/>
                </a:lnTo>
                <a:lnTo>
                  <a:pt x="745725" y="43875"/>
                </a:lnTo>
                <a:lnTo>
                  <a:pt x="745725" y="43650"/>
                </a:lnTo>
                <a:lnTo>
                  <a:pt x="745875" y="43350"/>
                </a:lnTo>
                <a:lnTo>
                  <a:pt x="745875" y="43125"/>
                </a:lnTo>
                <a:lnTo>
                  <a:pt x="745950" y="42975"/>
                </a:lnTo>
                <a:lnTo>
                  <a:pt x="745950" y="42750"/>
                </a:lnTo>
                <a:lnTo>
                  <a:pt x="746025" y="42600"/>
                </a:lnTo>
                <a:lnTo>
                  <a:pt x="746100" y="42375"/>
                </a:lnTo>
                <a:lnTo>
                  <a:pt x="746100" y="42225"/>
                </a:lnTo>
                <a:lnTo>
                  <a:pt x="746175" y="42075"/>
                </a:lnTo>
                <a:lnTo>
                  <a:pt x="746175" y="41850"/>
                </a:lnTo>
                <a:lnTo>
                  <a:pt x="746250" y="41700"/>
                </a:lnTo>
                <a:lnTo>
                  <a:pt x="746250" y="41475"/>
                </a:lnTo>
                <a:lnTo>
                  <a:pt x="746325" y="41325"/>
                </a:lnTo>
                <a:lnTo>
                  <a:pt x="746325" y="41100"/>
                </a:lnTo>
                <a:lnTo>
                  <a:pt x="746400" y="40950"/>
                </a:lnTo>
                <a:lnTo>
                  <a:pt x="746400" y="40725"/>
                </a:lnTo>
                <a:lnTo>
                  <a:pt x="746475" y="40575"/>
                </a:lnTo>
                <a:lnTo>
                  <a:pt x="746475" y="40350"/>
                </a:lnTo>
                <a:lnTo>
                  <a:pt x="746550" y="40200"/>
                </a:lnTo>
                <a:lnTo>
                  <a:pt x="746550" y="39975"/>
                </a:lnTo>
                <a:lnTo>
                  <a:pt x="746625" y="39825"/>
                </a:lnTo>
                <a:lnTo>
                  <a:pt x="746625" y="39375"/>
                </a:lnTo>
                <a:lnTo>
                  <a:pt x="746700" y="39225"/>
                </a:lnTo>
                <a:lnTo>
                  <a:pt x="746700" y="39000"/>
                </a:lnTo>
                <a:lnTo>
                  <a:pt x="746775" y="38850"/>
                </a:lnTo>
                <a:lnTo>
                  <a:pt x="746775" y="38475"/>
                </a:lnTo>
                <a:lnTo>
                  <a:pt x="746850" y="38250"/>
                </a:lnTo>
                <a:lnTo>
                  <a:pt x="746850" y="37650"/>
                </a:lnTo>
                <a:lnTo>
                  <a:pt x="746925" y="37500"/>
                </a:lnTo>
                <a:lnTo>
                  <a:pt x="746925" y="36675"/>
                </a:lnTo>
                <a:lnTo>
                  <a:pt x="747000" y="36525"/>
                </a:lnTo>
                <a:lnTo>
                  <a:pt x="747000" y="35325"/>
                </a:lnTo>
                <a:lnTo>
                  <a:pt x="747075" y="35100"/>
                </a:lnTo>
                <a:lnTo>
                  <a:pt x="747075" y="33075"/>
                </a:lnTo>
                <a:lnTo>
                  <a:pt x="747000" y="32850"/>
                </a:lnTo>
                <a:lnTo>
                  <a:pt x="747000" y="31650"/>
                </a:lnTo>
                <a:lnTo>
                  <a:pt x="746925" y="31425"/>
                </a:lnTo>
                <a:lnTo>
                  <a:pt x="746925" y="30825"/>
                </a:lnTo>
                <a:lnTo>
                  <a:pt x="746850" y="30600"/>
                </a:lnTo>
                <a:lnTo>
                  <a:pt x="746850" y="29925"/>
                </a:lnTo>
                <a:lnTo>
                  <a:pt x="746775" y="29775"/>
                </a:lnTo>
                <a:lnTo>
                  <a:pt x="746775" y="29325"/>
                </a:lnTo>
                <a:lnTo>
                  <a:pt x="746700" y="29100"/>
                </a:lnTo>
                <a:lnTo>
                  <a:pt x="746700" y="28875"/>
                </a:lnTo>
                <a:lnTo>
                  <a:pt x="746625" y="28725"/>
                </a:lnTo>
                <a:lnTo>
                  <a:pt x="746625" y="28500"/>
                </a:lnTo>
                <a:lnTo>
                  <a:pt x="746550" y="28275"/>
                </a:lnTo>
                <a:lnTo>
                  <a:pt x="746550" y="27825"/>
                </a:lnTo>
                <a:lnTo>
                  <a:pt x="746475" y="27600"/>
                </a:lnTo>
                <a:lnTo>
                  <a:pt x="746475" y="27375"/>
                </a:lnTo>
                <a:lnTo>
                  <a:pt x="746325" y="27000"/>
                </a:lnTo>
                <a:lnTo>
                  <a:pt x="746325" y="26775"/>
                </a:lnTo>
                <a:lnTo>
                  <a:pt x="746250" y="26550"/>
                </a:lnTo>
                <a:lnTo>
                  <a:pt x="746250" y="26325"/>
                </a:lnTo>
                <a:lnTo>
                  <a:pt x="746100" y="25875"/>
                </a:lnTo>
                <a:lnTo>
                  <a:pt x="746100" y="25650"/>
                </a:lnTo>
                <a:lnTo>
                  <a:pt x="745950" y="25275"/>
                </a:lnTo>
                <a:lnTo>
                  <a:pt x="745950" y="25050"/>
                </a:lnTo>
                <a:lnTo>
                  <a:pt x="745725" y="24375"/>
                </a:lnTo>
                <a:lnTo>
                  <a:pt x="745725" y="24150"/>
                </a:lnTo>
                <a:lnTo>
                  <a:pt x="745275" y="22800"/>
                </a:lnTo>
                <a:lnTo>
                  <a:pt x="745275" y="22575"/>
                </a:lnTo>
                <a:lnTo>
                  <a:pt x="744825" y="21225"/>
                </a:lnTo>
                <a:lnTo>
                  <a:pt x="744675" y="21000"/>
                </a:lnTo>
                <a:lnTo>
                  <a:pt x="744225" y="19650"/>
                </a:lnTo>
                <a:lnTo>
                  <a:pt x="744075" y="19425"/>
                </a:lnTo>
                <a:lnTo>
                  <a:pt x="743925" y="18975"/>
                </a:lnTo>
                <a:lnTo>
                  <a:pt x="743775" y="18675"/>
                </a:lnTo>
                <a:lnTo>
                  <a:pt x="743775" y="18300"/>
                </a:lnTo>
                <a:lnTo>
                  <a:pt x="743700" y="17925"/>
                </a:lnTo>
                <a:lnTo>
                  <a:pt x="743850" y="17175"/>
                </a:lnTo>
                <a:lnTo>
                  <a:pt x="744150" y="16500"/>
                </a:lnTo>
                <a:lnTo>
                  <a:pt x="744375" y="16200"/>
                </a:lnTo>
                <a:lnTo>
                  <a:pt x="744975" y="15750"/>
                </a:lnTo>
                <a:lnTo>
                  <a:pt x="745350" y="15525"/>
                </a:lnTo>
                <a:lnTo>
                  <a:pt x="746025" y="15225"/>
                </a:lnTo>
                <a:lnTo>
                  <a:pt x="746475" y="15150"/>
                </a:lnTo>
                <a:lnTo>
                  <a:pt x="747075" y="15150"/>
                </a:lnTo>
                <a:lnTo>
                  <a:pt x="747150" y="15075"/>
                </a:lnTo>
                <a:lnTo>
                  <a:pt x="747825" y="15075"/>
                </a:lnTo>
                <a:lnTo>
                  <a:pt x="747900" y="15150"/>
                </a:lnTo>
                <a:lnTo>
                  <a:pt x="748575" y="15150"/>
                </a:lnTo>
                <a:lnTo>
                  <a:pt x="748725" y="15225"/>
                </a:lnTo>
                <a:lnTo>
                  <a:pt x="749025" y="15225"/>
                </a:lnTo>
                <a:lnTo>
                  <a:pt x="749175" y="15300"/>
                </a:lnTo>
                <a:lnTo>
                  <a:pt x="749475" y="15300"/>
                </a:lnTo>
                <a:lnTo>
                  <a:pt x="749625" y="15375"/>
                </a:lnTo>
                <a:lnTo>
                  <a:pt x="749700" y="15375"/>
                </a:lnTo>
                <a:lnTo>
                  <a:pt x="749775" y="15450"/>
                </a:lnTo>
                <a:lnTo>
                  <a:pt x="750000" y="15450"/>
                </a:lnTo>
                <a:lnTo>
                  <a:pt x="750075" y="15525"/>
                </a:lnTo>
                <a:lnTo>
                  <a:pt x="750300" y="15525"/>
                </a:lnTo>
                <a:lnTo>
                  <a:pt x="750450" y="15600"/>
                </a:lnTo>
                <a:lnTo>
                  <a:pt x="750525" y="15600"/>
                </a:lnTo>
                <a:lnTo>
                  <a:pt x="750600" y="15675"/>
                </a:lnTo>
                <a:lnTo>
                  <a:pt x="750900" y="15750"/>
                </a:lnTo>
                <a:lnTo>
                  <a:pt x="751200" y="15900"/>
                </a:lnTo>
                <a:lnTo>
                  <a:pt x="751275" y="15900"/>
                </a:lnTo>
                <a:lnTo>
                  <a:pt x="751575" y="16050"/>
                </a:lnTo>
                <a:lnTo>
                  <a:pt x="751650" y="16050"/>
                </a:lnTo>
                <a:lnTo>
                  <a:pt x="751800" y="16125"/>
                </a:lnTo>
                <a:lnTo>
                  <a:pt x="751800" y="16200"/>
                </a:lnTo>
                <a:lnTo>
                  <a:pt x="752325" y="16425"/>
                </a:lnTo>
                <a:lnTo>
                  <a:pt x="752400" y="16425"/>
                </a:lnTo>
                <a:lnTo>
                  <a:pt x="752475" y="16500"/>
                </a:lnTo>
                <a:lnTo>
                  <a:pt x="752550" y="16500"/>
                </a:lnTo>
                <a:lnTo>
                  <a:pt x="752700" y="16575"/>
                </a:lnTo>
                <a:lnTo>
                  <a:pt x="752700" y="16650"/>
                </a:lnTo>
                <a:lnTo>
                  <a:pt x="753225" y="16875"/>
                </a:lnTo>
                <a:lnTo>
                  <a:pt x="753225" y="16950"/>
                </a:lnTo>
                <a:lnTo>
                  <a:pt x="753525" y="17100"/>
                </a:lnTo>
                <a:lnTo>
                  <a:pt x="753600" y="17100"/>
                </a:lnTo>
                <a:lnTo>
                  <a:pt x="753750" y="17250"/>
                </a:lnTo>
                <a:lnTo>
                  <a:pt x="754050" y="17400"/>
                </a:lnTo>
                <a:lnTo>
                  <a:pt x="754050" y="17475"/>
                </a:lnTo>
                <a:lnTo>
                  <a:pt x="754425" y="17625"/>
                </a:lnTo>
                <a:lnTo>
                  <a:pt x="754875" y="18000"/>
                </a:lnTo>
                <a:lnTo>
                  <a:pt x="755025" y="18075"/>
                </a:lnTo>
                <a:lnTo>
                  <a:pt x="755100" y="18075"/>
                </a:lnTo>
                <a:lnTo>
                  <a:pt x="755250" y="18225"/>
                </a:lnTo>
                <a:lnTo>
                  <a:pt x="755400" y="18300"/>
                </a:lnTo>
                <a:lnTo>
                  <a:pt x="755850" y="18675"/>
                </a:lnTo>
                <a:lnTo>
                  <a:pt x="755925" y="18675"/>
                </a:lnTo>
                <a:lnTo>
                  <a:pt x="756075" y="18750"/>
                </a:lnTo>
                <a:lnTo>
                  <a:pt x="756225" y="18900"/>
                </a:lnTo>
                <a:lnTo>
                  <a:pt x="756900" y="19350"/>
                </a:lnTo>
                <a:lnTo>
                  <a:pt x="757350" y="19725"/>
                </a:lnTo>
                <a:lnTo>
                  <a:pt x="757575" y="19800"/>
                </a:lnTo>
                <a:lnTo>
                  <a:pt x="758025" y="20175"/>
                </a:lnTo>
                <a:lnTo>
                  <a:pt x="758550" y="20475"/>
                </a:lnTo>
                <a:lnTo>
                  <a:pt x="758700" y="20625"/>
                </a:lnTo>
                <a:lnTo>
                  <a:pt x="759225" y="20925"/>
                </a:lnTo>
                <a:lnTo>
                  <a:pt x="759375" y="21075"/>
                </a:lnTo>
                <a:lnTo>
                  <a:pt x="759600" y="21150"/>
                </a:lnTo>
                <a:lnTo>
                  <a:pt x="759750" y="21300"/>
                </a:lnTo>
                <a:lnTo>
                  <a:pt x="760275" y="21600"/>
                </a:lnTo>
                <a:lnTo>
                  <a:pt x="760425" y="21750"/>
                </a:lnTo>
                <a:lnTo>
                  <a:pt x="760800" y="21900"/>
                </a:lnTo>
                <a:lnTo>
                  <a:pt x="760950" y="22050"/>
                </a:lnTo>
                <a:lnTo>
                  <a:pt x="761175" y="22125"/>
                </a:lnTo>
                <a:lnTo>
                  <a:pt x="761325" y="22275"/>
                </a:lnTo>
                <a:lnTo>
                  <a:pt x="761700" y="22425"/>
                </a:lnTo>
                <a:lnTo>
                  <a:pt x="762075" y="22650"/>
                </a:lnTo>
                <a:lnTo>
                  <a:pt x="762600" y="22875"/>
                </a:lnTo>
                <a:lnTo>
                  <a:pt x="762750" y="23025"/>
                </a:lnTo>
                <a:lnTo>
                  <a:pt x="764325" y="23625"/>
                </a:lnTo>
                <a:lnTo>
                  <a:pt x="764325" y="0"/>
                </a:lnTo>
                <a:lnTo>
                  <a:pt x="770625" y="0"/>
                </a:lnTo>
                <a:lnTo>
                  <a:pt x="770625" y="52500"/>
                </a:lnTo>
                <a:lnTo>
                  <a:pt x="764325" y="52500"/>
                </a:lnTo>
                <a:lnTo>
                  <a:pt x="764325" y="29700"/>
                </a:lnTo>
                <a:lnTo>
                  <a:pt x="763200" y="29400"/>
                </a:lnTo>
                <a:lnTo>
                  <a:pt x="763200" y="29325"/>
                </a:lnTo>
                <a:lnTo>
                  <a:pt x="762375" y="29100"/>
                </a:lnTo>
                <a:lnTo>
                  <a:pt x="761850" y="28875"/>
                </a:lnTo>
                <a:lnTo>
                  <a:pt x="761325" y="28725"/>
                </a:lnTo>
                <a:lnTo>
                  <a:pt x="761100" y="28575"/>
                </a:lnTo>
                <a:lnTo>
                  <a:pt x="760800" y="28500"/>
                </a:lnTo>
                <a:lnTo>
                  <a:pt x="760125" y="28125"/>
                </a:lnTo>
                <a:lnTo>
                  <a:pt x="759825" y="28050"/>
                </a:lnTo>
                <a:lnTo>
                  <a:pt x="759600" y="27900"/>
                </a:lnTo>
                <a:lnTo>
                  <a:pt x="759375" y="27825"/>
                </a:lnTo>
                <a:lnTo>
                  <a:pt x="759150" y="27675"/>
                </a:lnTo>
                <a:lnTo>
                  <a:pt x="758925" y="27600"/>
                </a:lnTo>
                <a:lnTo>
                  <a:pt x="758700" y="27450"/>
                </a:lnTo>
                <a:lnTo>
                  <a:pt x="758475" y="27375"/>
                </a:lnTo>
                <a:lnTo>
                  <a:pt x="758475" y="27300"/>
                </a:lnTo>
                <a:lnTo>
                  <a:pt x="758250" y="27225"/>
                </a:lnTo>
                <a:lnTo>
                  <a:pt x="758025" y="27075"/>
                </a:lnTo>
                <a:lnTo>
                  <a:pt x="757800" y="27000"/>
                </a:lnTo>
                <a:lnTo>
                  <a:pt x="757800" y="26925"/>
                </a:lnTo>
                <a:lnTo>
                  <a:pt x="757575" y="26850"/>
                </a:lnTo>
                <a:lnTo>
                  <a:pt x="757200" y="26625"/>
                </a:lnTo>
                <a:lnTo>
                  <a:pt x="757125" y="26625"/>
                </a:lnTo>
                <a:lnTo>
                  <a:pt x="756975" y="26475"/>
                </a:lnTo>
                <a:lnTo>
                  <a:pt x="756900" y="26475"/>
                </a:lnTo>
                <a:lnTo>
                  <a:pt x="756750" y="26325"/>
                </a:lnTo>
                <a:lnTo>
                  <a:pt x="756525" y="26250"/>
                </a:lnTo>
                <a:lnTo>
                  <a:pt x="756525" y="26175"/>
                </a:lnTo>
                <a:lnTo>
                  <a:pt x="756300" y="26100"/>
                </a:lnTo>
                <a:lnTo>
                  <a:pt x="756150" y="25950"/>
                </a:lnTo>
                <a:lnTo>
                  <a:pt x="755925" y="25800"/>
                </a:lnTo>
                <a:lnTo>
                  <a:pt x="755700" y="25725"/>
                </a:lnTo>
                <a:lnTo>
                  <a:pt x="755550" y="25575"/>
                </a:lnTo>
                <a:lnTo>
                  <a:pt x="754950" y="25200"/>
                </a:lnTo>
                <a:lnTo>
                  <a:pt x="754800" y="25050"/>
                </a:lnTo>
                <a:lnTo>
                  <a:pt x="754575" y="24975"/>
                </a:lnTo>
                <a:lnTo>
                  <a:pt x="754425" y="24825"/>
                </a:lnTo>
                <a:lnTo>
                  <a:pt x="754050" y="24600"/>
                </a:lnTo>
                <a:lnTo>
                  <a:pt x="753900" y="24450"/>
                </a:lnTo>
                <a:lnTo>
                  <a:pt x="753525" y="24225"/>
                </a:lnTo>
                <a:lnTo>
                  <a:pt x="753375" y="24075"/>
                </a:lnTo>
                <a:lnTo>
                  <a:pt x="753150" y="24000"/>
                </a:lnTo>
                <a:lnTo>
                  <a:pt x="752850" y="23700"/>
                </a:lnTo>
                <a:lnTo>
                  <a:pt x="752700" y="23625"/>
                </a:lnTo>
                <a:lnTo>
                  <a:pt x="752550" y="23475"/>
                </a:lnTo>
                <a:lnTo>
                  <a:pt x="752325" y="23400"/>
                </a:lnTo>
                <a:lnTo>
                  <a:pt x="752175" y="23250"/>
                </a:lnTo>
                <a:lnTo>
                  <a:pt x="751875" y="23100"/>
                </a:lnTo>
                <a:close/>
                <a:moveTo>
                  <a:pt x="795300" y="66750"/>
                </a:moveTo>
                <a:lnTo>
                  <a:pt x="795300" y="26625"/>
                </a:lnTo>
                <a:lnTo>
                  <a:pt x="795375" y="26475"/>
                </a:lnTo>
                <a:lnTo>
                  <a:pt x="795375" y="25725"/>
                </a:lnTo>
                <a:lnTo>
                  <a:pt x="795450" y="25500"/>
                </a:lnTo>
                <a:lnTo>
                  <a:pt x="795450" y="25275"/>
                </a:lnTo>
                <a:lnTo>
                  <a:pt x="795525" y="25050"/>
                </a:lnTo>
                <a:lnTo>
                  <a:pt x="795525" y="24600"/>
                </a:lnTo>
                <a:lnTo>
                  <a:pt x="795600" y="24600"/>
                </a:lnTo>
                <a:lnTo>
                  <a:pt x="795600" y="24375"/>
                </a:lnTo>
                <a:lnTo>
                  <a:pt x="795675" y="24150"/>
                </a:lnTo>
                <a:lnTo>
                  <a:pt x="795675" y="23925"/>
                </a:lnTo>
                <a:lnTo>
                  <a:pt x="795750" y="23700"/>
                </a:lnTo>
                <a:lnTo>
                  <a:pt x="795750" y="23475"/>
                </a:lnTo>
                <a:lnTo>
                  <a:pt x="795825" y="23475"/>
                </a:lnTo>
                <a:lnTo>
                  <a:pt x="795825" y="23250"/>
                </a:lnTo>
                <a:lnTo>
                  <a:pt x="796050" y="22650"/>
                </a:lnTo>
                <a:lnTo>
                  <a:pt x="796050" y="22425"/>
                </a:lnTo>
                <a:lnTo>
                  <a:pt x="796125" y="22425"/>
                </a:lnTo>
                <a:lnTo>
                  <a:pt x="796125" y="22200"/>
                </a:lnTo>
                <a:lnTo>
                  <a:pt x="796200" y="22050"/>
                </a:lnTo>
                <a:lnTo>
                  <a:pt x="796200" y="21975"/>
                </a:lnTo>
                <a:lnTo>
                  <a:pt x="796350" y="21600"/>
                </a:lnTo>
                <a:lnTo>
                  <a:pt x="796500" y="21375"/>
                </a:lnTo>
                <a:lnTo>
                  <a:pt x="796500" y="21225"/>
                </a:lnTo>
                <a:lnTo>
                  <a:pt x="796575" y="21225"/>
                </a:lnTo>
                <a:lnTo>
                  <a:pt x="796650" y="21075"/>
                </a:lnTo>
                <a:lnTo>
                  <a:pt x="796725" y="20775"/>
                </a:lnTo>
                <a:lnTo>
                  <a:pt x="796875" y="20475"/>
                </a:lnTo>
                <a:lnTo>
                  <a:pt x="796950" y="20400"/>
                </a:lnTo>
                <a:lnTo>
                  <a:pt x="797100" y="20100"/>
                </a:lnTo>
                <a:lnTo>
                  <a:pt x="797100" y="20025"/>
                </a:lnTo>
                <a:lnTo>
                  <a:pt x="797250" y="19875"/>
                </a:lnTo>
                <a:lnTo>
                  <a:pt x="797625" y="19200"/>
                </a:lnTo>
                <a:lnTo>
                  <a:pt x="797700" y="19200"/>
                </a:lnTo>
                <a:lnTo>
                  <a:pt x="797775" y="19050"/>
                </a:lnTo>
                <a:lnTo>
                  <a:pt x="797775" y="18975"/>
                </a:lnTo>
                <a:lnTo>
                  <a:pt x="797925" y="18900"/>
                </a:lnTo>
                <a:lnTo>
                  <a:pt x="797925" y="18825"/>
                </a:lnTo>
                <a:lnTo>
                  <a:pt x="798000" y="18675"/>
                </a:lnTo>
                <a:lnTo>
                  <a:pt x="798075" y="18675"/>
                </a:lnTo>
                <a:lnTo>
                  <a:pt x="798375" y="18225"/>
                </a:lnTo>
                <a:lnTo>
                  <a:pt x="799425" y="17175"/>
                </a:lnTo>
                <a:lnTo>
                  <a:pt x="799500" y="17175"/>
                </a:lnTo>
                <a:lnTo>
                  <a:pt x="799575" y="17025"/>
                </a:lnTo>
                <a:lnTo>
                  <a:pt x="799650" y="17025"/>
                </a:lnTo>
                <a:lnTo>
                  <a:pt x="799800" y="16875"/>
                </a:lnTo>
                <a:lnTo>
                  <a:pt x="799950" y="16800"/>
                </a:lnTo>
                <a:lnTo>
                  <a:pt x="799950" y="16725"/>
                </a:lnTo>
                <a:lnTo>
                  <a:pt x="800100" y="16650"/>
                </a:lnTo>
                <a:lnTo>
                  <a:pt x="800175" y="16650"/>
                </a:lnTo>
                <a:lnTo>
                  <a:pt x="800250" y="16500"/>
                </a:lnTo>
                <a:lnTo>
                  <a:pt x="800325" y="16500"/>
                </a:lnTo>
                <a:lnTo>
                  <a:pt x="800475" y="16425"/>
                </a:lnTo>
                <a:lnTo>
                  <a:pt x="800475" y="16350"/>
                </a:lnTo>
                <a:lnTo>
                  <a:pt x="800625" y="16275"/>
                </a:lnTo>
                <a:lnTo>
                  <a:pt x="800700" y="16275"/>
                </a:lnTo>
                <a:lnTo>
                  <a:pt x="800850" y="16125"/>
                </a:lnTo>
                <a:lnTo>
                  <a:pt x="801150" y="15975"/>
                </a:lnTo>
                <a:lnTo>
                  <a:pt x="801225" y="15900"/>
                </a:lnTo>
                <a:lnTo>
                  <a:pt x="801750" y="15675"/>
                </a:lnTo>
                <a:lnTo>
                  <a:pt x="801750" y="15600"/>
                </a:lnTo>
                <a:lnTo>
                  <a:pt x="801900" y="15525"/>
                </a:lnTo>
                <a:lnTo>
                  <a:pt x="802200" y="15450"/>
                </a:lnTo>
                <a:lnTo>
                  <a:pt x="802275" y="15375"/>
                </a:lnTo>
                <a:lnTo>
                  <a:pt x="802575" y="15300"/>
                </a:lnTo>
                <a:lnTo>
                  <a:pt x="802725" y="15225"/>
                </a:lnTo>
                <a:lnTo>
                  <a:pt x="802725" y="15150"/>
                </a:lnTo>
                <a:lnTo>
                  <a:pt x="802950" y="15150"/>
                </a:lnTo>
                <a:lnTo>
                  <a:pt x="802950" y="15075"/>
                </a:lnTo>
                <a:lnTo>
                  <a:pt x="803100" y="15075"/>
                </a:lnTo>
                <a:lnTo>
                  <a:pt x="803175" y="15000"/>
                </a:lnTo>
                <a:lnTo>
                  <a:pt x="803325" y="15000"/>
                </a:lnTo>
                <a:lnTo>
                  <a:pt x="803400" y="14925"/>
                </a:lnTo>
                <a:lnTo>
                  <a:pt x="803550" y="14925"/>
                </a:lnTo>
                <a:lnTo>
                  <a:pt x="804150" y="14700"/>
                </a:lnTo>
                <a:lnTo>
                  <a:pt x="804375" y="14700"/>
                </a:lnTo>
                <a:lnTo>
                  <a:pt x="804450" y="14625"/>
                </a:lnTo>
                <a:lnTo>
                  <a:pt x="804675" y="14625"/>
                </a:lnTo>
                <a:lnTo>
                  <a:pt x="804825" y="14550"/>
                </a:lnTo>
                <a:lnTo>
                  <a:pt x="805050" y="14550"/>
                </a:lnTo>
                <a:lnTo>
                  <a:pt x="805275" y="14475"/>
                </a:lnTo>
                <a:lnTo>
                  <a:pt x="805500" y="14475"/>
                </a:lnTo>
                <a:lnTo>
                  <a:pt x="805725" y="14400"/>
                </a:lnTo>
                <a:lnTo>
                  <a:pt x="805950" y="14400"/>
                </a:lnTo>
                <a:lnTo>
                  <a:pt x="806175" y="14325"/>
                </a:lnTo>
                <a:lnTo>
                  <a:pt x="806850" y="14325"/>
                </a:lnTo>
                <a:lnTo>
                  <a:pt x="807075" y="14250"/>
                </a:lnTo>
                <a:lnTo>
                  <a:pt x="809175" y="14250"/>
                </a:lnTo>
                <a:lnTo>
                  <a:pt x="809400" y="14325"/>
                </a:lnTo>
                <a:lnTo>
                  <a:pt x="809925" y="14325"/>
                </a:lnTo>
                <a:lnTo>
                  <a:pt x="810150" y="14400"/>
                </a:lnTo>
                <a:lnTo>
                  <a:pt x="810675" y="14400"/>
                </a:lnTo>
                <a:lnTo>
                  <a:pt x="810900" y="14475"/>
                </a:lnTo>
                <a:lnTo>
                  <a:pt x="811125" y="14475"/>
                </a:lnTo>
                <a:lnTo>
                  <a:pt x="811350" y="14550"/>
                </a:lnTo>
                <a:lnTo>
                  <a:pt x="811650" y="14550"/>
                </a:lnTo>
                <a:lnTo>
                  <a:pt x="811875" y="14625"/>
                </a:lnTo>
                <a:lnTo>
                  <a:pt x="812100" y="14625"/>
                </a:lnTo>
                <a:lnTo>
                  <a:pt x="812175" y="14700"/>
                </a:lnTo>
                <a:lnTo>
                  <a:pt x="812400" y="14700"/>
                </a:lnTo>
                <a:lnTo>
                  <a:pt x="812850" y="14850"/>
                </a:lnTo>
                <a:lnTo>
                  <a:pt x="813150" y="14850"/>
                </a:lnTo>
                <a:lnTo>
                  <a:pt x="815775" y="15600"/>
                </a:lnTo>
                <a:lnTo>
                  <a:pt x="816300" y="15825"/>
                </a:lnTo>
                <a:lnTo>
                  <a:pt x="817050" y="16050"/>
                </a:lnTo>
                <a:lnTo>
                  <a:pt x="817125" y="16125"/>
                </a:lnTo>
                <a:lnTo>
                  <a:pt x="817650" y="16275"/>
                </a:lnTo>
                <a:lnTo>
                  <a:pt x="815400" y="21150"/>
                </a:lnTo>
                <a:lnTo>
                  <a:pt x="815175" y="21075"/>
                </a:lnTo>
                <a:lnTo>
                  <a:pt x="814950" y="20925"/>
                </a:lnTo>
                <a:lnTo>
                  <a:pt x="813225" y="20325"/>
                </a:lnTo>
                <a:lnTo>
                  <a:pt x="813000" y="20325"/>
                </a:lnTo>
                <a:lnTo>
                  <a:pt x="812325" y="20100"/>
                </a:lnTo>
                <a:lnTo>
                  <a:pt x="812175" y="20100"/>
                </a:lnTo>
                <a:lnTo>
                  <a:pt x="811725" y="19950"/>
                </a:lnTo>
                <a:lnTo>
                  <a:pt x="811575" y="19950"/>
                </a:lnTo>
                <a:lnTo>
                  <a:pt x="811350" y="19875"/>
                </a:lnTo>
                <a:lnTo>
                  <a:pt x="811125" y="19875"/>
                </a:lnTo>
                <a:lnTo>
                  <a:pt x="810975" y="19800"/>
                </a:lnTo>
                <a:lnTo>
                  <a:pt x="810750" y="19800"/>
                </a:lnTo>
                <a:lnTo>
                  <a:pt x="810600" y="19725"/>
                </a:lnTo>
                <a:lnTo>
                  <a:pt x="810375" y="19725"/>
                </a:lnTo>
                <a:lnTo>
                  <a:pt x="810225" y="19650"/>
                </a:lnTo>
                <a:lnTo>
                  <a:pt x="809850" y="19650"/>
                </a:lnTo>
                <a:lnTo>
                  <a:pt x="809700" y="19575"/>
                </a:lnTo>
                <a:lnTo>
                  <a:pt x="809175" y="19575"/>
                </a:lnTo>
                <a:lnTo>
                  <a:pt x="809025" y="19500"/>
                </a:lnTo>
                <a:lnTo>
                  <a:pt x="807300" y="19500"/>
                </a:lnTo>
                <a:lnTo>
                  <a:pt x="807150" y="19575"/>
                </a:lnTo>
                <a:lnTo>
                  <a:pt x="806625" y="19575"/>
                </a:lnTo>
                <a:lnTo>
                  <a:pt x="806475" y="19650"/>
                </a:lnTo>
                <a:lnTo>
                  <a:pt x="806250" y="19650"/>
                </a:lnTo>
                <a:lnTo>
                  <a:pt x="806100" y="19725"/>
                </a:lnTo>
                <a:lnTo>
                  <a:pt x="805875" y="19725"/>
                </a:lnTo>
                <a:lnTo>
                  <a:pt x="805725" y="19800"/>
                </a:lnTo>
                <a:lnTo>
                  <a:pt x="805500" y="19800"/>
                </a:lnTo>
                <a:lnTo>
                  <a:pt x="805425" y="19875"/>
                </a:lnTo>
                <a:lnTo>
                  <a:pt x="805275" y="19875"/>
                </a:lnTo>
                <a:lnTo>
                  <a:pt x="805200" y="19950"/>
                </a:lnTo>
                <a:lnTo>
                  <a:pt x="805050" y="19950"/>
                </a:lnTo>
                <a:lnTo>
                  <a:pt x="804975" y="20025"/>
                </a:lnTo>
                <a:lnTo>
                  <a:pt x="804900" y="20025"/>
                </a:lnTo>
                <a:lnTo>
                  <a:pt x="804675" y="20175"/>
                </a:lnTo>
                <a:lnTo>
                  <a:pt x="804375" y="20250"/>
                </a:lnTo>
                <a:lnTo>
                  <a:pt x="804150" y="20475"/>
                </a:lnTo>
                <a:lnTo>
                  <a:pt x="804000" y="20475"/>
                </a:lnTo>
                <a:lnTo>
                  <a:pt x="803850" y="20625"/>
                </a:lnTo>
                <a:lnTo>
                  <a:pt x="803775" y="20625"/>
                </a:lnTo>
                <a:lnTo>
                  <a:pt x="803250" y="21150"/>
                </a:lnTo>
                <a:lnTo>
                  <a:pt x="803175" y="21150"/>
                </a:lnTo>
                <a:lnTo>
                  <a:pt x="802950" y="21375"/>
                </a:lnTo>
                <a:lnTo>
                  <a:pt x="802875" y="21525"/>
                </a:lnTo>
                <a:lnTo>
                  <a:pt x="802500" y="21900"/>
                </a:lnTo>
                <a:lnTo>
                  <a:pt x="802500" y="21975"/>
                </a:lnTo>
                <a:lnTo>
                  <a:pt x="802425" y="22125"/>
                </a:lnTo>
                <a:lnTo>
                  <a:pt x="802275" y="22275"/>
                </a:lnTo>
                <a:lnTo>
                  <a:pt x="802200" y="22425"/>
                </a:lnTo>
                <a:lnTo>
                  <a:pt x="802200" y="22500"/>
                </a:lnTo>
                <a:lnTo>
                  <a:pt x="801975" y="22800"/>
                </a:lnTo>
                <a:lnTo>
                  <a:pt x="801975" y="22950"/>
                </a:lnTo>
                <a:lnTo>
                  <a:pt x="801750" y="23250"/>
                </a:lnTo>
                <a:lnTo>
                  <a:pt x="801750" y="23400"/>
                </a:lnTo>
                <a:lnTo>
                  <a:pt x="801525" y="23925"/>
                </a:lnTo>
                <a:lnTo>
                  <a:pt x="801525" y="24075"/>
                </a:lnTo>
                <a:lnTo>
                  <a:pt x="801375" y="24450"/>
                </a:lnTo>
                <a:lnTo>
                  <a:pt x="801375" y="24600"/>
                </a:lnTo>
                <a:lnTo>
                  <a:pt x="801300" y="24750"/>
                </a:lnTo>
                <a:lnTo>
                  <a:pt x="801300" y="24900"/>
                </a:lnTo>
                <a:lnTo>
                  <a:pt x="801225" y="25050"/>
                </a:lnTo>
                <a:lnTo>
                  <a:pt x="801225" y="25425"/>
                </a:lnTo>
                <a:lnTo>
                  <a:pt x="801150" y="25575"/>
                </a:lnTo>
                <a:lnTo>
                  <a:pt x="801150" y="25875"/>
                </a:lnTo>
                <a:lnTo>
                  <a:pt x="801075" y="26025"/>
                </a:lnTo>
                <a:lnTo>
                  <a:pt x="801075" y="26550"/>
                </a:lnTo>
                <a:lnTo>
                  <a:pt x="801000" y="26775"/>
                </a:lnTo>
                <a:lnTo>
                  <a:pt x="801000" y="66750"/>
                </a:lnTo>
                <a:close/>
                <a:moveTo>
                  <a:pt x="828900" y="55875"/>
                </a:moveTo>
                <a:lnTo>
                  <a:pt x="828825" y="56100"/>
                </a:lnTo>
                <a:lnTo>
                  <a:pt x="828825" y="56850"/>
                </a:lnTo>
                <a:lnTo>
                  <a:pt x="828750" y="57000"/>
                </a:lnTo>
                <a:lnTo>
                  <a:pt x="828750" y="57525"/>
                </a:lnTo>
                <a:lnTo>
                  <a:pt x="828675" y="57675"/>
                </a:lnTo>
                <a:lnTo>
                  <a:pt x="828675" y="57900"/>
                </a:lnTo>
                <a:lnTo>
                  <a:pt x="828600" y="57975"/>
                </a:lnTo>
                <a:lnTo>
                  <a:pt x="828600" y="58200"/>
                </a:lnTo>
                <a:lnTo>
                  <a:pt x="828450" y="58575"/>
                </a:lnTo>
                <a:lnTo>
                  <a:pt x="828450" y="58800"/>
                </a:lnTo>
                <a:lnTo>
                  <a:pt x="828375" y="58875"/>
                </a:lnTo>
                <a:lnTo>
                  <a:pt x="828375" y="59025"/>
                </a:lnTo>
                <a:lnTo>
                  <a:pt x="828300" y="59100"/>
                </a:lnTo>
                <a:lnTo>
                  <a:pt x="828300" y="59250"/>
                </a:lnTo>
                <a:lnTo>
                  <a:pt x="828225" y="59400"/>
                </a:lnTo>
                <a:lnTo>
                  <a:pt x="828225" y="59475"/>
                </a:lnTo>
                <a:lnTo>
                  <a:pt x="828075" y="59700"/>
                </a:lnTo>
                <a:lnTo>
                  <a:pt x="828075" y="59850"/>
                </a:lnTo>
                <a:lnTo>
                  <a:pt x="828000" y="59925"/>
                </a:lnTo>
                <a:lnTo>
                  <a:pt x="827850" y="60225"/>
                </a:lnTo>
                <a:lnTo>
                  <a:pt x="827850" y="60300"/>
                </a:lnTo>
                <a:lnTo>
                  <a:pt x="827700" y="60675"/>
                </a:lnTo>
                <a:lnTo>
                  <a:pt x="827625" y="60675"/>
                </a:lnTo>
                <a:lnTo>
                  <a:pt x="827475" y="61050"/>
                </a:lnTo>
                <a:lnTo>
                  <a:pt x="827400" y="61050"/>
                </a:lnTo>
                <a:lnTo>
                  <a:pt x="827325" y="61200"/>
                </a:lnTo>
                <a:lnTo>
                  <a:pt x="827325" y="61275"/>
                </a:lnTo>
                <a:lnTo>
                  <a:pt x="827250" y="61425"/>
                </a:lnTo>
                <a:lnTo>
                  <a:pt x="827175" y="61425"/>
                </a:lnTo>
                <a:lnTo>
                  <a:pt x="827025" y="61800"/>
                </a:lnTo>
                <a:lnTo>
                  <a:pt x="826950" y="61800"/>
                </a:lnTo>
                <a:lnTo>
                  <a:pt x="826875" y="61950"/>
                </a:lnTo>
                <a:lnTo>
                  <a:pt x="826800" y="61950"/>
                </a:lnTo>
                <a:lnTo>
                  <a:pt x="826725" y="62100"/>
                </a:lnTo>
                <a:lnTo>
                  <a:pt x="826725" y="62175"/>
                </a:lnTo>
                <a:lnTo>
                  <a:pt x="826575" y="62250"/>
                </a:lnTo>
                <a:lnTo>
                  <a:pt x="826575" y="62325"/>
                </a:lnTo>
                <a:lnTo>
                  <a:pt x="826500" y="62475"/>
                </a:lnTo>
                <a:lnTo>
                  <a:pt x="826425" y="62475"/>
                </a:lnTo>
                <a:lnTo>
                  <a:pt x="826350" y="62625"/>
                </a:lnTo>
                <a:lnTo>
                  <a:pt x="826275" y="62625"/>
                </a:lnTo>
                <a:lnTo>
                  <a:pt x="826200" y="62775"/>
                </a:lnTo>
                <a:lnTo>
                  <a:pt x="825375" y="63600"/>
                </a:lnTo>
                <a:lnTo>
                  <a:pt x="825225" y="63675"/>
                </a:lnTo>
                <a:lnTo>
                  <a:pt x="825225" y="63750"/>
                </a:lnTo>
                <a:lnTo>
                  <a:pt x="825075" y="63825"/>
                </a:lnTo>
                <a:lnTo>
                  <a:pt x="824925" y="63975"/>
                </a:lnTo>
                <a:lnTo>
                  <a:pt x="824850" y="63975"/>
                </a:lnTo>
                <a:lnTo>
                  <a:pt x="824775" y="64125"/>
                </a:lnTo>
                <a:lnTo>
                  <a:pt x="824700" y="64125"/>
                </a:lnTo>
                <a:lnTo>
                  <a:pt x="824550" y="64200"/>
                </a:lnTo>
                <a:lnTo>
                  <a:pt x="824550" y="64275"/>
                </a:lnTo>
                <a:lnTo>
                  <a:pt x="824400" y="64350"/>
                </a:lnTo>
                <a:lnTo>
                  <a:pt x="824250" y="64500"/>
                </a:lnTo>
                <a:lnTo>
                  <a:pt x="824175" y="64500"/>
                </a:lnTo>
                <a:lnTo>
                  <a:pt x="824025" y="64575"/>
                </a:lnTo>
                <a:lnTo>
                  <a:pt x="824025" y="64650"/>
                </a:lnTo>
                <a:lnTo>
                  <a:pt x="823875" y="64725"/>
                </a:lnTo>
                <a:lnTo>
                  <a:pt x="823800" y="64725"/>
                </a:lnTo>
                <a:lnTo>
                  <a:pt x="823650" y="64875"/>
                </a:lnTo>
                <a:lnTo>
                  <a:pt x="823500" y="64950"/>
                </a:lnTo>
                <a:lnTo>
                  <a:pt x="823425" y="64950"/>
                </a:lnTo>
                <a:lnTo>
                  <a:pt x="823275" y="65100"/>
                </a:lnTo>
                <a:lnTo>
                  <a:pt x="822525" y="65400"/>
                </a:lnTo>
                <a:lnTo>
                  <a:pt x="822525" y="65475"/>
                </a:lnTo>
                <a:lnTo>
                  <a:pt x="822375" y="65550"/>
                </a:lnTo>
                <a:lnTo>
                  <a:pt x="822075" y="65625"/>
                </a:lnTo>
                <a:lnTo>
                  <a:pt x="821775" y="65775"/>
                </a:lnTo>
                <a:lnTo>
                  <a:pt x="821475" y="65850"/>
                </a:lnTo>
                <a:lnTo>
                  <a:pt x="820500" y="66225"/>
                </a:lnTo>
                <a:lnTo>
                  <a:pt x="820275" y="66225"/>
                </a:lnTo>
                <a:lnTo>
                  <a:pt x="820275" y="66300"/>
                </a:lnTo>
                <a:lnTo>
                  <a:pt x="820050" y="66300"/>
                </a:lnTo>
                <a:lnTo>
                  <a:pt x="819900" y="66375"/>
                </a:lnTo>
                <a:lnTo>
                  <a:pt x="819675" y="66375"/>
                </a:lnTo>
                <a:lnTo>
                  <a:pt x="819600" y="66450"/>
                </a:lnTo>
                <a:lnTo>
                  <a:pt x="819375" y="66450"/>
                </a:lnTo>
                <a:lnTo>
                  <a:pt x="819225" y="66525"/>
                </a:lnTo>
                <a:lnTo>
                  <a:pt x="819000" y="66525"/>
                </a:lnTo>
                <a:lnTo>
                  <a:pt x="818775" y="66600"/>
                </a:lnTo>
                <a:lnTo>
                  <a:pt x="818325" y="66600"/>
                </a:lnTo>
                <a:lnTo>
                  <a:pt x="818175" y="66675"/>
                </a:lnTo>
                <a:lnTo>
                  <a:pt x="817650" y="66675"/>
                </a:lnTo>
                <a:lnTo>
                  <a:pt x="817500" y="66750"/>
                </a:lnTo>
                <a:lnTo>
                  <a:pt x="815400" y="66750"/>
                </a:lnTo>
                <a:lnTo>
                  <a:pt x="815250" y="66675"/>
                </a:lnTo>
                <a:lnTo>
                  <a:pt x="814725" y="66675"/>
                </a:lnTo>
                <a:lnTo>
                  <a:pt x="814575" y="66600"/>
                </a:lnTo>
                <a:lnTo>
                  <a:pt x="814050" y="66600"/>
                </a:lnTo>
                <a:lnTo>
                  <a:pt x="813900" y="66525"/>
                </a:lnTo>
                <a:lnTo>
                  <a:pt x="813600" y="66525"/>
                </a:lnTo>
                <a:lnTo>
                  <a:pt x="813450" y="66450"/>
                </a:lnTo>
                <a:lnTo>
                  <a:pt x="813225" y="66450"/>
                </a:lnTo>
                <a:lnTo>
                  <a:pt x="813150" y="66375"/>
                </a:lnTo>
                <a:lnTo>
                  <a:pt x="812925" y="66375"/>
                </a:lnTo>
                <a:lnTo>
                  <a:pt x="812550" y="66225"/>
                </a:lnTo>
                <a:lnTo>
                  <a:pt x="812250" y="66225"/>
                </a:lnTo>
                <a:lnTo>
                  <a:pt x="810300" y="65550"/>
                </a:lnTo>
                <a:lnTo>
                  <a:pt x="810300" y="65475"/>
                </a:lnTo>
                <a:lnTo>
                  <a:pt x="809925" y="65325"/>
                </a:lnTo>
                <a:lnTo>
                  <a:pt x="809625" y="65250"/>
                </a:lnTo>
                <a:lnTo>
                  <a:pt x="809475" y="65100"/>
                </a:lnTo>
                <a:lnTo>
                  <a:pt x="809175" y="65025"/>
                </a:lnTo>
                <a:lnTo>
                  <a:pt x="809025" y="64950"/>
                </a:lnTo>
                <a:lnTo>
                  <a:pt x="809025" y="64875"/>
                </a:lnTo>
                <a:lnTo>
                  <a:pt x="808575" y="64725"/>
                </a:lnTo>
                <a:lnTo>
                  <a:pt x="808575" y="64650"/>
                </a:lnTo>
                <a:lnTo>
                  <a:pt x="808425" y="64575"/>
                </a:lnTo>
                <a:lnTo>
                  <a:pt x="808350" y="64575"/>
                </a:lnTo>
                <a:lnTo>
                  <a:pt x="808200" y="64425"/>
                </a:lnTo>
                <a:lnTo>
                  <a:pt x="808125" y="64425"/>
                </a:lnTo>
                <a:lnTo>
                  <a:pt x="807975" y="64350"/>
                </a:lnTo>
                <a:lnTo>
                  <a:pt x="807975" y="64275"/>
                </a:lnTo>
                <a:lnTo>
                  <a:pt x="807750" y="64200"/>
                </a:lnTo>
                <a:lnTo>
                  <a:pt x="807600" y="64050"/>
                </a:lnTo>
                <a:lnTo>
                  <a:pt x="807525" y="64050"/>
                </a:lnTo>
                <a:lnTo>
                  <a:pt x="807375" y="63900"/>
                </a:lnTo>
                <a:lnTo>
                  <a:pt x="807150" y="63825"/>
                </a:lnTo>
                <a:lnTo>
                  <a:pt x="807150" y="63750"/>
                </a:lnTo>
                <a:lnTo>
                  <a:pt x="806775" y="63525"/>
                </a:lnTo>
                <a:lnTo>
                  <a:pt x="806775" y="63450"/>
                </a:lnTo>
                <a:lnTo>
                  <a:pt x="806400" y="63225"/>
                </a:lnTo>
                <a:lnTo>
                  <a:pt x="806400" y="63150"/>
                </a:lnTo>
                <a:lnTo>
                  <a:pt x="806175" y="63075"/>
                </a:lnTo>
                <a:lnTo>
                  <a:pt x="806175" y="63000"/>
                </a:lnTo>
                <a:lnTo>
                  <a:pt x="806025" y="62850"/>
                </a:lnTo>
                <a:lnTo>
                  <a:pt x="805950" y="62850"/>
                </a:lnTo>
                <a:lnTo>
                  <a:pt x="805650" y="62550"/>
                </a:lnTo>
                <a:lnTo>
                  <a:pt x="805425" y="62400"/>
                </a:lnTo>
                <a:lnTo>
                  <a:pt x="805425" y="62325"/>
                </a:lnTo>
                <a:lnTo>
                  <a:pt x="805275" y="62250"/>
                </a:lnTo>
                <a:lnTo>
                  <a:pt x="805275" y="62175"/>
                </a:lnTo>
                <a:lnTo>
                  <a:pt x="805125" y="62025"/>
                </a:lnTo>
                <a:lnTo>
                  <a:pt x="805050" y="62025"/>
                </a:lnTo>
                <a:lnTo>
                  <a:pt x="804900" y="61875"/>
                </a:lnTo>
                <a:lnTo>
                  <a:pt x="804900" y="61800"/>
                </a:lnTo>
                <a:lnTo>
                  <a:pt x="804750" y="61650"/>
                </a:lnTo>
                <a:lnTo>
                  <a:pt x="809025" y="58200"/>
                </a:lnTo>
                <a:lnTo>
                  <a:pt x="809175" y="58350"/>
                </a:lnTo>
                <a:lnTo>
                  <a:pt x="809250" y="58500"/>
                </a:lnTo>
                <a:lnTo>
                  <a:pt x="809400" y="58575"/>
                </a:lnTo>
                <a:lnTo>
                  <a:pt x="809850" y="59025"/>
                </a:lnTo>
                <a:lnTo>
                  <a:pt x="810000" y="59100"/>
                </a:lnTo>
                <a:lnTo>
                  <a:pt x="810225" y="59325"/>
                </a:lnTo>
                <a:lnTo>
                  <a:pt x="810375" y="59400"/>
                </a:lnTo>
                <a:lnTo>
                  <a:pt x="810525" y="59550"/>
                </a:lnTo>
                <a:lnTo>
                  <a:pt x="811050" y="59850"/>
                </a:lnTo>
                <a:lnTo>
                  <a:pt x="811275" y="60075"/>
                </a:lnTo>
                <a:lnTo>
                  <a:pt x="811725" y="60300"/>
                </a:lnTo>
                <a:lnTo>
                  <a:pt x="811800" y="60375"/>
                </a:lnTo>
                <a:lnTo>
                  <a:pt x="811950" y="60450"/>
                </a:lnTo>
                <a:lnTo>
                  <a:pt x="812100" y="60450"/>
                </a:lnTo>
                <a:lnTo>
                  <a:pt x="812625" y="60750"/>
                </a:lnTo>
                <a:lnTo>
                  <a:pt x="812775" y="60750"/>
                </a:lnTo>
                <a:lnTo>
                  <a:pt x="813225" y="60975"/>
                </a:lnTo>
                <a:lnTo>
                  <a:pt x="813300" y="60975"/>
                </a:lnTo>
                <a:lnTo>
                  <a:pt x="813450" y="61050"/>
                </a:lnTo>
                <a:lnTo>
                  <a:pt x="813600" y="61050"/>
                </a:lnTo>
                <a:lnTo>
                  <a:pt x="813750" y="61125"/>
                </a:lnTo>
                <a:lnTo>
                  <a:pt x="813900" y="61125"/>
                </a:lnTo>
                <a:lnTo>
                  <a:pt x="814050" y="61200"/>
                </a:lnTo>
                <a:lnTo>
                  <a:pt x="814200" y="61200"/>
                </a:lnTo>
                <a:lnTo>
                  <a:pt x="814275" y="61275"/>
                </a:lnTo>
                <a:lnTo>
                  <a:pt x="814425" y="61275"/>
                </a:lnTo>
                <a:lnTo>
                  <a:pt x="814575" y="61350"/>
                </a:lnTo>
                <a:lnTo>
                  <a:pt x="814875" y="61350"/>
                </a:lnTo>
                <a:lnTo>
                  <a:pt x="815025" y="61425"/>
                </a:lnTo>
                <a:lnTo>
                  <a:pt x="815550" y="61425"/>
                </a:lnTo>
                <a:lnTo>
                  <a:pt x="815700" y="61500"/>
                </a:lnTo>
                <a:lnTo>
                  <a:pt x="817200" y="61500"/>
                </a:lnTo>
                <a:lnTo>
                  <a:pt x="817350" y="61425"/>
                </a:lnTo>
                <a:lnTo>
                  <a:pt x="817800" y="61425"/>
                </a:lnTo>
                <a:lnTo>
                  <a:pt x="817950" y="61350"/>
                </a:lnTo>
                <a:lnTo>
                  <a:pt x="818175" y="61350"/>
                </a:lnTo>
                <a:lnTo>
                  <a:pt x="818325" y="61275"/>
                </a:lnTo>
                <a:lnTo>
                  <a:pt x="818550" y="61275"/>
                </a:lnTo>
                <a:lnTo>
                  <a:pt x="818700" y="61200"/>
                </a:lnTo>
                <a:lnTo>
                  <a:pt x="818850" y="61200"/>
                </a:lnTo>
                <a:lnTo>
                  <a:pt x="818925" y="61125"/>
                </a:lnTo>
                <a:lnTo>
                  <a:pt x="819075" y="61125"/>
                </a:lnTo>
                <a:lnTo>
                  <a:pt x="819150" y="61050"/>
                </a:lnTo>
                <a:lnTo>
                  <a:pt x="819300" y="61050"/>
                </a:lnTo>
                <a:lnTo>
                  <a:pt x="819375" y="60975"/>
                </a:lnTo>
                <a:lnTo>
                  <a:pt x="819525" y="60975"/>
                </a:lnTo>
                <a:lnTo>
                  <a:pt x="819600" y="60900"/>
                </a:lnTo>
                <a:lnTo>
                  <a:pt x="819750" y="60900"/>
                </a:lnTo>
                <a:lnTo>
                  <a:pt x="819900" y="60750"/>
                </a:lnTo>
                <a:lnTo>
                  <a:pt x="820050" y="60750"/>
                </a:lnTo>
                <a:lnTo>
                  <a:pt x="820350" y="60525"/>
                </a:lnTo>
                <a:lnTo>
                  <a:pt x="820425" y="60525"/>
                </a:lnTo>
                <a:lnTo>
                  <a:pt x="820575" y="60450"/>
                </a:lnTo>
                <a:lnTo>
                  <a:pt x="820725" y="60300"/>
                </a:lnTo>
                <a:lnTo>
                  <a:pt x="820800" y="60300"/>
                </a:lnTo>
                <a:lnTo>
                  <a:pt x="821025" y="60150"/>
                </a:lnTo>
                <a:lnTo>
                  <a:pt x="822225" y="58950"/>
                </a:lnTo>
                <a:lnTo>
                  <a:pt x="822225" y="58800"/>
                </a:lnTo>
                <a:lnTo>
                  <a:pt x="822450" y="58575"/>
                </a:lnTo>
                <a:lnTo>
                  <a:pt x="822450" y="58500"/>
                </a:lnTo>
                <a:lnTo>
                  <a:pt x="822600" y="58275"/>
                </a:lnTo>
                <a:lnTo>
                  <a:pt x="822600" y="58200"/>
                </a:lnTo>
                <a:lnTo>
                  <a:pt x="822675" y="58050"/>
                </a:lnTo>
                <a:lnTo>
                  <a:pt x="822750" y="57975"/>
                </a:lnTo>
                <a:lnTo>
                  <a:pt x="822750" y="57900"/>
                </a:lnTo>
                <a:lnTo>
                  <a:pt x="822975" y="57300"/>
                </a:lnTo>
                <a:lnTo>
                  <a:pt x="822975" y="57075"/>
                </a:lnTo>
                <a:lnTo>
                  <a:pt x="823050" y="56925"/>
                </a:lnTo>
                <a:lnTo>
                  <a:pt x="823050" y="56700"/>
                </a:lnTo>
                <a:lnTo>
                  <a:pt x="823125" y="56550"/>
                </a:lnTo>
                <a:lnTo>
                  <a:pt x="823125" y="55950"/>
                </a:lnTo>
                <a:lnTo>
                  <a:pt x="823200" y="55800"/>
                </a:lnTo>
                <a:lnTo>
                  <a:pt x="823200" y="14250"/>
                </a:lnTo>
                <a:lnTo>
                  <a:pt x="828900" y="14250"/>
                </a:lnTo>
                <a:close/>
                <a:moveTo>
                  <a:pt x="833550" y="47625"/>
                </a:moveTo>
                <a:lnTo>
                  <a:pt x="834150" y="47625"/>
                </a:lnTo>
                <a:lnTo>
                  <a:pt x="834225" y="47550"/>
                </a:lnTo>
                <a:lnTo>
                  <a:pt x="834600" y="47550"/>
                </a:lnTo>
                <a:lnTo>
                  <a:pt x="834675" y="47475"/>
                </a:lnTo>
                <a:lnTo>
                  <a:pt x="834900" y="47475"/>
                </a:lnTo>
                <a:lnTo>
                  <a:pt x="834900" y="47400"/>
                </a:lnTo>
                <a:lnTo>
                  <a:pt x="835050" y="47400"/>
                </a:lnTo>
                <a:lnTo>
                  <a:pt x="835050" y="47325"/>
                </a:lnTo>
                <a:lnTo>
                  <a:pt x="835200" y="47325"/>
                </a:lnTo>
                <a:lnTo>
                  <a:pt x="835200" y="47250"/>
                </a:lnTo>
                <a:lnTo>
                  <a:pt x="835350" y="47250"/>
                </a:lnTo>
                <a:lnTo>
                  <a:pt x="835350" y="47175"/>
                </a:lnTo>
                <a:lnTo>
                  <a:pt x="835425" y="47175"/>
                </a:lnTo>
                <a:lnTo>
                  <a:pt x="835575" y="47025"/>
                </a:lnTo>
                <a:lnTo>
                  <a:pt x="835650" y="47025"/>
                </a:lnTo>
                <a:lnTo>
                  <a:pt x="835650" y="46950"/>
                </a:lnTo>
                <a:lnTo>
                  <a:pt x="835725" y="46950"/>
                </a:lnTo>
                <a:lnTo>
                  <a:pt x="835800" y="46875"/>
                </a:lnTo>
                <a:lnTo>
                  <a:pt x="835800" y="46800"/>
                </a:lnTo>
                <a:lnTo>
                  <a:pt x="835875" y="46800"/>
                </a:lnTo>
                <a:lnTo>
                  <a:pt x="835950" y="46725"/>
                </a:lnTo>
                <a:lnTo>
                  <a:pt x="835950" y="46650"/>
                </a:lnTo>
                <a:lnTo>
                  <a:pt x="836025" y="46650"/>
                </a:lnTo>
                <a:lnTo>
                  <a:pt x="836175" y="46500"/>
                </a:lnTo>
                <a:lnTo>
                  <a:pt x="836175" y="46425"/>
                </a:lnTo>
                <a:lnTo>
                  <a:pt x="836325" y="46275"/>
                </a:lnTo>
                <a:lnTo>
                  <a:pt x="836325" y="46200"/>
                </a:lnTo>
                <a:lnTo>
                  <a:pt x="836550" y="45975"/>
                </a:lnTo>
                <a:lnTo>
                  <a:pt x="836550" y="45900"/>
                </a:lnTo>
                <a:lnTo>
                  <a:pt x="836775" y="45600"/>
                </a:lnTo>
                <a:lnTo>
                  <a:pt x="836775" y="45525"/>
                </a:lnTo>
                <a:lnTo>
                  <a:pt x="836850" y="45450"/>
                </a:lnTo>
                <a:lnTo>
                  <a:pt x="836925" y="45300"/>
                </a:lnTo>
                <a:lnTo>
                  <a:pt x="836925" y="45225"/>
                </a:lnTo>
                <a:lnTo>
                  <a:pt x="837150" y="44925"/>
                </a:lnTo>
                <a:lnTo>
                  <a:pt x="837150" y="44775"/>
                </a:lnTo>
                <a:lnTo>
                  <a:pt x="837375" y="44475"/>
                </a:lnTo>
                <a:lnTo>
                  <a:pt x="837450" y="44325"/>
                </a:lnTo>
                <a:lnTo>
                  <a:pt x="837450" y="44250"/>
                </a:lnTo>
                <a:lnTo>
                  <a:pt x="837600" y="43950"/>
                </a:lnTo>
                <a:lnTo>
                  <a:pt x="837675" y="43875"/>
                </a:lnTo>
                <a:lnTo>
                  <a:pt x="837675" y="43725"/>
                </a:lnTo>
                <a:lnTo>
                  <a:pt x="837975" y="43200"/>
                </a:lnTo>
                <a:lnTo>
                  <a:pt x="837975" y="43050"/>
                </a:lnTo>
                <a:lnTo>
                  <a:pt x="838275" y="42525"/>
                </a:lnTo>
                <a:lnTo>
                  <a:pt x="838275" y="42375"/>
                </a:lnTo>
                <a:lnTo>
                  <a:pt x="838350" y="42375"/>
                </a:lnTo>
                <a:lnTo>
                  <a:pt x="838350" y="42225"/>
                </a:lnTo>
                <a:lnTo>
                  <a:pt x="839550" y="39825"/>
                </a:lnTo>
                <a:lnTo>
                  <a:pt x="839625" y="39825"/>
                </a:lnTo>
                <a:lnTo>
                  <a:pt x="839700" y="39675"/>
                </a:lnTo>
                <a:lnTo>
                  <a:pt x="839700" y="39600"/>
                </a:lnTo>
                <a:lnTo>
                  <a:pt x="839775" y="39525"/>
                </a:lnTo>
                <a:lnTo>
                  <a:pt x="839775" y="39450"/>
                </a:lnTo>
                <a:lnTo>
                  <a:pt x="839850" y="39450"/>
                </a:lnTo>
                <a:lnTo>
                  <a:pt x="839850" y="39375"/>
                </a:lnTo>
                <a:lnTo>
                  <a:pt x="840000" y="39225"/>
                </a:lnTo>
                <a:lnTo>
                  <a:pt x="840000" y="39150"/>
                </a:lnTo>
                <a:lnTo>
                  <a:pt x="840075" y="39075"/>
                </a:lnTo>
                <a:lnTo>
                  <a:pt x="840075" y="39000"/>
                </a:lnTo>
                <a:lnTo>
                  <a:pt x="840150" y="39000"/>
                </a:lnTo>
                <a:lnTo>
                  <a:pt x="840150" y="38925"/>
                </a:lnTo>
                <a:lnTo>
                  <a:pt x="840225" y="38850"/>
                </a:lnTo>
                <a:lnTo>
                  <a:pt x="840225" y="38775"/>
                </a:lnTo>
                <a:lnTo>
                  <a:pt x="840750" y="38175"/>
                </a:lnTo>
                <a:lnTo>
                  <a:pt x="840750" y="38100"/>
                </a:lnTo>
                <a:lnTo>
                  <a:pt x="840825" y="38025"/>
                </a:lnTo>
                <a:lnTo>
                  <a:pt x="840900" y="38025"/>
                </a:lnTo>
                <a:lnTo>
                  <a:pt x="841050" y="37725"/>
                </a:lnTo>
                <a:lnTo>
                  <a:pt x="841125" y="37725"/>
                </a:lnTo>
                <a:lnTo>
                  <a:pt x="841200" y="37650"/>
                </a:lnTo>
                <a:lnTo>
                  <a:pt x="841200" y="37575"/>
                </a:lnTo>
                <a:lnTo>
                  <a:pt x="841500" y="37275"/>
                </a:lnTo>
                <a:lnTo>
                  <a:pt x="841500" y="37200"/>
                </a:lnTo>
                <a:lnTo>
                  <a:pt x="841650" y="37125"/>
                </a:lnTo>
                <a:lnTo>
                  <a:pt x="842100" y="36675"/>
                </a:lnTo>
                <a:lnTo>
                  <a:pt x="842100" y="36600"/>
                </a:lnTo>
                <a:lnTo>
                  <a:pt x="842250" y="36525"/>
                </a:lnTo>
                <a:lnTo>
                  <a:pt x="842700" y="36075"/>
                </a:lnTo>
                <a:lnTo>
                  <a:pt x="842775" y="36075"/>
                </a:lnTo>
                <a:lnTo>
                  <a:pt x="843225" y="35700"/>
                </a:lnTo>
                <a:lnTo>
                  <a:pt x="843600" y="35475"/>
                </a:lnTo>
                <a:lnTo>
                  <a:pt x="843600" y="35400"/>
                </a:lnTo>
                <a:lnTo>
                  <a:pt x="843900" y="35250"/>
                </a:lnTo>
                <a:lnTo>
                  <a:pt x="844050" y="35100"/>
                </a:lnTo>
                <a:lnTo>
                  <a:pt x="844125" y="35100"/>
                </a:lnTo>
                <a:lnTo>
                  <a:pt x="844350" y="34875"/>
                </a:lnTo>
                <a:lnTo>
                  <a:pt x="844500" y="34875"/>
                </a:lnTo>
                <a:lnTo>
                  <a:pt x="844500" y="34800"/>
                </a:lnTo>
                <a:lnTo>
                  <a:pt x="844800" y="34650"/>
                </a:lnTo>
                <a:lnTo>
                  <a:pt x="844875" y="34575"/>
                </a:lnTo>
                <a:lnTo>
                  <a:pt x="845250" y="34425"/>
                </a:lnTo>
                <a:lnTo>
                  <a:pt x="845250" y="34350"/>
                </a:lnTo>
                <a:lnTo>
                  <a:pt x="845400" y="34275"/>
                </a:lnTo>
                <a:lnTo>
                  <a:pt x="845475" y="34275"/>
                </a:lnTo>
                <a:lnTo>
                  <a:pt x="845550" y="34200"/>
                </a:lnTo>
                <a:lnTo>
                  <a:pt x="845625" y="34200"/>
                </a:lnTo>
                <a:lnTo>
                  <a:pt x="845850" y="34050"/>
                </a:lnTo>
                <a:lnTo>
                  <a:pt x="845925" y="34050"/>
                </a:lnTo>
                <a:lnTo>
                  <a:pt x="846000" y="33975"/>
                </a:lnTo>
                <a:lnTo>
                  <a:pt x="846150" y="33900"/>
                </a:lnTo>
                <a:lnTo>
                  <a:pt x="846225" y="33900"/>
                </a:lnTo>
                <a:lnTo>
                  <a:pt x="846450" y="33750"/>
                </a:lnTo>
                <a:lnTo>
                  <a:pt x="846525" y="33750"/>
                </a:lnTo>
                <a:lnTo>
                  <a:pt x="846600" y="33675"/>
                </a:lnTo>
                <a:lnTo>
                  <a:pt x="846900" y="33600"/>
                </a:lnTo>
                <a:lnTo>
                  <a:pt x="847050" y="33525"/>
                </a:lnTo>
                <a:lnTo>
                  <a:pt x="847050" y="33450"/>
                </a:lnTo>
                <a:lnTo>
                  <a:pt x="847275" y="33375"/>
                </a:lnTo>
                <a:lnTo>
                  <a:pt x="847050" y="33300"/>
                </a:lnTo>
                <a:lnTo>
                  <a:pt x="847050" y="33225"/>
                </a:lnTo>
                <a:lnTo>
                  <a:pt x="846900" y="33150"/>
                </a:lnTo>
                <a:lnTo>
                  <a:pt x="846600" y="33075"/>
                </a:lnTo>
                <a:lnTo>
                  <a:pt x="846525" y="33000"/>
                </a:lnTo>
                <a:lnTo>
                  <a:pt x="846450" y="33000"/>
                </a:lnTo>
                <a:lnTo>
                  <a:pt x="846225" y="32850"/>
                </a:lnTo>
                <a:lnTo>
                  <a:pt x="846150" y="32850"/>
                </a:lnTo>
                <a:lnTo>
                  <a:pt x="845925" y="32700"/>
                </a:lnTo>
                <a:lnTo>
                  <a:pt x="845850" y="32700"/>
                </a:lnTo>
                <a:lnTo>
                  <a:pt x="845775" y="32625"/>
                </a:lnTo>
                <a:lnTo>
                  <a:pt x="845250" y="32400"/>
                </a:lnTo>
                <a:lnTo>
                  <a:pt x="845250" y="32325"/>
                </a:lnTo>
                <a:lnTo>
                  <a:pt x="844875" y="32175"/>
                </a:lnTo>
                <a:lnTo>
                  <a:pt x="844800" y="32100"/>
                </a:lnTo>
                <a:lnTo>
                  <a:pt x="844500" y="31950"/>
                </a:lnTo>
                <a:lnTo>
                  <a:pt x="844500" y="31875"/>
                </a:lnTo>
                <a:lnTo>
                  <a:pt x="844350" y="31875"/>
                </a:lnTo>
                <a:lnTo>
                  <a:pt x="844125" y="31650"/>
                </a:lnTo>
                <a:lnTo>
                  <a:pt x="844050" y="31650"/>
                </a:lnTo>
                <a:lnTo>
                  <a:pt x="843900" y="31500"/>
                </a:lnTo>
                <a:lnTo>
                  <a:pt x="843600" y="31350"/>
                </a:lnTo>
                <a:lnTo>
                  <a:pt x="843600" y="31275"/>
                </a:lnTo>
                <a:lnTo>
                  <a:pt x="843225" y="31050"/>
                </a:lnTo>
                <a:lnTo>
                  <a:pt x="842775" y="30675"/>
                </a:lnTo>
                <a:lnTo>
                  <a:pt x="842700" y="30675"/>
                </a:lnTo>
                <a:lnTo>
                  <a:pt x="842250" y="30225"/>
                </a:lnTo>
                <a:lnTo>
                  <a:pt x="842100" y="30150"/>
                </a:lnTo>
                <a:lnTo>
                  <a:pt x="842100" y="30075"/>
                </a:lnTo>
                <a:lnTo>
                  <a:pt x="841650" y="29625"/>
                </a:lnTo>
                <a:lnTo>
                  <a:pt x="841500" y="29550"/>
                </a:lnTo>
                <a:lnTo>
                  <a:pt x="841500" y="29475"/>
                </a:lnTo>
                <a:lnTo>
                  <a:pt x="841200" y="29175"/>
                </a:lnTo>
                <a:lnTo>
                  <a:pt x="841200" y="29100"/>
                </a:lnTo>
                <a:lnTo>
                  <a:pt x="841125" y="29025"/>
                </a:lnTo>
                <a:lnTo>
                  <a:pt x="841050" y="29025"/>
                </a:lnTo>
                <a:lnTo>
                  <a:pt x="840900" y="28725"/>
                </a:lnTo>
                <a:lnTo>
                  <a:pt x="840825" y="28725"/>
                </a:lnTo>
                <a:lnTo>
                  <a:pt x="840750" y="28650"/>
                </a:lnTo>
                <a:lnTo>
                  <a:pt x="840750" y="28575"/>
                </a:lnTo>
                <a:lnTo>
                  <a:pt x="840225" y="27975"/>
                </a:lnTo>
                <a:lnTo>
                  <a:pt x="840225" y="27900"/>
                </a:lnTo>
                <a:lnTo>
                  <a:pt x="840150" y="27825"/>
                </a:lnTo>
                <a:lnTo>
                  <a:pt x="840150" y="27750"/>
                </a:lnTo>
                <a:lnTo>
                  <a:pt x="840075" y="27750"/>
                </a:lnTo>
                <a:lnTo>
                  <a:pt x="840075" y="27675"/>
                </a:lnTo>
                <a:lnTo>
                  <a:pt x="840000" y="27600"/>
                </a:lnTo>
                <a:lnTo>
                  <a:pt x="840000" y="27525"/>
                </a:lnTo>
                <a:lnTo>
                  <a:pt x="839850" y="27375"/>
                </a:lnTo>
                <a:lnTo>
                  <a:pt x="839850" y="27300"/>
                </a:lnTo>
                <a:lnTo>
                  <a:pt x="839775" y="27300"/>
                </a:lnTo>
                <a:lnTo>
                  <a:pt x="839775" y="27225"/>
                </a:lnTo>
                <a:lnTo>
                  <a:pt x="839700" y="27150"/>
                </a:lnTo>
                <a:lnTo>
                  <a:pt x="839700" y="27075"/>
                </a:lnTo>
                <a:lnTo>
                  <a:pt x="839625" y="26925"/>
                </a:lnTo>
                <a:lnTo>
                  <a:pt x="839550" y="26925"/>
                </a:lnTo>
                <a:lnTo>
                  <a:pt x="838350" y="24525"/>
                </a:lnTo>
                <a:lnTo>
                  <a:pt x="838350" y="24375"/>
                </a:lnTo>
                <a:lnTo>
                  <a:pt x="838275" y="24375"/>
                </a:lnTo>
                <a:lnTo>
                  <a:pt x="838275" y="24225"/>
                </a:lnTo>
                <a:lnTo>
                  <a:pt x="837975" y="23700"/>
                </a:lnTo>
                <a:lnTo>
                  <a:pt x="837975" y="23550"/>
                </a:lnTo>
                <a:lnTo>
                  <a:pt x="837675" y="23025"/>
                </a:lnTo>
                <a:lnTo>
                  <a:pt x="837675" y="22875"/>
                </a:lnTo>
                <a:lnTo>
                  <a:pt x="837600" y="22800"/>
                </a:lnTo>
                <a:lnTo>
                  <a:pt x="837375" y="22275"/>
                </a:lnTo>
                <a:lnTo>
                  <a:pt x="837150" y="21975"/>
                </a:lnTo>
                <a:lnTo>
                  <a:pt x="837150" y="21825"/>
                </a:lnTo>
                <a:lnTo>
                  <a:pt x="836925" y="21525"/>
                </a:lnTo>
                <a:lnTo>
                  <a:pt x="836925" y="21450"/>
                </a:lnTo>
                <a:lnTo>
                  <a:pt x="836775" y="21225"/>
                </a:lnTo>
                <a:lnTo>
                  <a:pt x="836775" y="21150"/>
                </a:lnTo>
                <a:lnTo>
                  <a:pt x="836550" y="20850"/>
                </a:lnTo>
                <a:lnTo>
                  <a:pt x="836550" y="20775"/>
                </a:lnTo>
                <a:lnTo>
                  <a:pt x="836325" y="20550"/>
                </a:lnTo>
                <a:lnTo>
                  <a:pt x="836325" y="20475"/>
                </a:lnTo>
                <a:lnTo>
                  <a:pt x="836175" y="20325"/>
                </a:lnTo>
                <a:lnTo>
                  <a:pt x="836175" y="20250"/>
                </a:lnTo>
                <a:lnTo>
                  <a:pt x="836025" y="20100"/>
                </a:lnTo>
                <a:lnTo>
                  <a:pt x="835950" y="20100"/>
                </a:lnTo>
                <a:lnTo>
                  <a:pt x="835950" y="20025"/>
                </a:lnTo>
                <a:lnTo>
                  <a:pt x="835875" y="19950"/>
                </a:lnTo>
                <a:lnTo>
                  <a:pt x="835800" y="19950"/>
                </a:lnTo>
                <a:lnTo>
                  <a:pt x="835800" y="19875"/>
                </a:lnTo>
                <a:lnTo>
                  <a:pt x="835725" y="19800"/>
                </a:lnTo>
                <a:lnTo>
                  <a:pt x="835650" y="19800"/>
                </a:lnTo>
                <a:lnTo>
                  <a:pt x="835650" y="19725"/>
                </a:lnTo>
                <a:lnTo>
                  <a:pt x="835575" y="19725"/>
                </a:lnTo>
                <a:lnTo>
                  <a:pt x="835425" y="19575"/>
                </a:lnTo>
                <a:lnTo>
                  <a:pt x="835350" y="19575"/>
                </a:lnTo>
                <a:lnTo>
                  <a:pt x="835350" y="19500"/>
                </a:lnTo>
                <a:lnTo>
                  <a:pt x="835200" y="19500"/>
                </a:lnTo>
                <a:lnTo>
                  <a:pt x="835200" y="19425"/>
                </a:lnTo>
                <a:lnTo>
                  <a:pt x="835050" y="19425"/>
                </a:lnTo>
                <a:lnTo>
                  <a:pt x="835050" y="19350"/>
                </a:lnTo>
                <a:lnTo>
                  <a:pt x="834900" y="19350"/>
                </a:lnTo>
                <a:lnTo>
                  <a:pt x="834900" y="19275"/>
                </a:lnTo>
                <a:lnTo>
                  <a:pt x="834675" y="19275"/>
                </a:lnTo>
                <a:lnTo>
                  <a:pt x="834600" y="19200"/>
                </a:lnTo>
                <a:lnTo>
                  <a:pt x="834225" y="19200"/>
                </a:lnTo>
                <a:lnTo>
                  <a:pt x="834150" y="19125"/>
                </a:lnTo>
                <a:lnTo>
                  <a:pt x="833550" y="19125"/>
                </a:lnTo>
                <a:lnTo>
                  <a:pt x="833625" y="14250"/>
                </a:lnTo>
                <a:lnTo>
                  <a:pt x="834525" y="14250"/>
                </a:lnTo>
                <a:lnTo>
                  <a:pt x="834525" y="14325"/>
                </a:lnTo>
                <a:lnTo>
                  <a:pt x="835200" y="14325"/>
                </a:lnTo>
                <a:lnTo>
                  <a:pt x="835350" y="14400"/>
                </a:lnTo>
                <a:lnTo>
                  <a:pt x="835650" y="14400"/>
                </a:lnTo>
                <a:lnTo>
                  <a:pt x="835800" y="14475"/>
                </a:lnTo>
                <a:lnTo>
                  <a:pt x="836025" y="14475"/>
                </a:lnTo>
                <a:lnTo>
                  <a:pt x="836025" y="14550"/>
                </a:lnTo>
                <a:lnTo>
                  <a:pt x="836250" y="14550"/>
                </a:lnTo>
                <a:lnTo>
                  <a:pt x="836400" y="14625"/>
                </a:lnTo>
                <a:lnTo>
                  <a:pt x="836625" y="14625"/>
                </a:lnTo>
                <a:lnTo>
                  <a:pt x="836850" y="14775"/>
                </a:lnTo>
                <a:lnTo>
                  <a:pt x="837075" y="14775"/>
                </a:lnTo>
                <a:lnTo>
                  <a:pt x="837225" y="14850"/>
                </a:lnTo>
                <a:lnTo>
                  <a:pt x="837300" y="14850"/>
                </a:lnTo>
                <a:lnTo>
                  <a:pt x="837375" y="14925"/>
                </a:lnTo>
                <a:lnTo>
                  <a:pt x="837450" y="14925"/>
                </a:lnTo>
                <a:lnTo>
                  <a:pt x="837675" y="15075"/>
                </a:lnTo>
                <a:lnTo>
                  <a:pt x="837750" y="15075"/>
                </a:lnTo>
                <a:lnTo>
                  <a:pt x="837825" y="15150"/>
                </a:lnTo>
                <a:lnTo>
                  <a:pt x="837975" y="15150"/>
                </a:lnTo>
                <a:lnTo>
                  <a:pt x="837975" y="15225"/>
                </a:lnTo>
                <a:lnTo>
                  <a:pt x="838125" y="15300"/>
                </a:lnTo>
                <a:lnTo>
                  <a:pt x="838200" y="15300"/>
                </a:lnTo>
                <a:lnTo>
                  <a:pt x="838275" y="15375"/>
                </a:lnTo>
                <a:lnTo>
                  <a:pt x="838350" y="15375"/>
                </a:lnTo>
                <a:lnTo>
                  <a:pt x="838500" y="15450"/>
                </a:lnTo>
                <a:lnTo>
                  <a:pt x="838500" y="15525"/>
                </a:lnTo>
                <a:lnTo>
                  <a:pt x="838650" y="15525"/>
                </a:lnTo>
                <a:lnTo>
                  <a:pt x="838650" y="15600"/>
                </a:lnTo>
                <a:lnTo>
                  <a:pt x="838725" y="15600"/>
                </a:lnTo>
                <a:lnTo>
                  <a:pt x="838800" y="15675"/>
                </a:lnTo>
                <a:lnTo>
                  <a:pt x="838875" y="15675"/>
                </a:lnTo>
                <a:lnTo>
                  <a:pt x="839100" y="15900"/>
                </a:lnTo>
                <a:lnTo>
                  <a:pt x="839175" y="15900"/>
                </a:lnTo>
                <a:lnTo>
                  <a:pt x="839400" y="16125"/>
                </a:lnTo>
                <a:lnTo>
                  <a:pt x="839475" y="16125"/>
                </a:lnTo>
                <a:lnTo>
                  <a:pt x="839700" y="16350"/>
                </a:lnTo>
                <a:lnTo>
                  <a:pt x="839775" y="16350"/>
                </a:lnTo>
                <a:lnTo>
                  <a:pt x="839850" y="16425"/>
                </a:lnTo>
                <a:lnTo>
                  <a:pt x="839850" y="16500"/>
                </a:lnTo>
                <a:lnTo>
                  <a:pt x="840000" y="16575"/>
                </a:lnTo>
                <a:lnTo>
                  <a:pt x="840075" y="16725"/>
                </a:lnTo>
                <a:lnTo>
                  <a:pt x="840150" y="16725"/>
                </a:lnTo>
                <a:lnTo>
                  <a:pt x="840225" y="16800"/>
                </a:lnTo>
                <a:lnTo>
                  <a:pt x="840225" y="16875"/>
                </a:lnTo>
                <a:lnTo>
                  <a:pt x="840375" y="16950"/>
                </a:lnTo>
                <a:lnTo>
                  <a:pt x="840450" y="17100"/>
                </a:lnTo>
                <a:lnTo>
                  <a:pt x="840525" y="17100"/>
                </a:lnTo>
                <a:lnTo>
                  <a:pt x="840675" y="17325"/>
                </a:lnTo>
                <a:lnTo>
                  <a:pt x="840750" y="17325"/>
                </a:lnTo>
                <a:lnTo>
                  <a:pt x="840900" y="17550"/>
                </a:lnTo>
                <a:lnTo>
                  <a:pt x="840900" y="17625"/>
                </a:lnTo>
                <a:lnTo>
                  <a:pt x="841125" y="17850"/>
                </a:lnTo>
                <a:lnTo>
                  <a:pt x="841275" y="18075"/>
                </a:lnTo>
                <a:lnTo>
                  <a:pt x="841275" y="18150"/>
                </a:lnTo>
                <a:lnTo>
                  <a:pt x="841350" y="18225"/>
                </a:lnTo>
                <a:lnTo>
                  <a:pt x="841425" y="18225"/>
                </a:lnTo>
                <a:lnTo>
                  <a:pt x="841425" y="18300"/>
                </a:lnTo>
                <a:lnTo>
                  <a:pt x="841725" y="18750"/>
                </a:lnTo>
                <a:lnTo>
                  <a:pt x="841725" y="18825"/>
                </a:lnTo>
                <a:lnTo>
                  <a:pt x="841800" y="18900"/>
                </a:lnTo>
                <a:lnTo>
                  <a:pt x="842025" y="19350"/>
                </a:lnTo>
                <a:lnTo>
                  <a:pt x="842100" y="19425"/>
                </a:lnTo>
                <a:lnTo>
                  <a:pt x="842100" y="19500"/>
                </a:lnTo>
                <a:lnTo>
                  <a:pt x="842175" y="19575"/>
                </a:lnTo>
                <a:lnTo>
                  <a:pt x="842175" y="19650"/>
                </a:lnTo>
                <a:lnTo>
                  <a:pt x="842250" y="19725"/>
                </a:lnTo>
                <a:lnTo>
                  <a:pt x="842475" y="20175"/>
                </a:lnTo>
                <a:lnTo>
                  <a:pt x="842550" y="20250"/>
                </a:lnTo>
                <a:lnTo>
                  <a:pt x="842550" y="20325"/>
                </a:lnTo>
                <a:lnTo>
                  <a:pt x="842625" y="20400"/>
                </a:lnTo>
                <a:lnTo>
                  <a:pt x="842850" y="20850"/>
                </a:lnTo>
                <a:lnTo>
                  <a:pt x="842850" y="21000"/>
                </a:lnTo>
                <a:lnTo>
                  <a:pt x="842925" y="21075"/>
                </a:lnTo>
                <a:lnTo>
                  <a:pt x="842925" y="21150"/>
                </a:lnTo>
                <a:lnTo>
                  <a:pt x="843000" y="21225"/>
                </a:lnTo>
                <a:lnTo>
                  <a:pt x="843225" y="21675"/>
                </a:lnTo>
                <a:lnTo>
                  <a:pt x="843225" y="21825"/>
                </a:lnTo>
                <a:lnTo>
                  <a:pt x="843600" y="22500"/>
                </a:lnTo>
                <a:lnTo>
                  <a:pt x="843600" y="22650"/>
                </a:lnTo>
                <a:lnTo>
                  <a:pt x="843975" y="23325"/>
                </a:lnTo>
                <a:lnTo>
                  <a:pt x="843975" y="23475"/>
                </a:lnTo>
                <a:lnTo>
                  <a:pt x="844050" y="23550"/>
                </a:lnTo>
                <a:lnTo>
                  <a:pt x="844350" y="24150"/>
                </a:lnTo>
                <a:lnTo>
                  <a:pt x="844350" y="24225"/>
                </a:lnTo>
                <a:lnTo>
                  <a:pt x="844500" y="24450"/>
                </a:lnTo>
                <a:lnTo>
                  <a:pt x="844500" y="24600"/>
                </a:lnTo>
                <a:lnTo>
                  <a:pt x="844575" y="24600"/>
                </a:lnTo>
                <a:lnTo>
                  <a:pt x="844575" y="24675"/>
                </a:lnTo>
                <a:lnTo>
                  <a:pt x="844650" y="24750"/>
                </a:lnTo>
                <a:lnTo>
                  <a:pt x="844650" y="24900"/>
                </a:lnTo>
                <a:lnTo>
                  <a:pt x="844725" y="24900"/>
                </a:lnTo>
                <a:lnTo>
                  <a:pt x="844725" y="25050"/>
                </a:lnTo>
                <a:lnTo>
                  <a:pt x="844800" y="25050"/>
                </a:lnTo>
                <a:lnTo>
                  <a:pt x="844800" y="25200"/>
                </a:lnTo>
                <a:lnTo>
                  <a:pt x="844875" y="25275"/>
                </a:lnTo>
                <a:lnTo>
                  <a:pt x="844875" y="25350"/>
                </a:lnTo>
                <a:lnTo>
                  <a:pt x="844950" y="25425"/>
                </a:lnTo>
                <a:lnTo>
                  <a:pt x="844950" y="25500"/>
                </a:lnTo>
                <a:lnTo>
                  <a:pt x="845025" y="25575"/>
                </a:lnTo>
                <a:lnTo>
                  <a:pt x="845025" y="25650"/>
                </a:lnTo>
                <a:lnTo>
                  <a:pt x="845100" y="25725"/>
                </a:lnTo>
                <a:lnTo>
                  <a:pt x="845100" y="25800"/>
                </a:lnTo>
                <a:lnTo>
                  <a:pt x="845175" y="25875"/>
                </a:lnTo>
                <a:lnTo>
                  <a:pt x="845175" y="25950"/>
                </a:lnTo>
                <a:lnTo>
                  <a:pt x="845250" y="26025"/>
                </a:lnTo>
                <a:lnTo>
                  <a:pt x="845250" y="26100"/>
                </a:lnTo>
                <a:lnTo>
                  <a:pt x="845325" y="26175"/>
                </a:lnTo>
                <a:lnTo>
                  <a:pt x="845325" y="26250"/>
                </a:lnTo>
                <a:lnTo>
                  <a:pt x="845400" y="26325"/>
                </a:lnTo>
                <a:lnTo>
                  <a:pt x="845400" y="26400"/>
                </a:lnTo>
                <a:lnTo>
                  <a:pt x="845475" y="26475"/>
                </a:lnTo>
                <a:lnTo>
                  <a:pt x="845475" y="26550"/>
                </a:lnTo>
                <a:lnTo>
                  <a:pt x="845550" y="26625"/>
                </a:lnTo>
                <a:lnTo>
                  <a:pt x="845550" y="26700"/>
                </a:lnTo>
                <a:lnTo>
                  <a:pt x="845625" y="26775"/>
                </a:lnTo>
                <a:lnTo>
                  <a:pt x="846150" y="27825"/>
                </a:lnTo>
                <a:lnTo>
                  <a:pt x="846225" y="27825"/>
                </a:lnTo>
                <a:lnTo>
                  <a:pt x="846375" y="28125"/>
                </a:lnTo>
                <a:lnTo>
                  <a:pt x="846450" y="28200"/>
                </a:lnTo>
                <a:lnTo>
                  <a:pt x="846450" y="28275"/>
                </a:lnTo>
                <a:lnTo>
                  <a:pt x="846600" y="28425"/>
                </a:lnTo>
                <a:lnTo>
                  <a:pt x="846600" y="28500"/>
                </a:lnTo>
                <a:lnTo>
                  <a:pt x="846675" y="28575"/>
                </a:lnTo>
                <a:lnTo>
                  <a:pt x="846675" y="28650"/>
                </a:lnTo>
                <a:lnTo>
                  <a:pt x="846750" y="28725"/>
                </a:lnTo>
                <a:lnTo>
                  <a:pt x="846825" y="28725"/>
                </a:lnTo>
                <a:lnTo>
                  <a:pt x="846975" y="29025"/>
                </a:lnTo>
                <a:lnTo>
                  <a:pt x="847050" y="29100"/>
                </a:lnTo>
                <a:lnTo>
                  <a:pt x="847050" y="29175"/>
                </a:lnTo>
                <a:lnTo>
                  <a:pt x="847125" y="29175"/>
                </a:lnTo>
                <a:lnTo>
                  <a:pt x="847125" y="29250"/>
                </a:lnTo>
                <a:lnTo>
                  <a:pt x="847275" y="29325"/>
                </a:lnTo>
                <a:lnTo>
                  <a:pt x="847425" y="29625"/>
                </a:lnTo>
                <a:lnTo>
                  <a:pt x="847500" y="29625"/>
                </a:lnTo>
                <a:lnTo>
                  <a:pt x="847650" y="29775"/>
                </a:lnTo>
                <a:lnTo>
                  <a:pt x="847650" y="29850"/>
                </a:lnTo>
                <a:lnTo>
                  <a:pt x="847725" y="29925"/>
                </a:lnTo>
                <a:lnTo>
                  <a:pt x="847800" y="29925"/>
                </a:lnTo>
                <a:lnTo>
                  <a:pt x="847950" y="30150"/>
                </a:lnTo>
                <a:lnTo>
                  <a:pt x="847950" y="14250"/>
                </a:lnTo>
                <a:lnTo>
                  <a:pt x="853650" y="14250"/>
                </a:lnTo>
                <a:lnTo>
                  <a:pt x="853650" y="30150"/>
                </a:lnTo>
                <a:lnTo>
                  <a:pt x="853800" y="30075"/>
                </a:lnTo>
                <a:lnTo>
                  <a:pt x="853875" y="29925"/>
                </a:lnTo>
                <a:lnTo>
                  <a:pt x="853950" y="29925"/>
                </a:lnTo>
                <a:lnTo>
                  <a:pt x="854025" y="29850"/>
                </a:lnTo>
                <a:lnTo>
                  <a:pt x="854025" y="29775"/>
                </a:lnTo>
                <a:lnTo>
                  <a:pt x="854175" y="29625"/>
                </a:lnTo>
                <a:lnTo>
                  <a:pt x="854250" y="29475"/>
                </a:lnTo>
                <a:lnTo>
                  <a:pt x="854325" y="29475"/>
                </a:lnTo>
                <a:lnTo>
                  <a:pt x="854400" y="29325"/>
                </a:lnTo>
                <a:lnTo>
                  <a:pt x="854550" y="29250"/>
                </a:lnTo>
                <a:lnTo>
                  <a:pt x="854550" y="29100"/>
                </a:lnTo>
                <a:lnTo>
                  <a:pt x="854700" y="29025"/>
                </a:lnTo>
                <a:lnTo>
                  <a:pt x="854850" y="28725"/>
                </a:lnTo>
                <a:lnTo>
                  <a:pt x="854925" y="28725"/>
                </a:lnTo>
                <a:lnTo>
                  <a:pt x="854925" y="28650"/>
                </a:lnTo>
                <a:lnTo>
                  <a:pt x="855075" y="28500"/>
                </a:lnTo>
                <a:lnTo>
                  <a:pt x="855075" y="28425"/>
                </a:lnTo>
                <a:lnTo>
                  <a:pt x="855150" y="28350"/>
                </a:lnTo>
                <a:lnTo>
                  <a:pt x="855150" y="28275"/>
                </a:lnTo>
                <a:lnTo>
                  <a:pt x="855300" y="28125"/>
                </a:lnTo>
                <a:lnTo>
                  <a:pt x="855600" y="27525"/>
                </a:lnTo>
                <a:lnTo>
                  <a:pt x="855675" y="27525"/>
                </a:lnTo>
                <a:lnTo>
                  <a:pt x="856050" y="26775"/>
                </a:lnTo>
                <a:lnTo>
                  <a:pt x="856125" y="26700"/>
                </a:lnTo>
                <a:lnTo>
                  <a:pt x="856125" y="26625"/>
                </a:lnTo>
                <a:lnTo>
                  <a:pt x="856200" y="26550"/>
                </a:lnTo>
                <a:lnTo>
                  <a:pt x="856200" y="26475"/>
                </a:lnTo>
                <a:lnTo>
                  <a:pt x="856275" y="26400"/>
                </a:lnTo>
                <a:lnTo>
                  <a:pt x="856275" y="26325"/>
                </a:lnTo>
                <a:lnTo>
                  <a:pt x="856350" y="26250"/>
                </a:lnTo>
                <a:lnTo>
                  <a:pt x="856350" y="26175"/>
                </a:lnTo>
                <a:lnTo>
                  <a:pt x="856425" y="26100"/>
                </a:lnTo>
                <a:lnTo>
                  <a:pt x="856425" y="26025"/>
                </a:lnTo>
                <a:lnTo>
                  <a:pt x="856500" y="25950"/>
                </a:lnTo>
                <a:lnTo>
                  <a:pt x="856500" y="25875"/>
                </a:lnTo>
                <a:lnTo>
                  <a:pt x="856575" y="25800"/>
                </a:lnTo>
                <a:lnTo>
                  <a:pt x="856575" y="25650"/>
                </a:lnTo>
                <a:lnTo>
                  <a:pt x="856650" y="25575"/>
                </a:lnTo>
                <a:lnTo>
                  <a:pt x="856650" y="25500"/>
                </a:lnTo>
                <a:lnTo>
                  <a:pt x="856725" y="25425"/>
                </a:lnTo>
                <a:lnTo>
                  <a:pt x="856725" y="25350"/>
                </a:lnTo>
                <a:lnTo>
                  <a:pt x="856800" y="25275"/>
                </a:lnTo>
                <a:lnTo>
                  <a:pt x="856800" y="25200"/>
                </a:lnTo>
                <a:lnTo>
                  <a:pt x="856875" y="25125"/>
                </a:lnTo>
                <a:lnTo>
                  <a:pt x="856875" y="25050"/>
                </a:lnTo>
                <a:lnTo>
                  <a:pt x="857025" y="24825"/>
                </a:lnTo>
                <a:lnTo>
                  <a:pt x="857025" y="24675"/>
                </a:lnTo>
                <a:lnTo>
                  <a:pt x="857100" y="24675"/>
                </a:lnTo>
                <a:lnTo>
                  <a:pt x="857100" y="24525"/>
                </a:lnTo>
                <a:lnTo>
                  <a:pt x="857175" y="24525"/>
                </a:lnTo>
                <a:lnTo>
                  <a:pt x="857175" y="24375"/>
                </a:lnTo>
                <a:lnTo>
                  <a:pt x="857250" y="24300"/>
                </a:lnTo>
                <a:lnTo>
                  <a:pt x="857250" y="24225"/>
                </a:lnTo>
                <a:lnTo>
                  <a:pt x="857325" y="24150"/>
                </a:lnTo>
                <a:lnTo>
                  <a:pt x="857625" y="23550"/>
                </a:lnTo>
                <a:lnTo>
                  <a:pt x="857625" y="23475"/>
                </a:lnTo>
                <a:lnTo>
                  <a:pt x="857925" y="22875"/>
                </a:lnTo>
                <a:lnTo>
                  <a:pt x="858000" y="22800"/>
                </a:lnTo>
                <a:lnTo>
                  <a:pt x="858000" y="22650"/>
                </a:lnTo>
                <a:lnTo>
                  <a:pt x="858150" y="22425"/>
                </a:lnTo>
                <a:lnTo>
                  <a:pt x="858150" y="22350"/>
                </a:lnTo>
                <a:lnTo>
                  <a:pt x="858300" y="22050"/>
                </a:lnTo>
                <a:lnTo>
                  <a:pt x="858375" y="21975"/>
                </a:lnTo>
                <a:lnTo>
                  <a:pt x="858375" y="21825"/>
                </a:lnTo>
                <a:lnTo>
                  <a:pt x="858675" y="21225"/>
                </a:lnTo>
                <a:lnTo>
                  <a:pt x="858750" y="21150"/>
                </a:lnTo>
                <a:lnTo>
                  <a:pt x="858750" y="21000"/>
                </a:lnTo>
                <a:lnTo>
                  <a:pt x="859050" y="20400"/>
                </a:lnTo>
                <a:lnTo>
                  <a:pt x="859125" y="20325"/>
                </a:lnTo>
                <a:lnTo>
                  <a:pt x="859125" y="20250"/>
                </a:lnTo>
                <a:lnTo>
                  <a:pt x="859275" y="20025"/>
                </a:lnTo>
                <a:lnTo>
                  <a:pt x="859275" y="19875"/>
                </a:lnTo>
                <a:lnTo>
                  <a:pt x="859350" y="19875"/>
                </a:lnTo>
                <a:lnTo>
                  <a:pt x="859350" y="19725"/>
                </a:lnTo>
                <a:lnTo>
                  <a:pt x="859425" y="19725"/>
                </a:lnTo>
                <a:lnTo>
                  <a:pt x="859425" y="19575"/>
                </a:lnTo>
                <a:lnTo>
                  <a:pt x="859500" y="19575"/>
                </a:lnTo>
                <a:lnTo>
                  <a:pt x="859500" y="19500"/>
                </a:lnTo>
                <a:lnTo>
                  <a:pt x="859575" y="19500"/>
                </a:lnTo>
                <a:lnTo>
                  <a:pt x="859575" y="19350"/>
                </a:lnTo>
                <a:lnTo>
                  <a:pt x="859650" y="19350"/>
                </a:lnTo>
                <a:lnTo>
                  <a:pt x="859650" y="19200"/>
                </a:lnTo>
                <a:lnTo>
                  <a:pt x="859725" y="19200"/>
                </a:lnTo>
                <a:lnTo>
                  <a:pt x="859725" y="19050"/>
                </a:lnTo>
                <a:lnTo>
                  <a:pt x="859800" y="19050"/>
                </a:lnTo>
                <a:lnTo>
                  <a:pt x="859800" y="18900"/>
                </a:lnTo>
                <a:lnTo>
                  <a:pt x="859875" y="18900"/>
                </a:lnTo>
                <a:lnTo>
                  <a:pt x="859950" y="18825"/>
                </a:lnTo>
                <a:lnTo>
                  <a:pt x="859950" y="18750"/>
                </a:lnTo>
                <a:lnTo>
                  <a:pt x="860250" y="18300"/>
                </a:lnTo>
                <a:lnTo>
                  <a:pt x="860250" y="18225"/>
                </a:lnTo>
                <a:lnTo>
                  <a:pt x="860475" y="18000"/>
                </a:lnTo>
                <a:lnTo>
                  <a:pt x="860625" y="17775"/>
                </a:lnTo>
                <a:lnTo>
                  <a:pt x="860625" y="17700"/>
                </a:lnTo>
                <a:lnTo>
                  <a:pt x="860700" y="17625"/>
                </a:lnTo>
                <a:lnTo>
                  <a:pt x="860775" y="17625"/>
                </a:lnTo>
                <a:lnTo>
                  <a:pt x="860775" y="17550"/>
                </a:lnTo>
                <a:lnTo>
                  <a:pt x="860925" y="17325"/>
                </a:lnTo>
                <a:lnTo>
                  <a:pt x="861000" y="17325"/>
                </a:lnTo>
                <a:lnTo>
                  <a:pt x="861075" y="17250"/>
                </a:lnTo>
                <a:lnTo>
                  <a:pt x="861075" y="17175"/>
                </a:lnTo>
                <a:lnTo>
                  <a:pt x="861150" y="17100"/>
                </a:lnTo>
                <a:lnTo>
                  <a:pt x="861225" y="17100"/>
                </a:lnTo>
                <a:lnTo>
                  <a:pt x="861300" y="16950"/>
                </a:lnTo>
                <a:lnTo>
                  <a:pt x="861525" y="16725"/>
                </a:lnTo>
                <a:lnTo>
                  <a:pt x="861600" y="16725"/>
                </a:lnTo>
                <a:lnTo>
                  <a:pt x="861675" y="16575"/>
                </a:lnTo>
                <a:lnTo>
                  <a:pt x="861900" y="16350"/>
                </a:lnTo>
                <a:lnTo>
                  <a:pt x="861975" y="16350"/>
                </a:lnTo>
                <a:lnTo>
                  <a:pt x="862200" y="16125"/>
                </a:lnTo>
                <a:lnTo>
                  <a:pt x="862275" y="16125"/>
                </a:lnTo>
                <a:lnTo>
                  <a:pt x="862500" y="15900"/>
                </a:lnTo>
                <a:lnTo>
                  <a:pt x="862575" y="15900"/>
                </a:lnTo>
                <a:lnTo>
                  <a:pt x="862800" y="15675"/>
                </a:lnTo>
                <a:lnTo>
                  <a:pt x="862875" y="15675"/>
                </a:lnTo>
                <a:lnTo>
                  <a:pt x="862950" y="15600"/>
                </a:lnTo>
                <a:lnTo>
                  <a:pt x="863025" y="15600"/>
                </a:lnTo>
                <a:lnTo>
                  <a:pt x="863025" y="15525"/>
                </a:lnTo>
                <a:lnTo>
                  <a:pt x="863100" y="15525"/>
                </a:lnTo>
                <a:lnTo>
                  <a:pt x="863175" y="15450"/>
                </a:lnTo>
                <a:lnTo>
                  <a:pt x="863325" y="15375"/>
                </a:lnTo>
                <a:lnTo>
                  <a:pt x="863400" y="15375"/>
                </a:lnTo>
                <a:lnTo>
                  <a:pt x="863625" y="15225"/>
                </a:lnTo>
                <a:lnTo>
                  <a:pt x="863700" y="15225"/>
                </a:lnTo>
                <a:lnTo>
                  <a:pt x="863700" y="15150"/>
                </a:lnTo>
                <a:lnTo>
                  <a:pt x="863850" y="15150"/>
                </a:lnTo>
                <a:lnTo>
                  <a:pt x="863925" y="15075"/>
                </a:lnTo>
                <a:lnTo>
                  <a:pt x="864000" y="15075"/>
                </a:lnTo>
                <a:lnTo>
                  <a:pt x="864000" y="15000"/>
                </a:lnTo>
                <a:lnTo>
                  <a:pt x="864300" y="14925"/>
                </a:lnTo>
                <a:lnTo>
                  <a:pt x="864375" y="14850"/>
                </a:lnTo>
                <a:lnTo>
                  <a:pt x="864450" y="14850"/>
                </a:lnTo>
                <a:lnTo>
                  <a:pt x="864600" y="14775"/>
                </a:lnTo>
                <a:lnTo>
                  <a:pt x="864825" y="14775"/>
                </a:lnTo>
                <a:lnTo>
                  <a:pt x="864825" y="14700"/>
                </a:lnTo>
                <a:lnTo>
                  <a:pt x="864975" y="14700"/>
                </a:lnTo>
                <a:lnTo>
                  <a:pt x="865050" y="14625"/>
                </a:lnTo>
                <a:lnTo>
                  <a:pt x="865275" y="14625"/>
                </a:lnTo>
                <a:lnTo>
                  <a:pt x="865425" y="14550"/>
                </a:lnTo>
                <a:lnTo>
                  <a:pt x="865575" y="14550"/>
                </a:lnTo>
                <a:lnTo>
                  <a:pt x="865650" y="14475"/>
                </a:lnTo>
                <a:lnTo>
                  <a:pt x="865875" y="14475"/>
                </a:lnTo>
                <a:lnTo>
                  <a:pt x="866025" y="14400"/>
                </a:lnTo>
                <a:lnTo>
                  <a:pt x="866325" y="14400"/>
                </a:lnTo>
                <a:lnTo>
                  <a:pt x="866475" y="14325"/>
                </a:lnTo>
                <a:lnTo>
                  <a:pt x="867150" y="14325"/>
                </a:lnTo>
                <a:lnTo>
                  <a:pt x="867150" y="14250"/>
                </a:lnTo>
                <a:lnTo>
                  <a:pt x="868050" y="14250"/>
                </a:lnTo>
                <a:lnTo>
                  <a:pt x="868125" y="19125"/>
                </a:lnTo>
                <a:lnTo>
                  <a:pt x="867450" y="19125"/>
                </a:lnTo>
                <a:lnTo>
                  <a:pt x="867375" y="19200"/>
                </a:lnTo>
                <a:lnTo>
                  <a:pt x="867000" y="19200"/>
                </a:lnTo>
                <a:lnTo>
                  <a:pt x="867000" y="19275"/>
                </a:lnTo>
                <a:lnTo>
                  <a:pt x="866775" y="19275"/>
                </a:lnTo>
                <a:lnTo>
                  <a:pt x="866700" y="19350"/>
                </a:lnTo>
                <a:lnTo>
                  <a:pt x="866625" y="19350"/>
                </a:lnTo>
                <a:lnTo>
                  <a:pt x="866550" y="19425"/>
                </a:lnTo>
                <a:lnTo>
                  <a:pt x="866475" y="19425"/>
                </a:lnTo>
                <a:lnTo>
                  <a:pt x="866400" y="19500"/>
                </a:lnTo>
                <a:lnTo>
                  <a:pt x="866325" y="19500"/>
                </a:lnTo>
                <a:lnTo>
                  <a:pt x="866175" y="19650"/>
                </a:lnTo>
                <a:lnTo>
                  <a:pt x="866100" y="19650"/>
                </a:lnTo>
                <a:lnTo>
                  <a:pt x="866100" y="19725"/>
                </a:lnTo>
                <a:lnTo>
                  <a:pt x="866025" y="19725"/>
                </a:lnTo>
                <a:lnTo>
                  <a:pt x="865500" y="20250"/>
                </a:lnTo>
                <a:lnTo>
                  <a:pt x="865500" y="20325"/>
                </a:lnTo>
                <a:lnTo>
                  <a:pt x="865275" y="20550"/>
                </a:lnTo>
                <a:lnTo>
                  <a:pt x="865275" y="20625"/>
                </a:lnTo>
                <a:lnTo>
                  <a:pt x="865050" y="20850"/>
                </a:lnTo>
                <a:lnTo>
                  <a:pt x="865050" y="20925"/>
                </a:lnTo>
                <a:lnTo>
                  <a:pt x="864900" y="21150"/>
                </a:lnTo>
                <a:lnTo>
                  <a:pt x="864900" y="21225"/>
                </a:lnTo>
                <a:lnTo>
                  <a:pt x="864675" y="21525"/>
                </a:lnTo>
                <a:lnTo>
                  <a:pt x="864675" y="21600"/>
                </a:lnTo>
                <a:lnTo>
                  <a:pt x="864525" y="21825"/>
                </a:lnTo>
                <a:lnTo>
                  <a:pt x="864450" y="21975"/>
                </a:lnTo>
                <a:lnTo>
                  <a:pt x="864450" y="22050"/>
                </a:lnTo>
                <a:lnTo>
                  <a:pt x="864300" y="22275"/>
                </a:lnTo>
                <a:lnTo>
                  <a:pt x="864225" y="22425"/>
                </a:lnTo>
                <a:lnTo>
                  <a:pt x="864225" y="22500"/>
                </a:lnTo>
                <a:lnTo>
                  <a:pt x="863925" y="23025"/>
                </a:lnTo>
                <a:lnTo>
                  <a:pt x="863925" y="23175"/>
                </a:lnTo>
                <a:lnTo>
                  <a:pt x="863775" y="23400"/>
                </a:lnTo>
                <a:lnTo>
                  <a:pt x="863625" y="23700"/>
                </a:lnTo>
                <a:lnTo>
                  <a:pt x="863625" y="23850"/>
                </a:lnTo>
                <a:lnTo>
                  <a:pt x="863550" y="23925"/>
                </a:lnTo>
                <a:lnTo>
                  <a:pt x="863550" y="24000"/>
                </a:lnTo>
                <a:lnTo>
                  <a:pt x="863475" y="24075"/>
                </a:lnTo>
                <a:lnTo>
                  <a:pt x="863250" y="24525"/>
                </a:lnTo>
                <a:lnTo>
                  <a:pt x="863250" y="24675"/>
                </a:lnTo>
                <a:lnTo>
                  <a:pt x="862200" y="26775"/>
                </a:lnTo>
                <a:lnTo>
                  <a:pt x="862125" y="26775"/>
                </a:lnTo>
                <a:lnTo>
                  <a:pt x="861975" y="27075"/>
                </a:lnTo>
                <a:lnTo>
                  <a:pt x="861975" y="27150"/>
                </a:lnTo>
                <a:lnTo>
                  <a:pt x="861900" y="27225"/>
                </a:lnTo>
                <a:lnTo>
                  <a:pt x="861900" y="27300"/>
                </a:lnTo>
                <a:lnTo>
                  <a:pt x="861825" y="27300"/>
                </a:lnTo>
                <a:lnTo>
                  <a:pt x="861750" y="27375"/>
                </a:lnTo>
                <a:lnTo>
                  <a:pt x="861750" y="27450"/>
                </a:lnTo>
                <a:lnTo>
                  <a:pt x="861675" y="27525"/>
                </a:lnTo>
                <a:lnTo>
                  <a:pt x="861675" y="27600"/>
                </a:lnTo>
                <a:lnTo>
                  <a:pt x="861525" y="27750"/>
                </a:lnTo>
                <a:lnTo>
                  <a:pt x="861525" y="27825"/>
                </a:lnTo>
                <a:lnTo>
                  <a:pt x="861300" y="28050"/>
                </a:lnTo>
                <a:lnTo>
                  <a:pt x="861300" y="28125"/>
                </a:lnTo>
                <a:lnTo>
                  <a:pt x="861150" y="28350"/>
                </a:lnTo>
                <a:lnTo>
                  <a:pt x="861075" y="28350"/>
                </a:lnTo>
                <a:lnTo>
                  <a:pt x="860925" y="28575"/>
                </a:lnTo>
                <a:lnTo>
                  <a:pt x="860925" y="28650"/>
                </a:lnTo>
                <a:lnTo>
                  <a:pt x="860775" y="28725"/>
                </a:lnTo>
                <a:lnTo>
                  <a:pt x="860625" y="29025"/>
                </a:lnTo>
                <a:lnTo>
                  <a:pt x="860550" y="29025"/>
                </a:lnTo>
                <a:lnTo>
                  <a:pt x="860400" y="29175"/>
                </a:lnTo>
                <a:lnTo>
                  <a:pt x="860400" y="29250"/>
                </a:lnTo>
                <a:lnTo>
                  <a:pt x="859425" y="30225"/>
                </a:lnTo>
                <a:lnTo>
                  <a:pt x="859350" y="30225"/>
                </a:lnTo>
                <a:lnTo>
                  <a:pt x="859275" y="30375"/>
                </a:lnTo>
                <a:lnTo>
                  <a:pt x="859200" y="30375"/>
                </a:lnTo>
                <a:lnTo>
                  <a:pt x="859050" y="30525"/>
                </a:lnTo>
                <a:lnTo>
                  <a:pt x="859050" y="30600"/>
                </a:lnTo>
                <a:lnTo>
                  <a:pt x="858750" y="30750"/>
                </a:lnTo>
                <a:lnTo>
                  <a:pt x="858750" y="30825"/>
                </a:lnTo>
                <a:lnTo>
                  <a:pt x="858075" y="31275"/>
                </a:lnTo>
                <a:lnTo>
                  <a:pt x="858075" y="31350"/>
                </a:lnTo>
                <a:lnTo>
                  <a:pt x="857775" y="31500"/>
                </a:lnTo>
                <a:lnTo>
                  <a:pt x="857625" y="31650"/>
                </a:lnTo>
                <a:lnTo>
                  <a:pt x="857550" y="31650"/>
                </a:lnTo>
                <a:lnTo>
                  <a:pt x="857325" y="31875"/>
                </a:lnTo>
                <a:lnTo>
                  <a:pt x="857175" y="31875"/>
                </a:lnTo>
                <a:lnTo>
                  <a:pt x="857175" y="31950"/>
                </a:lnTo>
                <a:lnTo>
                  <a:pt x="856800" y="32100"/>
                </a:lnTo>
                <a:lnTo>
                  <a:pt x="856800" y="32175"/>
                </a:lnTo>
                <a:lnTo>
                  <a:pt x="856425" y="32325"/>
                </a:lnTo>
                <a:lnTo>
                  <a:pt x="856425" y="32400"/>
                </a:lnTo>
                <a:lnTo>
                  <a:pt x="856275" y="32475"/>
                </a:lnTo>
                <a:lnTo>
                  <a:pt x="856200" y="32475"/>
                </a:lnTo>
                <a:lnTo>
                  <a:pt x="855900" y="32625"/>
                </a:lnTo>
                <a:lnTo>
                  <a:pt x="855825" y="32700"/>
                </a:lnTo>
                <a:lnTo>
                  <a:pt x="855750" y="32700"/>
                </a:lnTo>
                <a:lnTo>
                  <a:pt x="855525" y="32850"/>
                </a:lnTo>
                <a:lnTo>
                  <a:pt x="855450" y="32850"/>
                </a:lnTo>
                <a:lnTo>
                  <a:pt x="855225" y="33000"/>
                </a:lnTo>
                <a:lnTo>
                  <a:pt x="855150" y="33000"/>
                </a:lnTo>
                <a:lnTo>
                  <a:pt x="854850" y="33150"/>
                </a:lnTo>
                <a:lnTo>
                  <a:pt x="854775" y="33150"/>
                </a:lnTo>
                <a:lnTo>
                  <a:pt x="854400" y="33375"/>
                </a:lnTo>
                <a:lnTo>
                  <a:pt x="854775" y="33600"/>
                </a:lnTo>
                <a:lnTo>
                  <a:pt x="854850" y="33600"/>
                </a:lnTo>
                <a:lnTo>
                  <a:pt x="855150" y="33750"/>
                </a:lnTo>
                <a:lnTo>
                  <a:pt x="855225" y="33750"/>
                </a:lnTo>
                <a:lnTo>
                  <a:pt x="855450" y="33900"/>
                </a:lnTo>
                <a:lnTo>
                  <a:pt x="855525" y="33900"/>
                </a:lnTo>
                <a:lnTo>
                  <a:pt x="855600" y="33975"/>
                </a:lnTo>
                <a:lnTo>
                  <a:pt x="855750" y="34050"/>
                </a:lnTo>
                <a:lnTo>
                  <a:pt x="855825" y="34050"/>
                </a:lnTo>
                <a:lnTo>
                  <a:pt x="855900" y="34125"/>
                </a:lnTo>
                <a:lnTo>
                  <a:pt x="856425" y="34350"/>
                </a:lnTo>
                <a:lnTo>
                  <a:pt x="856425" y="34425"/>
                </a:lnTo>
                <a:lnTo>
                  <a:pt x="856800" y="34575"/>
                </a:lnTo>
                <a:lnTo>
                  <a:pt x="856800" y="34650"/>
                </a:lnTo>
                <a:lnTo>
                  <a:pt x="857175" y="34800"/>
                </a:lnTo>
                <a:lnTo>
                  <a:pt x="857175" y="34875"/>
                </a:lnTo>
                <a:lnTo>
                  <a:pt x="857325" y="34875"/>
                </a:lnTo>
                <a:lnTo>
                  <a:pt x="857550" y="35100"/>
                </a:lnTo>
                <a:lnTo>
                  <a:pt x="857625" y="35100"/>
                </a:lnTo>
                <a:lnTo>
                  <a:pt x="857775" y="35250"/>
                </a:lnTo>
                <a:lnTo>
                  <a:pt x="858075" y="35400"/>
                </a:lnTo>
                <a:lnTo>
                  <a:pt x="858075" y="35475"/>
                </a:lnTo>
                <a:lnTo>
                  <a:pt x="858750" y="35925"/>
                </a:lnTo>
                <a:lnTo>
                  <a:pt x="858750" y="36000"/>
                </a:lnTo>
                <a:lnTo>
                  <a:pt x="859050" y="36150"/>
                </a:lnTo>
                <a:lnTo>
                  <a:pt x="859050" y="36225"/>
                </a:lnTo>
                <a:lnTo>
                  <a:pt x="859200" y="36375"/>
                </a:lnTo>
                <a:lnTo>
                  <a:pt x="859275" y="36375"/>
                </a:lnTo>
                <a:lnTo>
                  <a:pt x="859350" y="36525"/>
                </a:lnTo>
                <a:lnTo>
                  <a:pt x="859425" y="36525"/>
                </a:lnTo>
                <a:lnTo>
                  <a:pt x="860400" y="37500"/>
                </a:lnTo>
                <a:lnTo>
                  <a:pt x="860400" y="37575"/>
                </a:lnTo>
                <a:lnTo>
                  <a:pt x="860550" y="37725"/>
                </a:lnTo>
                <a:lnTo>
                  <a:pt x="860625" y="37725"/>
                </a:lnTo>
                <a:lnTo>
                  <a:pt x="860775" y="38025"/>
                </a:lnTo>
                <a:lnTo>
                  <a:pt x="860925" y="38100"/>
                </a:lnTo>
                <a:lnTo>
                  <a:pt x="860925" y="38175"/>
                </a:lnTo>
                <a:lnTo>
                  <a:pt x="861075" y="38400"/>
                </a:lnTo>
                <a:lnTo>
                  <a:pt x="861150" y="38400"/>
                </a:lnTo>
                <a:lnTo>
                  <a:pt x="861300" y="38625"/>
                </a:lnTo>
                <a:lnTo>
                  <a:pt x="861300" y="38700"/>
                </a:lnTo>
                <a:lnTo>
                  <a:pt x="861525" y="38925"/>
                </a:lnTo>
                <a:lnTo>
                  <a:pt x="861525" y="39000"/>
                </a:lnTo>
                <a:lnTo>
                  <a:pt x="861675" y="39150"/>
                </a:lnTo>
                <a:lnTo>
                  <a:pt x="861675" y="39225"/>
                </a:lnTo>
                <a:lnTo>
                  <a:pt x="861750" y="39300"/>
                </a:lnTo>
                <a:lnTo>
                  <a:pt x="861750" y="39375"/>
                </a:lnTo>
                <a:lnTo>
                  <a:pt x="861825" y="39450"/>
                </a:lnTo>
                <a:lnTo>
                  <a:pt x="861900" y="39450"/>
                </a:lnTo>
                <a:lnTo>
                  <a:pt x="861900" y="39525"/>
                </a:lnTo>
                <a:lnTo>
                  <a:pt x="861975" y="39600"/>
                </a:lnTo>
                <a:lnTo>
                  <a:pt x="861975" y="39675"/>
                </a:lnTo>
                <a:lnTo>
                  <a:pt x="862125" y="39975"/>
                </a:lnTo>
                <a:lnTo>
                  <a:pt x="862200" y="39975"/>
                </a:lnTo>
                <a:lnTo>
                  <a:pt x="863250" y="42075"/>
                </a:lnTo>
                <a:lnTo>
                  <a:pt x="863250" y="42225"/>
                </a:lnTo>
                <a:lnTo>
                  <a:pt x="863475" y="42675"/>
                </a:lnTo>
                <a:lnTo>
                  <a:pt x="863550" y="42750"/>
                </a:lnTo>
                <a:lnTo>
                  <a:pt x="863550" y="42825"/>
                </a:lnTo>
                <a:lnTo>
                  <a:pt x="863625" y="42900"/>
                </a:lnTo>
                <a:lnTo>
                  <a:pt x="863625" y="43050"/>
                </a:lnTo>
                <a:lnTo>
                  <a:pt x="863925" y="43575"/>
                </a:lnTo>
                <a:lnTo>
                  <a:pt x="863925" y="43725"/>
                </a:lnTo>
                <a:lnTo>
                  <a:pt x="864075" y="43950"/>
                </a:lnTo>
                <a:lnTo>
                  <a:pt x="864225" y="44250"/>
                </a:lnTo>
                <a:lnTo>
                  <a:pt x="864225" y="44325"/>
                </a:lnTo>
                <a:lnTo>
                  <a:pt x="864375" y="44550"/>
                </a:lnTo>
                <a:lnTo>
                  <a:pt x="864450" y="44700"/>
                </a:lnTo>
                <a:lnTo>
                  <a:pt x="864450" y="44775"/>
                </a:lnTo>
                <a:lnTo>
                  <a:pt x="864675" y="45150"/>
                </a:lnTo>
                <a:lnTo>
                  <a:pt x="864675" y="45225"/>
                </a:lnTo>
                <a:lnTo>
                  <a:pt x="864900" y="45525"/>
                </a:lnTo>
                <a:lnTo>
                  <a:pt x="864900" y="45600"/>
                </a:lnTo>
                <a:lnTo>
                  <a:pt x="864975" y="45675"/>
                </a:lnTo>
                <a:lnTo>
                  <a:pt x="865050" y="45825"/>
                </a:lnTo>
                <a:lnTo>
                  <a:pt x="865050" y="45900"/>
                </a:lnTo>
                <a:lnTo>
                  <a:pt x="865275" y="46125"/>
                </a:lnTo>
                <a:lnTo>
                  <a:pt x="865275" y="46200"/>
                </a:lnTo>
                <a:lnTo>
                  <a:pt x="865500" y="46425"/>
                </a:lnTo>
                <a:lnTo>
                  <a:pt x="865500" y="46500"/>
                </a:lnTo>
                <a:lnTo>
                  <a:pt x="866025" y="47025"/>
                </a:lnTo>
                <a:lnTo>
                  <a:pt x="866100" y="47025"/>
                </a:lnTo>
                <a:lnTo>
                  <a:pt x="866100" y="47100"/>
                </a:lnTo>
                <a:lnTo>
                  <a:pt x="866175" y="47100"/>
                </a:lnTo>
                <a:lnTo>
                  <a:pt x="866325" y="47250"/>
                </a:lnTo>
                <a:lnTo>
                  <a:pt x="866400" y="47250"/>
                </a:lnTo>
                <a:lnTo>
                  <a:pt x="866475" y="47325"/>
                </a:lnTo>
                <a:lnTo>
                  <a:pt x="866550" y="47325"/>
                </a:lnTo>
                <a:lnTo>
                  <a:pt x="866775" y="47475"/>
                </a:lnTo>
                <a:lnTo>
                  <a:pt x="867000" y="47475"/>
                </a:lnTo>
                <a:lnTo>
                  <a:pt x="867000" y="47550"/>
                </a:lnTo>
                <a:lnTo>
                  <a:pt x="867375" y="47550"/>
                </a:lnTo>
                <a:lnTo>
                  <a:pt x="867450" y="47625"/>
                </a:lnTo>
                <a:lnTo>
                  <a:pt x="868125" y="47625"/>
                </a:lnTo>
                <a:lnTo>
                  <a:pt x="868050" y="52500"/>
                </a:lnTo>
                <a:lnTo>
                  <a:pt x="867150" y="52500"/>
                </a:lnTo>
                <a:lnTo>
                  <a:pt x="867150" y="52425"/>
                </a:lnTo>
                <a:lnTo>
                  <a:pt x="866475" y="52425"/>
                </a:lnTo>
                <a:lnTo>
                  <a:pt x="866325" y="52350"/>
                </a:lnTo>
                <a:lnTo>
                  <a:pt x="866025" y="52350"/>
                </a:lnTo>
                <a:lnTo>
                  <a:pt x="865875" y="52275"/>
                </a:lnTo>
                <a:lnTo>
                  <a:pt x="865650" y="52275"/>
                </a:lnTo>
                <a:lnTo>
                  <a:pt x="865575" y="52200"/>
                </a:lnTo>
                <a:lnTo>
                  <a:pt x="865425" y="52200"/>
                </a:lnTo>
                <a:lnTo>
                  <a:pt x="865275" y="52125"/>
                </a:lnTo>
                <a:lnTo>
                  <a:pt x="865050" y="52125"/>
                </a:lnTo>
                <a:lnTo>
                  <a:pt x="864975" y="52050"/>
                </a:lnTo>
                <a:lnTo>
                  <a:pt x="864825" y="52050"/>
                </a:lnTo>
                <a:lnTo>
                  <a:pt x="864825" y="51975"/>
                </a:lnTo>
                <a:lnTo>
                  <a:pt x="864600" y="51975"/>
                </a:lnTo>
                <a:lnTo>
                  <a:pt x="864450" y="51900"/>
                </a:lnTo>
                <a:lnTo>
                  <a:pt x="864375" y="51900"/>
                </a:lnTo>
                <a:lnTo>
                  <a:pt x="864300" y="51825"/>
                </a:lnTo>
                <a:lnTo>
                  <a:pt x="864000" y="51750"/>
                </a:lnTo>
                <a:lnTo>
                  <a:pt x="864000" y="51675"/>
                </a:lnTo>
                <a:lnTo>
                  <a:pt x="863925" y="51675"/>
                </a:lnTo>
                <a:lnTo>
                  <a:pt x="863850" y="51600"/>
                </a:lnTo>
                <a:lnTo>
                  <a:pt x="863700" y="51600"/>
                </a:lnTo>
                <a:lnTo>
                  <a:pt x="863700" y="51525"/>
                </a:lnTo>
                <a:lnTo>
                  <a:pt x="863625" y="51525"/>
                </a:lnTo>
                <a:lnTo>
                  <a:pt x="863550" y="51450"/>
                </a:lnTo>
                <a:lnTo>
                  <a:pt x="863475" y="51450"/>
                </a:lnTo>
                <a:lnTo>
                  <a:pt x="863400" y="51375"/>
                </a:lnTo>
                <a:lnTo>
                  <a:pt x="863325" y="51375"/>
                </a:lnTo>
                <a:lnTo>
                  <a:pt x="863100" y="51225"/>
                </a:lnTo>
                <a:lnTo>
                  <a:pt x="863025" y="51225"/>
                </a:lnTo>
                <a:lnTo>
                  <a:pt x="863025" y="51150"/>
                </a:lnTo>
                <a:lnTo>
                  <a:pt x="862950" y="51150"/>
                </a:lnTo>
                <a:lnTo>
                  <a:pt x="862875" y="51075"/>
                </a:lnTo>
                <a:lnTo>
                  <a:pt x="862800" y="51075"/>
                </a:lnTo>
                <a:lnTo>
                  <a:pt x="862575" y="50850"/>
                </a:lnTo>
                <a:lnTo>
                  <a:pt x="862500" y="50850"/>
                </a:lnTo>
                <a:lnTo>
                  <a:pt x="862275" y="50625"/>
                </a:lnTo>
                <a:lnTo>
                  <a:pt x="862200" y="50625"/>
                </a:lnTo>
                <a:lnTo>
                  <a:pt x="861975" y="50400"/>
                </a:lnTo>
                <a:lnTo>
                  <a:pt x="861900" y="50400"/>
                </a:lnTo>
                <a:lnTo>
                  <a:pt x="861675" y="50175"/>
                </a:lnTo>
                <a:lnTo>
                  <a:pt x="861600" y="50025"/>
                </a:lnTo>
                <a:lnTo>
                  <a:pt x="861525" y="50025"/>
                </a:lnTo>
                <a:lnTo>
                  <a:pt x="861300" y="49800"/>
                </a:lnTo>
                <a:lnTo>
                  <a:pt x="861225" y="49650"/>
                </a:lnTo>
                <a:lnTo>
                  <a:pt x="861150" y="49650"/>
                </a:lnTo>
                <a:lnTo>
                  <a:pt x="861075" y="49575"/>
                </a:lnTo>
                <a:lnTo>
                  <a:pt x="861075" y="49500"/>
                </a:lnTo>
                <a:lnTo>
                  <a:pt x="861000" y="49425"/>
                </a:lnTo>
                <a:lnTo>
                  <a:pt x="860925" y="49425"/>
                </a:lnTo>
                <a:lnTo>
                  <a:pt x="860775" y="49200"/>
                </a:lnTo>
                <a:lnTo>
                  <a:pt x="860775" y="49125"/>
                </a:lnTo>
                <a:lnTo>
                  <a:pt x="860700" y="49125"/>
                </a:lnTo>
                <a:lnTo>
                  <a:pt x="860625" y="49050"/>
                </a:lnTo>
                <a:lnTo>
                  <a:pt x="860625" y="48975"/>
                </a:lnTo>
                <a:lnTo>
                  <a:pt x="860475" y="48750"/>
                </a:lnTo>
                <a:lnTo>
                  <a:pt x="860250" y="48525"/>
                </a:lnTo>
                <a:lnTo>
                  <a:pt x="860250" y="48450"/>
                </a:lnTo>
                <a:lnTo>
                  <a:pt x="859950" y="48000"/>
                </a:lnTo>
                <a:lnTo>
                  <a:pt x="859950" y="47925"/>
                </a:lnTo>
                <a:lnTo>
                  <a:pt x="859875" y="47850"/>
                </a:lnTo>
                <a:lnTo>
                  <a:pt x="859800" y="47850"/>
                </a:lnTo>
                <a:lnTo>
                  <a:pt x="859800" y="47700"/>
                </a:lnTo>
                <a:lnTo>
                  <a:pt x="859725" y="47700"/>
                </a:lnTo>
                <a:lnTo>
                  <a:pt x="859725" y="47550"/>
                </a:lnTo>
                <a:lnTo>
                  <a:pt x="859650" y="47550"/>
                </a:lnTo>
                <a:lnTo>
                  <a:pt x="859650" y="47400"/>
                </a:lnTo>
                <a:lnTo>
                  <a:pt x="859575" y="47400"/>
                </a:lnTo>
                <a:lnTo>
                  <a:pt x="859575" y="47250"/>
                </a:lnTo>
                <a:lnTo>
                  <a:pt x="859500" y="47250"/>
                </a:lnTo>
                <a:lnTo>
                  <a:pt x="859500" y="47175"/>
                </a:lnTo>
                <a:lnTo>
                  <a:pt x="859425" y="47175"/>
                </a:lnTo>
                <a:lnTo>
                  <a:pt x="859425" y="47025"/>
                </a:lnTo>
                <a:lnTo>
                  <a:pt x="859350" y="47025"/>
                </a:lnTo>
                <a:lnTo>
                  <a:pt x="859350" y="46875"/>
                </a:lnTo>
                <a:lnTo>
                  <a:pt x="859275" y="46875"/>
                </a:lnTo>
                <a:lnTo>
                  <a:pt x="859275" y="46725"/>
                </a:lnTo>
                <a:lnTo>
                  <a:pt x="859125" y="46500"/>
                </a:lnTo>
                <a:lnTo>
                  <a:pt x="859125" y="46425"/>
                </a:lnTo>
                <a:lnTo>
                  <a:pt x="859050" y="46350"/>
                </a:lnTo>
                <a:lnTo>
                  <a:pt x="858750" y="45750"/>
                </a:lnTo>
                <a:lnTo>
                  <a:pt x="858750" y="45600"/>
                </a:lnTo>
                <a:lnTo>
                  <a:pt x="858675" y="45525"/>
                </a:lnTo>
                <a:lnTo>
                  <a:pt x="858375" y="44925"/>
                </a:lnTo>
                <a:lnTo>
                  <a:pt x="858375" y="44775"/>
                </a:lnTo>
                <a:lnTo>
                  <a:pt x="858300" y="44700"/>
                </a:lnTo>
                <a:lnTo>
                  <a:pt x="858000" y="44100"/>
                </a:lnTo>
                <a:lnTo>
                  <a:pt x="858000" y="43950"/>
                </a:lnTo>
                <a:lnTo>
                  <a:pt x="857925" y="43875"/>
                </a:lnTo>
                <a:lnTo>
                  <a:pt x="857625" y="43275"/>
                </a:lnTo>
                <a:lnTo>
                  <a:pt x="857625" y="43200"/>
                </a:lnTo>
                <a:lnTo>
                  <a:pt x="857325" y="42600"/>
                </a:lnTo>
                <a:lnTo>
                  <a:pt x="857250" y="42525"/>
                </a:lnTo>
                <a:lnTo>
                  <a:pt x="857250" y="42450"/>
                </a:lnTo>
                <a:lnTo>
                  <a:pt x="857175" y="42375"/>
                </a:lnTo>
                <a:lnTo>
                  <a:pt x="857175" y="42225"/>
                </a:lnTo>
                <a:lnTo>
                  <a:pt x="857100" y="42225"/>
                </a:lnTo>
                <a:lnTo>
                  <a:pt x="857100" y="42075"/>
                </a:lnTo>
                <a:lnTo>
                  <a:pt x="857025" y="42075"/>
                </a:lnTo>
                <a:lnTo>
                  <a:pt x="857025" y="41925"/>
                </a:lnTo>
                <a:lnTo>
                  <a:pt x="856950" y="41850"/>
                </a:lnTo>
                <a:lnTo>
                  <a:pt x="856950" y="41775"/>
                </a:lnTo>
                <a:lnTo>
                  <a:pt x="856875" y="41700"/>
                </a:lnTo>
                <a:lnTo>
                  <a:pt x="856875" y="41625"/>
                </a:lnTo>
                <a:lnTo>
                  <a:pt x="856800" y="41550"/>
                </a:lnTo>
                <a:lnTo>
                  <a:pt x="856800" y="41475"/>
                </a:lnTo>
                <a:lnTo>
                  <a:pt x="856725" y="41400"/>
                </a:lnTo>
                <a:lnTo>
                  <a:pt x="856725" y="41325"/>
                </a:lnTo>
                <a:lnTo>
                  <a:pt x="856575" y="41100"/>
                </a:lnTo>
                <a:lnTo>
                  <a:pt x="856575" y="40950"/>
                </a:lnTo>
                <a:lnTo>
                  <a:pt x="856500" y="40875"/>
                </a:lnTo>
                <a:lnTo>
                  <a:pt x="856500" y="40800"/>
                </a:lnTo>
                <a:lnTo>
                  <a:pt x="856425" y="40725"/>
                </a:lnTo>
                <a:lnTo>
                  <a:pt x="856425" y="40650"/>
                </a:lnTo>
                <a:lnTo>
                  <a:pt x="856350" y="40575"/>
                </a:lnTo>
                <a:lnTo>
                  <a:pt x="856350" y="40500"/>
                </a:lnTo>
                <a:lnTo>
                  <a:pt x="856275" y="40425"/>
                </a:lnTo>
                <a:lnTo>
                  <a:pt x="856275" y="40350"/>
                </a:lnTo>
                <a:lnTo>
                  <a:pt x="856200" y="40275"/>
                </a:lnTo>
                <a:lnTo>
                  <a:pt x="856200" y="40200"/>
                </a:lnTo>
                <a:lnTo>
                  <a:pt x="856125" y="40125"/>
                </a:lnTo>
                <a:lnTo>
                  <a:pt x="856125" y="40050"/>
                </a:lnTo>
                <a:lnTo>
                  <a:pt x="856050" y="39975"/>
                </a:lnTo>
                <a:lnTo>
                  <a:pt x="855675" y="39225"/>
                </a:lnTo>
                <a:lnTo>
                  <a:pt x="855600" y="39225"/>
                </a:lnTo>
                <a:lnTo>
                  <a:pt x="855300" y="38625"/>
                </a:lnTo>
                <a:lnTo>
                  <a:pt x="855150" y="38475"/>
                </a:lnTo>
                <a:lnTo>
                  <a:pt x="855150" y="38400"/>
                </a:lnTo>
                <a:lnTo>
                  <a:pt x="855075" y="38325"/>
                </a:lnTo>
                <a:lnTo>
                  <a:pt x="855075" y="38250"/>
                </a:lnTo>
                <a:lnTo>
                  <a:pt x="854925" y="38100"/>
                </a:lnTo>
                <a:lnTo>
                  <a:pt x="854925" y="38025"/>
                </a:lnTo>
                <a:lnTo>
                  <a:pt x="854850" y="38025"/>
                </a:lnTo>
                <a:lnTo>
                  <a:pt x="854700" y="37725"/>
                </a:lnTo>
                <a:lnTo>
                  <a:pt x="854550" y="37650"/>
                </a:lnTo>
                <a:lnTo>
                  <a:pt x="854550" y="37500"/>
                </a:lnTo>
                <a:lnTo>
                  <a:pt x="854400" y="37425"/>
                </a:lnTo>
                <a:lnTo>
                  <a:pt x="854325" y="37275"/>
                </a:lnTo>
                <a:lnTo>
                  <a:pt x="854250" y="37275"/>
                </a:lnTo>
                <a:lnTo>
                  <a:pt x="854175" y="37125"/>
                </a:lnTo>
                <a:lnTo>
                  <a:pt x="854025" y="36975"/>
                </a:lnTo>
                <a:lnTo>
                  <a:pt x="854025" y="36900"/>
                </a:lnTo>
                <a:lnTo>
                  <a:pt x="853950" y="36825"/>
                </a:lnTo>
                <a:lnTo>
                  <a:pt x="853875" y="36825"/>
                </a:lnTo>
                <a:lnTo>
                  <a:pt x="853800" y="36675"/>
                </a:lnTo>
                <a:lnTo>
                  <a:pt x="853650" y="36600"/>
                </a:lnTo>
                <a:lnTo>
                  <a:pt x="853650" y="52500"/>
                </a:lnTo>
                <a:lnTo>
                  <a:pt x="847950" y="52500"/>
                </a:lnTo>
                <a:lnTo>
                  <a:pt x="847950" y="36600"/>
                </a:lnTo>
                <a:lnTo>
                  <a:pt x="847800" y="36825"/>
                </a:lnTo>
                <a:lnTo>
                  <a:pt x="847725" y="36825"/>
                </a:lnTo>
                <a:lnTo>
                  <a:pt x="847650" y="36900"/>
                </a:lnTo>
                <a:lnTo>
                  <a:pt x="847650" y="36975"/>
                </a:lnTo>
                <a:lnTo>
                  <a:pt x="847500" y="37125"/>
                </a:lnTo>
                <a:lnTo>
                  <a:pt x="847425" y="37125"/>
                </a:lnTo>
                <a:lnTo>
                  <a:pt x="847275" y="37425"/>
                </a:lnTo>
                <a:lnTo>
                  <a:pt x="847125" y="37500"/>
                </a:lnTo>
                <a:lnTo>
                  <a:pt x="847125" y="37575"/>
                </a:lnTo>
                <a:lnTo>
                  <a:pt x="847050" y="37575"/>
                </a:lnTo>
                <a:lnTo>
                  <a:pt x="847050" y="37650"/>
                </a:lnTo>
                <a:lnTo>
                  <a:pt x="846975" y="37725"/>
                </a:lnTo>
                <a:lnTo>
                  <a:pt x="846825" y="38025"/>
                </a:lnTo>
                <a:lnTo>
                  <a:pt x="846750" y="38025"/>
                </a:lnTo>
                <a:lnTo>
                  <a:pt x="846675" y="38100"/>
                </a:lnTo>
                <a:lnTo>
                  <a:pt x="846675" y="38175"/>
                </a:lnTo>
                <a:lnTo>
                  <a:pt x="846600" y="38250"/>
                </a:lnTo>
                <a:lnTo>
                  <a:pt x="846600" y="38325"/>
                </a:lnTo>
                <a:lnTo>
                  <a:pt x="846450" y="38475"/>
                </a:lnTo>
                <a:lnTo>
                  <a:pt x="846450" y="38550"/>
                </a:lnTo>
                <a:lnTo>
                  <a:pt x="846375" y="38625"/>
                </a:lnTo>
                <a:lnTo>
                  <a:pt x="846225" y="38925"/>
                </a:lnTo>
                <a:lnTo>
                  <a:pt x="846150" y="38925"/>
                </a:lnTo>
                <a:lnTo>
                  <a:pt x="845625" y="39975"/>
                </a:lnTo>
                <a:lnTo>
                  <a:pt x="845550" y="40050"/>
                </a:lnTo>
                <a:lnTo>
                  <a:pt x="845550" y="40125"/>
                </a:lnTo>
                <a:lnTo>
                  <a:pt x="845475" y="40200"/>
                </a:lnTo>
                <a:lnTo>
                  <a:pt x="845475" y="40275"/>
                </a:lnTo>
                <a:lnTo>
                  <a:pt x="845400" y="40350"/>
                </a:lnTo>
                <a:lnTo>
                  <a:pt x="845400" y="40425"/>
                </a:lnTo>
                <a:lnTo>
                  <a:pt x="845325" y="40500"/>
                </a:lnTo>
                <a:lnTo>
                  <a:pt x="845325" y="40575"/>
                </a:lnTo>
                <a:lnTo>
                  <a:pt x="845250" y="40650"/>
                </a:lnTo>
                <a:lnTo>
                  <a:pt x="845250" y="40725"/>
                </a:lnTo>
                <a:lnTo>
                  <a:pt x="845175" y="40800"/>
                </a:lnTo>
                <a:lnTo>
                  <a:pt x="845175" y="40875"/>
                </a:lnTo>
                <a:lnTo>
                  <a:pt x="845100" y="40950"/>
                </a:lnTo>
                <a:lnTo>
                  <a:pt x="845100" y="41025"/>
                </a:lnTo>
                <a:lnTo>
                  <a:pt x="845025" y="41100"/>
                </a:lnTo>
                <a:lnTo>
                  <a:pt x="845025" y="41175"/>
                </a:lnTo>
                <a:lnTo>
                  <a:pt x="844950" y="41250"/>
                </a:lnTo>
                <a:lnTo>
                  <a:pt x="844950" y="41325"/>
                </a:lnTo>
                <a:lnTo>
                  <a:pt x="844875" y="41400"/>
                </a:lnTo>
                <a:lnTo>
                  <a:pt x="844875" y="41475"/>
                </a:lnTo>
                <a:lnTo>
                  <a:pt x="844800" y="41550"/>
                </a:lnTo>
                <a:lnTo>
                  <a:pt x="844800" y="41700"/>
                </a:lnTo>
                <a:lnTo>
                  <a:pt x="844725" y="41700"/>
                </a:lnTo>
                <a:lnTo>
                  <a:pt x="844725" y="41850"/>
                </a:lnTo>
                <a:lnTo>
                  <a:pt x="844650" y="41850"/>
                </a:lnTo>
                <a:lnTo>
                  <a:pt x="844650" y="42000"/>
                </a:lnTo>
                <a:lnTo>
                  <a:pt x="844575" y="42075"/>
                </a:lnTo>
                <a:lnTo>
                  <a:pt x="844575" y="42150"/>
                </a:lnTo>
                <a:lnTo>
                  <a:pt x="844500" y="42150"/>
                </a:lnTo>
                <a:lnTo>
                  <a:pt x="844500" y="42300"/>
                </a:lnTo>
                <a:lnTo>
                  <a:pt x="844425" y="42375"/>
                </a:lnTo>
                <a:lnTo>
                  <a:pt x="844425" y="42450"/>
                </a:lnTo>
                <a:lnTo>
                  <a:pt x="844350" y="42525"/>
                </a:lnTo>
                <a:lnTo>
                  <a:pt x="844350" y="42600"/>
                </a:lnTo>
                <a:lnTo>
                  <a:pt x="844050" y="43200"/>
                </a:lnTo>
                <a:lnTo>
                  <a:pt x="843975" y="43275"/>
                </a:lnTo>
                <a:lnTo>
                  <a:pt x="843975" y="43425"/>
                </a:lnTo>
                <a:lnTo>
                  <a:pt x="843600" y="44100"/>
                </a:lnTo>
                <a:lnTo>
                  <a:pt x="843600" y="44250"/>
                </a:lnTo>
                <a:lnTo>
                  <a:pt x="843225" y="44925"/>
                </a:lnTo>
                <a:lnTo>
                  <a:pt x="843225" y="45075"/>
                </a:lnTo>
                <a:lnTo>
                  <a:pt x="843000" y="45525"/>
                </a:lnTo>
                <a:lnTo>
                  <a:pt x="842925" y="45600"/>
                </a:lnTo>
                <a:lnTo>
                  <a:pt x="842925" y="45675"/>
                </a:lnTo>
                <a:lnTo>
                  <a:pt x="842850" y="45750"/>
                </a:lnTo>
                <a:lnTo>
                  <a:pt x="842850" y="45900"/>
                </a:lnTo>
                <a:lnTo>
                  <a:pt x="842625" y="46350"/>
                </a:lnTo>
                <a:lnTo>
                  <a:pt x="842550" y="46425"/>
                </a:lnTo>
                <a:lnTo>
                  <a:pt x="842550" y="46500"/>
                </a:lnTo>
                <a:lnTo>
                  <a:pt x="842475" y="46575"/>
                </a:lnTo>
                <a:lnTo>
                  <a:pt x="842250" y="47025"/>
                </a:lnTo>
                <a:lnTo>
                  <a:pt x="842175" y="47100"/>
                </a:lnTo>
                <a:lnTo>
                  <a:pt x="842175" y="47175"/>
                </a:lnTo>
                <a:lnTo>
                  <a:pt x="842100" y="47250"/>
                </a:lnTo>
                <a:lnTo>
                  <a:pt x="842100" y="47325"/>
                </a:lnTo>
                <a:lnTo>
                  <a:pt x="842025" y="47400"/>
                </a:lnTo>
                <a:lnTo>
                  <a:pt x="841800" y="47850"/>
                </a:lnTo>
                <a:lnTo>
                  <a:pt x="841725" y="47925"/>
                </a:lnTo>
                <a:lnTo>
                  <a:pt x="841725" y="48000"/>
                </a:lnTo>
                <a:lnTo>
                  <a:pt x="841425" y="48450"/>
                </a:lnTo>
                <a:lnTo>
                  <a:pt x="841425" y="48525"/>
                </a:lnTo>
                <a:lnTo>
                  <a:pt x="841350" y="48525"/>
                </a:lnTo>
                <a:lnTo>
                  <a:pt x="841275" y="48600"/>
                </a:lnTo>
                <a:lnTo>
                  <a:pt x="841275" y="48675"/>
                </a:lnTo>
                <a:lnTo>
                  <a:pt x="841125" y="48900"/>
                </a:lnTo>
                <a:lnTo>
                  <a:pt x="840900" y="49125"/>
                </a:lnTo>
                <a:lnTo>
                  <a:pt x="840900" y="49200"/>
                </a:lnTo>
                <a:lnTo>
                  <a:pt x="840750" y="49425"/>
                </a:lnTo>
                <a:lnTo>
                  <a:pt x="840675" y="49425"/>
                </a:lnTo>
                <a:lnTo>
                  <a:pt x="840600" y="49500"/>
                </a:lnTo>
                <a:lnTo>
                  <a:pt x="840600" y="49575"/>
                </a:lnTo>
                <a:lnTo>
                  <a:pt x="840525" y="49650"/>
                </a:lnTo>
                <a:lnTo>
                  <a:pt x="840450" y="49650"/>
                </a:lnTo>
                <a:lnTo>
                  <a:pt x="840375" y="49800"/>
                </a:lnTo>
                <a:lnTo>
                  <a:pt x="840225" y="49875"/>
                </a:lnTo>
                <a:lnTo>
                  <a:pt x="840225" y="49950"/>
                </a:lnTo>
                <a:lnTo>
                  <a:pt x="840150" y="50025"/>
                </a:lnTo>
                <a:lnTo>
                  <a:pt x="840075" y="50025"/>
                </a:lnTo>
                <a:lnTo>
                  <a:pt x="840000" y="50175"/>
                </a:lnTo>
                <a:lnTo>
                  <a:pt x="839850" y="50250"/>
                </a:lnTo>
                <a:lnTo>
                  <a:pt x="839850" y="50325"/>
                </a:lnTo>
                <a:lnTo>
                  <a:pt x="839775" y="50400"/>
                </a:lnTo>
                <a:lnTo>
                  <a:pt x="839700" y="50400"/>
                </a:lnTo>
                <a:lnTo>
                  <a:pt x="839475" y="50625"/>
                </a:lnTo>
                <a:lnTo>
                  <a:pt x="839400" y="50625"/>
                </a:lnTo>
                <a:lnTo>
                  <a:pt x="839175" y="50850"/>
                </a:lnTo>
                <a:lnTo>
                  <a:pt x="839100" y="50850"/>
                </a:lnTo>
                <a:lnTo>
                  <a:pt x="838875" y="51075"/>
                </a:lnTo>
                <a:lnTo>
                  <a:pt x="838800" y="51075"/>
                </a:lnTo>
                <a:lnTo>
                  <a:pt x="838725" y="51150"/>
                </a:lnTo>
                <a:lnTo>
                  <a:pt x="838650" y="51150"/>
                </a:lnTo>
                <a:lnTo>
                  <a:pt x="838650" y="51225"/>
                </a:lnTo>
                <a:lnTo>
                  <a:pt x="838500" y="51225"/>
                </a:lnTo>
                <a:lnTo>
                  <a:pt x="838500" y="51300"/>
                </a:lnTo>
                <a:lnTo>
                  <a:pt x="837975" y="51525"/>
                </a:lnTo>
                <a:lnTo>
                  <a:pt x="837975" y="51600"/>
                </a:lnTo>
                <a:lnTo>
                  <a:pt x="837825" y="51600"/>
                </a:lnTo>
                <a:lnTo>
                  <a:pt x="837750" y="51675"/>
                </a:lnTo>
                <a:lnTo>
                  <a:pt x="837675" y="51675"/>
                </a:lnTo>
                <a:lnTo>
                  <a:pt x="837600" y="51750"/>
                </a:lnTo>
                <a:lnTo>
                  <a:pt x="837450" y="51825"/>
                </a:lnTo>
                <a:lnTo>
                  <a:pt x="837375" y="51825"/>
                </a:lnTo>
                <a:lnTo>
                  <a:pt x="837300" y="51900"/>
                </a:lnTo>
                <a:lnTo>
                  <a:pt x="837225" y="51900"/>
                </a:lnTo>
                <a:lnTo>
                  <a:pt x="837075" y="51975"/>
                </a:lnTo>
                <a:lnTo>
                  <a:pt x="836850" y="51975"/>
                </a:lnTo>
                <a:lnTo>
                  <a:pt x="836625" y="52125"/>
                </a:lnTo>
                <a:lnTo>
                  <a:pt x="836400" y="52125"/>
                </a:lnTo>
                <a:lnTo>
                  <a:pt x="836250" y="52200"/>
                </a:lnTo>
                <a:lnTo>
                  <a:pt x="836025" y="52200"/>
                </a:lnTo>
                <a:lnTo>
                  <a:pt x="836025" y="52275"/>
                </a:lnTo>
                <a:lnTo>
                  <a:pt x="835800" y="52275"/>
                </a:lnTo>
                <a:lnTo>
                  <a:pt x="835650" y="52350"/>
                </a:lnTo>
                <a:lnTo>
                  <a:pt x="835350" y="52350"/>
                </a:lnTo>
                <a:lnTo>
                  <a:pt x="835200" y="52425"/>
                </a:lnTo>
                <a:lnTo>
                  <a:pt x="834525" y="52425"/>
                </a:lnTo>
                <a:lnTo>
                  <a:pt x="834525" y="52500"/>
                </a:lnTo>
                <a:lnTo>
                  <a:pt x="833625" y="52500"/>
                </a:lnTo>
                <a:close/>
                <a:moveTo>
                  <a:pt x="877425" y="14250"/>
                </a:moveTo>
                <a:lnTo>
                  <a:pt x="877425" y="15375"/>
                </a:lnTo>
                <a:lnTo>
                  <a:pt x="877500" y="15600"/>
                </a:lnTo>
                <a:lnTo>
                  <a:pt x="877500" y="16125"/>
                </a:lnTo>
                <a:lnTo>
                  <a:pt x="877575" y="16350"/>
                </a:lnTo>
                <a:lnTo>
                  <a:pt x="877575" y="16725"/>
                </a:lnTo>
                <a:lnTo>
                  <a:pt x="877650" y="16875"/>
                </a:lnTo>
                <a:lnTo>
                  <a:pt x="877650" y="17250"/>
                </a:lnTo>
                <a:lnTo>
                  <a:pt x="877725" y="17400"/>
                </a:lnTo>
                <a:lnTo>
                  <a:pt x="877800" y="17925"/>
                </a:lnTo>
                <a:lnTo>
                  <a:pt x="877875" y="18075"/>
                </a:lnTo>
                <a:lnTo>
                  <a:pt x="877875" y="18300"/>
                </a:lnTo>
                <a:lnTo>
                  <a:pt x="878025" y="18600"/>
                </a:lnTo>
                <a:lnTo>
                  <a:pt x="878025" y="18750"/>
                </a:lnTo>
                <a:lnTo>
                  <a:pt x="878175" y="19125"/>
                </a:lnTo>
                <a:lnTo>
                  <a:pt x="878175" y="19275"/>
                </a:lnTo>
                <a:lnTo>
                  <a:pt x="878325" y="19575"/>
                </a:lnTo>
                <a:lnTo>
                  <a:pt x="878325" y="19800"/>
                </a:lnTo>
                <a:lnTo>
                  <a:pt x="878700" y="20550"/>
                </a:lnTo>
                <a:lnTo>
                  <a:pt x="878850" y="20925"/>
                </a:lnTo>
                <a:lnTo>
                  <a:pt x="878850" y="21075"/>
                </a:lnTo>
                <a:lnTo>
                  <a:pt x="879000" y="21375"/>
                </a:lnTo>
                <a:lnTo>
                  <a:pt x="879150" y="21525"/>
                </a:lnTo>
                <a:lnTo>
                  <a:pt x="879675" y="22650"/>
                </a:lnTo>
                <a:lnTo>
                  <a:pt x="879825" y="22800"/>
                </a:lnTo>
                <a:lnTo>
                  <a:pt x="880050" y="23250"/>
                </a:lnTo>
                <a:lnTo>
                  <a:pt x="880200" y="23400"/>
                </a:lnTo>
                <a:lnTo>
                  <a:pt x="880350" y="23700"/>
                </a:lnTo>
                <a:lnTo>
                  <a:pt x="880725" y="24150"/>
                </a:lnTo>
                <a:lnTo>
                  <a:pt x="880875" y="24450"/>
                </a:lnTo>
                <a:lnTo>
                  <a:pt x="881025" y="24600"/>
                </a:lnTo>
                <a:lnTo>
                  <a:pt x="881250" y="24975"/>
                </a:lnTo>
                <a:lnTo>
                  <a:pt x="881400" y="25125"/>
                </a:lnTo>
                <a:lnTo>
                  <a:pt x="881700" y="25575"/>
                </a:lnTo>
                <a:lnTo>
                  <a:pt x="882000" y="25875"/>
                </a:lnTo>
                <a:lnTo>
                  <a:pt x="882075" y="26025"/>
                </a:lnTo>
                <a:lnTo>
                  <a:pt x="882525" y="26475"/>
                </a:lnTo>
                <a:lnTo>
                  <a:pt x="882600" y="26625"/>
                </a:lnTo>
                <a:lnTo>
                  <a:pt x="883650" y="27675"/>
                </a:lnTo>
                <a:lnTo>
                  <a:pt x="883725" y="27825"/>
                </a:lnTo>
                <a:lnTo>
                  <a:pt x="884175" y="28275"/>
                </a:lnTo>
                <a:lnTo>
                  <a:pt x="884400" y="28425"/>
                </a:lnTo>
                <a:lnTo>
                  <a:pt x="885450" y="29475"/>
                </a:lnTo>
                <a:lnTo>
                  <a:pt x="885675" y="29625"/>
                </a:lnTo>
                <a:lnTo>
                  <a:pt x="886125" y="30075"/>
                </a:lnTo>
                <a:lnTo>
                  <a:pt x="886350" y="30225"/>
                </a:lnTo>
                <a:lnTo>
                  <a:pt x="886650" y="30525"/>
                </a:lnTo>
                <a:lnTo>
                  <a:pt x="886875" y="30675"/>
                </a:lnTo>
                <a:lnTo>
                  <a:pt x="887175" y="30975"/>
                </a:lnTo>
                <a:lnTo>
                  <a:pt x="887775" y="31425"/>
                </a:lnTo>
                <a:lnTo>
                  <a:pt x="888000" y="31650"/>
                </a:lnTo>
                <a:lnTo>
                  <a:pt x="888225" y="31950"/>
                </a:lnTo>
                <a:lnTo>
                  <a:pt x="888525" y="32550"/>
                </a:lnTo>
                <a:lnTo>
                  <a:pt x="888675" y="33225"/>
                </a:lnTo>
                <a:lnTo>
                  <a:pt x="888675" y="33525"/>
                </a:lnTo>
                <a:lnTo>
                  <a:pt x="888525" y="34200"/>
                </a:lnTo>
                <a:lnTo>
                  <a:pt x="888225" y="34800"/>
                </a:lnTo>
                <a:lnTo>
                  <a:pt x="888000" y="35100"/>
                </a:lnTo>
                <a:lnTo>
                  <a:pt x="887775" y="35325"/>
                </a:lnTo>
                <a:lnTo>
                  <a:pt x="887550" y="35475"/>
                </a:lnTo>
                <a:lnTo>
                  <a:pt x="887400" y="35625"/>
                </a:lnTo>
                <a:lnTo>
                  <a:pt x="887175" y="35775"/>
                </a:lnTo>
                <a:lnTo>
                  <a:pt x="886875" y="36075"/>
                </a:lnTo>
                <a:lnTo>
                  <a:pt x="886650" y="36225"/>
                </a:lnTo>
                <a:lnTo>
                  <a:pt x="886350" y="36525"/>
                </a:lnTo>
                <a:lnTo>
                  <a:pt x="886125" y="36675"/>
                </a:lnTo>
                <a:lnTo>
                  <a:pt x="885675" y="37125"/>
                </a:lnTo>
                <a:lnTo>
                  <a:pt x="885450" y="37275"/>
                </a:lnTo>
                <a:lnTo>
                  <a:pt x="884400" y="38325"/>
                </a:lnTo>
                <a:lnTo>
                  <a:pt x="884175" y="38475"/>
                </a:lnTo>
                <a:lnTo>
                  <a:pt x="883725" y="38925"/>
                </a:lnTo>
                <a:lnTo>
                  <a:pt x="883650" y="39075"/>
                </a:lnTo>
                <a:lnTo>
                  <a:pt x="882600" y="40125"/>
                </a:lnTo>
                <a:lnTo>
                  <a:pt x="882525" y="40275"/>
                </a:lnTo>
                <a:lnTo>
                  <a:pt x="882075" y="40725"/>
                </a:lnTo>
                <a:lnTo>
                  <a:pt x="882000" y="40875"/>
                </a:lnTo>
                <a:lnTo>
                  <a:pt x="881700" y="41175"/>
                </a:lnTo>
                <a:lnTo>
                  <a:pt x="881625" y="41325"/>
                </a:lnTo>
                <a:lnTo>
                  <a:pt x="881250" y="41775"/>
                </a:lnTo>
                <a:lnTo>
                  <a:pt x="881025" y="42150"/>
                </a:lnTo>
                <a:lnTo>
                  <a:pt x="880875" y="42300"/>
                </a:lnTo>
                <a:lnTo>
                  <a:pt x="880725" y="42600"/>
                </a:lnTo>
                <a:lnTo>
                  <a:pt x="880575" y="42750"/>
                </a:lnTo>
                <a:lnTo>
                  <a:pt x="880500" y="42900"/>
                </a:lnTo>
                <a:lnTo>
                  <a:pt x="880350" y="43050"/>
                </a:lnTo>
                <a:lnTo>
                  <a:pt x="880200" y="43350"/>
                </a:lnTo>
                <a:lnTo>
                  <a:pt x="880050" y="43500"/>
                </a:lnTo>
                <a:lnTo>
                  <a:pt x="879825" y="43950"/>
                </a:lnTo>
                <a:lnTo>
                  <a:pt x="879675" y="44100"/>
                </a:lnTo>
                <a:lnTo>
                  <a:pt x="879150" y="45225"/>
                </a:lnTo>
                <a:lnTo>
                  <a:pt x="879000" y="45375"/>
                </a:lnTo>
                <a:lnTo>
                  <a:pt x="878850" y="45675"/>
                </a:lnTo>
                <a:lnTo>
                  <a:pt x="878850" y="45825"/>
                </a:lnTo>
                <a:lnTo>
                  <a:pt x="878700" y="46200"/>
                </a:lnTo>
                <a:lnTo>
                  <a:pt x="878325" y="46950"/>
                </a:lnTo>
                <a:lnTo>
                  <a:pt x="878325" y="47175"/>
                </a:lnTo>
                <a:lnTo>
                  <a:pt x="878175" y="47475"/>
                </a:lnTo>
                <a:lnTo>
                  <a:pt x="878175" y="47625"/>
                </a:lnTo>
                <a:lnTo>
                  <a:pt x="878025" y="48000"/>
                </a:lnTo>
                <a:lnTo>
                  <a:pt x="878025" y="48150"/>
                </a:lnTo>
                <a:lnTo>
                  <a:pt x="877875" y="48450"/>
                </a:lnTo>
                <a:lnTo>
                  <a:pt x="877875" y="48675"/>
                </a:lnTo>
                <a:lnTo>
                  <a:pt x="877800" y="48825"/>
                </a:lnTo>
                <a:lnTo>
                  <a:pt x="877725" y="49350"/>
                </a:lnTo>
                <a:lnTo>
                  <a:pt x="877650" y="49500"/>
                </a:lnTo>
                <a:lnTo>
                  <a:pt x="877650" y="49875"/>
                </a:lnTo>
                <a:lnTo>
                  <a:pt x="877575" y="50025"/>
                </a:lnTo>
                <a:lnTo>
                  <a:pt x="877575" y="50400"/>
                </a:lnTo>
                <a:lnTo>
                  <a:pt x="877500" y="50625"/>
                </a:lnTo>
                <a:lnTo>
                  <a:pt x="877500" y="51150"/>
                </a:lnTo>
                <a:lnTo>
                  <a:pt x="877425" y="51375"/>
                </a:lnTo>
                <a:lnTo>
                  <a:pt x="877425" y="52500"/>
                </a:lnTo>
                <a:lnTo>
                  <a:pt x="871725" y="52500"/>
                </a:lnTo>
                <a:lnTo>
                  <a:pt x="871725" y="51225"/>
                </a:lnTo>
                <a:lnTo>
                  <a:pt x="871800" y="51075"/>
                </a:lnTo>
                <a:lnTo>
                  <a:pt x="871800" y="50325"/>
                </a:lnTo>
                <a:lnTo>
                  <a:pt x="871875" y="50100"/>
                </a:lnTo>
                <a:lnTo>
                  <a:pt x="871875" y="49650"/>
                </a:lnTo>
                <a:lnTo>
                  <a:pt x="871950" y="49575"/>
                </a:lnTo>
                <a:lnTo>
                  <a:pt x="871950" y="49125"/>
                </a:lnTo>
                <a:lnTo>
                  <a:pt x="872025" y="48900"/>
                </a:lnTo>
                <a:lnTo>
                  <a:pt x="872025" y="48675"/>
                </a:lnTo>
                <a:lnTo>
                  <a:pt x="872175" y="48225"/>
                </a:lnTo>
                <a:lnTo>
                  <a:pt x="872175" y="48000"/>
                </a:lnTo>
                <a:lnTo>
                  <a:pt x="872325" y="47550"/>
                </a:lnTo>
                <a:lnTo>
                  <a:pt x="872325" y="47325"/>
                </a:lnTo>
                <a:lnTo>
                  <a:pt x="872550" y="46650"/>
                </a:lnTo>
                <a:lnTo>
                  <a:pt x="872550" y="46425"/>
                </a:lnTo>
                <a:lnTo>
                  <a:pt x="872625" y="46425"/>
                </a:lnTo>
                <a:lnTo>
                  <a:pt x="872625" y="46200"/>
                </a:lnTo>
                <a:lnTo>
                  <a:pt x="873150" y="44700"/>
                </a:lnTo>
                <a:lnTo>
                  <a:pt x="873225" y="44700"/>
                </a:lnTo>
                <a:lnTo>
                  <a:pt x="873600" y="43650"/>
                </a:lnTo>
                <a:lnTo>
                  <a:pt x="873675" y="43650"/>
                </a:lnTo>
                <a:lnTo>
                  <a:pt x="873825" y="43275"/>
                </a:lnTo>
                <a:lnTo>
                  <a:pt x="873825" y="43200"/>
                </a:lnTo>
                <a:lnTo>
                  <a:pt x="874050" y="42825"/>
                </a:lnTo>
                <a:lnTo>
                  <a:pt x="874200" y="42450"/>
                </a:lnTo>
                <a:lnTo>
                  <a:pt x="874275" y="42450"/>
                </a:lnTo>
                <a:lnTo>
                  <a:pt x="874425" y="42075"/>
                </a:lnTo>
                <a:lnTo>
                  <a:pt x="874425" y="42000"/>
                </a:lnTo>
                <a:lnTo>
                  <a:pt x="874575" y="41850"/>
                </a:lnTo>
                <a:lnTo>
                  <a:pt x="874650" y="41625"/>
                </a:lnTo>
                <a:lnTo>
                  <a:pt x="874800" y="41475"/>
                </a:lnTo>
                <a:lnTo>
                  <a:pt x="874800" y="41400"/>
                </a:lnTo>
                <a:lnTo>
                  <a:pt x="874875" y="41250"/>
                </a:lnTo>
                <a:lnTo>
                  <a:pt x="874950" y="41250"/>
                </a:lnTo>
                <a:lnTo>
                  <a:pt x="875025" y="41025"/>
                </a:lnTo>
                <a:lnTo>
                  <a:pt x="875175" y="40875"/>
                </a:lnTo>
                <a:lnTo>
                  <a:pt x="875250" y="40650"/>
                </a:lnTo>
                <a:lnTo>
                  <a:pt x="875400" y="40500"/>
                </a:lnTo>
                <a:lnTo>
                  <a:pt x="875550" y="40275"/>
                </a:lnTo>
                <a:lnTo>
                  <a:pt x="875625" y="40125"/>
                </a:lnTo>
                <a:lnTo>
                  <a:pt x="875625" y="40050"/>
                </a:lnTo>
                <a:lnTo>
                  <a:pt x="875925" y="39750"/>
                </a:lnTo>
                <a:lnTo>
                  <a:pt x="875925" y="39675"/>
                </a:lnTo>
                <a:lnTo>
                  <a:pt x="876075" y="39525"/>
                </a:lnTo>
                <a:lnTo>
                  <a:pt x="876150" y="39375"/>
                </a:lnTo>
                <a:lnTo>
                  <a:pt x="876150" y="39300"/>
                </a:lnTo>
                <a:lnTo>
                  <a:pt x="876450" y="39000"/>
                </a:lnTo>
                <a:lnTo>
                  <a:pt x="876450" y="38925"/>
                </a:lnTo>
                <a:lnTo>
                  <a:pt x="876750" y="38625"/>
                </a:lnTo>
                <a:lnTo>
                  <a:pt x="876900" y="38400"/>
                </a:lnTo>
                <a:lnTo>
                  <a:pt x="877050" y="38250"/>
                </a:lnTo>
                <a:lnTo>
                  <a:pt x="877275" y="37875"/>
                </a:lnTo>
                <a:lnTo>
                  <a:pt x="877350" y="37875"/>
                </a:lnTo>
                <a:lnTo>
                  <a:pt x="877425" y="37725"/>
                </a:lnTo>
                <a:lnTo>
                  <a:pt x="877500" y="37725"/>
                </a:lnTo>
                <a:lnTo>
                  <a:pt x="877575" y="37500"/>
                </a:lnTo>
                <a:lnTo>
                  <a:pt x="877650" y="37500"/>
                </a:lnTo>
                <a:lnTo>
                  <a:pt x="877725" y="37350"/>
                </a:lnTo>
                <a:lnTo>
                  <a:pt x="877800" y="37350"/>
                </a:lnTo>
                <a:lnTo>
                  <a:pt x="877950" y="37200"/>
                </a:lnTo>
                <a:lnTo>
                  <a:pt x="877950" y="37125"/>
                </a:lnTo>
                <a:lnTo>
                  <a:pt x="878400" y="36675"/>
                </a:lnTo>
                <a:lnTo>
                  <a:pt x="878400" y="36600"/>
                </a:lnTo>
                <a:lnTo>
                  <a:pt x="878850" y="36150"/>
                </a:lnTo>
                <a:lnTo>
                  <a:pt x="878850" y="36075"/>
                </a:lnTo>
                <a:lnTo>
                  <a:pt x="879000" y="35925"/>
                </a:lnTo>
                <a:lnTo>
                  <a:pt x="879075" y="35925"/>
                </a:lnTo>
                <a:lnTo>
                  <a:pt x="879375" y="35625"/>
                </a:lnTo>
                <a:lnTo>
                  <a:pt x="879525" y="35400"/>
                </a:lnTo>
                <a:lnTo>
                  <a:pt x="879675" y="35250"/>
                </a:lnTo>
                <a:lnTo>
                  <a:pt x="879900" y="35100"/>
                </a:lnTo>
                <a:lnTo>
                  <a:pt x="880050" y="34950"/>
                </a:lnTo>
                <a:lnTo>
                  <a:pt x="880050" y="34875"/>
                </a:lnTo>
                <a:lnTo>
                  <a:pt x="880350" y="34575"/>
                </a:lnTo>
                <a:lnTo>
                  <a:pt x="880425" y="34575"/>
                </a:lnTo>
                <a:lnTo>
                  <a:pt x="880725" y="34275"/>
                </a:lnTo>
                <a:lnTo>
                  <a:pt x="880725" y="34200"/>
                </a:lnTo>
                <a:lnTo>
                  <a:pt x="880950" y="34050"/>
                </a:lnTo>
                <a:lnTo>
                  <a:pt x="881250" y="33750"/>
                </a:lnTo>
                <a:lnTo>
                  <a:pt x="881475" y="33600"/>
                </a:lnTo>
                <a:lnTo>
                  <a:pt x="881625" y="33375"/>
                </a:lnTo>
                <a:lnTo>
                  <a:pt x="881475" y="33150"/>
                </a:lnTo>
                <a:lnTo>
                  <a:pt x="881250" y="33000"/>
                </a:lnTo>
                <a:lnTo>
                  <a:pt x="880950" y="32700"/>
                </a:lnTo>
                <a:lnTo>
                  <a:pt x="880725" y="32550"/>
                </a:lnTo>
                <a:lnTo>
                  <a:pt x="880725" y="32475"/>
                </a:lnTo>
                <a:lnTo>
                  <a:pt x="880425" y="32175"/>
                </a:lnTo>
                <a:lnTo>
                  <a:pt x="880350" y="32175"/>
                </a:lnTo>
                <a:lnTo>
                  <a:pt x="880050" y="31875"/>
                </a:lnTo>
                <a:lnTo>
                  <a:pt x="880050" y="31800"/>
                </a:lnTo>
                <a:lnTo>
                  <a:pt x="879900" y="31650"/>
                </a:lnTo>
                <a:lnTo>
                  <a:pt x="879675" y="31500"/>
                </a:lnTo>
                <a:lnTo>
                  <a:pt x="879525" y="31350"/>
                </a:lnTo>
                <a:lnTo>
                  <a:pt x="879375" y="31125"/>
                </a:lnTo>
                <a:lnTo>
                  <a:pt x="879075" y="30825"/>
                </a:lnTo>
                <a:lnTo>
                  <a:pt x="879000" y="30825"/>
                </a:lnTo>
                <a:lnTo>
                  <a:pt x="878850" y="30675"/>
                </a:lnTo>
                <a:lnTo>
                  <a:pt x="878850" y="30600"/>
                </a:lnTo>
                <a:lnTo>
                  <a:pt x="878400" y="30150"/>
                </a:lnTo>
                <a:lnTo>
                  <a:pt x="878400" y="30075"/>
                </a:lnTo>
                <a:lnTo>
                  <a:pt x="877950" y="29625"/>
                </a:lnTo>
                <a:lnTo>
                  <a:pt x="877950" y="29550"/>
                </a:lnTo>
                <a:lnTo>
                  <a:pt x="877800" y="29400"/>
                </a:lnTo>
                <a:lnTo>
                  <a:pt x="877725" y="29400"/>
                </a:lnTo>
                <a:lnTo>
                  <a:pt x="877650" y="29250"/>
                </a:lnTo>
                <a:lnTo>
                  <a:pt x="877575" y="29250"/>
                </a:lnTo>
                <a:lnTo>
                  <a:pt x="877500" y="29025"/>
                </a:lnTo>
                <a:lnTo>
                  <a:pt x="877425" y="29025"/>
                </a:lnTo>
                <a:lnTo>
                  <a:pt x="877350" y="28875"/>
                </a:lnTo>
                <a:lnTo>
                  <a:pt x="877275" y="28875"/>
                </a:lnTo>
                <a:lnTo>
                  <a:pt x="877050" y="28500"/>
                </a:lnTo>
                <a:lnTo>
                  <a:pt x="876900" y="28350"/>
                </a:lnTo>
                <a:lnTo>
                  <a:pt x="876750" y="28125"/>
                </a:lnTo>
                <a:lnTo>
                  <a:pt x="876450" y="27825"/>
                </a:lnTo>
                <a:lnTo>
                  <a:pt x="876450" y="27750"/>
                </a:lnTo>
                <a:lnTo>
                  <a:pt x="876150" y="27450"/>
                </a:lnTo>
                <a:lnTo>
                  <a:pt x="876150" y="27375"/>
                </a:lnTo>
                <a:lnTo>
                  <a:pt x="876075" y="27225"/>
                </a:lnTo>
                <a:lnTo>
                  <a:pt x="875925" y="27075"/>
                </a:lnTo>
                <a:lnTo>
                  <a:pt x="875925" y="27000"/>
                </a:lnTo>
                <a:lnTo>
                  <a:pt x="875625" y="26700"/>
                </a:lnTo>
                <a:lnTo>
                  <a:pt x="875625" y="26625"/>
                </a:lnTo>
                <a:lnTo>
                  <a:pt x="875550" y="26475"/>
                </a:lnTo>
                <a:lnTo>
                  <a:pt x="875400" y="26250"/>
                </a:lnTo>
                <a:lnTo>
                  <a:pt x="875250" y="26100"/>
                </a:lnTo>
                <a:lnTo>
                  <a:pt x="875175" y="25875"/>
                </a:lnTo>
                <a:lnTo>
                  <a:pt x="875025" y="25725"/>
                </a:lnTo>
                <a:lnTo>
                  <a:pt x="874950" y="25500"/>
                </a:lnTo>
                <a:lnTo>
                  <a:pt x="874875" y="25500"/>
                </a:lnTo>
                <a:lnTo>
                  <a:pt x="874800" y="25350"/>
                </a:lnTo>
                <a:lnTo>
                  <a:pt x="874800" y="25275"/>
                </a:lnTo>
                <a:lnTo>
                  <a:pt x="874650" y="25125"/>
                </a:lnTo>
                <a:lnTo>
                  <a:pt x="874575" y="24900"/>
                </a:lnTo>
                <a:lnTo>
                  <a:pt x="874425" y="24750"/>
                </a:lnTo>
                <a:lnTo>
                  <a:pt x="874425" y="24675"/>
                </a:lnTo>
                <a:lnTo>
                  <a:pt x="874275" y="24300"/>
                </a:lnTo>
                <a:lnTo>
                  <a:pt x="874200" y="24300"/>
                </a:lnTo>
                <a:lnTo>
                  <a:pt x="874125" y="24150"/>
                </a:lnTo>
                <a:lnTo>
                  <a:pt x="874125" y="24075"/>
                </a:lnTo>
                <a:lnTo>
                  <a:pt x="873825" y="23550"/>
                </a:lnTo>
                <a:lnTo>
                  <a:pt x="873825" y="23475"/>
                </a:lnTo>
                <a:lnTo>
                  <a:pt x="873675" y="23100"/>
                </a:lnTo>
                <a:lnTo>
                  <a:pt x="873600" y="23100"/>
                </a:lnTo>
                <a:lnTo>
                  <a:pt x="873225" y="22050"/>
                </a:lnTo>
                <a:lnTo>
                  <a:pt x="873150" y="22050"/>
                </a:lnTo>
                <a:lnTo>
                  <a:pt x="873000" y="21675"/>
                </a:lnTo>
                <a:lnTo>
                  <a:pt x="873000" y="21600"/>
                </a:lnTo>
                <a:lnTo>
                  <a:pt x="872625" y="20550"/>
                </a:lnTo>
                <a:lnTo>
                  <a:pt x="872625" y="20325"/>
                </a:lnTo>
                <a:lnTo>
                  <a:pt x="872550" y="20325"/>
                </a:lnTo>
                <a:lnTo>
                  <a:pt x="872550" y="20100"/>
                </a:lnTo>
                <a:lnTo>
                  <a:pt x="872325" y="19425"/>
                </a:lnTo>
                <a:lnTo>
                  <a:pt x="872325" y="19200"/>
                </a:lnTo>
                <a:lnTo>
                  <a:pt x="872175" y="18750"/>
                </a:lnTo>
                <a:lnTo>
                  <a:pt x="872175" y="18525"/>
                </a:lnTo>
                <a:lnTo>
                  <a:pt x="872025" y="18075"/>
                </a:lnTo>
                <a:lnTo>
                  <a:pt x="872025" y="17850"/>
                </a:lnTo>
                <a:lnTo>
                  <a:pt x="871950" y="17625"/>
                </a:lnTo>
                <a:lnTo>
                  <a:pt x="871950" y="17175"/>
                </a:lnTo>
                <a:lnTo>
                  <a:pt x="871875" y="17100"/>
                </a:lnTo>
                <a:lnTo>
                  <a:pt x="871875" y="16650"/>
                </a:lnTo>
                <a:lnTo>
                  <a:pt x="871800" y="16425"/>
                </a:lnTo>
                <a:lnTo>
                  <a:pt x="871800" y="15675"/>
                </a:lnTo>
                <a:lnTo>
                  <a:pt x="871725" y="15525"/>
                </a:lnTo>
                <a:lnTo>
                  <a:pt x="871725" y="14250"/>
                </a:lnTo>
                <a:close/>
                <a:moveTo>
                  <a:pt x="911700" y="66750"/>
                </a:moveTo>
                <a:lnTo>
                  <a:pt x="911700" y="26625"/>
                </a:lnTo>
                <a:lnTo>
                  <a:pt x="911775" y="26475"/>
                </a:lnTo>
                <a:lnTo>
                  <a:pt x="911775" y="25725"/>
                </a:lnTo>
                <a:lnTo>
                  <a:pt x="911850" y="25500"/>
                </a:lnTo>
                <a:lnTo>
                  <a:pt x="911850" y="25275"/>
                </a:lnTo>
                <a:lnTo>
                  <a:pt x="911925" y="25050"/>
                </a:lnTo>
                <a:lnTo>
                  <a:pt x="911925" y="24600"/>
                </a:lnTo>
                <a:lnTo>
                  <a:pt x="912000" y="24600"/>
                </a:lnTo>
                <a:lnTo>
                  <a:pt x="912000" y="24375"/>
                </a:lnTo>
                <a:lnTo>
                  <a:pt x="912075" y="24150"/>
                </a:lnTo>
                <a:lnTo>
                  <a:pt x="912075" y="23925"/>
                </a:lnTo>
                <a:lnTo>
                  <a:pt x="912150" y="23700"/>
                </a:lnTo>
                <a:lnTo>
                  <a:pt x="912150" y="23475"/>
                </a:lnTo>
                <a:lnTo>
                  <a:pt x="912225" y="23475"/>
                </a:lnTo>
                <a:lnTo>
                  <a:pt x="912225" y="23250"/>
                </a:lnTo>
                <a:lnTo>
                  <a:pt x="912450" y="22650"/>
                </a:lnTo>
                <a:lnTo>
                  <a:pt x="912450" y="22425"/>
                </a:lnTo>
                <a:lnTo>
                  <a:pt x="912525" y="22425"/>
                </a:lnTo>
                <a:lnTo>
                  <a:pt x="912525" y="22200"/>
                </a:lnTo>
                <a:lnTo>
                  <a:pt x="912600" y="22050"/>
                </a:lnTo>
                <a:lnTo>
                  <a:pt x="912600" y="21975"/>
                </a:lnTo>
                <a:lnTo>
                  <a:pt x="912750" y="21600"/>
                </a:lnTo>
                <a:lnTo>
                  <a:pt x="912900" y="21375"/>
                </a:lnTo>
                <a:lnTo>
                  <a:pt x="912900" y="21225"/>
                </a:lnTo>
                <a:lnTo>
                  <a:pt x="912975" y="21225"/>
                </a:lnTo>
                <a:lnTo>
                  <a:pt x="913050" y="21075"/>
                </a:lnTo>
                <a:lnTo>
                  <a:pt x="913125" y="20775"/>
                </a:lnTo>
                <a:lnTo>
                  <a:pt x="913275" y="20475"/>
                </a:lnTo>
                <a:lnTo>
                  <a:pt x="913350" y="20400"/>
                </a:lnTo>
                <a:lnTo>
                  <a:pt x="913500" y="20100"/>
                </a:lnTo>
                <a:lnTo>
                  <a:pt x="913500" y="20025"/>
                </a:lnTo>
                <a:lnTo>
                  <a:pt x="913650" y="19875"/>
                </a:lnTo>
                <a:lnTo>
                  <a:pt x="914025" y="19200"/>
                </a:lnTo>
                <a:lnTo>
                  <a:pt x="914100" y="19200"/>
                </a:lnTo>
                <a:lnTo>
                  <a:pt x="914175" y="19050"/>
                </a:lnTo>
                <a:lnTo>
                  <a:pt x="914175" y="18975"/>
                </a:lnTo>
                <a:lnTo>
                  <a:pt x="914325" y="18900"/>
                </a:lnTo>
                <a:lnTo>
                  <a:pt x="914325" y="18825"/>
                </a:lnTo>
                <a:lnTo>
                  <a:pt x="914400" y="18675"/>
                </a:lnTo>
                <a:lnTo>
                  <a:pt x="914475" y="18675"/>
                </a:lnTo>
                <a:lnTo>
                  <a:pt x="914775" y="18225"/>
                </a:lnTo>
                <a:lnTo>
                  <a:pt x="915825" y="17175"/>
                </a:lnTo>
                <a:lnTo>
                  <a:pt x="915900" y="17175"/>
                </a:lnTo>
                <a:lnTo>
                  <a:pt x="915975" y="17025"/>
                </a:lnTo>
                <a:lnTo>
                  <a:pt x="916050" y="17025"/>
                </a:lnTo>
                <a:lnTo>
                  <a:pt x="916200" y="16875"/>
                </a:lnTo>
                <a:lnTo>
                  <a:pt x="916350" y="16800"/>
                </a:lnTo>
                <a:lnTo>
                  <a:pt x="916350" y="16725"/>
                </a:lnTo>
                <a:lnTo>
                  <a:pt x="916500" y="16650"/>
                </a:lnTo>
                <a:lnTo>
                  <a:pt x="916575" y="16650"/>
                </a:lnTo>
                <a:lnTo>
                  <a:pt x="916650" y="16500"/>
                </a:lnTo>
                <a:lnTo>
                  <a:pt x="916725" y="16500"/>
                </a:lnTo>
                <a:lnTo>
                  <a:pt x="916875" y="16425"/>
                </a:lnTo>
                <a:lnTo>
                  <a:pt x="916875" y="16350"/>
                </a:lnTo>
                <a:lnTo>
                  <a:pt x="917025" y="16275"/>
                </a:lnTo>
                <a:lnTo>
                  <a:pt x="917100" y="16275"/>
                </a:lnTo>
                <a:lnTo>
                  <a:pt x="917250" y="16125"/>
                </a:lnTo>
                <a:lnTo>
                  <a:pt x="917550" y="15975"/>
                </a:lnTo>
                <a:lnTo>
                  <a:pt x="917625" y="15900"/>
                </a:lnTo>
                <a:lnTo>
                  <a:pt x="918150" y="15675"/>
                </a:lnTo>
                <a:lnTo>
                  <a:pt x="918150" y="15600"/>
                </a:lnTo>
                <a:lnTo>
                  <a:pt x="918300" y="15525"/>
                </a:lnTo>
                <a:lnTo>
                  <a:pt x="918600" y="15450"/>
                </a:lnTo>
                <a:lnTo>
                  <a:pt x="918675" y="15375"/>
                </a:lnTo>
                <a:lnTo>
                  <a:pt x="918975" y="15300"/>
                </a:lnTo>
                <a:lnTo>
                  <a:pt x="919125" y="15225"/>
                </a:lnTo>
                <a:lnTo>
                  <a:pt x="919125" y="15150"/>
                </a:lnTo>
                <a:lnTo>
                  <a:pt x="919350" y="15150"/>
                </a:lnTo>
                <a:lnTo>
                  <a:pt x="919350" y="15075"/>
                </a:lnTo>
                <a:lnTo>
                  <a:pt x="919500" y="15075"/>
                </a:lnTo>
                <a:lnTo>
                  <a:pt x="919575" y="15000"/>
                </a:lnTo>
                <a:lnTo>
                  <a:pt x="919725" y="15000"/>
                </a:lnTo>
                <a:lnTo>
                  <a:pt x="919800" y="14925"/>
                </a:lnTo>
                <a:lnTo>
                  <a:pt x="919950" y="14925"/>
                </a:lnTo>
                <a:lnTo>
                  <a:pt x="920550" y="14700"/>
                </a:lnTo>
                <a:lnTo>
                  <a:pt x="920775" y="14700"/>
                </a:lnTo>
                <a:lnTo>
                  <a:pt x="920850" y="14625"/>
                </a:lnTo>
                <a:lnTo>
                  <a:pt x="921075" y="14625"/>
                </a:lnTo>
                <a:lnTo>
                  <a:pt x="921225" y="14550"/>
                </a:lnTo>
                <a:lnTo>
                  <a:pt x="921450" y="14550"/>
                </a:lnTo>
                <a:lnTo>
                  <a:pt x="921675" y="14475"/>
                </a:lnTo>
                <a:lnTo>
                  <a:pt x="921900" y="14475"/>
                </a:lnTo>
                <a:lnTo>
                  <a:pt x="922125" y="14400"/>
                </a:lnTo>
                <a:lnTo>
                  <a:pt x="922350" y="14400"/>
                </a:lnTo>
                <a:lnTo>
                  <a:pt x="922575" y="14325"/>
                </a:lnTo>
                <a:lnTo>
                  <a:pt x="923250" y="14325"/>
                </a:lnTo>
                <a:lnTo>
                  <a:pt x="923475" y="14250"/>
                </a:lnTo>
                <a:lnTo>
                  <a:pt x="925575" y="14250"/>
                </a:lnTo>
                <a:lnTo>
                  <a:pt x="925800" y="14325"/>
                </a:lnTo>
                <a:lnTo>
                  <a:pt x="926325" y="14325"/>
                </a:lnTo>
                <a:lnTo>
                  <a:pt x="926550" y="14400"/>
                </a:lnTo>
                <a:lnTo>
                  <a:pt x="927075" y="14400"/>
                </a:lnTo>
                <a:lnTo>
                  <a:pt x="927300" y="14475"/>
                </a:lnTo>
                <a:lnTo>
                  <a:pt x="927525" y="14475"/>
                </a:lnTo>
                <a:lnTo>
                  <a:pt x="927750" y="14550"/>
                </a:lnTo>
                <a:lnTo>
                  <a:pt x="928050" y="14550"/>
                </a:lnTo>
                <a:lnTo>
                  <a:pt x="928275" y="14625"/>
                </a:lnTo>
                <a:lnTo>
                  <a:pt x="928500" y="14625"/>
                </a:lnTo>
                <a:lnTo>
                  <a:pt x="928575" y="14700"/>
                </a:lnTo>
                <a:lnTo>
                  <a:pt x="928800" y="14700"/>
                </a:lnTo>
                <a:lnTo>
                  <a:pt x="929250" y="14850"/>
                </a:lnTo>
                <a:lnTo>
                  <a:pt x="929550" y="14850"/>
                </a:lnTo>
                <a:lnTo>
                  <a:pt x="932175" y="15600"/>
                </a:lnTo>
                <a:lnTo>
                  <a:pt x="932700" y="15825"/>
                </a:lnTo>
                <a:lnTo>
                  <a:pt x="933450" y="16050"/>
                </a:lnTo>
                <a:lnTo>
                  <a:pt x="933525" y="16125"/>
                </a:lnTo>
                <a:lnTo>
                  <a:pt x="934050" y="16275"/>
                </a:lnTo>
                <a:lnTo>
                  <a:pt x="931800" y="21150"/>
                </a:lnTo>
                <a:lnTo>
                  <a:pt x="931575" y="21075"/>
                </a:lnTo>
                <a:lnTo>
                  <a:pt x="931350" y="20925"/>
                </a:lnTo>
                <a:lnTo>
                  <a:pt x="929625" y="20325"/>
                </a:lnTo>
                <a:lnTo>
                  <a:pt x="929400" y="20325"/>
                </a:lnTo>
                <a:lnTo>
                  <a:pt x="928725" y="20100"/>
                </a:lnTo>
                <a:lnTo>
                  <a:pt x="928575" y="20100"/>
                </a:lnTo>
                <a:lnTo>
                  <a:pt x="928125" y="19950"/>
                </a:lnTo>
                <a:lnTo>
                  <a:pt x="927975" y="19950"/>
                </a:lnTo>
                <a:lnTo>
                  <a:pt x="927750" y="19875"/>
                </a:lnTo>
                <a:lnTo>
                  <a:pt x="927525" y="19875"/>
                </a:lnTo>
                <a:lnTo>
                  <a:pt x="927375" y="19800"/>
                </a:lnTo>
                <a:lnTo>
                  <a:pt x="927150" y="19800"/>
                </a:lnTo>
                <a:lnTo>
                  <a:pt x="927000" y="19725"/>
                </a:lnTo>
                <a:lnTo>
                  <a:pt x="926775" y="19725"/>
                </a:lnTo>
                <a:lnTo>
                  <a:pt x="926625" y="19650"/>
                </a:lnTo>
                <a:lnTo>
                  <a:pt x="926250" y="19650"/>
                </a:lnTo>
                <a:lnTo>
                  <a:pt x="926100" y="19575"/>
                </a:lnTo>
                <a:lnTo>
                  <a:pt x="925575" y="19575"/>
                </a:lnTo>
                <a:lnTo>
                  <a:pt x="925425" y="19500"/>
                </a:lnTo>
                <a:lnTo>
                  <a:pt x="923700" y="19500"/>
                </a:lnTo>
                <a:lnTo>
                  <a:pt x="923550" y="19575"/>
                </a:lnTo>
                <a:lnTo>
                  <a:pt x="923025" y="19575"/>
                </a:lnTo>
                <a:lnTo>
                  <a:pt x="922875" y="19650"/>
                </a:lnTo>
                <a:lnTo>
                  <a:pt x="922650" y="19650"/>
                </a:lnTo>
                <a:lnTo>
                  <a:pt x="922500" y="19725"/>
                </a:lnTo>
                <a:lnTo>
                  <a:pt x="922275" y="19725"/>
                </a:lnTo>
                <a:lnTo>
                  <a:pt x="922125" y="19800"/>
                </a:lnTo>
                <a:lnTo>
                  <a:pt x="921900" y="19800"/>
                </a:lnTo>
                <a:lnTo>
                  <a:pt x="921825" y="19875"/>
                </a:lnTo>
                <a:lnTo>
                  <a:pt x="921675" y="19875"/>
                </a:lnTo>
                <a:lnTo>
                  <a:pt x="921600" y="19950"/>
                </a:lnTo>
                <a:lnTo>
                  <a:pt x="921450" y="19950"/>
                </a:lnTo>
                <a:lnTo>
                  <a:pt x="921375" y="20025"/>
                </a:lnTo>
                <a:lnTo>
                  <a:pt x="921300" y="20025"/>
                </a:lnTo>
                <a:lnTo>
                  <a:pt x="921075" y="20175"/>
                </a:lnTo>
                <a:lnTo>
                  <a:pt x="920775" y="20250"/>
                </a:lnTo>
                <a:lnTo>
                  <a:pt x="920550" y="20475"/>
                </a:lnTo>
                <a:lnTo>
                  <a:pt x="920400" y="20475"/>
                </a:lnTo>
                <a:lnTo>
                  <a:pt x="920250" y="20625"/>
                </a:lnTo>
                <a:lnTo>
                  <a:pt x="920175" y="20625"/>
                </a:lnTo>
                <a:lnTo>
                  <a:pt x="919650" y="21150"/>
                </a:lnTo>
                <a:lnTo>
                  <a:pt x="919575" y="21150"/>
                </a:lnTo>
                <a:lnTo>
                  <a:pt x="919350" y="21375"/>
                </a:lnTo>
                <a:lnTo>
                  <a:pt x="919275" y="21525"/>
                </a:lnTo>
                <a:lnTo>
                  <a:pt x="918900" y="21900"/>
                </a:lnTo>
                <a:lnTo>
                  <a:pt x="918900" y="21975"/>
                </a:lnTo>
                <a:lnTo>
                  <a:pt x="918825" y="22125"/>
                </a:lnTo>
                <a:lnTo>
                  <a:pt x="918675" y="22275"/>
                </a:lnTo>
                <a:lnTo>
                  <a:pt x="918600" y="22425"/>
                </a:lnTo>
                <a:lnTo>
                  <a:pt x="918600" y="22500"/>
                </a:lnTo>
                <a:lnTo>
                  <a:pt x="918375" y="22800"/>
                </a:lnTo>
                <a:lnTo>
                  <a:pt x="918375" y="22950"/>
                </a:lnTo>
                <a:lnTo>
                  <a:pt x="918150" y="23250"/>
                </a:lnTo>
                <a:lnTo>
                  <a:pt x="918150" y="23400"/>
                </a:lnTo>
                <a:lnTo>
                  <a:pt x="917925" y="23925"/>
                </a:lnTo>
                <a:lnTo>
                  <a:pt x="917925" y="24075"/>
                </a:lnTo>
                <a:lnTo>
                  <a:pt x="917775" y="24450"/>
                </a:lnTo>
                <a:lnTo>
                  <a:pt x="917775" y="24600"/>
                </a:lnTo>
                <a:lnTo>
                  <a:pt x="917700" y="24750"/>
                </a:lnTo>
                <a:lnTo>
                  <a:pt x="917700" y="24900"/>
                </a:lnTo>
                <a:lnTo>
                  <a:pt x="917625" y="25050"/>
                </a:lnTo>
                <a:lnTo>
                  <a:pt x="917625" y="25425"/>
                </a:lnTo>
                <a:lnTo>
                  <a:pt x="917550" y="25575"/>
                </a:lnTo>
                <a:lnTo>
                  <a:pt x="917550" y="25875"/>
                </a:lnTo>
                <a:lnTo>
                  <a:pt x="917475" y="26025"/>
                </a:lnTo>
                <a:lnTo>
                  <a:pt x="917475" y="26550"/>
                </a:lnTo>
                <a:lnTo>
                  <a:pt x="917400" y="26775"/>
                </a:lnTo>
                <a:lnTo>
                  <a:pt x="917400" y="66750"/>
                </a:lnTo>
                <a:close/>
                <a:moveTo>
                  <a:pt x="945000" y="14250"/>
                </a:moveTo>
                <a:lnTo>
                  <a:pt x="945000" y="52500"/>
                </a:lnTo>
                <a:lnTo>
                  <a:pt x="939300" y="52500"/>
                </a:lnTo>
                <a:lnTo>
                  <a:pt x="939300" y="14250"/>
                </a:lnTo>
                <a:close/>
                <a:moveTo>
                  <a:pt x="951300" y="66750"/>
                </a:moveTo>
                <a:lnTo>
                  <a:pt x="951300" y="26625"/>
                </a:lnTo>
                <a:lnTo>
                  <a:pt x="951375" y="26475"/>
                </a:lnTo>
                <a:lnTo>
                  <a:pt x="951375" y="25725"/>
                </a:lnTo>
                <a:lnTo>
                  <a:pt x="951450" y="25500"/>
                </a:lnTo>
                <a:lnTo>
                  <a:pt x="951450" y="25275"/>
                </a:lnTo>
                <a:lnTo>
                  <a:pt x="951525" y="25050"/>
                </a:lnTo>
                <a:lnTo>
                  <a:pt x="951525" y="24600"/>
                </a:lnTo>
                <a:lnTo>
                  <a:pt x="951600" y="24600"/>
                </a:lnTo>
                <a:lnTo>
                  <a:pt x="951600" y="24375"/>
                </a:lnTo>
                <a:lnTo>
                  <a:pt x="951675" y="24150"/>
                </a:lnTo>
                <a:lnTo>
                  <a:pt x="951675" y="23925"/>
                </a:lnTo>
                <a:lnTo>
                  <a:pt x="951750" y="23700"/>
                </a:lnTo>
                <a:lnTo>
                  <a:pt x="951750" y="23475"/>
                </a:lnTo>
                <a:lnTo>
                  <a:pt x="951825" y="23475"/>
                </a:lnTo>
                <a:lnTo>
                  <a:pt x="951825" y="23250"/>
                </a:lnTo>
                <a:lnTo>
                  <a:pt x="952050" y="22650"/>
                </a:lnTo>
                <a:lnTo>
                  <a:pt x="952050" y="22425"/>
                </a:lnTo>
                <a:lnTo>
                  <a:pt x="952125" y="22425"/>
                </a:lnTo>
                <a:lnTo>
                  <a:pt x="952125" y="22200"/>
                </a:lnTo>
                <a:lnTo>
                  <a:pt x="952200" y="22050"/>
                </a:lnTo>
                <a:lnTo>
                  <a:pt x="952200" y="21975"/>
                </a:lnTo>
                <a:lnTo>
                  <a:pt x="952350" y="21600"/>
                </a:lnTo>
                <a:lnTo>
                  <a:pt x="952500" y="21375"/>
                </a:lnTo>
                <a:lnTo>
                  <a:pt x="952500" y="21225"/>
                </a:lnTo>
                <a:lnTo>
                  <a:pt x="952575" y="21225"/>
                </a:lnTo>
                <a:lnTo>
                  <a:pt x="952650" y="21075"/>
                </a:lnTo>
                <a:lnTo>
                  <a:pt x="952725" y="20775"/>
                </a:lnTo>
                <a:lnTo>
                  <a:pt x="952875" y="20475"/>
                </a:lnTo>
                <a:lnTo>
                  <a:pt x="952950" y="20400"/>
                </a:lnTo>
                <a:lnTo>
                  <a:pt x="953100" y="20100"/>
                </a:lnTo>
                <a:lnTo>
                  <a:pt x="953100" y="20025"/>
                </a:lnTo>
                <a:lnTo>
                  <a:pt x="953250" y="19875"/>
                </a:lnTo>
                <a:lnTo>
                  <a:pt x="953625" y="19200"/>
                </a:lnTo>
                <a:lnTo>
                  <a:pt x="953700" y="19200"/>
                </a:lnTo>
                <a:lnTo>
                  <a:pt x="953775" y="19050"/>
                </a:lnTo>
                <a:lnTo>
                  <a:pt x="953775" y="18975"/>
                </a:lnTo>
                <a:lnTo>
                  <a:pt x="953925" y="18900"/>
                </a:lnTo>
                <a:lnTo>
                  <a:pt x="953925" y="18825"/>
                </a:lnTo>
                <a:lnTo>
                  <a:pt x="954000" y="18675"/>
                </a:lnTo>
                <a:lnTo>
                  <a:pt x="954075" y="18675"/>
                </a:lnTo>
                <a:lnTo>
                  <a:pt x="954375" y="18225"/>
                </a:lnTo>
                <a:lnTo>
                  <a:pt x="955425" y="17175"/>
                </a:lnTo>
                <a:lnTo>
                  <a:pt x="955500" y="17175"/>
                </a:lnTo>
                <a:lnTo>
                  <a:pt x="955575" y="17025"/>
                </a:lnTo>
                <a:lnTo>
                  <a:pt x="955650" y="17025"/>
                </a:lnTo>
                <a:lnTo>
                  <a:pt x="955800" y="16875"/>
                </a:lnTo>
                <a:lnTo>
                  <a:pt x="955950" y="16800"/>
                </a:lnTo>
                <a:lnTo>
                  <a:pt x="955950" y="16725"/>
                </a:lnTo>
                <a:lnTo>
                  <a:pt x="956100" y="16650"/>
                </a:lnTo>
                <a:lnTo>
                  <a:pt x="956175" y="16650"/>
                </a:lnTo>
                <a:lnTo>
                  <a:pt x="956250" y="16500"/>
                </a:lnTo>
                <a:lnTo>
                  <a:pt x="956325" y="16500"/>
                </a:lnTo>
                <a:lnTo>
                  <a:pt x="956475" y="16425"/>
                </a:lnTo>
                <a:lnTo>
                  <a:pt x="956475" y="16350"/>
                </a:lnTo>
                <a:lnTo>
                  <a:pt x="956625" y="16275"/>
                </a:lnTo>
                <a:lnTo>
                  <a:pt x="956700" y="16275"/>
                </a:lnTo>
                <a:lnTo>
                  <a:pt x="956850" y="16125"/>
                </a:lnTo>
                <a:lnTo>
                  <a:pt x="957150" y="15975"/>
                </a:lnTo>
                <a:lnTo>
                  <a:pt x="957225" y="15900"/>
                </a:lnTo>
                <a:lnTo>
                  <a:pt x="957750" y="15675"/>
                </a:lnTo>
                <a:lnTo>
                  <a:pt x="957750" y="15600"/>
                </a:lnTo>
                <a:lnTo>
                  <a:pt x="957900" y="15525"/>
                </a:lnTo>
                <a:lnTo>
                  <a:pt x="958200" y="15450"/>
                </a:lnTo>
                <a:lnTo>
                  <a:pt x="958275" y="15375"/>
                </a:lnTo>
                <a:lnTo>
                  <a:pt x="958575" y="15300"/>
                </a:lnTo>
                <a:lnTo>
                  <a:pt x="958725" y="15225"/>
                </a:lnTo>
                <a:lnTo>
                  <a:pt x="958725" y="15150"/>
                </a:lnTo>
                <a:lnTo>
                  <a:pt x="958950" y="15150"/>
                </a:lnTo>
                <a:lnTo>
                  <a:pt x="958950" y="15075"/>
                </a:lnTo>
                <a:lnTo>
                  <a:pt x="959100" y="15075"/>
                </a:lnTo>
                <a:lnTo>
                  <a:pt x="959175" y="15000"/>
                </a:lnTo>
                <a:lnTo>
                  <a:pt x="959325" y="15000"/>
                </a:lnTo>
                <a:lnTo>
                  <a:pt x="959400" y="14925"/>
                </a:lnTo>
                <a:lnTo>
                  <a:pt x="959550" y="14925"/>
                </a:lnTo>
                <a:lnTo>
                  <a:pt x="960150" y="14700"/>
                </a:lnTo>
                <a:lnTo>
                  <a:pt x="960375" y="14700"/>
                </a:lnTo>
                <a:lnTo>
                  <a:pt x="960450" y="14625"/>
                </a:lnTo>
                <a:lnTo>
                  <a:pt x="960675" y="14625"/>
                </a:lnTo>
                <a:lnTo>
                  <a:pt x="960825" y="14550"/>
                </a:lnTo>
                <a:lnTo>
                  <a:pt x="961050" y="14550"/>
                </a:lnTo>
                <a:lnTo>
                  <a:pt x="961275" y="14475"/>
                </a:lnTo>
                <a:lnTo>
                  <a:pt x="961500" y="14475"/>
                </a:lnTo>
                <a:lnTo>
                  <a:pt x="961725" y="14400"/>
                </a:lnTo>
                <a:lnTo>
                  <a:pt x="961950" y="14400"/>
                </a:lnTo>
                <a:lnTo>
                  <a:pt x="962175" y="14325"/>
                </a:lnTo>
                <a:lnTo>
                  <a:pt x="962850" y="14325"/>
                </a:lnTo>
                <a:lnTo>
                  <a:pt x="963075" y="14250"/>
                </a:lnTo>
                <a:lnTo>
                  <a:pt x="965175" y="14250"/>
                </a:lnTo>
                <a:lnTo>
                  <a:pt x="965400" y="14325"/>
                </a:lnTo>
                <a:lnTo>
                  <a:pt x="965925" y="14325"/>
                </a:lnTo>
                <a:lnTo>
                  <a:pt x="966150" y="14400"/>
                </a:lnTo>
                <a:lnTo>
                  <a:pt x="966675" y="14400"/>
                </a:lnTo>
                <a:lnTo>
                  <a:pt x="966900" y="14475"/>
                </a:lnTo>
                <a:lnTo>
                  <a:pt x="967125" y="14475"/>
                </a:lnTo>
                <a:lnTo>
                  <a:pt x="967350" y="14550"/>
                </a:lnTo>
                <a:lnTo>
                  <a:pt x="967650" y="14550"/>
                </a:lnTo>
                <a:lnTo>
                  <a:pt x="967875" y="14625"/>
                </a:lnTo>
                <a:lnTo>
                  <a:pt x="968100" y="14625"/>
                </a:lnTo>
                <a:lnTo>
                  <a:pt x="968175" y="14700"/>
                </a:lnTo>
                <a:lnTo>
                  <a:pt x="968400" y="14700"/>
                </a:lnTo>
                <a:lnTo>
                  <a:pt x="968850" y="14850"/>
                </a:lnTo>
                <a:lnTo>
                  <a:pt x="969150" y="14850"/>
                </a:lnTo>
                <a:lnTo>
                  <a:pt x="971775" y="15600"/>
                </a:lnTo>
                <a:lnTo>
                  <a:pt x="972300" y="15825"/>
                </a:lnTo>
                <a:lnTo>
                  <a:pt x="973050" y="16050"/>
                </a:lnTo>
                <a:lnTo>
                  <a:pt x="973125" y="16125"/>
                </a:lnTo>
                <a:lnTo>
                  <a:pt x="973650" y="16275"/>
                </a:lnTo>
                <a:lnTo>
                  <a:pt x="971400" y="21150"/>
                </a:lnTo>
                <a:lnTo>
                  <a:pt x="971175" y="21075"/>
                </a:lnTo>
                <a:lnTo>
                  <a:pt x="970950" y="20925"/>
                </a:lnTo>
                <a:lnTo>
                  <a:pt x="969225" y="20325"/>
                </a:lnTo>
                <a:lnTo>
                  <a:pt x="969000" y="20325"/>
                </a:lnTo>
                <a:lnTo>
                  <a:pt x="968325" y="20100"/>
                </a:lnTo>
                <a:lnTo>
                  <a:pt x="968175" y="20100"/>
                </a:lnTo>
                <a:lnTo>
                  <a:pt x="967725" y="19950"/>
                </a:lnTo>
                <a:lnTo>
                  <a:pt x="967575" y="19950"/>
                </a:lnTo>
                <a:lnTo>
                  <a:pt x="967350" y="19875"/>
                </a:lnTo>
                <a:lnTo>
                  <a:pt x="967125" y="19875"/>
                </a:lnTo>
                <a:lnTo>
                  <a:pt x="966975" y="19800"/>
                </a:lnTo>
                <a:lnTo>
                  <a:pt x="966750" y="19800"/>
                </a:lnTo>
                <a:lnTo>
                  <a:pt x="966600" y="19725"/>
                </a:lnTo>
                <a:lnTo>
                  <a:pt x="966375" y="19725"/>
                </a:lnTo>
                <a:lnTo>
                  <a:pt x="966225" y="19650"/>
                </a:lnTo>
                <a:lnTo>
                  <a:pt x="965850" y="19650"/>
                </a:lnTo>
                <a:lnTo>
                  <a:pt x="965700" y="19575"/>
                </a:lnTo>
                <a:lnTo>
                  <a:pt x="965175" y="19575"/>
                </a:lnTo>
                <a:lnTo>
                  <a:pt x="965025" y="19500"/>
                </a:lnTo>
                <a:lnTo>
                  <a:pt x="963300" y="19500"/>
                </a:lnTo>
                <a:lnTo>
                  <a:pt x="963150" y="19575"/>
                </a:lnTo>
                <a:lnTo>
                  <a:pt x="962625" y="19575"/>
                </a:lnTo>
                <a:lnTo>
                  <a:pt x="962475" y="19650"/>
                </a:lnTo>
                <a:lnTo>
                  <a:pt x="962250" y="19650"/>
                </a:lnTo>
                <a:lnTo>
                  <a:pt x="962100" y="19725"/>
                </a:lnTo>
                <a:lnTo>
                  <a:pt x="961875" y="19725"/>
                </a:lnTo>
                <a:lnTo>
                  <a:pt x="961725" y="19800"/>
                </a:lnTo>
                <a:lnTo>
                  <a:pt x="961500" y="19800"/>
                </a:lnTo>
                <a:lnTo>
                  <a:pt x="961425" y="19875"/>
                </a:lnTo>
                <a:lnTo>
                  <a:pt x="961275" y="19875"/>
                </a:lnTo>
                <a:lnTo>
                  <a:pt x="961200" y="19950"/>
                </a:lnTo>
                <a:lnTo>
                  <a:pt x="961050" y="19950"/>
                </a:lnTo>
                <a:lnTo>
                  <a:pt x="960975" y="20025"/>
                </a:lnTo>
                <a:lnTo>
                  <a:pt x="960900" y="20025"/>
                </a:lnTo>
                <a:lnTo>
                  <a:pt x="960675" y="20175"/>
                </a:lnTo>
                <a:lnTo>
                  <a:pt x="960375" y="20250"/>
                </a:lnTo>
                <a:lnTo>
                  <a:pt x="960150" y="20475"/>
                </a:lnTo>
                <a:lnTo>
                  <a:pt x="960000" y="20475"/>
                </a:lnTo>
                <a:lnTo>
                  <a:pt x="959850" y="20625"/>
                </a:lnTo>
                <a:lnTo>
                  <a:pt x="959775" y="20625"/>
                </a:lnTo>
                <a:lnTo>
                  <a:pt x="959250" y="21150"/>
                </a:lnTo>
                <a:lnTo>
                  <a:pt x="959175" y="21150"/>
                </a:lnTo>
                <a:lnTo>
                  <a:pt x="958950" y="21375"/>
                </a:lnTo>
                <a:lnTo>
                  <a:pt x="958875" y="21525"/>
                </a:lnTo>
                <a:lnTo>
                  <a:pt x="958500" y="21900"/>
                </a:lnTo>
                <a:lnTo>
                  <a:pt x="958500" y="21975"/>
                </a:lnTo>
                <a:lnTo>
                  <a:pt x="958425" y="22125"/>
                </a:lnTo>
                <a:lnTo>
                  <a:pt x="958275" y="22275"/>
                </a:lnTo>
                <a:lnTo>
                  <a:pt x="958200" y="22425"/>
                </a:lnTo>
                <a:lnTo>
                  <a:pt x="958200" y="22500"/>
                </a:lnTo>
                <a:lnTo>
                  <a:pt x="957975" y="22800"/>
                </a:lnTo>
                <a:lnTo>
                  <a:pt x="957975" y="22950"/>
                </a:lnTo>
                <a:lnTo>
                  <a:pt x="957750" y="23250"/>
                </a:lnTo>
                <a:lnTo>
                  <a:pt x="957750" y="23400"/>
                </a:lnTo>
                <a:lnTo>
                  <a:pt x="957525" y="23925"/>
                </a:lnTo>
                <a:lnTo>
                  <a:pt x="957525" y="24075"/>
                </a:lnTo>
                <a:lnTo>
                  <a:pt x="957375" y="24450"/>
                </a:lnTo>
                <a:lnTo>
                  <a:pt x="957375" y="24600"/>
                </a:lnTo>
                <a:lnTo>
                  <a:pt x="957300" y="24750"/>
                </a:lnTo>
                <a:lnTo>
                  <a:pt x="957300" y="24900"/>
                </a:lnTo>
                <a:lnTo>
                  <a:pt x="957225" y="25050"/>
                </a:lnTo>
                <a:lnTo>
                  <a:pt x="957225" y="25425"/>
                </a:lnTo>
                <a:lnTo>
                  <a:pt x="957150" y="25575"/>
                </a:lnTo>
                <a:lnTo>
                  <a:pt x="957150" y="25875"/>
                </a:lnTo>
                <a:lnTo>
                  <a:pt x="957075" y="26025"/>
                </a:lnTo>
                <a:lnTo>
                  <a:pt x="957075" y="26550"/>
                </a:lnTo>
                <a:lnTo>
                  <a:pt x="957000" y="26775"/>
                </a:lnTo>
                <a:lnTo>
                  <a:pt x="957000" y="66750"/>
                </a:lnTo>
                <a:close/>
                <a:moveTo>
                  <a:pt x="1011000" y="66750"/>
                </a:moveTo>
                <a:lnTo>
                  <a:pt x="1005300" y="66750"/>
                </a:lnTo>
                <a:lnTo>
                  <a:pt x="1005300" y="47925"/>
                </a:lnTo>
                <a:lnTo>
                  <a:pt x="1005075" y="48075"/>
                </a:lnTo>
                <a:lnTo>
                  <a:pt x="1004625" y="48525"/>
                </a:lnTo>
                <a:lnTo>
                  <a:pt x="1004175" y="48825"/>
                </a:lnTo>
                <a:lnTo>
                  <a:pt x="1004025" y="48975"/>
                </a:lnTo>
                <a:lnTo>
                  <a:pt x="1003950" y="48975"/>
                </a:lnTo>
                <a:lnTo>
                  <a:pt x="1003950" y="49050"/>
                </a:lnTo>
                <a:lnTo>
                  <a:pt x="1003875" y="49050"/>
                </a:lnTo>
                <a:lnTo>
                  <a:pt x="1003800" y="49125"/>
                </a:lnTo>
                <a:lnTo>
                  <a:pt x="1003725" y="49125"/>
                </a:lnTo>
                <a:lnTo>
                  <a:pt x="1003725" y="49200"/>
                </a:lnTo>
                <a:lnTo>
                  <a:pt x="1003650" y="49200"/>
                </a:lnTo>
                <a:lnTo>
                  <a:pt x="1003575" y="49275"/>
                </a:lnTo>
                <a:lnTo>
                  <a:pt x="1003500" y="49275"/>
                </a:lnTo>
                <a:lnTo>
                  <a:pt x="1003500" y="49350"/>
                </a:lnTo>
                <a:lnTo>
                  <a:pt x="1003275" y="49425"/>
                </a:lnTo>
                <a:lnTo>
                  <a:pt x="1003125" y="49575"/>
                </a:lnTo>
                <a:lnTo>
                  <a:pt x="1003050" y="49575"/>
                </a:lnTo>
                <a:lnTo>
                  <a:pt x="1002825" y="49725"/>
                </a:lnTo>
                <a:lnTo>
                  <a:pt x="1002675" y="49800"/>
                </a:lnTo>
                <a:lnTo>
                  <a:pt x="1002600" y="49800"/>
                </a:lnTo>
                <a:lnTo>
                  <a:pt x="1002450" y="49950"/>
                </a:lnTo>
                <a:lnTo>
                  <a:pt x="1002225" y="50025"/>
                </a:lnTo>
                <a:lnTo>
                  <a:pt x="1002000" y="50175"/>
                </a:lnTo>
                <a:lnTo>
                  <a:pt x="1001550" y="50325"/>
                </a:lnTo>
                <a:lnTo>
                  <a:pt x="1001550" y="50400"/>
                </a:lnTo>
                <a:lnTo>
                  <a:pt x="1001100" y="50550"/>
                </a:lnTo>
                <a:lnTo>
                  <a:pt x="1000725" y="50775"/>
                </a:lnTo>
                <a:lnTo>
                  <a:pt x="1000200" y="50925"/>
                </a:lnTo>
                <a:lnTo>
                  <a:pt x="999825" y="51150"/>
                </a:lnTo>
                <a:lnTo>
                  <a:pt x="999750" y="51150"/>
                </a:lnTo>
                <a:lnTo>
                  <a:pt x="999600" y="51225"/>
                </a:lnTo>
                <a:lnTo>
                  <a:pt x="999525" y="51225"/>
                </a:lnTo>
                <a:lnTo>
                  <a:pt x="999375" y="51300"/>
                </a:lnTo>
                <a:lnTo>
                  <a:pt x="999300" y="51300"/>
                </a:lnTo>
                <a:lnTo>
                  <a:pt x="997950" y="51750"/>
                </a:lnTo>
                <a:lnTo>
                  <a:pt x="997725" y="51750"/>
                </a:lnTo>
                <a:lnTo>
                  <a:pt x="997725" y="51825"/>
                </a:lnTo>
                <a:lnTo>
                  <a:pt x="997500" y="51825"/>
                </a:lnTo>
                <a:lnTo>
                  <a:pt x="997050" y="51975"/>
                </a:lnTo>
                <a:lnTo>
                  <a:pt x="996750" y="51975"/>
                </a:lnTo>
                <a:lnTo>
                  <a:pt x="996750" y="52050"/>
                </a:lnTo>
                <a:lnTo>
                  <a:pt x="996525" y="52050"/>
                </a:lnTo>
                <a:lnTo>
                  <a:pt x="996375" y="52125"/>
                </a:lnTo>
                <a:lnTo>
                  <a:pt x="996075" y="52125"/>
                </a:lnTo>
                <a:lnTo>
                  <a:pt x="995925" y="52200"/>
                </a:lnTo>
                <a:lnTo>
                  <a:pt x="995625" y="52200"/>
                </a:lnTo>
                <a:lnTo>
                  <a:pt x="995400" y="52275"/>
                </a:lnTo>
                <a:lnTo>
                  <a:pt x="995175" y="52275"/>
                </a:lnTo>
                <a:lnTo>
                  <a:pt x="994950" y="52350"/>
                </a:lnTo>
                <a:lnTo>
                  <a:pt x="994500" y="52350"/>
                </a:lnTo>
                <a:lnTo>
                  <a:pt x="994500" y="52425"/>
                </a:lnTo>
                <a:lnTo>
                  <a:pt x="993525" y="52425"/>
                </a:lnTo>
                <a:lnTo>
                  <a:pt x="993525" y="52500"/>
                </a:lnTo>
                <a:lnTo>
                  <a:pt x="991500" y="52500"/>
                </a:lnTo>
                <a:lnTo>
                  <a:pt x="991425" y="52425"/>
                </a:lnTo>
                <a:lnTo>
                  <a:pt x="990750" y="52425"/>
                </a:lnTo>
                <a:lnTo>
                  <a:pt x="990525" y="52350"/>
                </a:lnTo>
                <a:lnTo>
                  <a:pt x="990225" y="52350"/>
                </a:lnTo>
                <a:lnTo>
                  <a:pt x="990075" y="52275"/>
                </a:lnTo>
                <a:lnTo>
                  <a:pt x="989775" y="52275"/>
                </a:lnTo>
                <a:lnTo>
                  <a:pt x="989400" y="52125"/>
                </a:lnTo>
                <a:lnTo>
                  <a:pt x="989175" y="52125"/>
                </a:lnTo>
                <a:lnTo>
                  <a:pt x="989100" y="52050"/>
                </a:lnTo>
                <a:lnTo>
                  <a:pt x="988950" y="52050"/>
                </a:lnTo>
                <a:lnTo>
                  <a:pt x="988350" y="51825"/>
                </a:lnTo>
                <a:lnTo>
                  <a:pt x="987825" y="51675"/>
                </a:lnTo>
                <a:lnTo>
                  <a:pt x="987525" y="51525"/>
                </a:lnTo>
                <a:lnTo>
                  <a:pt x="987225" y="51450"/>
                </a:lnTo>
                <a:lnTo>
                  <a:pt x="987075" y="51375"/>
                </a:lnTo>
                <a:lnTo>
                  <a:pt x="987075" y="51300"/>
                </a:lnTo>
                <a:lnTo>
                  <a:pt x="986925" y="51225"/>
                </a:lnTo>
                <a:lnTo>
                  <a:pt x="986625" y="51150"/>
                </a:lnTo>
                <a:lnTo>
                  <a:pt x="986475" y="51075"/>
                </a:lnTo>
                <a:lnTo>
                  <a:pt x="986475" y="51000"/>
                </a:lnTo>
                <a:lnTo>
                  <a:pt x="986325" y="50925"/>
                </a:lnTo>
                <a:lnTo>
                  <a:pt x="986250" y="50925"/>
                </a:lnTo>
                <a:lnTo>
                  <a:pt x="985950" y="50775"/>
                </a:lnTo>
                <a:lnTo>
                  <a:pt x="985950" y="50700"/>
                </a:lnTo>
                <a:lnTo>
                  <a:pt x="985875" y="50700"/>
                </a:lnTo>
                <a:lnTo>
                  <a:pt x="985800" y="50625"/>
                </a:lnTo>
                <a:lnTo>
                  <a:pt x="985725" y="50625"/>
                </a:lnTo>
                <a:lnTo>
                  <a:pt x="985575" y="50550"/>
                </a:lnTo>
                <a:lnTo>
                  <a:pt x="985575" y="50475"/>
                </a:lnTo>
                <a:lnTo>
                  <a:pt x="985425" y="50400"/>
                </a:lnTo>
                <a:lnTo>
                  <a:pt x="985350" y="50400"/>
                </a:lnTo>
                <a:lnTo>
                  <a:pt x="985200" y="50250"/>
                </a:lnTo>
                <a:lnTo>
                  <a:pt x="985050" y="50175"/>
                </a:lnTo>
                <a:lnTo>
                  <a:pt x="985050" y="50100"/>
                </a:lnTo>
                <a:lnTo>
                  <a:pt x="984900" y="50025"/>
                </a:lnTo>
                <a:lnTo>
                  <a:pt x="984825" y="50025"/>
                </a:lnTo>
                <a:lnTo>
                  <a:pt x="984750" y="49875"/>
                </a:lnTo>
                <a:lnTo>
                  <a:pt x="984675" y="49875"/>
                </a:lnTo>
                <a:lnTo>
                  <a:pt x="984600" y="49800"/>
                </a:lnTo>
                <a:lnTo>
                  <a:pt x="984525" y="49800"/>
                </a:lnTo>
                <a:lnTo>
                  <a:pt x="984525" y="49725"/>
                </a:lnTo>
                <a:lnTo>
                  <a:pt x="984375" y="49650"/>
                </a:lnTo>
                <a:lnTo>
                  <a:pt x="984375" y="49575"/>
                </a:lnTo>
                <a:lnTo>
                  <a:pt x="984225" y="49500"/>
                </a:lnTo>
                <a:lnTo>
                  <a:pt x="983775" y="49050"/>
                </a:lnTo>
                <a:lnTo>
                  <a:pt x="983625" y="48975"/>
                </a:lnTo>
                <a:lnTo>
                  <a:pt x="983625" y="48900"/>
                </a:lnTo>
                <a:lnTo>
                  <a:pt x="983475" y="48825"/>
                </a:lnTo>
                <a:lnTo>
                  <a:pt x="983475" y="48750"/>
                </a:lnTo>
                <a:lnTo>
                  <a:pt x="983325" y="48675"/>
                </a:lnTo>
                <a:lnTo>
                  <a:pt x="983325" y="48600"/>
                </a:lnTo>
                <a:lnTo>
                  <a:pt x="983175" y="48525"/>
                </a:lnTo>
                <a:lnTo>
                  <a:pt x="983175" y="48450"/>
                </a:lnTo>
                <a:lnTo>
                  <a:pt x="983025" y="48375"/>
                </a:lnTo>
                <a:lnTo>
                  <a:pt x="983025" y="48300"/>
                </a:lnTo>
                <a:lnTo>
                  <a:pt x="982800" y="48075"/>
                </a:lnTo>
                <a:lnTo>
                  <a:pt x="982800" y="48000"/>
                </a:lnTo>
                <a:lnTo>
                  <a:pt x="982725" y="48000"/>
                </a:lnTo>
                <a:lnTo>
                  <a:pt x="982425" y="47550"/>
                </a:lnTo>
                <a:lnTo>
                  <a:pt x="982350" y="47550"/>
                </a:lnTo>
                <a:lnTo>
                  <a:pt x="982275" y="47400"/>
                </a:lnTo>
                <a:lnTo>
                  <a:pt x="982125" y="47250"/>
                </a:lnTo>
                <a:lnTo>
                  <a:pt x="982125" y="47175"/>
                </a:lnTo>
                <a:lnTo>
                  <a:pt x="981975" y="47025"/>
                </a:lnTo>
                <a:lnTo>
                  <a:pt x="981900" y="46875"/>
                </a:lnTo>
                <a:lnTo>
                  <a:pt x="981525" y="46425"/>
                </a:lnTo>
                <a:lnTo>
                  <a:pt x="981525" y="46350"/>
                </a:lnTo>
                <a:lnTo>
                  <a:pt x="981450" y="46200"/>
                </a:lnTo>
                <a:lnTo>
                  <a:pt x="981300" y="46050"/>
                </a:lnTo>
                <a:lnTo>
                  <a:pt x="981150" y="45675"/>
                </a:lnTo>
                <a:lnTo>
                  <a:pt x="981075" y="45675"/>
                </a:lnTo>
                <a:lnTo>
                  <a:pt x="980850" y="45150"/>
                </a:lnTo>
                <a:lnTo>
                  <a:pt x="980775" y="45150"/>
                </a:lnTo>
                <a:lnTo>
                  <a:pt x="980550" y="44625"/>
                </a:lnTo>
                <a:lnTo>
                  <a:pt x="980475" y="44625"/>
                </a:lnTo>
                <a:lnTo>
                  <a:pt x="980250" y="44100"/>
                </a:lnTo>
                <a:lnTo>
                  <a:pt x="980250" y="44025"/>
                </a:lnTo>
                <a:lnTo>
                  <a:pt x="980100" y="43725"/>
                </a:lnTo>
                <a:lnTo>
                  <a:pt x="980100" y="43650"/>
                </a:lnTo>
                <a:lnTo>
                  <a:pt x="979950" y="43350"/>
                </a:lnTo>
                <a:lnTo>
                  <a:pt x="979950" y="43275"/>
                </a:lnTo>
                <a:lnTo>
                  <a:pt x="979875" y="43275"/>
                </a:lnTo>
                <a:lnTo>
                  <a:pt x="979875" y="43125"/>
                </a:lnTo>
                <a:lnTo>
                  <a:pt x="979800" y="43125"/>
                </a:lnTo>
                <a:lnTo>
                  <a:pt x="979650" y="42750"/>
                </a:lnTo>
                <a:lnTo>
                  <a:pt x="979650" y="42525"/>
                </a:lnTo>
                <a:lnTo>
                  <a:pt x="979575" y="42525"/>
                </a:lnTo>
                <a:lnTo>
                  <a:pt x="979575" y="42375"/>
                </a:lnTo>
                <a:lnTo>
                  <a:pt x="979500" y="42375"/>
                </a:lnTo>
                <a:lnTo>
                  <a:pt x="979500" y="42150"/>
                </a:lnTo>
                <a:lnTo>
                  <a:pt x="979425" y="42150"/>
                </a:lnTo>
                <a:lnTo>
                  <a:pt x="979425" y="41925"/>
                </a:lnTo>
                <a:lnTo>
                  <a:pt x="979350" y="41925"/>
                </a:lnTo>
                <a:lnTo>
                  <a:pt x="979350" y="41775"/>
                </a:lnTo>
                <a:lnTo>
                  <a:pt x="978975" y="40725"/>
                </a:lnTo>
                <a:lnTo>
                  <a:pt x="978975" y="40575"/>
                </a:lnTo>
                <a:lnTo>
                  <a:pt x="978825" y="40125"/>
                </a:lnTo>
                <a:lnTo>
                  <a:pt x="978825" y="39900"/>
                </a:lnTo>
                <a:lnTo>
                  <a:pt x="978750" y="39900"/>
                </a:lnTo>
                <a:lnTo>
                  <a:pt x="978750" y="39750"/>
                </a:lnTo>
                <a:lnTo>
                  <a:pt x="978675" y="39525"/>
                </a:lnTo>
                <a:lnTo>
                  <a:pt x="978675" y="39300"/>
                </a:lnTo>
                <a:lnTo>
                  <a:pt x="978600" y="39300"/>
                </a:lnTo>
                <a:lnTo>
                  <a:pt x="978600" y="39075"/>
                </a:lnTo>
                <a:lnTo>
                  <a:pt x="978525" y="38925"/>
                </a:lnTo>
                <a:lnTo>
                  <a:pt x="978525" y="38700"/>
                </a:lnTo>
                <a:lnTo>
                  <a:pt x="978450" y="38475"/>
                </a:lnTo>
                <a:lnTo>
                  <a:pt x="978450" y="38250"/>
                </a:lnTo>
                <a:lnTo>
                  <a:pt x="978375" y="38100"/>
                </a:lnTo>
                <a:lnTo>
                  <a:pt x="978375" y="37875"/>
                </a:lnTo>
                <a:lnTo>
                  <a:pt x="978300" y="37875"/>
                </a:lnTo>
                <a:lnTo>
                  <a:pt x="978300" y="37425"/>
                </a:lnTo>
                <a:lnTo>
                  <a:pt x="978225" y="37275"/>
                </a:lnTo>
                <a:lnTo>
                  <a:pt x="978225" y="37050"/>
                </a:lnTo>
                <a:lnTo>
                  <a:pt x="978150" y="36825"/>
                </a:lnTo>
                <a:lnTo>
                  <a:pt x="978150" y="36375"/>
                </a:lnTo>
                <a:lnTo>
                  <a:pt x="978075" y="36375"/>
                </a:lnTo>
                <a:lnTo>
                  <a:pt x="978075" y="35775"/>
                </a:lnTo>
                <a:lnTo>
                  <a:pt x="978000" y="35775"/>
                </a:lnTo>
                <a:lnTo>
                  <a:pt x="978000" y="35100"/>
                </a:lnTo>
                <a:lnTo>
                  <a:pt x="977925" y="34950"/>
                </a:lnTo>
                <a:lnTo>
                  <a:pt x="977925" y="33900"/>
                </a:lnTo>
                <a:lnTo>
                  <a:pt x="977850" y="33900"/>
                </a:lnTo>
                <a:lnTo>
                  <a:pt x="977850" y="30900"/>
                </a:lnTo>
                <a:lnTo>
                  <a:pt x="977925" y="30750"/>
                </a:lnTo>
                <a:lnTo>
                  <a:pt x="977925" y="29700"/>
                </a:lnTo>
                <a:lnTo>
                  <a:pt x="978000" y="29475"/>
                </a:lnTo>
                <a:lnTo>
                  <a:pt x="978000" y="29025"/>
                </a:lnTo>
                <a:lnTo>
                  <a:pt x="978075" y="28875"/>
                </a:lnTo>
                <a:lnTo>
                  <a:pt x="978075" y="28425"/>
                </a:lnTo>
                <a:lnTo>
                  <a:pt x="978150" y="28275"/>
                </a:lnTo>
                <a:lnTo>
                  <a:pt x="978150" y="27825"/>
                </a:lnTo>
                <a:lnTo>
                  <a:pt x="978225" y="27675"/>
                </a:lnTo>
                <a:lnTo>
                  <a:pt x="978225" y="27450"/>
                </a:lnTo>
                <a:lnTo>
                  <a:pt x="978300" y="27300"/>
                </a:lnTo>
                <a:lnTo>
                  <a:pt x="978300" y="26850"/>
                </a:lnTo>
                <a:lnTo>
                  <a:pt x="978375" y="26850"/>
                </a:lnTo>
                <a:lnTo>
                  <a:pt x="978375" y="26475"/>
                </a:lnTo>
                <a:lnTo>
                  <a:pt x="978450" y="26475"/>
                </a:lnTo>
                <a:lnTo>
                  <a:pt x="978450" y="26250"/>
                </a:lnTo>
                <a:lnTo>
                  <a:pt x="978525" y="26100"/>
                </a:lnTo>
                <a:lnTo>
                  <a:pt x="978525" y="25875"/>
                </a:lnTo>
                <a:lnTo>
                  <a:pt x="978600" y="25725"/>
                </a:lnTo>
                <a:lnTo>
                  <a:pt x="978600" y="25500"/>
                </a:lnTo>
                <a:lnTo>
                  <a:pt x="978750" y="25125"/>
                </a:lnTo>
                <a:lnTo>
                  <a:pt x="978750" y="24900"/>
                </a:lnTo>
                <a:lnTo>
                  <a:pt x="978900" y="24600"/>
                </a:lnTo>
                <a:lnTo>
                  <a:pt x="978900" y="24375"/>
                </a:lnTo>
                <a:lnTo>
                  <a:pt x="979125" y="23850"/>
                </a:lnTo>
                <a:lnTo>
                  <a:pt x="979125" y="23625"/>
                </a:lnTo>
                <a:lnTo>
                  <a:pt x="979200" y="23625"/>
                </a:lnTo>
                <a:lnTo>
                  <a:pt x="979200" y="23475"/>
                </a:lnTo>
                <a:lnTo>
                  <a:pt x="979425" y="22950"/>
                </a:lnTo>
                <a:lnTo>
                  <a:pt x="979425" y="22875"/>
                </a:lnTo>
                <a:lnTo>
                  <a:pt x="979950" y="21750"/>
                </a:lnTo>
                <a:lnTo>
                  <a:pt x="979950" y="21675"/>
                </a:lnTo>
                <a:lnTo>
                  <a:pt x="980325" y="20925"/>
                </a:lnTo>
                <a:lnTo>
                  <a:pt x="980325" y="20850"/>
                </a:lnTo>
                <a:lnTo>
                  <a:pt x="980400" y="20775"/>
                </a:lnTo>
                <a:lnTo>
                  <a:pt x="980400" y="20700"/>
                </a:lnTo>
                <a:lnTo>
                  <a:pt x="980475" y="20700"/>
                </a:lnTo>
                <a:lnTo>
                  <a:pt x="980475" y="20550"/>
                </a:lnTo>
                <a:lnTo>
                  <a:pt x="980550" y="20550"/>
                </a:lnTo>
                <a:lnTo>
                  <a:pt x="980850" y="19950"/>
                </a:lnTo>
                <a:lnTo>
                  <a:pt x="980925" y="19950"/>
                </a:lnTo>
                <a:lnTo>
                  <a:pt x="981150" y="19500"/>
                </a:lnTo>
                <a:lnTo>
                  <a:pt x="981225" y="19500"/>
                </a:lnTo>
                <a:lnTo>
                  <a:pt x="981375" y="19200"/>
                </a:lnTo>
                <a:lnTo>
                  <a:pt x="981450" y="19200"/>
                </a:lnTo>
                <a:lnTo>
                  <a:pt x="981600" y="18975"/>
                </a:lnTo>
                <a:lnTo>
                  <a:pt x="981600" y="18900"/>
                </a:lnTo>
                <a:lnTo>
                  <a:pt x="981675" y="18900"/>
                </a:lnTo>
                <a:lnTo>
                  <a:pt x="981750" y="18825"/>
                </a:lnTo>
                <a:lnTo>
                  <a:pt x="981750" y="18750"/>
                </a:lnTo>
                <a:lnTo>
                  <a:pt x="981975" y="18525"/>
                </a:lnTo>
                <a:lnTo>
                  <a:pt x="982050" y="18375"/>
                </a:lnTo>
                <a:lnTo>
                  <a:pt x="982125" y="18375"/>
                </a:lnTo>
                <a:lnTo>
                  <a:pt x="982200" y="18225"/>
                </a:lnTo>
                <a:lnTo>
                  <a:pt x="982275" y="18225"/>
                </a:lnTo>
                <a:lnTo>
                  <a:pt x="982350" y="18150"/>
                </a:lnTo>
                <a:lnTo>
                  <a:pt x="982350" y="18075"/>
                </a:lnTo>
                <a:lnTo>
                  <a:pt x="982425" y="18000"/>
                </a:lnTo>
                <a:lnTo>
                  <a:pt x="982500" y="18000"/>
                </a:lnTo>
                <a:lnTo>
                  <a:pt x="982500" y="17925"/>
                </a:lnTo>
                <a:lnTo>
                  <a:pt x="982575" y="17850"/>
                </a:lnTo>
                <a:lnTo>
                  <a:pt x="982650" y="17850"/>
                </a:lnTo>
                <a:lnTo>
                  <a:pt x="982875" y="17625"/>
                </a:lnTo>
                <a:lnTo>
                  <a:pt x="982875" y="17550"/>
                </a:lnTo>
                <a:lnTo>
                  <a:pt x="983175" y="17400"/>
                </a:lnTo>
                <a:lnTo>
                  <a:pt x="983175" y="17325"/>
                </a:lnTo>
                <a:lnTo>
                  <a:pt x="983250" y="17250"/>
                </a:lnTo>
                <a:lnTo>
                  <a:pt x="983325" y="17250"/>
                </a:lnTo>
                <a:lnTo>
                  <a:pt x="983400" y="17175"/>
                </a:lnTo>
                <a:lnTo>
                  <a:pt x="983475" y="17175"/>
                </a:lnTo>
                <a:lnTo>
                  <a:pt x="983475" y="17100"/>
                </a:lnTo>
                <a:lnTo>
                  <a:pt x="983550" y="17025"/>
                </a:lnTo>
                <a:lnTo>
                  <a:pt x="983625" y="17025"/>
                </a:lnTo>
                <a:lnTo>
                  <a:pt x="983700" y="16950"/>
                </a:lnTo>
                <a:lnTo>
                  <a:pt x="983775" y="16950"/>
                </a:lnTo>
                <a:lnTo>
                  <a:pt x="983775" y="16875"/>
                </a:lnTo>
                <a:lnTo>
                  <a:pt x="984225" y="16650"/>
                </a:lnTo>
                <a:lnTo>
                  <a:pt x="984300" y="16575"/>
                </a:lnTo>
                <a:lnTo>
                  <a:pt x="984375" y="16575"/>
                </a:lnTo>
                <a:lnTo>
                  <a:pt x="984375" y="16500"/>
                </a:lnTo>
                <a:lnTo>
                  <a:pt x="984450" y="16500"/>
                </a:lnTo>
                <a:lnTo>
                  <a:pt x="984525" y="16425"/>
                </a:lnTo>
                <a:lnTo>
                  <a:pt x="984825" y="16350"/>
                </a:lnTo>
                <a:lnTo>
                  <a:pt x="984900" y="16275"/>
                </a:lnTo>
                <a:lnTo>
                  <a:pt x="985425" y="16125"/>
                </a:lnTo>
                <a:lnTo>
                  <a:pt x="985650" y="15975"/>
                </a:lnTo>
                <a:lnTo>
                  <a:pt x="988875" y="15000"/>
                </a:lnTo>
                <a:lnTo>
                  <a:pt x="989175" y="15000"/>
                </a:lnTo>
                <a:lnTo>
                  <a:pt x="989625" y="14850"/>
                </a:lnTo>
                <a:lnTo>
                  <a:pt x="989850" y="14850"/>
                </a:lnTo>
                <a:lnTo>
                  <a:pt x="989850" y="14775"/>
                </a:lnTo>
                <a:lnTo>
                  <a:pt x="990150" y="14775"/>
                </a:lnTo>
                <a:lnTo>
                  <a:pt x="990375" y="14700"/>
                </a:lnTo>
                <a:lnTo>
                  <a:pt x="990600" y="14700"/>
                </a:lnTo>
                <a:lnTo>
                  <a:pt x="991125" y="14550"/>
                </a:lnTo>
                <a:lnTo>
                  <a:pt x="991575" y="14550"/>
                </a:lnTo>
                <a:lnTo>
                  <a:pt x="991575" y="14475"/>
                </a:lnTo>
                <a:lnTo>
                  <a:pt x="992100" y="14475"/>
                </a:lnTo>
                <a:lnTo>
                  <a:pt x="992325" y="14400"/>
                </a:lnTo>
                <a:lnTo>
                  <a:pt x="992850" y="14400"/>
                </a:lnTo>
                <a:lnTo>
                  <a:pt x="993075" y="14325"/>
                </a:lnTo>
                <a:lnTo>
                  <a:pt x="993825" y="14325"/>
                </a:lnTo>
                <a:lnTo>
                  <a:pt x="993975" y="14250"/>
                </a:lnTo>
                <a:lnTo>
                  <a:pt x="996375" y="14250"/>
                </a:lnTo>
                <a:lnTo>
                  <a:pt x="996600" y="14325"/>
                </a:lnTo>
                <a:lnTo>
                  <a:pt x="997350" y="14325"/>
                </a:lnTo>
                <a:lnTo>
                  <a:pt x="997500" y="14400"/>
                </a:lnTo>
                <a:lnTo>
                  <a:pt x="998025" y="14400"/>
                </a:lnTo>
                <a:lnTo>
                  <a:pt x="998250" y="14475"/>
                </a:lnTo>
                <a:lnTo>
                  <a:pt x="998700" y="14475"/>
                </a:lnTo>
                <a:lnTo>
                  <a:pt x="998700" y="14550"/>
                </a:lnTo>
                <a:lnTo>
                  <a:pt x="998925" y="14550"/>
                </a:lnTo>
                <a:lnTo>
                  <a:pt x="999075" y="14625"/>
                </a:lnTo>
                <a:lnTo>
                  <a:pt x="999375" y="14625"/>
                </a:lnTo>
                <a:lnTo>
                  <a:pt x="999525" y="14700"/>
                </a:lnTo>
                <a:lnTo>
                  <a:pt x="999825" y="14700"/>
                </a:lnTo>
                <a:lnTo>
                  <a:pt x="1000200" y="14850"/>
                </a:lnTo>
                <a:lnTo>
                  <a:pt x="1000425" y="14850"/>
                </a:lnTo>
                <a:lnTo>
                  <a:pt x="1001100" y="15075"/>
                </a:lnTo>
                <a:lnTo>
                  <a:pt x="1001250" y="15075"/>
                </a:lnTo>
                <a:lnTo>
                  <a:pt x="1001250" y="15150"/>
                </a:lnTo>
                <a:lnTo>
                  <a:pt x="1001475" y="15150"/>
                </a:lnTo>
                <a:lnTo>
                  <a:pt x="1001550" y="15225"/>
                </a:lnTo>
                <a:lnTo>
                  <a:pt x="1001700" y="15225"/>
                </a:lnTo>
                <a:lnTo>
                  <a:pt x="1002075" y="15375"/>
                </a:lnTo>
                <a:lnTo>
                  <a:pt x="1002375" y="15450"/>
                </a:lnTo>
                <a:lnTo>
                  <a:pt x="1002750" y="15600"/>
                </a:lnTo>
                <a:lnTo>
                  <a:pt x="1002750" y="15675"/>
                </a:lnTo>
                <a:lnTo>
                  <a:pt x="1002900" y="15675"/>
                </a:lnTo>
                <a:lnTo>
                  <a:pt x="1003125" y="15825"/>
                </a:lnTo>
                <a:lnTo>
                  <a:pt x="1003500" y="15975"/>
                </a:lnTo>
                <a:lnTo>
                  <a:pt x="1003575" y="15975"/>
                </a:lnTo>
                <a:lnTo>
                  <a:pt x="1003875" y="16125"/>
                </a:lnTo>
                <a:lnTo>
                  <a:pt x="1003950" y="16200"/>
                </a:lnTo>
                <a:lnTo>
                  <a:pt x="1004475" y="16425"/>
                </a:lnTo>
                <a:lnTo>
                  <a:pt x="1004475" y="16500"/>
                </a:lnTo>
                <a:lnTo>
                  <a:pt x="1004850" y="16650"/>
                </a:lnTo>
                <a:lnTo>
                  <a:pt x="1004850" y="16725"/>
                </a:lnTo>
                <a:lnTo>
                  <a:pt x="1005225" y="16875"/>
                </a:lnTo>
                <a:lnTo>
                  <a:pt x="1005225" y="16950"/>
                </a:lnTo>
                <a:lnTo>
                  <a:pt x="1005525" y="17100"/>
                </a:lnTo>
                <a:lnTo>
                  <a:pt x="1005525" y="17175"/>
                </a:lnTo>
                <a:lnTo>
                  <a:pt x="1005600" y="17175"/>
                </a:lnTo>
                <a:lnTo>
                  <a:pt x="1005750" y="17250"/>
                </a:lnTo>
                <a:lnTo>
                  <a:pt x="1006200" y="17625"/>
                </a:lnTo>
                <a:lnTo>
                  <a:pt x="1006275" y="17625"/>
                </a:lnTo>
                <a:lnTo>
                  <a:pt x="1006350" y="17775"/>
                </a:lnTo>
                <a:lnTo>
                  <a:pt x="1006425" y="17775"/>
                </a:lnTo>
                <a:lnTo>
                  <a:pt x="1006575" y="17925"/>
                </a:lnTo>
                <a:lnTo>
                  <a:pt x="1006725" y="18000"/>
                </a:lnTo>
                <a:lnTo>
                  <a:pt x="1006725" y="18075"/>
                </a:lnTo>
                <a:lnTo>
                  <a:pt x="1006875" y="18150"/>
                </a:lnTo>
                <a:lnTo>
                  <a:pt x="1006875" y="18225"/>
                </a:lnTo>
                <a:lnTo>
                  <a:pt x="1007025" y="18300"/>
                </a:lnTo>
                <a:lnTo>
                  <a:pt x="1007025" y="18375"/>
                </a:lnTo>
                <a:lnTo>
                  <a:pt x="1007175" y="18450"/>
                </a:lnTo>
                <a:lnTo>
                  <a:pt x="1008075" y="19350"/>
                </a:lnTo>
                <a:lnTo>
                  <a:pt x="1008075" y="19425"/>
                </a:lnTo>
                <a:lnTo>
                  <a:pt x="1008300" y="19650"/>
                </a:lnTo>
                <a:lnTo>
                  <a:pt x="1008300" y="19725"/>
                </a:lnTo>
                <a:lnTo>
                  <a:pt x="1008450" y="19875"/>
                </a:lnTo>
                <a:lnTo>
                  <a:pt x="1008525" y="20025"/>
                </a:lnTo>
                <a:lnTo>
                  <a:pt x="1008600" y="20025"/>
                </a:lnTo>
                <a:lnTo>
                  <a:pt x="1008675" y="20175"/>
                </a:lnTo>
                <a:lnTo>
                  <a:pt x="1008825" y="20325"/>
                </a:lnTo>
                <a:lnTo>
                  <a:pt x="1008825" y="20400"/>
                </a:lnTo>
                <a:lnTo>
                  <a:pt x="1008900" y="20550"/>
                </a:lnTo>
                <a:lnTo>
                  <a:pt x="1008975" y="20550"/>
                </a:lnTo>
                <a:lnTo>
                  <a:pt x="1009125" y="20850"/>
                </a:lnTo>
                <a:lnTo>
                  <a:pt x="1009200" y="20925"/>
                </a:lnTo>
                <a:lnTo>
                  <a:pt x="1009350" y="21225"/>
                </a:lnTo>
                <a:lnTo>
                  <a:pt x="1009350" y="21300"/>
                </a:lnTo>
                <a:lnTo>
                  <a:pt x="1009500" y="21375"/>
                </a:lnTo>
                <a:lnTo>
                  <a:pt x="1009425" y="21450"/>
                </a:lnTo>
                <a:lnTo>
                  <a:pt x="1009500" y="21450"/>
                </a:lnTo>
                <a:lnTo>
                  <a:pt x="1009725" y="21975"/>
                </a:lnTo>
                <a:lnTo>
                  <a:pt x="1009800" y="21975"/>
                </a:lnTo>
                <a:lnTo>
                  <a:pt x="1009875" y="22125"/>
                </a:lnTo>
                <a:lnTo>
                  <a:pt x="1009950" y="22425"/>
                </a:lnTo>
                <a:lnTo>
                  <a:pt x="1010100" y="22725"/>
                </a:lnTo>
                <a:lnTo>
                  <a:pt x="1010100" y="22800"/>
                </a:lnTo>
                <a:lnTo>
                  <a:pt x="1010325" y="23325"/>
                </a:lnTo>
                <a:lnTo>
                  <a:pt x="1010325" y="23400"/>
                </a:lnTo>
                <a:lnTo>
                  <a:pt x="1010475" y="23775"/>
                </a:lnTo>
                <a:lnTo>
                  <a:pt x="1010475" y="24000"/>
                </a:lnTo>
                <a:lnTo>
                  <a:pt x="1010550" y="24150"/>
                </a:lnTo>
                <a:lnTo>
                  <a:pt x="1010550" y="24225"/>
                </a:lnTo>
                <a:lnTo>
                  <a:pt x="1010625" y="24375"/>
                </a:lnTo>
                <a:lnTo>
                  <a:pt x="1011000" y="24375"/>
                </a:lnTo>
                <a:close/>
                <a:moveTo>
                  <a:pt x="1005300" y="41850"/>
                </a:moveTo>
                <a:lnTo>
                  <a:pt x="1005300" y="26925"/>
                </a:lnTo>
                <a:lnTo>
                  <a:pt x="1005225" y="26775"/>
                </a:lnTo>
                <a:lnTo>
                  <a:pt x="1005225" y="26325"/>
                </a:lnTo>
                <a:lnTo>
                  <a:pt x="1005150" y="26175"/>
                </a:lnTo>
                <a:lnTo>
                  <a:pt x="1005150" y="25875"/>
                </a:lnTo>
                <a:lnTo>
                  <a:pt x="1005075" y="25725"/>
                </a:lnTo>
                <a:lnTo>
                  <a:pt x="1005075" y="25500"/>
                </a:lnTo>
                <a:lnTo>
                  <a:pt x="1005000" y="25350"/>
                </a:lnTo>
                <a:lnTo>
                  <a:pt x="1005000" y="25200"/>
                </a:lnTo>
                <a:lnTo>
                  <a:pt x="1004850" y="24825"/>
                </a:lnTo>
                <a:lnTo>
                  <a:pt x="1004850" y="24675"/>
                </a:lnTo>
                <a:lnTo>
                  <a:pt x="1004700" y="24450"/>
                </a:lnTo>
                <a:lnTo>
                  <a:pt x="1004700" y="24375"/>
                </a:lnTo>
                <a:lnTo>
                  <a:pt x="1004475" y="23850"/>
                </a:lnTo>
                <a:lnTo>
                  <a:pt x="1004325" y="23700"/>
                </a:lnTo>
                <a:lnTo>
                  <a:pt x="1004325" y="23550"/>
                </a:lnTo>
                <a:lnTo>
                  <a:pt x="1004175" y="23325"/>
                </a:lnTo>
                <a:lnTo>
                  <a:pt x="1004025" y="23175"/>
                </a:lnTo>
                <a:lnTo>
                  <a:pt x="1003950" y="23025"/>
                </a:lnTo>
                <a:lnTo>
                  <a:pt x="1003800" y="22875"/>
                </a:lnTo>
                <a:lnTo>
                  <a:pt x="1003725" y="22725"/>
                </a:lnTo>
                <a:lnTo>
                  <a:pt x="1003500" y="22500"/>
                </a:lnTo>
                <a:lnTo>
                  <a:pt x="1003425" y="22350"/>
                </a:lnTo>
                <a:lnTo>
                  <a:pt x="1002975" y="21900"/>
                </a:lnTo>
                <a:lnTo>
                  <a:pt x="1002825" y="21825"/>
                </a:lnTo>
                <a:lnTo>
                  <a:pt x="1002750" y="21675"/>
                </a:lnTo>
                <a:lnTo>
                  <a:pt x="1002525" y="21450"/>
                </a:lnTo>
                <a:lnTo>
                  <a:pt x="1002375" y="21375"/>
                </a:lnTo>
                <a:lnTo>
                  <a:pt x="1002225" y="21225"/>
                </a:lnTo>
                <a:lnTo>
                  <a:pt x="1001850" y="21075"/>
                </a:lnTo>
                <a:lnTo>
                  <a:pt x="1001700" y="20925"/>
                </a:lnTo>
                <a:lnTo>
                  <a:pt x="1001250" y="20625"/>
                </a:lnTo>
                <a:lnTo>
                  <a:pt x="1001100" y="20625"/>
                </a:lnTo>
                <a:lnTo>
                  <a:pt x="1000725" y="20400"/>
                </a:lnTo>
                <a:lnTo>
                  <a:pt x="1000650" y="20400"/>
                </a:lnTo>
                <a:lnTo>
                  <a:pt x="999975" y="20100"/>
                </a:lnTo>
                <a:lnTo>
                  <a:pt x="999825" y="20100"/>
                </a:lnTo>
                <a:lnTo>
                  <a:pt x="999600" y="19950"/>
                </a:lnTo>
                <a:lnTo>
                  <a:pt x="999450" y="19950"/>
                </a:lnTo>
                <a:lnTo>
                  <a:pt x="999300" y="19875"/>
                </a:lnTo>
                <a:lnTo>
                  <a:pt x="999150" y="19875"/>
                </a:lnTo>
                <a:lnTo>
                  <a:pt x="999000" y="19800"/>
                </a:lnTo>
                <a:lnTo>
                  <a:pt x="998850" y="19800"/>
                </a:lnTo>
                <a:lnTo>
                  <a:pt x="998775" y="19725"/>
                </a:lnTo>
                <a:lnTo>
                  <a:pt x="998625" y="19725"/>
                </a:lnTo>
                <a:lnTo>
                  <a:pt x="998475" y="19650"/>
                </a:lnTo>
                <a:lnTo>
                  <a:pt x="998175" y="19650"/>
                </a:lnTo>
                <a:lnTo>
                  <a:pt x="998025" y="19575"/>
                </a:lnTo>
                <a:lnTo>
                  <a:pt x="997875" y="19575"/>
                </a:lnTo>
                <a:lnTo>
                  <a:pt x="997725" y="19500"/>
                </a:lnTo>
                <a:lnTo>
                  <a:pt x="997200" y="19500"/>
                </a:lnTo>
                <a:lnTo>
                  <a:pt x="997050" y="19425"/>
                </a:lnTo>
                <a:lnTo>
                  <a:pt x="996375" y="19425"/>
                </a:lnTo>
                <a:lnTo>
                  <a:pt x="996225" y="19350"/>
                </a:lnTo>
                <a:lnTo>
                  <a:pt x="994125" y="19350"/>
                </a:lnTo>
                <a:lnTo>
                  <a:pt x="993975" y="19425"/>
                </a:lnTo>
                <a:lnTo>
                  <a:pt x="993225" y="19425"/>
                </a:lnTo>
                <a:lnTo>
                  <a:pt x="993075" y="19500"/>
                </a:lnTo>
                <a:lnTo>
                  <a:pt x="992700" y="19500"/>
                </a:lnTo>
                <a:lnTo>
                  <a:pt x="992475" y="19575"/>
                </a:lnTo>
                <a:lnTo>
                  <a:pt x="992100" y="19575"/>
                </a:lnTo>
                <a:lnTo>
                  <a:pt x="991950" y="19650"/>
                </a:lnTo>
                <a:lnTo>
                  <a:pt x="991725" y="19650"/>
                </a:lnTo>
                <a:lnTo>
                  <a:pt x="991500" y="19725"/>
                </a:lnTo>
                <a:lnTo>
                  <a:pt x="991350" y="19725"/>
                </a:lnTo>
                <a:lnTo>
                  <a:pt x="991125" y="19800"/>
                </a:lnTo>
                <a:lnTo>
                  <a:pt x="990600" y="19875"/>
                </a:lnTo>
                <a:lnTo>
                  <a:pt x="990150" y="20025"/>
                </a:lnTo>
                <a:lnTo>
                  <a:pt x="990000" y="20025"/>
                </a:lnTo>
                <a:lnTo>
                  <a:pt x="989400" y="20250"/>
                </a:lnTo>
                <a:lnTo>
                  <a:pt x="989175" y="20250"/>
                </a:lnTo>
                <a:lnTo>
                  <a:pt x="987975" y="20700"/>
                </a:lnTo>
                <a:lnTo>
                  <a:pt x="987750" y="20700"/>
                </a:lnTo>
                <a:lnTo>
                  <a:pt x="987375" y="20850"/>
                </a:lnTo>
                <a:lnTo>
                  <a:pt x="987375" y="20925"/>
                </a:lnTo>
                <a:lnTo>
                  <a:pt x="987300" y="20925"/>
                </a:lnTo>
                <a:lnTo>
                  <a:pt x="987225" y="21000"/>
                </a:lnTo>
                <a:lnTo>
                  <a:pt x="987150" y="21000"/>
                </a:lnTo>
                <a:lnTo>
                  <a:pt x="986925" y="21225"/>
                </a:lnTo>
                <a:lnTo>
                  <a:pt x="986850" y="21225"/>
                </a:lnTo>
                <a:lnTo>
                  <a:pt x="986850" y="21300"/>
                </a:lnTo>
                <a:lnTo>
                  <a:pt x="986775" y="21375"/>
                </a:lnTo>
                <a:lnTo>
                  <a:pt x="986700" y="21375"/>
                </a:lnTo>
                <a:lnTo>
                  <a:pt x="986475" y="21600"/>
                </a:lnTo>
                <a:lnTo>
                  <a:pt x="986475" y="21675"/>
                </a:lnTo>
                <a:lnTo>
                  <a:pt x="986175" y="21975"/>
                </a:lnTo>
                <a:lnTo>
                  <a:pt x="986175" y="22050"/>
                </a:lnTo>
                <a:lnTo>
                  <a:pt x="985950" y="22275"/>
                </a:lnTo>
                <a:lnTo>
                  <a:pt x="985800" y="22500"/>
                </a:lnTo>
                <a:lnTo>
                  <a:pt x="985800" y="22575"/>
                </a:lnTo>
                <a:lnTo>
                  <a:pt x="985575" y="22875"/>
                </a:lnTo>
                <a:lnTo>
                  <a:pt x="985500" y="23025"/>
                </a:lnTo>
                <a:lnTo>
                  <a:pt x="985500" y="23100"/>
                </a:lnTo>
                <a:lnTo>
                  <a:pt x="985350" y="23325"/>
                </a:lnTo>
                <a:lnTo>
                  <a:pt x="985275" y="23475"/>
                </a:lnTo>
                <a:lnTo>
                  <a:pt x="985275" y="23550"/>
                </a:lnTo>
                <a:lnTo>
                  <a:pt x="985050" y="23925"/>
                </a:lnTo>
                <a:lnTo>
                  <a:pt x="985050" y="24075"/>
                </a:lnTo>
                <a:lnTo>
                  <a:pt x="984975" y="24150"/>
                </a:lnTo>
                <a:lnTo>
                  <a:pt x="984900" y="24300"/>
                </a:lnTo>
                <a:lnTo>
                  <a:pt x="984900" y="24450"/>
                </a:lnTo>
                <a:lnTo>
                  <a:pt x="984750" y="24675"/>
                </a:lnTo>
                <a:lnTo>
                  <a:pt x="984750" y="24825"/>
                </a:lnTo>
                <a:lnTo>
                  <a:pt x="984600" y="25125"/>
                </a:lnTo>
                <a:lnTo>
                  <a:pt x="984600" y="25275"/>
                </a:lnTo>
                <a:lnTo>
                  <a:pt x="984450" y="25500"/>
                </a:lnTo>
                <a:lnTo>
                  <a:pt x="984450" y="25650"/>
                </a:lnTo>
                <a:lnTo>
                  <a:pt x="984375" y="25800"/>
                </a:lnTo>
                <a:lnTo>
                  <a:pt x="984375" y="25950"/>
                </a:lnTo>
                <a:lnTo>
                  <a:pt x="984300" y="26100"/>
                </a:lnTo>
                <a:lnTo>
                  <a:pt x="984300" y="26250"/>
                </a:lnTo>
                <a:lnTo>
                  <a:pt x="984225" y="26400"/>
                </a:lnTo>
                <a:lnTo>
                  <a:pt x="984225" y="26550"/>
                </a:lnTo>
                <a:lnTo>
                  <a:pt x="984150" y="26700"/>
                </a:lnTo>
                <a:lnTo>
                  <a:pt x="984150" y="26925"/>
                </a:lnTo>
                <a:lnTo>
                  <a:pt x="984075" y="27075"/>
                </a:lnTo>
                <a:lnTo>
                  <a:pt x="984075" y="27225"/>
                </a:lnTo>
                <a:lnTo>
                  <a:pt x="984000" y="27375"/>
                </a:lnTo>
                <a:lnTo>
                  <a:pt x="984000" y="27525"/>
                </a:lnTo>
                <a:lnTo>
                  <a:pt x="983925" y="27675"/>
                </a:lnTo>
                <a:lnTo>
                  <a:pt x="983925" y="28050"/>
                </a:lnTo>
                <a:lnTo>
                  <a:pt x="983850" y="28200"/>
                </a:lnTo>
                <a:lnTo>
                  <a:pt x="983850" y="28500"/>
                </a:lnTo>
                <a:lnTo>
                  <a:pt x="983775" y="28725"/>
                </a:lnTo>
                <a:lnTo>
                  <a:pt x="983775" y="29025"/>
                </a:lnTo>
                <a:lnTo>
                  <a:pt x="983700" y="29175"/>
                </a:lnTo>
                <a:lnTo>
                  <a:pt x="983700" y="29700"/>
                </a:lnTo>
                <a:lnTo>
                  <a:pt x="983625" y="29925"/>
                </a:lnTo>
                <a:lnTo>
                  <a:pt x="983625" y="30750"/>
                </a:lnTo>
                <a:lnTo>
                  <a:pt x="983550" y="30975"/>
                </a:lnTo>
                <a:lnTo>
                  <a:pt x="983550" y="33675"/>
                </a:lnTo>
                <a:lnTo>
                  <a:pt x="983625" y="33825"/>
                </a:lnTo>
                <a:lnTo>
                  <a:pt x="983625" y="34725"/>
                </a:lnTo>
                <a:lnTo>
                  <a:pt x="983700" y="34950"/>
                </a:lnTo>
                <a:lnTo>
                  <a:pt x="983700" y="35475"/>
                </a:lnTo>
                <a:lnTo>
                  <a:pt x="983775" y="35625"/>
                </a:lnTo>
                <a:lnTo>
                  <a:pt x="983775" y="36000"/>
                </a:lnTo>
                <a:lnTo>
                  <a:pt x="983850" y="36150"/>
                </a:lnTo>
                <a:lnTo>
                  <a:pt x="983850" y="36525"/>
                </a:lnTo>
                <a:lnTo>
                  <a:pt x="983925" y="36750"/>
                </a:lnTo>
                <a:lnTo>
                  <a:pt x="983925" y="36900"/>
                </a:lnTo>
                <a:lnTo>
                  <a:pt x="984000" y="37050"/>
                </a:lnTo>
                <a:lnTo>
                  <a:pt x="984000" y="37425"/>
                </a:lnTo>
                <a:lnTo>
                  <a:pt x="984075" y="37575"/>
                </a:lnTo>
                <a:lnTo>
                  <a:pt x="984075" y="37800"/>
                </a:lnTo>
                <a:lnTo>
                  <a:pt x="984150" y="37950"/>
                </a:lnTo>
                <a:lnTo>
                  <a:pt x="984150" y="38100"/>
                </a:lnTo>
                <a:lnTo>
                  <a:pt x="984225" y="38250"/>
                </a:lnTo>
                <a:lnTo>
                  <a:pt x="984225" y="38475"/>
                </a:lnTo>
                <a:lnTo>
                  <a:pt x="984375" y="38775"/>
                </a:lnTo>
                <a:lnTo>
                  <a:pt x="984450" y="39300"/>
                </a:lnTo>
                <a:lnTo>
                  <a:pt x="984600" y="39600"/>
                </a:lnTo>
                <a:lnTo>
                  <a:pt x="984600" y="39825"/>
                </a:lnTo>
                <a:lnTo>
                  <a:pt x="984750" y="40125"/>
                </a:lnTo>
                <a:lnTo>
                  <a:pt x="984750" y="40275"/>
                </a:lnTo>
                <a:lnTo>
                  <a:pt x="984975" y="40725"/>
                </a:lnTo>
                <a:lnTo>
                  <a:pt x="984975" y="40875"/>
                </a:lnTo>
                <a:lnTo>
                  <a:pt x="985275" y="41475"/>
                </a:lnTo>
                <a:lnTo>
                  <a:pt x="985275" y="41625"/>
                </a:lnTo>
                <a:lnTo>
                  <a:pt x="986100" y="43200"/>
                </a:lnTo>
                <a:lnTo>
                  <a:pt x="986175" y="43275"/>
                </a:lnTo>
                <a:lnTo>
                  <a:pt x="986550" y="43950"/>
                </a:lnTo>
                <a:lnTo>
                  <a:pt x="987000" y="44625"/>
                </a:lnTo>
                <a:lnTo>
                  <a:pt x="987150" y="44700"/>
                </a:lnTo>
                <a:lnTo>
                  <a:pt x="987450" y="45150"/>
                </a:lnTo>
                <a:lnTo>
                  <a:pt x="987600" y="45300"/>
                </a:lnTo>
                <a:lnTo>
                  <a:pt x="987750" y="45375"/>
                </a:lnTo>
                <a:lnTo>
                  <a:pt x="987975" y="45675"/>
                </a:lnTo>
                <a:lnTo>
                  <a:pt x="988125" y="45750"/>
                </a:lnTo>
                <a:lnTo>
                  <a:pt x="988425" y="46050"/>
                </a:lnTo>
                <a:lnTo>
                  <a:pt x="988575" y="46125"/>
                </a:lnTo>
                <a:lnTo>
                  <a:pt x="988800" y="46350"/>
                </a:lnTo>
                <a:lnTo>
                  <a:pt x="988950" y="46350"/>
                </a:lnTo>
                <a:lnTo>
                  <a:pt x="989100" y="46500"/>
                </a:lnTo>
                <a:lnTo>
                  <a:pt x="989325" y="46650"/>
                </a:lnTo>
                <a:lnTo>
                  <a:pt x="989400" y="46650"/>
                </a:lnTo>
                <a:lnTo>
                  <a:pt x="989925" y="46950"/>
                </a:lnTo>
                <a:lnTo>
                  <a:pt x="990225" y="47025"/>
                </a:lnTo>
                <a:lnTo>
                  <a:pt x="990300" y="47100"/>
                </a:lnTo>
                <a:lnTo>
                  <a:pt x="990525" y="47100"/>
                </a:lnTo>
                <a:lnTo>
                  <a:pt x="990675" y="47175"/>
                </a:lnTo>
                <a:lnTo>
                  <a:pt x="990750" y="47175"/>
                </a:lnTo>
                <a:lnTo>
                  <a:pt x="990825" y="47250"/>
                </a:lnTo>
                <a:lnTo>
                  <a:pt x="991050" y="47250"/>
                </a:lnTo>
                <a:lnTo>
                  <a:pt x="991200" y="47325"/>
                </a:lnTo>
                <a:lnTo>
                  <a:pt x="991650" y="47325"/>
                </a:lnTo>
                <a:lnTo>
                  <a:pt x="991800" y="47400"/>
                </a:lnTo>
                <a:lnTo>
                  <a:pt x="993300" y="47400"/>
                </a:lnTo>
                <a:lnTo>
                  <a:pt x="993525" y="47325"/>
                </a:lnTo>
                <a:lnTo>
                  <a:pt x="993975" y="47325"/>
                </a:lnTo>
                <a:lnTo>
                  <a:pt x="994125" y="47250"/>
                </a:lnTo>
                <a:lnTo>
                  <a:pt x="994650" y="47250"/>
                </a:lnTo>
                <a:lnTo>
                  <a:pt x="994800" y="47175"/>
                </a:lnTo>
                <a:lnTo>
                  <a:pt x="994950" y="47175"/>
                </a:lnTo>
                <a:lnTo>
                  <a:pt x="995100" y="47100"/>
                </a:lnTo>
                <a:lnTo>
                  <a:pt x="995250" y="47100"/>
                </a:lnTo>
                <a:lnTo>
                  <a:pt x="995400" y="47025"/>
                </a:lnTo>
                <a:lnTo>
                  <a:pt x="995625" y="47025"/>
                </a:lnTo>
                <a:lnTo>
                  <a:pt x="995775" y="46950"/>
                </a:lnTo>
                <a:lnTo>
                  <a:pt x="995925" y="46950"/>
                </a:lnTo>
                <a:lnTo>
                  <a:pt x="996075" y="46875"/>
                </a:lnTo>
                <a:lnTo>
                  <a:pt x="996225" y="46875"/>
                </a:lnTo>
                <a:lnTo>
                  <a:pt x="996600" y="46725"/>
                </a:lnTo>
                <a:lnTo>
                  <a:pt x="996750" y="46725"/>
                </a:lnTo>
                <a:lnTo>
                  <a:pt x="997050" y="46575"/>
                </a:lnTo>
                <a:lnTo>
                  <a:pt x="997275" y="46575"/>
                </a:lnTo>
                <a:lnTo>
                  <a:pt x="997875" y="46275"/>
                </a:lnTo>
                <a:lnTo>
                  <a:pt x="998250" y="46125"/>
                </a:lnTo>
                <a:lnTo>
                  <a:pt x="998400" y="46125"/>
                </a:lnTo>
                <a:lnTo>
                  <a:pt x="998850" y="45900"/>
                </a:lnTo>
                <a:lnTo>
                  <a:pt x="999075" y="45825"/>
                </a:lnTo>
                <a:lnTo>
                  <a:pt x="999225" y="45675"/>
                </a:lnTo>
                <a:lnTo>
                  <a:pt x="999825" y="45375"/>
                </a:lnTo>
                <a:lnTo>
                  <a:pt x="1000050" y="45300"/>
                </a:lnTo>
                <a:lnTo>
                  <a:pt x="1000200" y="45150"/>
                </a:lnTo>
                <a:lnTo>
                  <a:pt x="1000650" y="44925"/>
                </a:lnTo>
                <a:lnTo>
                  <a:pt x="1000725" y="44850"/>
                </a:lnTo>
                <a:lnTo>
                  <a:pt x="1000800" y="44850"/>
                </a:lnTo>
                <a:lnTo>
                  <a:pt x="1000875" y="44775"/>
                </a:lnTo>
                <a:lnTo>
                  <a:pt x="1000950" y="44775"/>
                </a:lnTo>
                <a:lnTo>
                  <a:pt x="1001025" y="44700"/>
                </a:lnTo>
                <a:lnTo>
                  <a:pt x="1001100" y="44700"/>
                </a:lnTo>
                <a:lnTo>
                  <a:pt x="1001250" y="44550"/>
                </a:lnTo>
                <a:lnTo>
                  <a:pt x="1001325" y="44550"/>
                </a:lnTo>
                <a:lnTo>
                  <a:pt x="1001625" y="44400"/>
                </a:lnTo>
                <a:lnTo>
                  <a:pt x="1001625" y="44325"/>
                </a:lnTo>
                <a:lnTo>
                  <a:pt x="1002000" y="44175"/>
                </a:lnTo>
                <a:lnTo>
                  <a:pt x="1002675" y="43725"/>
                </a:lnTo>
                <a:lnTo>
                  <a:pt x="1003050" y="43575"/>
                </a:lnTo>
                <a:lnTo>
                  <a:pt x="1003050" y="43500"/>
                </a:lnTo>
                <a:lnTo>
                  <a:pt x="1003200" y="43425"/>
                </a:lnTo>
                <a:lnTo>
                  <a:pt x="1003275" y="43425"/>
                </a:lnTo>
                <a:lnTo>
                  <a:pt x="1003425" y="43275"/>
                </a:lnTo>
                <a:lnTo>
                  <a:pt x="1003650" y="43125"/>
                </a:lnTo>
                <a:lnTo>
                  <a:pt x="1003725" y="43125"/>
                </a:lnTo>
                <a:lnTo>
                  <a:pt x="1003875" y="42975"/>
                </a:lnTo>
                <a:lnTo>
                  <a:pt x="1004025" y="42900"/>
                </a:lnTo>
                <a:lnTo>
                  <a:pt x="1004025" y="42825"/>
                </a:lnTo>
                <a:lnTo>
                  <a:pt x="1004175" y="42750"/>
                </a:lnTo>
                <a:lnTo>
                  <a:pt x="1004250" y="42750"/>
                </a:lnTo>
                <a:lnTo>
                  <a:pt x="1004325" y="42600"/>
                </a:lnTo>
                <a:lnTo>
                  <a:pt x="1004400" y="42600"/>
                </a:lnTo>
                <a:lnTo>
                  <a:pt x="1004625" y="42375"/>
                </a:lnTo>
                <a:lnTo>
                  <a:pt x="1004700" y="42375"/>
                </a:lnTo>
                <a:lnTo>
                  <a:pt x="1004850" y="42300"/>
                </a:lnTo>
                <a:lnTo>
                  <a:pt x="1004850" y="42225"/>
                </a:lnTo>
                <a:lnTo>
                  <a:pt x="1005000" y="42150"/>
                </a:lnTo>
                <a:lnTo>
                  <a:pt x="1005000" y="42075"/>
                </a:lnTo>
                <a:lnTo>
                  <a:pt x="1005225" y="41925"/>
                </a:lnTo>
                <a:lnTo>
                  <a:pt x="1005225" y="41850"/>
                </a:lnTo>
                <a:close/>
                <a:moveTo>
                  <a:pt x="1053225" y="47250"/>
                </a:moveTo>
                <a:lnTo>
                  <a:pt x="1053225" y="47175"/>
                </a:lnTo>
                <a:lnTo>
                  <a:pt x="1053075" y="47025"/>
                </a:lnTo>
                <a:lnTo>
                  <a:pt x="1053000" y="46800"/>
                </a:lnTo>
                <a:lnTo>
                  <a:pt x="1052850" y="46575"/>
                </a:lnTo>
                <a:lnTo>
                  <a:pt x="1052700" y="46425"/>
                </a:lnTo>
                <a:lnTo>
                  <a:pt x="1052475" y="46050"/>
                </a:lnTo>
                <a:lnTo>
                  <a:pt x="1052400" y="45825"/>
                </a:lnTo>
                <a:lnTo>
                  <a:pt x="1052250" y="45675"/>
                </a:lnTo>
                <a:lnTo>
                  <a:pt x="1051200" y="43950"/>
                </a:lnTo>
                <a:lnTo>
                  <a:pt x="1051050" y="43725"/>
                </a:lnTo>
                <a:lnTo>
                  <a:pt x="1050900" y="43575"/>
                </a:lnTo>
                <a:lnTo>
                  <a:pt x="1050825" y="43350"/>
                </a:lnTo>
                <a:lnTo>
                  <a:pt x="1050675" y="43200"/>
                </a:lnTo>
                <a:lnTo>
                  <a:pt x="1050600" y="42975"/>
                </a:lnTo>
                <a:lnTo>
                  <a:pt x="1050450" y="42825"/>
                </a:lnTo>
                <a:lnTo>
                  <a:pt x="1050375" y="42600"/>
                </a:lnTo>
                <a:lnTo>
                  <a:pt x="1050075" y="42225"/>
                </a:lnTo>
                <a:lnTo>
                  <a:pt x="1049850" y="41850"/>
                </a:lnTo>
                <a:lnTo>
                  <a:pt x="1049775" y="41625"/>
                </a:lnTo>
                <a:lnTo>
                  <a:pt x="1049625" y="41475"/>
                </a:lnTo>
                <a:lnTo>
                  <a:pt x="1049475" y="41250"/>
                </a:lnTo>
                <a:lnTo>
                  <a:pt x="1048350" y="39375"/>
                </a:lnTo>
                <a:lnTo>
                  <a:pt x="1048200" y="39150"/>
                </a:lnTo>
                <a:lnTo>
                  <a:pt x="1048050" y="39000"/>
                </a:lnTo>
                <a:lnTo>
                  <a:pt x="1047975" y="38775"/>
                </a:lnTo>
                <a:lnTo>
                  <a:pt x="1047825" y="38625"/>
                </a:lnTo>
                <a:lnTo>
                  <a:pt x="1047750" y="38400"/>
                </a:lnTo>
                <a:lnTo>
                  <a:pt x="1047600" y="38250"/>
                </a:lnTo>
                <a:lnTo>
                  <a:pt x="1047450" y="38025"/>
                </a:lnTo>
                <a:lnTo>
                  <a:pt x="1047375" y="37800"/>
                </a:lnTo>
                <a:lnTo>
                  <a:pt x="1047225" y="37650"/>
                </a:lnTo>
                <a:lnTo>
                  <a:pt x="1047150" y="37425"/>
                </a:lnTo>
                <a:lnTo>
                  <a:pt x="1047000" y="37275"/>
                </a:lnTo>
                <a:lnTo>
                  <a:pt x="1046850" y="37050"/>
                </a:lnTo>
                <a:lnTo>
                  <a:pt x="1045575" y="34950"/>
                </a:lnTo>
                <a:lnTo>
                  <a:pt x="1045425" y="34800"/>
                </a:lnTo>
                <a:lnTo>
                  <a:pt x="1045350" y="34575"/>
                </a:lnTo>
                <a:lnTo>
                  <a:pt x="1045200" y="34425"/>
                </a:lnTo>
                <a:lnTo>
                  <a:pt x="1045125" y="34200"/>
                </a:lnTo>
                <a:lnTo>
                  <a:pt x="1044975" y="34050"/>
                </a:lnTo>
                <a:lnTo>
                  <a:pt x="1044825" y="33825"/>
                </a:lnTo>
                <a:lnTo>
                  <a:pt x="1044750" y="33600"/>
                </a:lnTo>
                <a:lnTo>
                  <a:pt x="1044225" y="32850"/>
                </a:lnTo>
                <a:lnTo>
                  <a:pt x="1043100" y="30975"/>
                </a:lnTo>
                <a:lnTo>
                  <a:pt x="1042950" y="30750"/>
                </a:lnTo>
                <a:lnTo>
                  <a:pt x="1042800" y="30600"/>
                </a:lnTo>
                <a:lnTo>
                  <a:pt x="1042575" y="30225"/>
                </a:lnTo>
                <a:lnTo>
                  <a:pt x="1042500" y="30000"/>
                </a:lnTo>
                <a:lnTo>
                  <a:pt x="1042350" y="29850"/>
                </a:lnTo>
                <a:lnTo>
                  <a:pt x="1041975" y="29250"/>
                </a:lnTo>
                <a:lnTo>
                  <a:pt x="1041900" y="29025"/>
                </a:lnTo>
                <a:lnTo>
                  <a:pt x="1041750" y="28875"/>
                </a:lnTo>
                <a:lnTo>
                  <a:pt x="1041075" y="27750"/>
                </a:lnTo>
                <a:lnTo>
                  <a:pt x="1040925" y="27525"/>
                </a:lnTo>
                <a:lnTo>
                  <a:pt x="1040775" y="27375"/>
                </a:lnTo>
                <a:lnTo>
                  <a:pt x="1040700" y="27150"/>
                </a:lnTo>
                <a:lnTo>
                  <a:pt x="1040325" y="26550"/>
                </a:lnTo>
                <a:lnTo>
                  <a:pt x="1040175" y="26400"/>
                </a:lnTo>
                <a:lnTo>
                  <a:pt x="1040100" y="26175"/>
                </a:lnTo>
                <a:lnTo>
                  <a:pt x="1039950" y="26025"/>
                </a:lnTo>
                <a:lnTo>
                  <a:pt x="1039875" y="25800"/>
                </a:lnTo>
                <a:lnTo>
                  <a:pt x="1039725" y="25650"/>
                </a:lnTo>
                <a:lnTo>
                  <a:pt x="1039350" y="25050"/>
                </a:lnTo>
                <a:lnTo>
                  <a:pt x="1039275" y="24825"/>
                </a:lnTo>
                <a:lnTo>
                  <a:pt x="1039125" y="24675"/>
                </a:lnTo>
                <a:lnTo>
                  <a:pt x="1039050" y="24450"/>
                </a:lnTo>
                <a:lnTo>
                  <a:pt x="1038900" y="24300"/>
                </a:lnTo>
                <a:lnTo>
                  <a:pt x="1038450" y="23550"/>
                </a:lnTo>
                <a:lnTo>
                  <a:pt x="1038300" y="23325"/>
                </a:lnTo>
                <a:lnTo>
                  <a:pt x="1038150" y="23175"/>
                </a:lnTo>
                <a:lnTo>
                  <a:pt x="1038075" y="22950"/>
                </a:lnTo>
                <a:lnTo>
                  <a:pt x="1037925" y="22800"/>
                </a:lnTo>
                <a:lnTo>
                  <a:pt x="1037850" y="22575"/>
                </a:lnTo>
                <a:lnTo>
                  <a:pt x="1037700" y="22350"/>
                </a:lnTo>
                <a:lnTo>
                  <a:pt x="1037550" y="22200"/>
                </a:lnTo>
                <a:lnTo>
                  <a:pt x="1037475" y="21975"/>
                </a:lnTo>
                <a:lnTo>
                  <a:pt x="1037325" y="21825"/>
                </a:lnTo>
                <a:lnTo>
                  <a:pt x="1037250" y="21600"/>
                </a:lnTo>
                <a:lnTo>
                  <a:pt x="1037100" y="21450"/>
                </a:lnTo>
                <a:lnTo>
                  <a:pt x="1037025" y="21225"/>
                </a:lnTo>
                <a:lnTo>
                  <a:pt x="1036875" y="21075"/>
                </a:lnTo>
                <a:lnTo>
                  <a:pt x="1036725" y="20850"/>
                </a:lnTo>
                <a:lnTo>
                  <a:pt x="1036425" y="20250"/>
                </a:lnTo>
                <a:lnTo>
                  <a:pt x="1036275" y="20100"/>
                </a:lnTo>
                <a:lnTo>
                  <a:pt x="1035825" y="19350"/>
                </a:lnTo>
                <a:lnTo>
                  <a:pt x="1035525" y="18975"/>
                </a:lnTo>
                <a:lnTo>
                  <a:pt x="1035450" y="18750"/>
                </a:lnTo>
                <a:lnTo>
                  <a:pt x="1035300" y="18600"/>
                </a:lnTo>
                <a:lnTo>
                  <a:pt x="1035225" y="18375"/>
                </a:lnTo>
                <a:lnTo>
                  <a:pt x="1035075" y="18150"/>
                </a:lnTo>
                <a:lnTo>
                  <a:pt x="1034775" y="17550"/>
                </a:lnTo>
                <a:lnTo>
                  <a:pt x="1034700" y="17250"/>
                </a:lnTo>
                <a:lnTo>
                  <a:pt x="1034700" y="16500"/>
                </a:lnTo>
                <a:lnTo>
                  <a:pt x="1034775" y="16200"/>
                </a:lnTo>
                <a:lnTo>
                  <a:pt x="1035075" y="15525"/>
                </a:lnTo>
                <a:lnTo>
                  <a:pt x="1035300" y="15300"/>
                </a:lnTo>
                <a:lnTo>
                  <a:pt x="1035525" y="15000"/>
                </a:lnTo>
                <a:lnTo>
                  <a:pt x="1035825" y="14775"/>
                </a:lnTo>
                <a:lnTo>
                  <a:pt x="1036800" y="14325"/>
                </a:lnTo>
                <a:lnTo>
                  <a:pt x="1037175" y="14250"/>
                </a:lnTo>
                <a:lnTo>
                  <a:pt x="1058925" y="14250"/>
                </a:lnTo>
                <a:lnTo>
                  <a:pt x="1059300" y="14325"/>
                </a:lnTo>
                <a:lnTo>
                  <a:pt x="1060275" y="14775"/>
                </a:lnTo>
                <a:lnTo>
                  <a:pt x="1060575" y="15000"/>
                </a:lnTo>
                <a:lnTo>
                  <a:pt x="1060800" y="15300"/>
                </a:lnTo>
                <a:lnTo>
                  <a:pt x="1061025" y="15525"/>
                </a:lnTo>
                <a:lnTo>
                  <a:pt x="1061325" y="16200"/>
                </a:lnTo>
                <a:lnTo>
                  <a:pt x="1061400" y="16500"/>
                </a:lnTo>
                <a:lnTo>
                  <a:pt x="1061400" y="21375"/>
                </a:lnTo>
                <a:lnTo>
                  <a:pt x="1055700" y="21375"/>
                </a:lnTo>
                <a:lnTo>
                  <a:pt x="1055700" y="19500"/>
                </a:lnTo>
                <a:lnTo>
                  <a:pt x="1042500" y="19500"/>
                </a:lnTo>
                <a:lnTo>
                  <a:pt x="1042500" y="19575"/>
                </a:lnTo>
                <a:lnTo>
                  <a:pt x="1042650" y="19725"/>
                </a:lnTo>
                <a:lnTo>
                  <a:pt x="1042725" y="19950"/>
                </a:lnTo>
                <a:lnTo>
                  <a:pt x="1042875" y="20175"/>
                </a:lnTo>
                <a:lnTo>
                  <a:pt x="1043025" y="20325"/>
                </a:lnTo>
                <a:lnTo>
                  <a:pt x="1043100" y="20550"/>
                </a:lnTo>
                <a:lnTo>
                  <a:pt x="1043250" y="20700"/>
                </a:lnTo>
                <a:lnTo>
                  <a:pt x="1043325" y="20925"/>
                </a:lnTo>
                <a:lnTo>
                  <a:pt x="1043475" y="21075"/>
                </a:lnTo>
                <a:lnTo>
                  <a:pt x="1044675" y="23025"/>
                </a:lnTo>
                <a:lnTo>
                  <a:pt x="1044825" y="23175"/>
                </a:lnTo>
                <a:lnTo>
                  <a:pt x="1044900" y="23400"/>
                </a:lnTo>
                <a:lnTo>
                  <a:pt x="1045050" y="23550"/>
                </a:lnTo>
                <a:lnTo>
                  <a:pt x="1045125" y="23775"/>
                </a:lnTo>
                <a:lnTo>
                  <a:pt x="1045275" y="23925"/>
                </a:lnTo>
                <a:lnTo>
                  <a:pt x="1045350" y="24150"/>
                </a:lnTo>
                <a:lnTo>
                  <a:pt x="1045500" y="24375"/>
                </a:lnTo>
                <a:lnTo>
                  <a:pt x="1045650" y="24525"/>
                </a:lnTo>
                <a:lnTo>
                  <a:pt x="1045725" y="24750"/>
                </a:lnTo>
                <a:lnTo>
                  <a:pt x="1045875" y="24900"/>
                </a:lnTo>
                <a:lnTo>
                  <a:pt x="1045950" y="25125"/>
                </a:lnTo>
                <a:lnTo>
                  <a:pt x="1046100" y="25275"/>
                </a:lnTo>
                <a:lnTo>
                  <a:pt x="1046250" y="25500"/>
                </a:lnTo>
                <a:lnTo>
                  <a:pt x="1047750" y="27975"/>
                </a:lnTo>
                <a:lnTo>
                  <a:pt x="1047900" y="28125"/>
                </a:lnTo>
                <a:lnTo>
                  <a:pt x="1047975" y="28350"/>
                </a:lnTo>
                <a:lnTo>
                  <a:pt x="1048125" y="28500"/>
                </a:lnTo>
                <a:lnTo>
                  <a:pt x="1048275" y="28725"/>
                </a:lnTo>
                <a:lnTo>
                  <a:pt x="1048350" y="28950"/>
                </a:lnTo>
                <a:lnTo>
                  <a:pt x="1048500" y="29100"/>
                </a:lnTo>
                <a:lnTo>
                  <a:pt x="1048575" y="29325"/>
                </a:lnTo>
                <a:lnTo>
                  <a:pt x="1048725" y="29475"/>
                </a:lnTo>
                <a:lnTo>
                  <a:pt x="1048875" y="29700"/>
                </a:lnTo>
                <a:lnTo>
                  <a:pt x="1050000" y="31575"/>
                </a:lnTo>
                <a:lnTo>
                  <a:pt x="1050150" y="31800"/>
                </a:lnTo>
                <a:lnTo>
                  <a:pt x="1050300" y="31950"/>
                </a:lnTo>
                <a:lnTo>
                  <a:pt x="1050375" y="32175"/>
                </a:lnTo>
                <a:lnTo>
                  <a:pt x="1050525" y="32325"/>
                </a:lnTo>
                <a:lnTo>
                  <a:pt x="1050900" y="32925"/>
                </a:lnTo>
                <a:lnTo>
                  <a:pt x="1050975" y="33150"/>
                </a:lnTo>
                <a:lnTo>
                  <a:pt x="1051125" y="33300"/>
                </a:lnTo>
                <a:lnTo>
                  <a:pt x="1052625" y="35775"/>
                </a:lnTo>
                <a:lnTo>
                  <a:pt x="1052775" y="36000"/>
                </a:lnTo>
                <a:lnTo>
                  <a:pt x="1052925" y="36150"/>
                </a:lnTo>
                <a:lnTo>
                  <a:pt x="1053000" y="36375"/>
                </a:lnTo>
                <a:lnTo>
                  <a:pt x="1053150" y="36525"/>
                </a:lnTo>
                <a:lnTo>
                  <a:pt x="1053225" y="36750"/>
                </a:lnTo>
                <a:lnTo>
                  <a:pt x="1053375" y="36900"/>
                </a:lnTo>
                <a:lnTo>
                  <a:pt x="1053525" y="37125"/>
                </a:lnTo>
                <a:lnTo>
                  <a:pt x="1053750" y="37500"/>
                </a:lnTo>
                <a:lnTo>
                  <a:pt x="1053825" y="37725"/>
                </a:lnTo>
                <a:lnTo>
                  <a:pt x="1053975" y="37875"/>
                </a:lnTo>
                <a:lnTo>
                  <a:pt x="1054125" y="38100"/>
                </a:lnTo>
                <a:lnTo>
                  <a:pt x="1055250" y="39975"/>
                </a:lnTo>
                <a:lnTo>
                  <a:pt x="1055400" y="40200"/>
                </a:lnTo>
                <a:lnTo>
                  <a:pt x="1055550" y="40350"/>
                </a:lnTo>
                <a:lnTo>
                  <a:pt x="1055625" y="40575"/>
                </a:lnTo>
                <a:lnTo>
                  <a:pt x="1055775" y="40725"/>
                </a:lnTo>
                <a:lnTo>
                  <a:pt x="1055850" y="40950"/>
                </a:lnTo>
                <a:lnTo>
                  <a:pt x="1056000" y="41100"/>
                </a:lnTo>
                <a:lnTo>
                  <a:pt x="1056150" y="41325"/>
                </a:lnTo>
                <a:lnTo>
                  <a:pt x="1056450" y="41925"/>
                </a:lnTo>
                <a:lnTo>
                  <a:pt x="1056600" y="42075"/>
                </a:lnTo>
                <a:lnTo>
                  <a:pt x="1056675" y="42300"/>
                </a:lnTo>
                <a:lnTo>
                  <a:pt x="1056825" y="42450"/>
                </a:lnTo>
                <a:lnTo>
                  <a:pt x="1057650" y="43800"/>
                </a:lnTo>
                <a:lnTo>
                  <a:pt x="1057800" y="43950"/>
                </a:lnTo>
                <a:lnTo>
                  <a:pt x="1057875" y="44175"/>
                </a:lnTo>
                <a:lnTo>
                  <a:pt x="1058025" y="44400"/>
                </a:lnTo>
                <a:lnTo>
                  <a:pt x="1058175" y="44550"/>
                </a:lnTo>
                <a:lnTo>
                  <a:pt x="1058250" y="44775"/>
                </a:lnTo>
                <a:lnTo>
                  <a:pt x="1058400" y="44925"/>
                </a:lnTo>
                <a:lnTo>
                  <a:pt x="1058475" y="45150"/>
                </a:lnTo>
                <a:lnTo>
                  <a:pt x="1058625" y="45300"/>
                </a:lnTo>
                <a:lnTo>
                  <a:pt x="1058700" y="45525"/>
                </a:lnTo>
                <a:lnTo>
                  <a:pt x="1058850" y="45675"/>
                </a:lnTo>
                <a:lnTo>
                  <a:pt x="1059000" y="45900"/>
                </a:lnTo>
                <a:lnTo>
                  <a:pt x="1059300" y="46500"/>
                </a:lnTo>
                <a:lnTo>
                  <a:pt x="1059450" y="46650"/>
                </a:lnTo>
                <a:lnTo>
                  <a:pt x="1060200" y="47775"/>
                </a:lnTo>
                <a:lnTo>
                  <a:pt x="1060275" y="48000"/>
                </a:lnTo>
                <a:lnTo>
                  <a:pt x="1060425" y="48150"/>
                </a:lnTo>
                <a:lnTo>
                  <a:pt x="1060500" y="48375"/>
                </a:lnTo>
                <a:lnTo>
                  <a:pt x="1060650" y="48600"/>
                </a:lnTo>
                <a:lnTo>
                  <a:pt x="1060950" y="49200"/>
                </a:lnTo>
                <a:lnTo>
                  <a:pt x="1061025" y="49500"/>
                </a:lnTo>
                <a:lnTo>
                  <a:pt x="1061025" y="50250"/>
                </a:lnTo>
                <a:lnTo>
                  <a:pt x="1060950" y="50550"/>
                </a:lnTo>
                <a:lnTo>
                  <a:pt x="1060650" y="51225"/>
                </a:lnTo>
                <a:lnTo>
                  <a:pt x="1060425" y="51450"/>
                </a:lnTo>
                <a:lnTo>
                  <a:pt x="1060200" y="51750"/>
                </a:lnTo>
                <a:lnTo>
                  <a:pt x="1059900" y="51975"/>
                </a:lnTo>
                <a:lnTo>
                  <a:pt x="1058925" y="52425"/>
                </a:lnTo>
                <a:lnTo>
                  <a:pt x="1058550" y="52500"/>
                </a:lnTo>
                <a:lnTo>
                  <a:pt x="1036800" y="52500"/>
                </a:lnTo>
                <a:lnTo>
                  <a:pt x="1036425" y="52425"/>
                </a:lnTo>
                <a:lnTo>
                  <a:pt x="1036050" y="52275"/>
                </a:lnTo>
                <a:lnTo>
                  <a:pt x="1035450" y="51975"/>
                </a:lnTo>
                <a:lnTo>
                  <a:pt x="1035150" y="51750"/>
                </a:lnTo>
                <a:lnTo>
                  <a:pt x="1034925" y="51450"/>
                </a:lnTo>
                <a:lnTo>
                  <a:pt x="1034700" y="51225"/>
                </a:lnTo>
                <a:lnTo>
                  <a:pt x="1034400" y="50550"/>
                </a:lnTo>
                <a:lnTo>
                  <a:pt x="1034325" y="50250"/>
                </a:lnTo>
                <a:lnTo>
                  <a:pt x="1034325" y="45375"/>
                </a:lnTo>
                <a:lnTo>
                  <a:pt x="1040025" y="45375"/>
                </a:lnTo>
                <a:lnTo>
                  <a:pt x="1040025" y="47250"/>
                </a:lnTo>
                <a:close/>
                <a:moveTo>
                  <a:pt x="1083075" y="35625"/>
                </a:moveTo>
                <a:lnTo>
                  <a:pt x="1083000" y="35625"/>
                </a:lnTo>
                <a:lnTo>
                  <a:pt x="1082400" y="35925"/>
                </a:lnTo>
                <a:lnTo>
                  <a:pt x="1082325" y="36000"/>
                </a:lnTo>
                <a:lnTo>
                  <a:pt x="1081875" y="36225"/>
                </a:lnTo>
                <a:lnTo>
                  <a:pt x="1081725" y="36375"/>
                </a:lnTo>
                <a:lnTo>
                  <a:pt x="1081275" y="36600"/>
                </a:lnTo>
                <a:lnTo>
                  <a:pt x="1081125" y="36750"/>
                </a:lnTo>
                <a:lnTo>
                  <a:pt x="1080975" y="36825"/>
                </a:lnTo>
                <a:lnTo>
                  <a:pt x="1080900" y="36975"/>
                </a:lnTo>
                <a:lnTo>
                  <a:pt x="1080750" y="37050"/>
                </a:lnTo>
                <a:lnTo>
                  <a:pt x="1080600" y="37200"/>
                </a:lnTo>
                <a:lnTo>
                  <a:pt x="1080150" y="37500"/>
                </a:lnTo>
                <a:lnTo>
                  <a:pt x="1078875" y="38775"/>
                </a:lnTo>
                <a:lnTo>
                  <a:pt x="1078725" y="38850"/>
                </a:lnTo>
                <a:lnTo>
                  <a:pt x="1078650" y="39000"/>
                </a:lnTo>
                <a:lnTo>
                  <a:pt x="1078200" y="39450"/>
                </a:lnTo>
                <a:lnTo>
                  <a:pt x="1077975" y="39825"/>
                </a:lnTo>
                <a:lnTo>
                  <a:pt x="1077525" y="40275"/>
                </a:lnTo>
                <a:lnTo>
                  <a:pt x="1077450" y="40425"/>
                </a:lnTo>
                <a:lnTo>
                  <a:pt x="1077150" y="40725"/>
                </a:lnTo>
                <a:lnTo>
                  <a:pt x="1076925" y="41100"/>
                </a:lnTo>
                <a:lnTo>
                  <a:pt x="1076625" y="41400"/>
                </a:lnTo>
                <a:lnTo>
                  <a:pt x="1076550" y="41625"/>
                </a:lnTo>
                <a:lnTo>
                  <a:pt x="1076250" y="41925"/>
                </a:lnTo>
                <a:lnTo>
                  <a:pt x="1076175" y="42150"/>
                </a:lnTo>
                <a:lnTo>
                  <a:pt x="1076025" y="42300"/>
                </a:lnTo>
                <a:lnTo>
                  <a:pt x="1075575" y="42975"/>
                </a:lnTo>
                <a:lnTo>
                  <a:pt x="1075425" y="43125"/>
                </a:lnTo>
                <a:lnTo>
                  <a:pt x="1075350" y="43350"/>
                </a:lnTo>
                <a:lnTo>
                  <a:pt x="1075050" y="43650"/>
                </a:lnTo>
                <a:lnTo>
                  <a:pt x="1074975" y="43875"/>
                </a:lnTo>
                <a:lnTo>
                  <a:pt x="1074825" y="44025"/>
                </a:lnTo>
                <a:lnTo>
                  <a:pt x="1074525" y="44550"/>
                </a:lnTo>
                <a:lnTo>
                  <a:pt x="1074375" y="44700"/>
                </a:lnTo>
                <a:lnTo>
                  <a:pt x="1074300" y="44925"/>
                </a:lnTo>
                <a:lnTo>
                  <a:pt x="1074150" y="45075"/>
                </a:lnTo>
                <a:lnTo>
                  <a:pt x="1074000" y="45450"/>
                </a:lnTo>
                <a:lnTo>
                  <a:pt x="1073850" y="45600"/>
                </a:lnTo>
                <a:lnTo>
                  <a:pt x="1073475" y="46275"/>
                </a:lnTo>
                <a:lnTo>
                  <a:pt x="1073325" y="46425"/>
                </a:lnTo>
                <a:lnTo>
                  <a:pt x="1073250" y="46650"/>
                </a:lnTo>
                <a:lnTo>
                  <a:pt x="1073100" y="46800"/>
                </a:lnTo>
                <a:lnTo>
                  <a:pt x="1072950" y="47100"/>
                </a:lnTo>
                <a:lnTo>
                  <a:pt x="1072800" y="47250"/>
                </a:lnTo>
                <a:lnTo>
                  <a:pt x="1072650" y="47625"/>
                </a:lnTo>
                <a:lnTo>
                  <a:pt x="1072500" y="47775"/>
                </a:lnTo>
                <a:lnTo>
                  <a:pt x="1072350" y="48075"/>
                </a:lnTo>
                <a:lnTo>
                  <a:pt x="1072200" y="48225"/>
                </a:lnTo>
                <a:lnTo>
                  <a:pt x="1071975" y="48675"/>
                </a:lnTo>
                <a:lnTo>
                  <a:pt x="1071825" y="48825"/>
                </a:lnTo>
                <a:lnTo>
                  <a:pt x="1071600" y="49275"/>
                </a:lnTo>
                <a:lnTo>
                  <a:pt x="1071450" y="49425"/>
                </a:lnTo>
                <a:lnTo>
                  <a:pt x="1071225" y="49875"/>
                </a:lnTo>
                <a:lnTo>
                  <a:pt x="1071000" y="50100"/>
                </a:lnTo>
                <a:lnTo>
                  <a:pt x="1071000" y="50175"/>
                </a:lnTo>
                <a:lnTo>
                  <a:pt x="1070850" y="50400"/>
                </a:lnTo>
                <a:lnTo>
                  <a:pt x="1070625" y="50625"/>
                </a:lnTo>
                <a:lnTo>
                  <a:pt x="1070625" y="50700"/>
                </a:lnTo>
                <a:lnTo>
                  <a:pt x="1070475" y="50925"/>
                </a:lnTo>
                <a:lnTo>
                  <a:pt x="1070325" y="51000"/>
                </a:lnTo>
                <a:lnTo>
                  <a:pt x="1070325" y="51075"/>
                </a:lnTo>
                <a:lnTo>
                  <a:pt x="1070175" y="51300"/>
                </a:lnTo>
                <a:lnTo>
                  <a:pt x="1070100" y="51375"/>
                </a:lnTo>
                <a:lnTo>
                  <a:pt x="1070025" y="51375"/>
                </a:lnTo>
                <a:lnTo>
                  <a:pt x="1069950" y="51525"/>
                </a:lnTo>
                <a:lnTo>
                  <a:pt x="1069650" y="51825"/>
                </a:lnTo>
                <a:lnTo>
                  <a:pt x="1069350" y="52050"/>
                </a:lnTo>
                <a:lnTo>
                  <a:pt x="1068375" y="52500"/>
                </a:lnTo>
                <a:lnTo>
                  <a:pt x="1068075" y="52575"/>
                </a:lnTo>
                <a:lnTo>
                  <a:pt x="1067325" y="52575"/>
                </a:lnTo>
                <a:lnTo>
                  <a:pt x="1066275" y="52350"/>
                </a:lnTo>
                <a:lnTo>
                  <a:pt x="1065900" y="52200"/>
                </a:lnTo>
                <a:lnTo>
                  <a:pt x="1065600" y="51975"/>
                </a:lnTo>
                <a:lnTo>
                  <a:pt x="1065150" y="51525"/>
                </a:lnTo>
                <a:lnTo>
                  <a:pt x="1064850" y="51000"/>
                </a:lnTo>
                <a:lnTo>
                  <a:pt x="1064700" y="50400"/>
                </a:lnTo>
                <a:lnTo>
                  <a:pt x="1064700" y="50100"/>
                </a:lnTo>
                <a:lnTo>
                  <a:pt x="1064925" y="49275"/>
                </a:lnTo>
                <a:lnTo>
                  <a:pt x="1064925" y="49050"/>
                </a:lnTo>
                <a:lnTo>
                  <a:pt x="1065300" y="47775"/>
                </a:lnTo>
                <a:lnTo>
                  <a:pt x="1065300" y="47475"/>
                </a:lnTo>
                <a:lnTo>
                  <a:pt x="1065600" y="46500"/>
                </a:lnTo>
                <a:lnTo>
                  <a:pt x="1065600" y="46200"/>
                </a:lnTo>
                <a:lnTo>
                  <a:pt x="1065825" y="45450"/>
                </a:lnTo>
                <a:lnTo>
                  <a:pt x="1065825" y="45225"/>
                </a:lnTo>
                <a:lnTo>
                  <a:pt x="1065975" y="44700"/>
                </a:lnTo>
                <a:lnTo>
                  <a:pt x="1065975" y="44400"/>
                </a:lnTo>
                <a:lnTo>
                  <a:pt x="1066125" y="43875"/>
                </a:lnTo>
                <a:lnTo>
                  <a:pt x="1066125" y="43650"/>
                </a:lnTo>
                <a:lnTo>
                  <a:pt x="1066275" y="43125"/>
                </a:lnTo>
                <a:lnTo>
                  <a:pt x="1066275" y="42900"/>
                </a:lnTo>
                <a:lnTo>
                  <a:pt x="1066425" y="42375"/>
                </a:lnTo>
                <a:lnTo>
                  <a:pt x="1066425" y="42075"/>
                </a:lnTo>
                <a:lnTo>
                  <a:pt x="1066500" y="41850"/>
                </a:lnTo>
                <a:lnTo>
                  <a:pt x="1066500" y="41550"/>
                </a:lnTo>
                <a:lnTo>
                  <a:pt x="1066575" y="41325"/>
                </a:lnTo>
                <a:lnTo>
                  <a:pt x="1066575" y="41100"/>
                </a:lnTo>
                <a:lnTo>
                  <a:pt x="1066725" y="40575"/>
                </a:lnTo>
                <a:lnTo>
                  <a:pt x="1066725" y="40275"/>
                </a:lnTo>
                <a:lnTo>
                  <a:pt x="1066800" y="40050"/>
                </a:lnTo>
                <a:lnTo>
                  <a:pt x="1066800" y="39825"/>
                </a:lnTo>
                <a:lnTo>
                  <a:pt x="1066875" y="39525"/>
                </a:lnTo>
                <a:lnTo>
                  <a:pt x="1066875" y="39000"/>
                </a:lnTo>
                <a:lnTo>
                  <a:pt x="1066950" y="38775"/>
                </a:lnTo>
                <a:lnTo>
                  <a:pt x="1066950" y="38550"/>
                </a:lnTo>
                <a:lnTo>
                  <a:pt x="1067100" y="37725"/>
                </a:lnTo>
                <a:lnTo>
                  <a:pt x="1067100" y="37275"/>
                </a:lnTo>
                <a:lnTo>
                  <a:pt x="1067175" y="36975"/>
                </a:lnTo>
                <a:lnTo>
                  <a:pt x="1067175" y="36750"/>
                </a:lnTo>
                <a:lnTo>
                  <a:pt x="1067250" y="36525"/>
                </a:lnTo>
                <a:lnTo>
                  <a:pt x="1067250" y="36000"/>
                </a:lnTo>
                <a:lnTo>
                  <a:pt x="1067325" y="35775"/>
                </a:lnTo>
                <a:lnTo>
                  <a:pt x="1067325" y="35250"/>
                </a:lnTo>
                <a:lnTo>
                  <a:pt x="1067400" y="35025"/>
                </a:lnTo>
                <a:lnTo>
                  <a:pt x="1067400" y="34275"/>
                </a:lnTo>
                <a:lnTo>
                  <a:pt x="1067475" y="34050"/>
                </a:lnTo>
                <a:lnTo>
                  <a:pt x="1067475" y="33300"/>
                </a:lnTo>
                <a:lnTo>
                  <a:pt x="1067550" y="33075"/>
                </a:lnTo>
                <a:lnTo>
                  <a:pt x="1067550" y="31875"/>
                </a:lnTo>
                <a:lnTo>
                  <a:pt x="1067625" y="31650"/>
                </a:lnTo>
                <a:lnTo>
                  <a:pt x="1067625" y="26325"/>
                </a:lnTo>
                <a:lnTo>
                  <a:pt x="1067550" y="26175"/>
                </a:lnTo>
                <a:lnTo>
                  <a:pt x="1067550" y="25350"/>
                </a:lnTo>
                <a:lnTo>
                  <a:pt x="1067475" y="25125"/>
                </a:lnTo>
                <a:lnTo>
                  <a:pt x="1067475" y="24375"/>
                </a:lnTo>
                <a:lnTo>
                  <a:pt x="1067400" y="24150"/>
                </a:lnTo>
                <a:lnTo>
                  <a:pt x="1067400" y="23775"/>
                </a:lnTo>
                <a:lnTo>
                  <a:pt x="1067325" y="23625"/>
                </a:lnTo>
                <a:lnTo>
                  <a:pt x="1067325" y="23100"/>
                </a:lnTo>
                <a:lnTo>
                  <a:pt x="1067250" y="22875"/>
                </a:lnTo>
                <a:lnTo>
                  <a:pt x="1067250" y="22725"/>
                </a:lnTo>
                <a:lnTo>
                  <a:pt x="1067175" y="22575"/>
                </a:lnTo>
                <a:lnTo>
                  <a:pt x="1067175" y="22200"/>
                </a:lnTo>
                <a:lnTo>
                  <a:pt x="1067100" y="22050"/>
                </a:lnTo>
                <a:lnTo>
                  <a:pt x="1067100" y="21675"/>
                </a:lnTo>
                <a:lnTo>
                  <a:pt x="1067025" y="21525"/>
                </a:lnTo>
                <a:lnTo>
                  <a:pt x="1067025" y="21375"/>
                </a:lnTo>
                <a:lnTo>
                  <a:pt x="1066950" y="21225"/>
                </a:lnTo>
                <a:lnTo>
                  <a:pt x="1066950" y="21075"/>
                </a:lnTo>
                <a:lnTo>
                  <a:pt x="1066875" y="20925"/>
                </a:lnTo>
                <a:lnTo>
                  <a:pt x="1066875" y="20775"/>
                </a:lnTo>
                <a:lnTo>
                  <a:pt x="1066800" y="20625"/>
                </a:lnTo>
                <a:lnTo>
                  <a:pt x="1066800" y="20475"/>
                </a:lnTo>
                <a:lnTo>
                  <a:pt x="1066725" y="20325"/>
                </a:lnTo>
                <a:lnTo>
                  <a:pt x="1066725" y="20175"/>
                </a:lnTo>
                <a:lnTo>
                  <a:pt x="1066650" y="20025"/>
                </a:lnTo>
                <a:lnTo>
                  <a:pt x="1066650" y="19875"/>
                </a:lnTo>
                <a:lnTo>
                  <a:pt x="1066575" y="19725"/>
                </a:lnTo>
                <a:lnTo>
                  <a:pt x="1066575" y="19575"/>
                </a:lnTo>
                <a:lnTo>
                  <a:pt x="1066350" y="19050"/>
                </a:lnTo>
                <a:lnTo>
                  <a:pt x="1066275" y="18750"/>
                </a:lnTo>
                <a:lnTo>
                  <a:pt x="1066125" y="18450"/>
                </a:lnTo>
                <a:lnTo>
                  <a:pt x="1066125" y="18375"/>
                </a:lnTo>
                <a:lnTo>
                  <a:pt x="1065975" y="18150"/>
                </a:lnTo>
                <a:lnTo>
                  <a:pt x="1065900" y="17850"/>
                </a:lnTo>
                <a:lnTo>
                  <a:pt x="1065750" y="17700"/>
                </a:lnTo>
                <a:lnTo>
                  <a:pt x="1065750" y="17550"/>
                </a:lnTo>
                <a:lnTo>
                  <a:pt x="1065600" y="17400"/>
                </a:lnTo>
                <a:lnTo>
                  <a:pt x="1065600" y="17325"/>
                </a:lnTo>
                <a:lnTo>
                  <a:pt x="1065450" y="17175"/>
                </a:lnTo>
                <a:lnTo>
                  <a:pt x="1065450" y="17100"/>
                </a:lnTo>
                <a:lnTo>
                  <a:pt x="1065150" y="16800"/>
                </a:lnTo>
                <a:lnTo>
                  <a:pt x="1069950" y="14250"/>
                </a:lnTo>
                <a:lnTo>
                  <a:pt x="1070025" y="14325"/>
                </a:lnTo>
                <a:lnTo>
                  <a:pt x="1070025" y="14400"/>
                </a:lnTo>
                <a:lnTo>
                  <a:pt x="1070175" y="14625"/>
                </a:lnTo>
                <a:lnTo>
                  <a:pt x="1070250" y="14625"/>
                </a:lnTo>
                <a:lnTo>
                  <a:pt x="1070325" y="14700"/>
                </a:lnTo>
                <a:lnTo>
                  <a:pt x="1070325" y="14775"/>
                </a:lnTo>
                <a:lnTo>
                  <a:pt x="1070400" y="14850"/>
                </a:lnTo>
                <a:lnTo>
                  <a:pt x="1070400" y="14925"/>
                </a:lnTo>
                <a:lnTo>
                  <a:pt x="1070475" y="15000"/>
                </a:lnTo>
                <a:lnTo>
                  <a:pt x="1070625" y="15300"/>
                </a:lnTo>
                <a:lnTo>
                  <a:pt x="1070700" y="15300"/>
                </a:lnTo>
                <a:lnTo>
                  <a:pt x="1070775" y="15375"/>
                </a:lnTo>
                <a:lnTo>
                  <a:pt x="1070775" y="15450"/>
                </a:lnTo>
                <a:lnTo>
                  <a:pt x="1070850" y="15525"/>
                </a:lnTo>
                <a:lnTo>
                  <a:pt x="1070850" y="15600"/>
                </a:lnTo>
                <a:lnTo>
                  <a:pt x="1070925" y="15675"/>
                </a:lnTo>
                <a:lnTo>
                  <a:pt x="1071525" y="16875"/>
                </a:lnTo>
                <a:lnTo>
                  <a:pt x="1071525" y="17025"/>
                </a:lnTo>
                <a:lnTo>
                  <a:pt x="1071600" y="17025"/>
                </a:lnTo>
                <a:lnTo>
                  <a:pt x="1071600" y="17175"/>
                </a:lnTo>
                <a:lnTo>
                  <a:pt x="1071750" y="17475"/>
                </a:lnTo>
                <a:lnTo>
                  <a:pt x="1071750" y="17550"/>
                </a:lnTo>
                <a:lnTo>
                  <a:pt x="1071825" y="17625"/>
                </a:lnTo>
                <a:lnTo>
                  <a:pt x="1071825" y="17850"/>
                </a:lnTo>
                <a:lnTo>
                  <a:pt x="1071900" y="17850"/>
                </a:lnTo>
                <a:lnTo>
                  <a:pt x="1071900" y="18000"/>
                </a:lnTo>
                <a:lnTo>
                  <a:pt x="1072050" y="18300"/>
                </a:lnTo>
                <a:lnTo>
                  <a:pt x="1072050" y="18525"/>
                </a:lnTo>
                <a:lnTo>
                  <a:pt x="1072200" y="18825"/>
                </a:lnTo>
                <a:lnTo>
                  <a:pt x="1072200" y="18975"/>
                </a:lnTo>
                <a:lnTo>
                  <a:pt x="1072275" y="19050"/>
                </a:lnTo>
                <a:lnTo>
                  <a:pt x="1072275" y="19200"/>
                </a:lnTo>
                <a:lnTo>
                  <a:pt x="1072350" y="19350"/>
                </a:lnTo>
                <a:lnTo>
                  <a:pt x="1072350" y="19575"/>
                </a:lnTo>
                <a:lnTo>
                  <a:pt x="1072425" y="19725"/>
                </a:lnTo>
                <a:lnTo>
                  <a:pt x="1072425" y="19875"/>
                </a:lnTo>
                <a:lnTo>
                  <a:pt x="1072500" y="19875"/>
                </a:lnTo>
                <a:lnTo>
                  <a:pt x="1072500" y="20100"/>
                </a:lnTo>
                <a:lnTo>
                  <a:pt x="1072575" y="20250"/>
                </a:lnTo>
                <a:lnTo>
                  <a:pt x="1072575" y="20475"/>
                </a:lnTo>
                <a:lnTo>
                  <a:pt x="1072650" y="20625"/>
                </a:lnTo>
                <a:lnTo>
                  <a:pt x="1072650" y="20850"/>
                </a:lnTo>
                <a:lnTo>
                  <a:pt x="1072725" y="21000"/>
                </a:lnTo>
                <a:lnTo>
                  <a:pt x="1072725" y="21225"/>
                </a:lnTo>
                <a:lnTo>
                  <a:pt x="1072800" y="21375"/>
                </a:lnTo>
                <a:lnTo>
                  <a:pt x="1072800" y="21750"/>
                </a:lnTo>
                <a:lnTo>
                  <a:pt x="1072875" y="21975"/>
                </a:lnTo>
                <a:lnTo>
                  <a:pt x="1072875" y="22200"/>
                </a:lnTo>
                <a:lnTo>
                  <a:pt x="1072950" y="22350"/>
                </a:lnTo>
                <a:lnTo>
                  <a:pt x="1072950" y="22800"/>
                </a:lnTo>
                <a:lnTo>
                  <a:pt x="1073025" y="22950"/>
                </a:lnTo>
                <a:lnTo>
                  <a:pt x="1073025" y="23400"/>
                </a:lnTo>
                <a:lnTo>
                  <a:pt x="1073100" y="23625"/>
                </a:lnTo>
                <a:lnTo>
                  <a:pt x="1073100" y="24000"/>
                </a:lnTo>
                <a:lnTo>
                  <a:pt x="1073175" y="24225"/>
                </a:lnTo>
                <a:lnTo>
                  <a:pt x="1073175" y="24900"/>
                </a:lnTo>
                <a:lnTo>
                  <a:pt x="1073250" y="25050"/>
                </a:lnTo>
                <a:lnTo>
                  <a:pt x="1073250" y="26175"/>
                </a:lnTo>
                <a:lnTo>
                  <a:pt x="1073325" y="26400"/>
                </a:lnTo>
                <a:lnTo>
                  <a:pt x="1073325" y="31575"/>
                </a:lnTo>
                <a:lnTo>
                  <a:pt x="1073250" y="31800"/>
                </a:lnTo>
                <a:lnTo>
                  <a:pt x="1073250" y="33075"/>
                </a:lnTo>
                <a:lnTo>
                  <a:pt x="1073175" y="33300"/>
                </a:lnTo>
                <a:lnTo>
                  <a:pt x="1073175" y="34050"/>
                </a:lnTo>
                <a:lnTo>
                  <a:pt x="1073100" y="34350"/>
                </a:lnTo>
                <a:lnTo>
                  <a:pt x="1073100" y="35100"/>
                </a:lnTo>
                <a:lnTo>
                  <a:pt x="1073025" y="35325"/>
                </a:lnTo>
                <a:lnTo>
                  <a:pt x="1073025" y="35850"/>
                </a:lnTo>
                <a:lnTo>
                  <a:pt x="1072950" y="36150"/>
                </a:lnTo>
                <a:lnTo>
                  <a:pt x="1072950" y="36675"/>
                </a:lnTo>
                <a:lnTo>
                  <a:pt x="1072875" y="36900"/>
                </a:lnTo>
                <a:lnTo>
                  <a:pt x="1072875" y="37425"/>
                </a:lnTo>
                <a:lnTo>
                  <a:pt x="1072800" y="37725"/>
                </a:lnTo>
                <a:lnTo>
                  <a:pt x="1073100" y="37425"/>
                </a:lnTo>
                <a:lnTo>
                  <a:pt x="1073550" y="36825"/>
                </a:lnTo>
                <a:lnTo>
                  <a:pt x="1073850" y="36525"/>
                </a:lnTo>
                <a:lnTo>
                  <a:pt x="1073850" y="36450"/>
                </a:lnTo>
                <a:lnTo>
                  <a:pt x="1074000" y="36300"/>
                </a:lnTo>
                <a:lnTo>
                  <a:pt x="1074075" y="36300"/>
                </a:lnTo>
                <a:lnTo>
                  <a:pt x="1074375" y="36000"/>
                </a:lnTo>
                <a:lnTo>
                  <a:pt x="1074375" y="35925"/>
                </a:lnTo>
                <a:lnTo>
                  <a:pt x="1074675" y="35625"/>
                </a:lnTo>
                <a:lnTo>
                  <a:pt x="1074750" y="35625"/>
                </a:lnTo>
                <a:lnTo>
                  <a:pt x="1074900" y="35475"/>
                </a:lnTo>
                <a:lnTo>
                  <a:pt x="1074900" y="35400"/>
                </a:lnTo>
                <a:lnTo>
                  <a:pt x="1075200" y="35100"/>
                </a:lnTo>
                <a:lnTo>
                  <a:pt x="1075275" y="35100"/>
                </a:lnTo>
                <a:lnTo>
                  <a:pt x="1075575" y="34800"/>
                </a:lnTo>
                <a:lnTo>
                  <a:pt x="1075575" y="34725"/>
                </a:lnTo>
                <a:lnTo>
                  <a:pt x="1075800" y="34575"/>
                </a:lnTo>
                <a:lnTo>
                  <a:pt x="1076700" y="33825"/>
                </a:lnTo>
                <a:lnTo>
                  <a:pt x="1076775" y="33825"/>
                </a:lnTo>
                <a:lnTo>
                  <a:pt x="1076925" y="33675"/>
                </a:lnTo>
                <a:lnTo>
                  <a:pt x="1076925" y="33600"/>
                </a:lnTo>
                <a:lnTo>
                  <a:pt x="1077750" y="33075"/>
                </a:lnTo>
                <a:lnTo>
                  <a:pt x="1077900" y="32925"/>
                </a:lnTo>
                <a:lnTo>
                  <a:pt x="1077975" y="32925"/>
                </a:lnTo>
                <a:lnTo>
                  <a:pt x="1078125" y="32775"/>
                </a:lnTo>
                <a:lnTo>
                  <a:pt x="1078200" y="32775"/>
                </a:lnTo>
                <a:lnTo>
                  <a:pt x="1078350" y="32625"/>
                </a:lnTo>
                <a:lnTo>
                  <a:pt x="1078425" y="32625"/>
                </a:lnTo>
                <a:lnTo>
                  <a:pt x="1078575" y="32550"/>
                </a:lnTo>
                <a:lnTo>
                  <a:pt x="1078575" y="32475"/>
                </a:lnTo>
                <a:lnTo>
                  <a:pt x="1078800" y="32400"/>
                </a:lnTo>
                <a:lnTo>
                  <a:pt x="1079250" y="32100"/>
                </a:lnTo>
                <a:lnTo>
                  <a:pt x="1079550" y="32025"/>
                </a:lnTo>
                <a:lnTo>
                  <a:pt x="1079700" y="31875"/>
                </a:lnTo>
                <a:lnTo>
                  <a:pt x="1079775" y="31875"/>
                </a:lnTo>
                <a:lnTo>
                  <a:pt x="1080150" y="31650"/>
                </a:lnTo>
                <a:lnTo>
                  <a:pt x="1080450" y="31575"/>
                </a:lnTo>
                <a:lnTo>
                  <a:pt x="1080675" y="31425"/>
                </a:lnTo>
                <a:lnTo>
                  <a:pt x="1081425" y="31200"/>
                </a:lnTo>
                <a:lnTo>
                  <a:pt x="1081650" y="31050"/>
                </a:lnTo>
                <a:lnTo>
                  <a:pt x="1082025" y="30975"/>
                </a:lnTo>
                <a:lnTo>
                  <a:pt x="1082175" y="30900"/>
                </a:lnTo>
                <a:lnTo>
                  <a:pt x="1082550" y="30825"/>
                </a:lnTo>
                <a:lnTo>
                  <a:pt x="1082700" y="30750"/>
                </a:lnTo>
                <a:lnTo>
                  <a:pt x="1083000" y="30750"/>
                </a:lnTo>
                <a:lnTo>
                  <a:pt x="1083075" y="30675"/>
                </a:lnTo>
                <a:lnTo>
                  <a:pt x="1083075" y="14250"/>
                </a:lnTo>
                <a:lnTo>
                  <a:pt x="1088775" y="14250"/>
                </a:lnTo>
                <a:lnTo>
                  <a:pt x="1088775" y="66750"/>
                </a:lnTo>
                <a:lnTo>
                  <a:pt x="1083075" y="66750"/>
                </a:lnTo>
                <a:close/>
              </a:path>
            </a:pathLst>
          </a:custGeom>
          <a:solidFill>
            <a:srgbClr val="000000"/>
          </a:solidFill>
          <a:ln>
            <a:noFill/>
          </a:ln>
        </p:spPr>
        <p:txBody>
          <a:bodyPr rtlCol="0" anchor="ctr"/>
          <a:lstStyle/>
          <a:p>
            <a:pPr algn="ctr"/>
          </a:p>
        </p:txBody>
      </p:sp>
      <p:sp>
        <p:nvSpPr>
          <p:cNvPr id="11" name="Full Kül Tigin D1 / Sans / 3"/>
          <p:cNvSpPr/>
          <p:nvPr/>
        </p:nvSpPr>
        <p:spPr>
          <a:xfrm>
            <a:off x="3915347" y="4110990"/>
            <a:ext cx="7590092" cy="508635"/>
          </a:xfrm>
          <a:custGeom>
            <a:avLst/>
            <a:gdLst/>
            <a:ahLst/>
            <a:cxnLst/>
            <a:rect l="l" t="t" r="r" b="b"/>
            <a:pathLst>
              <a:path w="996075" h="66750" stroke="0">
                <a:moveTo>
                  <a:pt x="5775" y="33450"/>
                </a:moveTo>
                <a:lnTo>
                  <a:pt x="6225" y="33450"/>
                </a:lnTo>
                <a:lnTo>
                  <a:pt x="6300" y="33375"/>
                </a:lnTo>
                <a:lnTo>
                  <a:pt x="6750" y="33375"/>
                </a:lnTo>
                <a:lnTo>
                  <a:pt x="6975" y="33300"/>
                </a:lnTo>
                <a:lnTo>
                  <a:pt x="7425" y="33300"/>
                </a:lnTo>
                <a:lnTo>
                  <a:pt x="7650" y="33225"/>
                </a:lnTo>
                <a:lnTo>
                  <a:pt x="8100" y="33225"/>
                </a:lnTo>
                <a:lnTo>
                  <a:pt x="8325" y="33150"/>
                </a:lnTo>
                <a:lnTo>
                  <a:pt x="9975" y="33150"/>
                </a:lnTo>
                <a:lnTo>
                  <a:pt x="9975" y="33075"/>
                </a:lnTo>
                <a:lnTo>
                  <a:pt x="10650" y="33075"/>
                </a:lnTo>
                <a:lnTo>
                  <a:pt x="10650" y="33150"/>
                </a:lnTo>
                <a:lnTo>
                  <a:pt x="12000" y="33150"/>
                </a:lnTo>
                <a:lnTo>
                  <a:pt x="12225" y="33225"/>
                </a:lnTo>
                <a:lnTo>
                  <a:pt x="12750" y="33225"/>
                </a:lnTo>
                <a:lnTo>
                  <a:pt x="12900" y="33300"/>
                </a:lnTo>
                <a:lnTo>
                  <a:pt x="13350" y="33300"/>
                </a:lnTo>
                <a:lnTo>
                  <a:pt x="13425" y="33375"/>
                </a:lnTo>
                <a:lnTo>
                  <a:pt x="13800" y="33375"/>
                </a:lnTo>
                <a:lnTo>
                  <a:pt x="13875" y="33450"/>
                </a:lnTo>
                <a:lnTo>
                  <a:pt x="14100" y="33450"/>
                </a:lnTo>
                <a:lnTo>
                  <a:pt x="14250" y="33525"/>
                </a:lnTo>
                <a:lnTo>
                  <a:pt x="14550" y="33525"/>
                </a:lnTo>
                <a:lnTo>
                  <a:pt x="14925" y="33675"/>
                </a:lnTo>
                <a:lnTo>
                  <a:pt x="15150" y="33675"/>
                </a:lnTo>
                <a:lnTo>
                  <a:pt x="15225" y="33750"/>
                </a:lnTo>
                <a:lnTo>
                  <a:pt x="15450" y="33750"/>
                </a:lnTo>
                <a:lnTo>
                  <a:pt x="16500" y="34125"/>
                </a:lnTo>
                <a:lnTo>
                  <a:pt x="16725" y="34275"/>
                </a:lnTo>
                <a:lnTo>
                  <a:pt x="16875" y="34275"/>
                </a:lnTo>
                <a:lnTo>
                  <a:pt x="17100" y="34425"/>
                </a:lnTo>
                <a:lnTo>
                  <a:pt x="17400" y="34500"/>
                </a:lnTo>
                <a:lnTo>
                  <a:pt x="17550" y="34575"/>
                </a:lnTo>
                <a:lnTo>
                  <a:pt x="17550" y="34650"/>
                </a:lnTo>
                <a:lnTo>
                  <a:pt x="17775" y="34725"/>
                </a:lnTo>
                <a:lnTo>
                  <a:pt x="18000" y="34875"/>
                </a:lnTo>
                <a:lnTo>
                  <a:pt x="18375" y="35025"/>
                </a:lnTo>
                <a:lnTo>
                  <a:pt x="18375" y="35100"/>
                </a:lnTo>
                <a:lnTo>
                  <a:pt x="18750" y="35250"/>
                </a:lnTo>
                <a:lnTo>
                  <a:pt x="18975" y="35400"/>
                </a:lnTo>
                <a:lnTo>
                  <a:pt x="18975" y="35475"/>
                </a:lnTo>
                <a:lnTo>
                  <a:pt x="19125" y="35550"/>
                </a:lnTo>
                <a:lnTo>
                  <a:pt x="19200" y="35550"/>
                </a:lnTo>
                <a:lnTo>
                  <a:pt x="19500" y="35850"/>
                </a:lnTo>
                <a:lnTo>
                  <a:pt x="19575" y="35850"/>
                </a:lnTo>
                <a:lnTo>
                  <a:pt x="19875" y="36150"/>
                </a:lnTo>
                <a:lnTo>
                  <a:pt x="19950" y="36150"/>
                </a:lnTo>
                <a:lnTo>
                  <a:pt x="20250" y="36450"/>
                </a:lnTo>
                <a:lnTo>
                  <a:pt x="20325" y="36450"/>
                </a:lnTo>
                <a:lnTo>
                  <a:pt x="20400" y="36600"/>
                </a:lnTo>
                <a:lnTo>
                  <a:pt x="20475" y="36600"/>
                </a:lnTo>
                <a:lnTo>
                  <a:pt x="20625" y="36750"/>
                </a:lnTo>
                <a:lnTo>
                  <a:pt x="20625" y="36825"/>
                </a:lnTo>
                <a:lnTo>
                  <a:pt x="20775" y="36900"/>
                </a:lnTo>
                <a:lnTo>
                  <a:pt x="20925" y="37125"/>
                </a:lnTo>
                <a:lnTo>
                  <a:pt x="21000" y="37125"/>
                </a:lnTo>
                <a:lnTo>
                  <a:pt x="21075" y="37275"/>
                </a:lnTo>
                <a:lnTo>
                  <a:pt x="21300" y="37425"/>
                </a:lnTo>
                <a:lnTo>
                  <a:pt x="21300" y="37500"/>
                </a:lnTo>
                <a:lnTo>
                  <a:pt x="21600" y="37800"/>
                </a:lnTo>
                <a:lnTo>
                  <a:pt x="21600" y="37875"/>
                </a:lnTo>
                <a:lnTo>
                  <a:pt x="21750" y="38025"/>
                </a:lnTo>
                <a:lnTo>
                  <a:pt x="21750" y="38100"/>
                </a:lnTo>
                <a:lnTo>
                  <a:pt x="22050" y="38400"/>
                </a:lnTo>
                <a:lnTo>
                  <a:pt x="22050" y="38475"/>
                </a:lnTo>
                <a:lnTo>
                  <a:pt x="22200" y="38625"/>
                </a:lnTo>
                <a:lnTo>
                  <a:pt x="22200" y="38700"/>
                </a:lnTo>
                <a:lnTo>
                  <a:pt x="22275" y="38850"/>
                </a:lnTo>
                <a:lnTo>
                  <a:pt x="22350" y="38850"/>
                </a:lnTo>
                <a:lnTo>
                  <a:pt x="22425" y="39075"/>
                </a:lnTo>
                <a:lnTo>
                  <a:pt x="22500" y="39075"/>
                </a:lnTo>
                <a:lnTo>
                  <a:pt x="22575" y="39225"/>
                </a:lnTo>
                <a:lnTo>
                  <a:pt x="22575" y="39300"/>
                </a:lnTo>
                <a:lnTo>
                  <a:pt x="22725" y="39450"/>
                </a:lnTo>
                <a:lnTo>
                  <a:pt x="22725" y="39525"/>
                </a:lnTo>
                <a:lnTo>
                  <a:pt x="22875" y="39750"/>
                </a:lnTo>
                <a:lnTo>
                  <a:pt x="22950" y="39900"/>
                </a:lnTo>
                <a:lnTo>
                  <a:pt x="22950" y="39975"/>
                </a:lnTo>
                <a:lnTo>
                  <a:pt x="23175" y="40350"/>
                </a:lnTo>
                <a:lnTo>
                  <a:pt x="23250" y="40650"/>
                </a:lnTo>
                <a:lnTo>
                  <a:pt x="23325" y="40650"/>
                </a:lnTo>
                <a:lnTo>
                  <a:pt x="23475" y="41175"/>
                </a:lnTo>
                <a:lnTo>
                  <a:pt x="23625" y="41325"/>
                </a:lnTo>
                <a:lnTo>
                  <a:pt x="23775" y="41925"/>
                </a:lnTo>
                <a:lnTo>
                  <a:pt x="24075" y="42750"/>
                </a:lnTo>
                <a:lnTo>
                  <a:pt x="24075" y="52500"/>
                </a:lnTo>
                <a:lnTo>
                  <a:pt x="18375" y="52500"/>
                </a:lnTo>
                <a:lnTo>
                  <a:pt x="18375" y="43500"/>
                </a:lnTo>
                <a:lnTo>
                  <a:pt x="18225" y="43125"/>
                </a:lnTo>
                <a:lnTo>
                  <a:pt x="17550" y="41775"/>
                </a:lnTo>
                <a:lnTo>
                  <a:pt x="17475" y="41700"/>
                </a:lnTo>
                <a:lnTo>
                  <a:pt x="17325" y="41400"/>
                </a:lnTo>
                <a:lnTo>
                  <a:pt x="17025" y="40950"/>
                </a:lnTo>
                <a:lnTo>
                  <a:pt x="16575" y="40500"/>
                </a:lnTo>
                <a:lnTo>
                  <a:pt x="16500" y="40350"/>
                </a:lnTo>
                <a:lnTo>
                  <a:pt x="16350" y="40275"/>
                </a:lnTo>
                <a:lnTo>
                  <a:pt x="15750" y="39750"/>
                </a:lnTo>
                <a:lnTo>
                  <a:pt x="15300" y="39450"/>
                </a:lnTo>
                <a:lnTo>
                  <a:pt x="15225" y="39450"/>
                </a:lnTo>
                <a:lnTo>
                  <a:pt x="15000" y="39300"/>
                </a:lnTo>
                <a:lnTo>
                  <a:pt x="14625" y="39150"/>
                </a:lnTo>
                <a:lnTo>
                  <a:pt x="14550" y="39075"/>
                </a:lnTo>
                <a:lnTo>
                  <a:pt x="14400" y="39075"/>
                </a:lnTo>
                <a:lnTo>
                  <a:pt x="14325" y="39000"/>
                </a:lnTo>
                <a:lnTo>
                  <a:pt x="14175" y="38925"/>
                </a:lnTo>
                <a:lnTo>
                  <a:pt x="14025" y="38925"/>
                </a:lnTo>
                <a:lnTo>
                  <a:pt x="13950" y="38850"/>
                </a:lnTo>
                <a:lnTo>
                  <a:pt x="13800" y="38850"/>
                </a:lnTo>
                <a:lnTo>
                  <a:pt x="13425" y="38700"/>
                </a:lnTo>
                <a:lnTo>
                  <a:pt x="13275" y="38700"/>
                </a:lnTo>
                <a:lnTo>
                  <a:pt x="13125" y="38625"/>
                </a:lnTo>
                <a:lnTo>
                  <a:pt x="12900" y="38625"/>
                </a:lnTo>
                <a:lnTo>
                  <a:pt x="12750" y="38550"/>
                </a:lnTo>
                <a:lnTo>
                  <a:pt x="12450" y="38550"/>
                </a:lnTo>
                <a:lnTo>
                  <a:pt x="12300" y="38475"/>
                </a:lnTo>
                <a:lnTo>
                  <a:pt x="12000" y="38475"/>
                </a:lnTo>
                <a:lnTo>
                  <a:pt x="11850" y="38400"/>
                </a:lnTo>
                <a:lnTo>
                  <a:pt x="10725" y="38400"/>
                </a:lnTo>
                <a:lnTo>
                  <a:pt x="10575" y="38325"/>
                </a:lnTo>
                <a:lnTo>
                  <a:pt x="10050" y="38325"/>
                </a:lnTo>
                <a:lnTo>
                  <a:pt x="9900" y="38400"/>
                </a:lnTo>
                <a:lnTo>
                  <a:pt x="8625" y="38400"/>
                </a:lnTo>
                <a:lnTo>
                  <a:pt x="8475" y="38475"/>
                </a:lnTo>
                <a:lnTo>
                  <a:pt x="7875" y="38475"/>
                </a:lnTo>
                <a:lnTo>
                  <a:pt x="7725" y="38550"/>
                </a:lnTo>
                <a:lnTo>
                  <a:pt x="7350" y="38550"/>
                </a:lnTo>
                <a:lnTo>
                  <a:pt x="7125" y="38625"/>
                </a:lnTo>
                <a:lnTo>
                  <a:pt x="6750" y="38625"/>
                </a:lnTo>
                <a:lnTo>
                  <a:pt x="6525" y="38700"/>
                </a:lnTo>
                <a:lnTo>
                  <a:pt x="6375" y="38700"/>
                </a:lnTo>
                <a:lnTo>
                  <a:pt x="6150" y="38775"/>
                </a:lnTo>
                <a:lnTo>
                  <a:pt x="5925" y="38775"/>
                </a:lnTo>
                <a:lnTo>
                  <a:pt x="5775" y="38850"/>
                </a:lnTo>
                <a:lnTo>
                  <a:pt x="5700" y="38850"/>
                </a:lnTo>
                <a:lnTo>
                  <a:pt x="5700" y="52500"/>
                </a:lnTo>
                <a:lnTo>
                  <a:pt x="0" y="52500"/>
                </a:lnTo>
                <a:lnTo>
                  <a:pt x="0" y="0"/>
                </a:lnTo>
                <a:lnTo>
                  <a:pt x="5700" y="0"/>
                </a:lnTo>
                <a:lnTo>
                  <a:pt x="5700" y="13350"/>
                </a:lnTo>
                <a:lnTo>
                  <a:pt x="6225" y="13350"/>
                </a:lnTo>
                <a:lnTo>
                  <a:pt x="6450" y="13275"/>
                </a:lnTo>
                <a:lnTo>
                  <a:pt x="6900" y="13275"/>
                </a:lnTo>
                <a:lnTo>
                  <a:pt x="7125" y="13200"/>
                </a:lnTo>
                <a:lnTo>
                  <a:pt x="7875" y="13200"/>
                </a:lnTo>
                <a:lnTo>
                  <a:pt x="8025" y="13125"/>
                </a:lnTo>
                <a:lnTo>
                  <a:pt x="11550" y="13125"/>
                </a:lnTo>
                <a:lnTo>
                  <a:pt x="11775" y="13200"/>
                </a:lnTo>
                <a:lnTo>
                  <a:pt x="12450" y="13200"/>
                </a:lnTo>
                <a:lnTo>
                  <a:pt x="12450" y="13275"/>
                </a:lnTo>
                <a:lnTo>
                  <a:pt x="12975" y="13275"/>
                </a:lnTo>
                <a:lnTo>
                  <a:pt x="13125" y="13350"/>
                </a:lnTo>
                <a:lnTo>
                  <a:pt x="13425" y="13350"/>
                </a:lnTo>
                <a:lnTo>
                  <a:pt x="13575" y="13425"/>
                </a:lnTo>
                <a:lnTo>
                  <a:pt x="13875" y="13425"/>
                </a:lnTo>
                <a:lnTo>
                  <a:pt x="14025" y="13500"/>
                </a:lnTo>
                <a:lnTo>
                  <a:pt x="14325" y="13500"/>
                </a:lnTo>
                <a:lnTo>
                  <a:pt x="14700" y="13650"/>
                </a:lnTo>
                <a:lnTo>
                  <a:pt x="14925" y="13650"/>
                </a:lnTo>
                <a:lnTo>
                  <a:pt x="15000" y="13725"/>
                </a:lnTo>
                <a:lnTo>
                  <a:pt x="15225" y="13725"/>
                </a:lnTo>
                <a:lnTo>
                  <a:pt x="15375" y="13800"/>
                </a:lnTo>
                <a:lnTo>
                  <a:pt x="16125" y="14025"/>
                </a:lnTo>
                <a:lnTo>
                  <a:pt x="16875" y="14325"/>
                </a:lnTo>
                <a:lnTo>
                  <a:pt x="16950" y="14325"/>
                </a:lnTo>
                <a:lnTo>
                  <a:pt x="17325" y="14550"/>
                </a:lnTo>
                <a:lnTo>
                  <a:pt x="17625" y="14625"/>
                </a:lnTo>
                <a:lnTo>
                  <a:pt x="17775" y="14700"/>
                </a:lnTo>
                <a:lnTo>
                  <a:pt x="17775" y="14775"/>
                </a:lnTo>
                <a:lnTo>
                  <a:pt x="18000" y="14850"/>
                </a:lnTo>
                <a:lnTo>
                  <a:pt x="18225" y="15000"/>
                </a:lnTo>
                <a:lnTo>
                  <a:pt x="18600" y="15150"/>
                </a:lnTo>
                <a:lnTo>
                  <a:pt x="18600" y="15225"/>
                </a:lnTo>
                <a:lnTo>
                  <a:pt x="18750" y="15300"/>
                </a:lnTo>
                <a:lnTo>
                  <a:pt x="18825" y="15300"/>
                </a:lnTo>
                <a:lnTo>
                  <a:pt x="18975" y="15450"/>
                </a:lnTo>
                <a:lnTo>
                  <a:pt x="19050" y="15450"/>
                </a:lnTo>
                <a:lnTo>
                  <a:pt x="19200" y="15525"/>
                </a:lnTo>
                <a:lnTo>
                  <a:pt x="19200" y="15600"/>
                </a:lnTo>
                <a:lnTo>
                  <a:pt x="19575" y="15825"/>
                </a:lnTo>
                <a:lnTo>
                  <a:pt x="19575" y="15900"/>
                </a:lnTo>
                <a:lnTo>
                  <a:pt x="19725" y="15975"/>
                </a:lnTo>
                <a:lnTo>
                  <a:pt x="19800" y="15975"/>
                </a:lnTo>
                <a:lnTo>
                  <a:pt x="20100" y="16275"/>
                </a:lnTo>
                <a:lnTo>
                  <a:pt x="20175" y="16275"/>
                </a:lnTo>
                <a:lnTo>
                  <a:pt x="20325" y="16425"/>
                </a:lnTo>
                <a:lnTo>
                  <a:pt x="20325" y="16500"/>
                </a:lnTo>
                <a:lnTo>
                  <a:pt x="20475" y="16575"/>
                </a:lnTo>
                <a:lnTo>
                  <a:pt x="21000" y="17100"/>
                </a:lnTo>
                <a:lnTo>
                  <a:pt x="21075" y="17100"/>
                </a:lnTo>
                <a:lnTo>
                  <a:pt x="21300" y="17475"/>
                </a:lnTo>
                <a:lnTo>
                  <a:pt x="21375" y="17475"/>
                </a:lnTo>
                <a:lnTo>
                  <a:pt x="21525" y="17625"/>
                </a:lnTo>
                <a:lnTo>
                  <a:pt x="21525" y="17700"/>
                </a:lnTo>
                <a:lnTo>
                  <a:pt x="21825" y="18000"/>
                </a:lnTo>
                <a:lnTo>
                  <a:pt x="21825" y="18075"/>
                </a:lnTo>
                <a:lnTo>
                  <a:pt x="22125" y="18375"/>
                </a:lnTo>
                <a:lnTo>
                  <a:pt x="22125" y="18450"/>
                </a:lnTo>
                <a:lnTo>
                  <a:pt x="22200" y="18600"/>
                </a:lnTo>
                <a:lnTo>
                  <a:pt x="22350" y="18825"/>
                </a:lnTo>
                <a:lnTo>
                  <a:pt x="22425" y="18825"/>
                </a:lnTo>
                <a:lnTo>
                  <a:pt x="22500" y="19050"/>
                </a:lnTo>
                <a:lnTo>
                  <a:pt x="22575" y="19050"/>
                </a:lnTo>
                <a:lnTo>
                  <a:pt x="22650" y="19275"/>
                </a:lnTo>
                <a:lnTo>
                  <a:pt x="22800" y="19425"/>
                </a:lnTo>
                <a:lnTo>
                  <a:pt x="22800" y="19500"/>
                </a:lnTo>
                <a:lnTo>
                  <a:pt x="22950" y="19725"/>
                </a:lnTo>
                <a:lnTo>
                  <a:pt x="23100" y="20100"/>
                </a:lnTo>
                <a:lnTo>
                  <a:pt x="23175" y="20175"/>
                </a:lnTo>
                <a:lnTo>
                  <a:pt x="23325" y="20625"/>
                </a:lnTo>
                <a:lnTo>
                  <a:pt x="23400" y="20625"/>
                </a:lnTo>
                <a:lnTo>
                  <a:pt x="23550" y="21150"/>
                </a:lnTo>
                <a:lnTo>
                  <a:pt x="23700" y="21300"/>
                </a:lnTo>
                <a:lnTo>
                  <a:pt x="23850" y="21900"/>
                </a:lnTo>
                <a:lnTo>
                  <a:pt x="24075" y="22500"/>
                </a:lnTo>
                <a:lnTo>
                  <a:pt x="24075" y="29250"/>
                </a:lnTo>
                <a:lnTo>
                  <a:pt x="18375" y="29250"/>
                </a:lnTo>
                <a:lnTo>
                  <a:pt x="18375" y="23325"/>
                </a:lnTo>
                <a:lnTo>
                  <a:pt x="18300" y="23100"/>
                </a:lnTo>
                <a:lnTo>
                  <a:pt x="18075" y="22650"/>
                </a:lnTo>
                <a:lnTo>
                  <a:pt x="18075" y="22500"/>
                </a:lnTo>
                <a:lnTo>
                  <a:pt x="17775" y="21900"/>
                </a:lnTo>
                <a:lnTo>
                  <a:pt x="17625" y="21675"/>
                </a:lnTo>
                <a:lnTo>
                  <a:pt x="17400" y="21450"/>
                </a:lnTo>
                <a:lnTo>
                  <a:pt x="17025" y="20850"/>
                </a:lnTo>
                <a:lnTo>
                  <a:pt x="16875" y="20700"/>
                </a:lnTo>
                <a:lnTo>
                  <a:pt x="16725" y="20625"/>
                </a:lnTo>
                <a:lnTo>
                  <a:pt x="16650" y="20475"/>
                </a:lnTo>
                <a:lnTo>
                  <a:pt x="16500" y="20325"/>
                </a:lnTo>
                <a:lnTo>
                  <a:pt x="16350" y="20250"/>
                </a:lnTo>
                <a:lnTo>
                  <a:pt x="16125" y="20025"/>
                </a:lnTo>
                <a:lnTo>
                  <a:pt x="15975" y="19950"/>
                </a:lnTo>
                <a:lnTo>
                  <a:pt x="15825" y="19800"/>
                </a:lnTo>
                <a:lnTo>
                  <a:pt x="15375" y="19500"/>
                </a:lnTo>
                <a:lnTo>
                  <a:pt x="15300" y="19500"/>
                </a:lnTo>
                <a:lnTo>
                  <a:pt x="15150" y="19425"/>
                </a:lnTo>
                <a:lnTo>
                  <a:pt x="14850" y="19200"/>
                </a:lnTo>
                <a:lnTo>
                  <a:pt x="14700" y="19200"/>
                </a:lnTo>
                <a:lnTo>
                  <a:pt x="14475" y="19050"/>
                </a:lnTo>
                <a:lnTo>
                  <a:pt x="14325" y="19050"/>
                </a:lnTo>
                <a:lnTo>
                  <a:pt x="13575" y="18750"/>
                </a:lnTo>
                <a:lnTo>
                  <a:pt x="13425" y="18750"/>
                </a:lnTo>
                <a:lnTo>
                  <a:pt x="13275" y="18675"/>
                </a:lnTo>
                <a:lnTo>
                  <a:pt x="12975" y="18675"/>
                </a:lnTo>
                <a:lnTo>
                  <a:pt x="12825" y="18600"/>
                </a:lnTo>
                <a:lnTo>
                  <a:pt x="12675" y="18600"/>
                </a:lnTo>
                <a:lnTo>
                  <a:pt x="12525" y="18525"/>
                </a:lnTo>
                <a:lnTo>
                  <a:pt x="12075" y="18525"/>
                </a:lnTo>
                <a:lnTo>
                  <a:pt x="11925" y="18450"/>
                </a:lnTo>
                <a:lnTo>
                  <a:pt x="11475" y="18450"/>
                </a:lnTo>
                <a:lnTo>
                  <a:pt x="11325" y="18375"/>
                </a:lnTo>
                <a:lnTo>
                  <a:pt x="8250" y="18375"/>
                </a:lnTo>
                <a:lnTo>
                  <a:pt x="8025" y="18450"/>
                </a:lnTo>
                <a:lnTo>
                  <a:pt x="7500" y="18450"/>
                </a:lnTo>
                <a:lnTo>
                  <a:pt x="7275" y="18525"/>
                </a:lnTo>
                <a:lnTo>
                  <a:pt x="6675" y="18525"/>
                </a:lnTo>
                <a:lnTo>
                  <a:pt x="6525" y="18600"/>
                </a:lnTo>
                <a:lnTo>
                  <a:pt x="6075" y="18600"/>
                </a:lnTo>
                <a:lnTo>
                  <a:pt x="5925" y="18675"/>
                </a:lnTo>
                <a:lnTo>
                  <a:pt x="5700" y="18675"/>
                </a:lnTo>
                <a:lnTo>
                  <a:pt x="5700" y="33525"/>
                </a:lnTo>
                <a:close/>
                <a:moveTo>
                  <a:pt x="67125" y="52500"/>
                </a:moveTo>
                <a:lnTo>
                  <a:pt x="67125" y="25725"/>
                </a:lnTo>
                <a:lnTo>
                  <a:pt x="67050" y="25575"/>
                </a:lnTo>
                <a:lnTo>
                  <a:pt x="67050" y="25050"/>
                </a:lnTo>
                <a:lnTo>
                  <a:pt x="66975" y="24900"/>
                </a:lnTo>
                <a:lnTo>
                  <a:pt x="66975" y="24600"/>
                </a:lnTo>
                <a:lnTo>
                  <a:pt x="66900" y="24450"/>
                </a:lnTo>
                <a:lnTo>
                  <a:pt x="66900" y="24225"/>
                </a:lnTo>
                <a:lnTo>
                  <a:pt x="66825" y="24075"/>
                </a:lnTo>
                <a:lnTo>
                  <a:pt x="66525" y="23100"/>
                </a:lnTo>
                <a:lnTo>
                  <a:pt x="66450" y="23025"/>
                </a:lnTo>
                <a:lnTo>
                  <a:pt x="66450" y="22875"/>
                </a:lnTo>
                <a:lnTo>
                  <a:pt x="66300" y="22725"/>
                </a:lnTo>
                <a:lnTo>
                  <a:pt x="66300" y="22575"/>
                </a:lnTo>
                <a:lnTo>
                  <a:pt x="66150" y="22425"/>
                </a:lnTo>
                <a:lnTo>
                  <a:pt x="66150" y="22350"/>
                </a:lnTo>
                <a:lnTo>
                  <a:pt x="66075" y="22200"/>
                </a:lnTo>
                <a:lnTo>
                  <a:pt x="65925" y="22050"/>
                </a:lnTo>
                <a:lnTo>
                  <a:pt x="65925" y="21975"/>
                </a:lnTo>
                <a:lnTo>
                  <a:pt x="65700" y="21750"/>
                </a:lnTo>
                <a:lnTo>
                  <a:pt x="65700" y="21675"/>
                </a:lnTo>
                <a:lnTo>
                  <a:pt x="65325" y="21300"/>
                </a:lnTo>
                <a:lnTo>
                  <a:pt x="65325" y="21225"/>
                </a:lnTo>
                <a:lnTo>
                  <a:pt x="65100" y="21000"/>
                </a:lnTo>
                <a:lnTo>
                  <a:pt x="65025" y="21000"/>
                </a:lnTo>
                <a:lnTo>
                  <a:pt x="64725" y="20700"/>
                </a:lnTo>
                <a:lnTo>
                  <a:pt x="64650" y="20700"/>
                </a:lnTo>
                <a:lnTo>
                  <a:pt x="64425" y="20475"/>
                </a:lnTo>
                <a:lnTo>
                  <a:pt x="64350" y="20475"/>
                </a:lnTo>
                <a:lnTo>
                  <a:pt x="64275" y="20400"/>
                </a:lnTo>
                <a:lnTo>
                  <a:pt x="64200" y="20400"/>
                </a:lnTo>
                <a:lnTo>
                  <a:pt x="64050" y="20250"/>
                </a:lnTo>
                <a:lnTo>
                  <a:pt x="63975" y="20250"/>
                </a:lnTo>
                <a:lnTo>
                  <a:pt x="63900" y="20175"/>
                </a:lnTo>
                <a:lnTo>
                  <a:pt x="63825" y="20175"/>
                </a:lnTo>
                <a:lnTo>
                  <a:pt x="63750" y="20100"/>
                </a:lnTo>
                <a:lnTo>
                  <a:pt x="63675" y="20100"/>
                </a:lnTo>
                <a:lnTo>
                  <a:pt x="63600" y="20025"/>
                </a:lnTo>
                <a:lnTo>
                  <a:pt x="63525" y="20025"/>
                </a:lnTo>
                <a:lnTo>
                  <a:pt x="63450" y="19950"/>
                </a:lnTo>
                <a:lnTo>
                  <a:pt x="63375" y="19950"/>
                </a:lnTo>
                <a:lnTo>
                  <a:pt x="63150" y="19800"/>
                </a:lnTo>
                <a:lnTo>
                  <a:pt x="62925" y="19800"/>
                </a:lnTo>
                <a:lnTo>
                  <a:pt x="62850" y="19725"/>
                </a:lnTo>
                <a:lnTo>
                  <a:pt x="62700" y="19725"/>
                </a:lnTo>
                <a:lnTo>
                  <a:pt x="62625" y="19650"/>
                </a:lnTo>
                <a:lnTo>
                  <a:pt x="62400" y="19650"/>
                </a:lnTo>
                <a:lnTo>
                  <a:pt x="62250" y="19575"/>
                </a:lnTo>
                <a:lnTo>
                  <a:pt x="61875" y="19575"/>
                </a:lnTo>
                <a:lnTo>
                  <a:pt x="61725" y="19500"/>
                </a:lnTo>
                <a:lnTo>
                  <a:pt x="60525" y="19500"/>
                </a:lnTo>
                <a:lnTo>
                  <a:pt x="60450" y="19575"/>
                </a:lnTo>
                <a:lnTo>
                  <a:pt x="60075" y="19575"/>
                </a:lnTo>
                <a:lnTo>
                  <a:pt x="60000" y="19650"/>
                </a:lnTo>
                <a:lnTo>
                  <a:pt x="59700" y="19650"/>
                </a:lnTo>
                <a:lnTo>
                  <a:pt x="59625" y="19725"/>
                </a:lnTo>
                <a:lnTo>
                  <a:pt x="59475" y="19725"/>
                </a:lnTo>
                <a:lnTo>
                  <a:pt x="59325" y="19800"/>
                </a:lnTo>
                <a:lnTo>
                  <a:pt x="59175" y="19800"/>
                </a:lnTo>
                <a:lnTo>
                  <a:pt x="58950" y="19950"/>
                </a:lnTo>
                <a:lnTo>
                  <a:pt x="58650" y="20025"/>
                </a:lnTo>
                <a:lnTo>
                  <a:pt x="58575" y="20100"/>
                </a:lnTo>
                <a:lnTo>
                  <a:pt x="58500" y="20100"/>
                </a:lnTo>
                <a:lnTo>
                  <a:pt x="58425" y="20175"/>
                </a:lnTo>
                <a:lnTo>
                  <a:pt x="58350" y="20175"/>
                </a:lnTo>
                <a:lnTo>
                  <a:pt x="58275" y="20250"/>
                </a:lnTo>
                <a:lnTo>
                  <a:pt x="58200" y="20250"/>
                </a:lnTo>
                <a:lnTo>
                  <a:pt x="57975" y="20400"/>
                </a:lnTo>
                <a:lnTo>
                  <a:pt x="57900" y="20400"/>
                </a:lnTo>
                <a:lnTo>
                  <a:pt x="57750" y="20550"/>
                </a:lnTo>
                <a:lnTo>
                  <a:pt x="57675" y="20550"/>
                </a:lnTo>
                <a:lnTo>
                  <a:pt x="57375" y="20850"/>
                </a:lnTo>
                <a:lnTo>
                  <a:pt x="57300" y="20850"/>
                </a:lnTo>
                <a:lnTo>
                  <a:pt x="56100" y="22050"/>
                </a:lnTo>
                <a:lnTo>
                  <a:pt x="56100" y="22200"/>
                </a:lnTo>
                <a:lnTo>
                  <a:pt x="55875" y="22425"/>
                </a:lnTo>
                <a:lnTo>
                  <a:pt x="55725" y="22650"/>
                </a:lnTo>
                <a:lnTo>
                  <a:pt x="55725" y="22725"/>
                </a:lnTo>
                <a:lnTo>
                  <a:pt x="55575" y="22950"/>
                </a:lnTo>
                <a:lnTo>
                  <a:pt x="55500" y="23100"/>
                </a:lnTo>
                <a:lnTo>
                  <a:pt x="55500" y="23175"/>
                </a:lnTo>
                <a:lnTo>
                  <a:pt x="55350" y="23400"/>
                </a:lnTo>
                <a:lnTo>
                  <a:pt x="55200" y="23775"/>
                </a:lnTo>
                <a:lnTo>
                  <a:pt x="55125" y="23850"/>
                </a:lnTo>
                <a:lnTo>
                  <a:pt x="55125" y="24000"/>
                </a:lnTo>
                <a:lnTo>
                  <a:pt x="54900" y="24525"/>
                </a:lnTo>
                <a:lnTo>
                  <a:pt x="54900" y="24675"/>
                </a:lnTo>
                <a:lnTo>
                  <a:pt x="54825" y="24750"/>
                </a:lnTo>
                <a:lnTo>
                  <a:pt x="54825" y="24900"/>
                </a:lnTo>
                <a:lnTo>
                  <a:pt x="54750" y="25050"/>
                </a:lnTo>
                <a:lnTo>
                  <a:pt x="54750" y="25350"/>
                </a:lnTo>
                <a:lnTo>
                  <a:pt x="54675" y="25500"/>
                </a:lnTo>
                <a:lnTo>
                  <a:pt x="54675" y="25650"/>
                </a:lnTo>
                <a:lnTo>
                  <a:pt x="54600" y="25800"/>
                </a:lnTo>
                <a:lnTo>
                  <a:pt x="54600" y="26100"/>
                </a:lnTo>
                <a:lnTo>
                  <a:pt x="54525" y="26250"/>
                </a:lnTo>
                <a:lnTo>
                  <a:pt x="54525" y="26925"/>
                </a:lnTo>
                <a:lnTo>
                  <a:pt x="54450" y="27075"/>
                </a:lnTo>
                <a:lnTo>
                  <a:pt x="54450" y="66750"/>
                </a:lnTo>
                <a:lnTo>
                  <a:pt x="48750" y="66750"/>
                </a:lnTo>
                <a:lnTo>
                  <a:pt x="48750" y="26775"/>
                </a:lnTo>
                <a:lnTo>
                  <a:pt x="48825" y="26775"/>
                </a:lnTo>
                <a:lnTo>
                  <a:pt x="48825" y="26475"/>
                </a:lnTo>
                <a:lnTo>
                  <a:pt x="48750" y="26475"/>
                </a:lnTo>
                <a:lnTo>
                  <a:pt x="48750" y="25725"/>
                </a:lnTo>
                <a:lnTo>
                  <a:pt x="48675" y="25575"/>
                </a:lnTo>
                <a:lnTo>
                  <a:pt x="48675" y="24975"/>
                </a:lnTo>
                <a:lnTo>
                  <a:pt x="48600" y="24825"/>
                </a:lnTo>
                <a:lnTo>
                  <a:pt x="48600" y="24600"/>
                </a:lnTo>
                <a:lnTo>
                  <a:pt x="48525" y="24450"/>
                </a:lnTo>
                <a:lnTo>
                  <a:pt x="48525" y="24225"/>
                </a:lnTo>
                <a:lnTo>
                  <a:pt x="48450" y="24075"/>
                </a:lnTo>
                <a:lnTo>
                  <a:pt x="48075" y="22875"/>
                </a:lnTo>
                <a:lnTo>
                  <a:pt x="48000" y="22800"/>
                </a:lnTo>
                <a:lnTo>
                  <a:pt x="47925" y="22650"/>
                </a:lnTo>
                <a:lnTo>
                  <a:pt x="47925" y="22575"/>
                </a:lnTo>
                <a:lnTo>
                  <a:pt x="47775" y="22425"/>
                </a:lnTo>
                <a:lnTo>
                  <a:pt x="47775" y="22350"/>
                </a:lnTo>
                <a:lnTo>
                  <a:pt x="47700" y="22200"/>
                </a:lnTo>
                <a:lnTo>
                  <a:pt x="47550" y="22050"/>
                </a:lnTo>
                <a:lnTo>
                  <a:pt x="47550" y="21975"/>
                </a:lnTo>
                <a:lnTo>
                  <a:pt x="47325" y="21750"/>
                </a:lnTo>
                <a:lnTo>
                  <a:pt x="47325" y="21675"/>
                </a:lnTo>
                <a:lnTo>
                  <a:pt x="46950" y="21300"/>
                </a:lnTo>
                <a:lnTo>
                  <a:pt x="46950" y="21225"/>
                </a:lnTo>
                <a:lnTo>
                  <a:pt x="46650" y="20925"/>
                </a:lnTo>
                <a:lnTo>
                  <a:pt x="46575" y="20925"/>
                </a:lnTo>
                <a:lnTo>
                  <a:pt x="46350" y="20700"/>
                </a:lnTo>
                <a:lnTo>
                  <a:pt x="46275" y="20700"/>
                </a:lnTo>
                <a:lnTo>
                  <a:pt x="46050" y="20475"/>
                </a:lnTo>
                <a:lnTo>
                  <a:pt x="45975" y="20475"/>
                </a:lnTo>
                <a:lnTo>
                  <a:pt x="45975" y="20400"/>
                </a:lnTo>
                <a:lnTo>
                  <a:pt x="45900" y="20400"/>
                </a:lnTo>
                <a:lnTo>
                  <a:pt x="45675" y="20250"/>
                </a:lnTo>
                <a:lnTo>
                  <a:pt x="45600" y="20250"/>
                </a:lnTo>
                <a:lnTo>
                  <a:pt x="45525" y="20175"/>
                </a:lnTo>
                <a:lnTo>
                  <a:pt x="45450" y="20175"/>
                </a:lnTo>
                <a:lnTo>
                  <a:pt x="45375" y="20100"/>
                </a:lnTo>
                <a:lnTo>
                  <a:pt x="45300" y="20100"/>
                </a:lnTo>
                <a:lnTo>
                  <a:pt x="45225" y="20025"/>
                </a:lnTo>
                <a:lnTo>
                  <a:pt x="45150" y="20025"/>
                </a:lnTo>
                <a:lnTo>
                  <a:pt x="45075" y="19950"/>
                </a:lnTo>
                <a:lnTo>
                  <a:pt x="45000" y="19950"/>
                </a:lnTo>
                <a:lnTo>
                  <a:pt x="44925" y="19875"/>
                </a:lnTo>
                <a:lnTo>
                  <a:pt x="44850" y="19875"/>
                </a:lnTo>
                <a:lnTo>
                  <a:pt x="44775" y="19800"/>
                </a:lnTo>
                <a:lnTo>
                  <a:pt x="44625" y="19800"/>
                </a:lnTo>
                <a:lnTo>
                  <a:pt x="44475" y="19725"/>
                </a:lnTo>
                <a:lnTo>
                  <a:pt x="44325" y="19725"/>
                </a:lnTo>
                <a:lnTo>
                  <a:pt x="44250" y="19650"/>
                </a:lnTo>
                <a:lnTo>
                  <a:pt x="44025" y="19650"/>
                </a:lnTo>
                <a:lnTo>
                  <a:pt x="43875" y="19575"/>
                </a:lnTo>
                <a:lnTo>
                  <a:pt x="43500" y="19575"/>
                </a:lnTo>
                <a:lnTo>
                  <a:pt x="43350" y="19500"/>
                </a:lnTo>
                <a:lnTo>
                  <a:pt x="42150" y="19500"/>
                </a:lnTo>
                <a:lnTo>
                  <a:pt x="42075" y="19575"/>
                </a:lnTo>
                <a:lnTo>
                  <a:pt x="41700" y="19575"/>
                </a:lnTo>
                <a:lnTo>
                  <a:pt x="41625" y="19650"/>
                </a:lnTo>
                <a:lnTo>
                  <a:pt x="41325" y="19650"/>
                </a:lnTo>
                <a:lnTo>
                  <a:pt x="41250" y="19725"/>
                </a:lnTo>
                <a:lnTo>
                  <a:pt x="41100" y="19725"/>
                </a:lnTo>
                <a:lnTo>
                  <a:pt x="40950" y="19800"/>
                </a:lnTo>
                <a:lnTo>
                  <a:pt x="40800" y="19800"/>
                </a:lnTo>
                <a:lnTo>
                  <a:pt x="40725" y="19875"/>
                </a:lnTo>
                <a:lnTo>
                  <a:pt x="40650" y="19875"/>
                </a:lnTo>
                <a:lnTo>
                  <a:pt x="40575" y="19950"/>
                </a:lnTo>
                <a:lnTo>
                  <a:pt x="40425" y="19950"/>
                </a:lnTo>
                <a:lnTo>
                  <a:pt x="40350" y="20025"/>
                </a:lnTo>
                <a:lnTo>
                  <a:pt x="40275" y="20025"/>
                </a:lnTo>
                <a:lnTo>
                  <a:pt x="40200" y="20100"/>
                </a:lnTo>
                <a:lnTo>
                  <a:pt x="40125" y="20100"/>
                </a:lnTo>
                <a:lnTo>
                  <a:pt x="39900" y="20250"/>
                </a:lnTo>
                <a:lnTo>
                  <a:pt x="39750" y="20250"/>
                </a:lnTo>
                <a:lnTo>
                  <a:pt x="39600" y="20400"/>
                </a:lnTo>
                <a:lnTo>
                  <a:pt x="39525" y="20400"/>
                </a:lnTo>
                <a:lnTo>
                  <a:pt x="39375" y="20550"/>
                </a:lnTo>
                <a:lnTo>
                  <a:pt x="39300" y="20550"/>
                </a:lnTo>
                <a:lnTo>
                  <a:pt x="39000" y="20850"/>
                </a:lnTo>
                <a:lnTo>
                  <a:pt x="38925" y="20850"/>
                </a:lnTo>
                <a:lnTo>
                  <a:pt x="37725" y="22050"/>
                </a:lnTo>
                <a:lnTo>
                  <a:pt x="37725" y="22200"/>
                </a:lnTo>
                <a:lnTo>
                  <a:pt x="37500" y="22425"/>
                </a:lnTo>
                <a:lnTo>
                  <a:pt x="37350" y="22650"/>
                </a:lnTo>
                <a:lnTo>
                  <a:pt x="37350" y="22725"/>
                </a:lnTo>
                <a:lnTo>
                  <a:pt x="37275" y="22875"/>
                </a:lnTo>
                <a:lnTo>
                  <a:pt x="37125" y="23025"/>
                </a:lnTo>
                <a:lnTo>
                  <a:pt x="37050" y="23175"/>
                </a:lnTo>
                <a:lnTo>
                  <a:pt x="37050" y="23250"/>
                </a:lnTo>
                <a:lnTo>
                  <a:pt x="36900" y="23475"/>
                </a:lnTo>
                <a:lnTo>
                  <a:pt x="36900" y="23625"/>
                </a:lnTo>
                <a:lnTo>
                  <a:pt x="36750" y="23850"/>
                </a:lnTo>
                <a:lnTo>
                  <a:pt x="36750" y="24000"/>
                </a:lnTo>
                <a:lnTo>
                  <a:pt x="36675" y="24075"/>
                </a:lnTo>
                <a:lnTo>
                  <a:pt x="36675" y="24225"/>
                </a:lnTo>
                <a:lnTo>
                  <a:pt x="36525" y="24525"/>
                </a:lnTo>
                <a:lnTo>
                  <a:pt x="36525" y="24600"/>
                </a:lnTo>
                <a:lnTo>
                  <a:pt x="36450" y="24750"/>
                </a:lnTo>
                <a:lnTo>
                  <a:pt x="36450" y="24900"/>
                </a:lnTo>
                <a:lnTo>
                  <a:pt x="36375" y="25050"/>
                </a:lnTo>
                <a:lnTo>
                  <a:pt x="36375" y="25350"/>
                </a:lnTo>
                <a:lnTo>
                  <a:pt x="36300" y="25500"/>
                </a:lnTo>
                <a:lnTo>
                  <a:pt x="36300" y="25650"/>
                </a:lnTo>
                <a:lnTo>
                  <a:pt x="36225" y="25800"/>
                </a:lnTo>
                <a:lnTo>
                  <a:pt x="36225" y="26100"/>
                </a:lnTo>
                <a:lnTo>
                  <a:pt x="36150" y="26250"/>
                </a:lnTo>
                <a:lnTo>
                  <a:pt x="36150" y="26925"/>
                </a:lnTo>
                <a:lnTo>
                  <a:pt x="36075" y="27075"/>
                </a:lnTo>
                <a:lnTo>
                  <a:pt x="36075" y="52500"/>
                </a:lnTo>
                <a:lnTo>
                  <a:pt x="30375" y="52500"/>
                </a:lnTo>
                <a:lnTo>
                  <a:pt x="30375" y="26775"/>
                </a:lnTo>
                <a:lnTo>
                  <a:pt x="30450" y="26775"/>
                </a:lnTo>
                <a:lnTo>
                  <a:pt x="30450" y="26025"/>
                </a:lnTo>
                <a:lnTo>
                  <a:pt x="30525" y="25875"/>
                </a:lnTo>
                <a:lnTo>
                  <a:pt x="30525" y="25350"/>
                </a:lnTo>
                <a:lnTo>
                  <a:pt x="30600" y="25200"/>
                </a:lnTo>
                <a:lnTo>
                  <a:pt x="30600" y="24900"/>
                </a:lnTo>
                <a:lnTo>
                  <a:pt x="30675" y="24750"/>
                </a:lnTo>
                <a:lnTo>
                  <a:pt x="30675" y="24525"/>
                </a:lnTo>
                <a:lnTo>
                  <a:pt x="30825" y="24075"/>
                </a:lnTo>
                <a:lnTo>
                  <a:pt x="30825" y="23850"/>
                </a:lnTo>
                <a:lnTo>
                  <a:pt x="30975" y="23475"/>
                </a:lnTo>
                <a:lnTo>
                  <a:pt x="30975" y="23250"/>
                </a:lnTo>
                <a:lnTo>
                  <a:pt x="31050" y="23250"/>
                </a:lnTo>
                <a:lnTo>
                  <a:pt x="31050" y="23025"/>
                </a:lnTo>
                <a:lnTo>
                  <a:pt x="31275" y="22500"/>
                </a:lnTo>
                <a:lnTo>
                  <a:pt x="31275" y="22425"/>
                </a:lnTo>
                <a:lnTo>
                  <a:pt x="31425" y="22125"/>
                </a:lnTo>
                <a:lnTo>
                  <a:pt x="31425" y="22050"/>
                </a:lnTo>
                <a:lnTo>
                  <a:pt x="31575" y="21750"/>
                </a:lnTo>
                <a:lnTo>
                  <a:pt x="31575" y="21675"/>
                </a:lnTo>
                <a:lnTo>
                  <a:pt x="31725" y="21375"/>
                </a:lnTo>
                <a:lnTo>
                  <a:pt x="31725" y="21300"/>
                </a:lnTo>
                <a:lnTo>
                  <a:pt x="31875" y="21000"/>
                </a:lnTo>
                <a:lnTo>
                  <a:pt x="31950" y="20925"/>
                </a:lnTo>
                <a:lnTo>
                  <a:pt x="32175" y="20475"/>
                </a:lnTo>
                <a:lnTo>
                  <a:pt x="32175" y="20400"/>
                </a:lnTo>
                <a:lnTo>
                  <a:pt x="32250" y="20250"/>
                </a:lnTo>
                <a:lnTo>
                  <a:pt x="32325" y="20250"/>
                </a:lnTo>
                <a:lnTo>
                  <a:pt x="32475" y="19950"/>
                </a:lnTo>
                <a:lnTo>
                  <a:pt x="32475" y="19875"/>
                </a:lnTo>
                <a:lnTo>
                  <a:pt x="32625" y="19800"/>
                </a:lnTo>
                <a:lnTo>
                  <a:pt x="32625" y="19725"/>
                </a:lnTo>
                <a:lnTo>
                  <a:pt x="32775" y="19425"/>
                </a:lnTo>
                <a:lnTo>
                  <a:pt x="32850" y="19425"/>
                </a:lnTo>
                <a:lnTo>
                  <a:pt x="33000" y="19125"/>
                </a:lnTo>
                <a:lnTo>
                  <a:pt x="33075" y="19125"/>
                </a:lnTo>
                <a:lnTo>
                  <a:pt x="33150" y="18975"/>
                </a:lnTo>
                <a:lnTo>
                  <a:pt x="33300" y="18825"/>
                </a:lnTo>
                <a:lnTo>
                  <a:pt x="33375" y="18675"/>
                </a:lnTo>
                <a:lnTo>
                  <a:pt x="33450" y="18675"/>
                </a:lnTo>
                <a:lnTo>
                  <a:pt x="33750" y="18225"/>
                </a:lnTo>
                <a:lnTo>
                  <a:pt x="33825" y="18225"/>
                </a:lnTo>
                <a:lnTo>
                  <a:pt x="33900" y="18075"/>
                </a:lnTo>
                <a:lnTo>
                  <a:pt x="34575" y="17400"/>
                </a:lnTo>
                <a:lnTo>
                  <a:pt x="34725" y="17325"/>
                </a:lnTo>
                <a:lnTo>
                  <a:pt x="34725" y="17250"/>
                </a:lnTo>
                <a:lnTo>
                  <a:pt x="34875" y="17175"/>
                </a:lnTo>
                <a:lnTo>
                  <a:pt x="34950" y="17025"/>
                </a:lnTo>
                <a:lnTo>
                  <a:pt x="35025" y="17025"/>
                </a:lnTo>
                <a:lnTo>
                  <a:pt x="35100" y="16950"/>
                </a:lnTo>
                <a:lnTo>
                  <a:pt x="35175" y="16950"/>
                </a:lnTo>
                <a:lnTo>
                  <a:pt x="35250" y="16800"/>
                </a:lnTo>
                <a:lnTo>
                  <a:pt x="35325" y="16800"/>
                </a:lnTo>
                <a:lnTo>
                  <a:pt x="35550" y="16575"/>
                </a:lnTo>
                <a:lnTo>
                  <a:pt x="35625" y="16575"/>
                </a:lnTo>
                <a:lnTo>
                  <a:pt x="35700" y="16500"/>
                </a:lnTo>
                <a:lnTo>
                  <a:pt x="35775" y="16500"/>
                </a:lnTo>
                <a:lnTo>
                  <a:pt x="35850" y="16350"/>
                </a:lnTo>
                <a:lnTo>
                  <a:pt x="35925" y="16350"/>
                </a:lnTo>
                <a:lnTo>
                  <a:pt x="36000" y="16275"/>
                </a:lnTo>
                <a:lnTo>
                  <a:pt x="36075" y="16275"/>
                </a:lnTo>
                <a:lnTo>
                  <a:pt x="36225" y="16125"/>
                </a:lnTo>
                <a:lnTo>
                  <a:pt x="36825" y="15825"/>
                </a:lnTo>
                <a:lnTo>
                  <a:pt x="36825" y="15750"/>
                </a:lnTo>
                <a:lnTo>
                  <a:pt x="36975" y="15675"/>
                </a:lnTo>
                <a:lnTo>
                  <a:pt x="37050" y="15675"/>
                </a:lnTo>
                <a:lnTo>
                  <a:pt x="37275" y="15525"/>
                </a:lnTo>
                <a:lnTo>
                  <a:pt x="37350" y="15525"/>
                </a:lnTo>
                <a:lnTo>
                  <a:pt x="37800" y="15300"/>
                </a:lnTo>
                <a:lnTo>
                  <a:pt x="37875" y="15300"/>
                </a:lnTo>
                <a:lnTo>
                  <a:pt x="38100" y="15150"/>
                </a:lnTo>
                <a:lnTo>
                  <a:pt x="38175" y="15150"/>
                </a:lnTo>
                <a:lnTo>
                  <a:pt x="38475" y="15000"/>
                </a:lnTo>
                <a:lnTo>
                  <a:pt x="38625" y="15000"/>
                </a:lnTo>
                <a:lnTo>
                  <a:pt x="38700" y="14925"/>
                </a:lnTo>
                <a:lnTo>
                  <a:pt x="38850" y="14925"/>
                </a:lnTo>
                <a:lnTo>
                  <a:pt x="39150" y="14775"/>
                </a:lnTo>
                <a:lnTo>
                  <a:pt x="39300" y="14775"/>
                </a:lnTo>
                <a:lnTo>
                  <a:pt x="39375" y="14700"/>
                </a:lnTo>
                <a:lnTo>
                  <a:pt x="39525" y="14700"/>
                </a:lnTo>
                <a:lnTo>
                  <a:pt x="39675" y="14625"/>
                </a:lnTo>
                <a:lnTo>
                  <a:pt x="39900" y="14625"/>
                </a:lnTo>
                <a:lnTo>
                  <a:pt x="40050" y="14550"/>
                </a:lnTo>
                <a:lnTo>
                  <a:pt x="40200" y="14550"/>
                </a:lnTo>
                <a:lnTo>
                  <a:pt x="40275" y="14475"/>
                </a:lnTo>
                <a:lnTo>
                  <a:pt x="40575" y="14475"/>
                </a:lnTo>
                <a:lnTo>
                  <a:pt x="40725" y="14400"/>
                </a:lnTo>
                <a:lnTo>
                  <a:pt x="41100" y="14400"/>
                </a:lnTo>
                <a:lnTo>
                  <a:pt x="41175" y="14325"/>
                </a:lnTo>
                <a:lnTo>
                  <a:pt x="41850" y="14325"/>
                </a:lnTo>
                <a:lnTo>
                  <a:pt x="41850" y="14250"/>
                </a:lnTo>
                <a:lnTo>
                  <a:pt x="43650" y="14250"/>
                </a:lnTo>
                <a:lnTo>
                  <a:pt x="43800" y="14325"/>
                </a:lnTo>
                <a:lnTo>
                  <a:pt x="44400" y="14325"/>
                </a:lnTo>
                <a:lnTo>
                  <a:pt x="44475" y="14400"/>
                </a:lnTo>
                <a:lnTo>
                  <a:pt x="44925" y="14400"/>
                </a:lnTo>
                <a:lnTo>
                  <a:pt x="45000" y="14475"/>
                </a:lnTo>
                <a:lnTo>
                  <a:pt x="45225" y="14475"/>
                </a:lnTo>
                <a:lnTo>
                  <a:pt x="45375" y="14550"/>
                </a:lnTo>
                <a:lnTo>
                  <a:pt x="45600" y="14550"/>
                </a:lnTo>
                <a:lnTo>
                  <a:pt x="45750" y="14625"/>
                </a:lnTo>
                <a:lnTo>
                  <a:pt x="45900" y="14625"/>
                </a:lnTo>
                <a:lnTo>
                  <a:pt x="45975" y="14700"/>
                </a:lnTo>
                <a:lnTo>
                  <a:pt x="46125" y="14700"/>
                </a:lnTo>
                <a:lnTo>
                  <a:pt x="46275" y="14775"/>
                </a:lnTo>
                <a:lnTo>
                  <a:pt x="46425" y="14775"/>
                </a:lnTo>
                <a:lnTo>
                  <a:pt x="46500" y="14850"/>
                </a:lnTo>
                <a:lnTo>
                  <a:pt x="46650" y="14850"/>
                </a:lnTo>
                <a:lnTo>
                  <a:pt x="47100" y="15075"/>
                </a:lnTo>
                <a:lnTo>
                  <a:pt x="47250" y="15075"/>
                </a:lnTo>
                <a:lnTo>
                  <a:pt x="47475" y="15225"/>
                </a:lnTo>
                <a:lnTo>
                  <a:pt x="47625" y="15225"/>
                </a:lnTo>
                <a:lnTo>
                  <a:pt x="47625" y="15300"/>
                </a:lnTo>
                <a:lnTo>
                  <a:pt x="47775" y="15300"/>
                </a:lnTo>
                <a:lnTo>
                  <a:pt x="47775" y="15375"/>
                </a:lnTo>
                <a:lnTo>
                  <a:pt x="47925" y="15375"/>
                </a:lnTo>
                <a:lnTo>
                  <a:pt x="48000" y="15450"/>
                </a:lnTo>
                <a:lnTo>
                  <a:pt x="48075" y="15450"/>
                </a:lnTo>
                <a:lnTo>
                  <a:pt x="48150" y="15525"/>
                </a:lnTo>
                <a:lnTo>
                  <a:pt x="48225" y="15525"/>
                </a:lnTo>
                <a:lnTo>
                  <a:pt x="48375" y="15675"/>
                </a:lnTo>
                <a:lnTo>
                  <a:pt x="48450" y="15675"/>
                </a:lnTo>
                <a:lnTo>
                  <a:pt x="49050" y="15975"/>
                </a:lnTo>
                <a:lnTo>
                  <a:pt x="49050" y="16050"/>
                </a:lnTo>
                <a:lnTo>
                  <a:pt x="49500" y="16275"/>
                </a:lnTo>
                <a:lnTo>
                  <a:pt x="49500" y="16350"/>
                </a:lnTo>
                <a:lnTo>
                  <a:pt x="49800" y="16500"/>
                </a:lnTo>
                <a:lnTo>
                  <a:pt x="49800" y="16575"/>
                </a:lnTo>
                <a:lnTo>
                  <a:pt x="50100" y="16725"/>
                </a:lnTo>
                <a:lnTo>
                  <a:pt x="50100" y="16800"/>
                </a:lnTo>
                <a:lnTo>
                  <a:pt x="50250" y="16875"/>
                </a:lnTo>
                <a:lnTo>
                  <a:pt x="50475" y="17100"/>
                </a:lnTo>
                <a:lnTo>
                  <a:pt x="50550" y="17100"/>
                </a:lnTo>
                <a:lnTo>
                  <a:pt x="51450" y="18000"/>
                </a:lnTo>
                <a:lnTo>
                  <a:pt x="51525" y="18150"/>
                </a:lnTo>
                <a:lnTo>
                  <a:pt x="51600" y="18150"/>
                </a:lnTo>
                <a:lnTo>
                  <a:pt x="51675" y="18300"/>
                </a:lnTo>
                <a:lnTo>
                  <a:pt x="51900" y="18525"/>
                </a:lnTo>
                <a:lnTo>
                  <a:pt x="51975" y="18375"/>
                </a:lnTo>
                <a:lnTo>
                  <a:pt x="52050" y="18375"/>
                </a:lnTo>
                <a:lnTo>
                  <a:pt x="52125" y="18225"/>
                </a:lnTo>
                <a:lnTo>
                  <a:pt x="52200" y="18225"/>
                </a:lnTo>
                <a:lnTo>
                  <a:pt x="52275" y="18075"/>
                </a:lnTo>
                <a:lnTo>
                  <a:pt x="52425" y="18000"/>
                </a:lnTo>
                <a:lnTo>
                  <a:pt x="52425" y="17925"/>
                </a:lnTo>
                <a:lnTo>
                  <a:pt x="52650" y="17700"/>
                </a:lnTo>
                <a:lnTo>
                  <a:pt x="52725" y="17700"/>
                </a:lnTo>
                <a:lnTo>
                  <a:pt x="52800" y="17550"/>
                </a:lnTo>
                <a:lnTo>
                  <a:pt x="52950" y="17475"/>
                </a:lnTo>
                <a:lnTo>
                  <a:pt x="52950" y="17400"/>
                </a:lnTo>
                <a:lnTo>
                  <a:pt x="53100" y="17325"/>
                </a:lnTo>
                <a:lnTo>
                  <a:pt x="53100" y="17250"/>
                </a:lnTo>
                <a:lnTo>
                  <a:pt x="53250" y="17175"/>
                </a:lnTo>
                <a:lnTo>
                  <a:pt x="53475" y="16950"/>
                </a:lnTo>
                <a:lnTo>
                  <a:pt x="53550" y="16950"/>
                </a:lnTo>
                <a:lnTo>
                  <a:pt x="53625" y="16800"/>
                </a:lnTo>
                <a:lnTo>
                  <a:pt x="53700" y="16800"/>
                </a:lnTo>
                <a:lnTo>
                  <a:pt x="53775" y="16725"/>
                </a:lnTo>
                <a:lnTo>
                  <a:pt x="53850" y="16725"/>
                </a:lnTo>
                <a:lnTo>
                  <a:pt x="53925" y="16575"/>
                </a:lnTo>
                <a:lnTo>
                  <a:pt x="54000" y="16575"/>
                </a:lnTo>
                <a:lnTo>
                  <a:pt x="54075" y="16500"/>
                </a:lnTo>
                <a:lnTo>
                  <a:pt x="54150" y="16500"/>
                </a:lnTo>
                <a:lnTo>
                  <a:pt x="54375" y="16275"/>
                </a:lnTo>
                <a:lnTo>
                  <a:pt x="54450" y="16275"/>
                </a:lnTo>
                <a:lnTo>
                  <a:pt x="54675" y="16050"/>
                </a:lnTo>
                <a:lnTo>
                  <a:pt x="54750" y="16050"/>
                </a:lnTo>
                <a:lnTo>
                  <a:pt x="55200" y="15825"/>
                </a:lnTo>
                <a:lnTo>
                  <a:pt x="55200" y="15750"/>
                </a:lnTo>
                <a:lnTo>
                  <a:pt x="55350" y="15750"/>
                </a:lnTo>
                <a:lnTo>
                  <a:pt x="55500" y="15600"/>
                </a:lnTo>
                <a:lnTo>
                  <a:pt x="55575" y="15600"/>
                </a:lnTo>
                <a:lnTo>
                  <a:pt x="55650" y="15525"/>
                </a:lnTo>
                <a:lnTo>
                  <a:pt x="55725" y="15525"/>
                </a:lnTo>
                <a:lnTo>
                  <a:pt x="56325" y="15225"/>
                </a:lnTo>
                <a:lnTo>
                  <a:pt x="56400" y="15225"/>
                </a:lnTo>
                <a:lnTo>
                  <a:pt x="56475" y="15150"/>
                </a:lnTo>
                <a:lnTo>
                  <a:pt x="56550" y="15150"/>
                </a:lnTo>
                <a:lnTo>
                  <a:pt x="56850" y="15000"/>
                </a:lnTo>
                <a:lnTo>
                  <a:pt x="57000" y="15000"/>
                </a:lnTo>
                <a:lnTo>
                  <a:pt x="57075" y="14925"/>
                </a:lnTo>
                <a:lnTo>
                  <a:pt x="57225" y="14925"/>
                </a:lnTo>
                <a:lnTo>
                  <a:pt x="57525" y="14775"/>
                </a:lnTo>
                <a:lnTo>
                  <a:pt x="57675" y="14775"/>
                </a:lnTo>
                <a:lnTo>
                  <a:pt x="57750" y="14700"/>
                </a:lnTo>
                <a:lnTo>
                  <a:pt x="57900" y="14700"/>
                </a:lnTo>
                <a:lnTo>
                  <a:pt x="58050" y="14625"/>
                </a:lnTo>
                <a:lnTo>
                  <a:pt x="58275" y="14625"/>
                </a:lnTo>
                <a:lnTo>
                  <a:pt x="58425" y="14550"/>
                </a:lnTo>
                <a:lnTo>
                  <a:pt x="58650" y="14550"/>
                </a:lnTo>
                <a:lnTo>
                  <a:pt x="58800" y="14475"/>
                </a:lnTo>
                <a:lnTo>
                  <a:pt x="58950" y="14475"/>
                </a:lnTo>
                <a:lnTo>
                  <a:pt x="59100" y="14400"/>
                </a:lnTo>
                <a:lnTo>
                  <a:pt x="59475" y="14400"/>
                </a:lnTo>
                <a:lnTo>
                  <a:pt x="59550" y="14325"/>
                </a:lnTo>
                <a:lnTo>
                  <a:pt x="60225" y="14325"/>
                </a:lnTo>
                <a:lnTo>
                  <a:pt x="60225" y="14250"/>
                </a:lnTo>
                <a:lnTo>
                  <a:pt x="62025" y="14250"/>
                </a:lnTo>
                <a:lnTo>
                  <a:pt x="62175" y="14325"/>
                </a:lnTo>
                <a:lnTo>
                  <a:pt x="62775" y="14325"/>
                </a:lnTo>
                <a:lnTo>
                  <a:pt x="62850" y="14400"/>
                </a:lnTo>
                <a:lnTo>
                  <a:pt x="63300" y="14400"/>
                </a:lnTo>
                <a:lnTo>
                  <a:pt x="63375" y="14475"/>
                </a:lnTo>
                <a:lnTo>
                  <a:pt x="63600" y="14475"/>
                </a:lnTo>
                <a:lnTo>
                  <a:pt x="63750" y="14550"/>
                </a:lnTo>
                <a:lnTo>
                  <a:pt x="63975" y="14550"/>
                </a:lnTo>
                <a:lnTo>
                  <a:pt x="64125" y="14625"/>
                </a:lnTo>
                <a:lnTo>
                  <a:pt x="64275" y="14625"/>
                </a:lnTo>
                <a:lnTo>
                  <a:pt x="64350" y="14700"/>
                </a:lnTo>
                <a:lnTo>
                  <a:pt x="64500" y="14700"/>
                </a:lnTo>
                <a:lnTo>
                  <a:pt x="64650" y="14775"/>
                </a:lnTo>
                <a:lnTo>
                  <a:pt x="64800" y="14775"/>
                </a:lnTo>
                <a:lnTo>
                  <a:pt x="64875" y="14850"/>
                </a:lnTo>
                <a:lnTo>
                  <a:pt x="65025" y="14850"/>
                </a:lnTo>
                <a:lnTo>
                  <a:pt x="65475" y="15075"/>
                </a:lnTo>
                <a:lnTo>
                  <a:pt x="65625" y="15075"/>
                </a:lnTo>
                <a:lnTo>
                  <a:pt x="65700" y="15150"/>
                </a:lnTo>
                <a:lnTo>
                  <a:pt x="65850" y="15150"/>
                </a:lnTo>
                <a:lnTo>
                  <a:pt x="65850" y="15225"/>
                </a:lnTo>
                <a:lnTo>
                  <a:pt x="66000" y="15225"/>
                </a:lnTo>
                <a:lnTo>
                  <a:pt x="66000" y="15300"/>
                </a:lnTo>
                <a:lnTo>
                  <a:pt x="66150" y="15300"/>
                </a:lnTo>
                <a:lnTo>
                  <a:pt x="66150" y="15375"/>
                </a:lnTo>
                <a:lnTo>
                  <a:pt x="66300" y="15375"/>
                </a:lnTo>
                <a:lnTo>
                  <a:pt x="66375" y="15450"/>
                </a:lnTo>
                <a:lnTo>
                  <a:pt x="66450" y="15450"/>
                </a:lnTo>
                <a:lnTo>
                  <a:pt x="66525" y="15525"/>
                </a:lnTo>
                <a:lnTo>
                  <a:pt x="66600" y="15525"/>
                </a:lnTo>
                <a:lnTo>
                  <a:pt x="66675" y="15600"/>
                </a:lnTo>
                <a:lnTo>
                  <a:pt x="67125" y="15825"/>
                </a:lnTo>
                <a:lnTo>
                  <a:pt x="67125" y="14250"/>
                </a:lnTo>
                <a:lnTo>
                  <a:pt x="72825" y="14250"/>
                </a:lnTo>
                <a:lnTo>
                  <a:pt x="72825" y="52500"/>
                </a:lnTo>
                <a:close/>
                <a:moveTo>
                  <a:pt x="82050" y="14250"/>
                </a:moveTo>
                <a:lnTo>
                  <a:pt x="82650" y="14250"/>
                </a:lnTo>
                <a:lnTo>
                  <a:pt x="82725" y="14325"/>
                </a:lnTo>
                <a:lnTo>
                  <a:pt x="83100" y="14325"/>
                </a:lnTo>
                <a:lnTo>
                  <a:pt x="83175" y="14400"/>
                </a:lnTo>
                <a:lnTo>
                  <a:pt x="83550" y="14400"/>
                </a:lnTo>
                <a:lnTo>
                  <a:pt x="83625" y="14475"/>
                </a:lnTo>
                <a:lnTo>
                  <a:pt x="83700" y="14475"/>
                </a:lnTo>
                <a:lnTo>
                  <a:pt x="83850" y="14550"/>
                </a:lnTo>
                <a:lnTo>
                  <a:pt x="84075" y="14550"/>
                </a:lnTo>
                <a:lnTo>
                  <a:pt x="84150" y="14625"/>
                </a:lnTo>
                <a:lnTo>
                  <a:pt x="84450" y="14700"/>
                </a:lnTo>
                <a:lnTo>
                  <a:pt x="84525" y="14775"/>
                </a:lnTo>
                <a:lnTo>
                  <a:pt x="84675" y="14775"/>
                </a:lnTo>
                <a:lnTo>
                  <a:pt x="84825" y="14925"/>
                </a:lnTo>
                <a:lnTo>
                  <a:pt x="84900" y="14925"/>
                </a:lnTo>
                <a:lnTo>
                  <a:pt x="84975" y="15000"/>
                </a:lnTo>
                <a:lnTo>
                  <a:pt x="85125" y="15000"/>
                </a:lnTo>
                <a:lnTo>
                  <a:pt x="85275" y="15150"/>
                </a:lnTo>
                <a:lnTo>
                  <a:pt x="85350" y="15150"/>
                </a:lnTo>
                <a:lnTo>
                  <a:pt x="85500" y="15300"/>
                </a:lnTo>
                <a:lnTo>
                  <a:pt x="85650" y="15300"/>
                </a:lnTo>
                <a:lnTo>
                  <a:pt x="85650" y="15375"/>
                </a:lnTo>
                <a:lnTo>
                  <a:pt x="85800" y="15450"/>
                </a:lnTo>
                <a:lnTo>
                  <a:pt x="85875" y="15450"/>
                </a:lnTo>
                <a:lnTo>
                  <a:pt x="86100" y="15675"/>
                </a:lnTo>
                <a:lnTo>
                  <a:pt x="86175" y="15675"/>
                </a:lnTo>
                <a:lnTo>
                  <a:pt x="86250" y="15750"/>
                </a:lnTo>
                <a:lnTo>
                  <a:pt x="86250" y="15825"/>
                </a:lnTo>
                <a:lnTo>
                  <a:pt x="86550" y="15975"/>
                </a:lnTo>
                <a:lnTo>
                  <a:pt x="86550" y="16050"/>
                </a:lnTo>
                <a:lnTo>
                  <a:pt x="86625" y="16125"/>
                </a:lnTo>
                <a:lnTo>
                  <a:pt x="86700" y="16125"/>
                </a:lnTo>
                <a:lnTo>
                  <a:pt x="86775" y="16275"/>
                </a:lnTo>
                <a:lnTo>
                  <a:pt x="86850" y="16275"/>
                </a:lnTo>
                <a:lnTo>
                  <a:pt x="86925" y="16350"/>
                </a:lnTo>
                <a:lnTo>
                  <a:pt x="86925" y="16425"/>
                </a:lnTo>
                <a:lnTo>
                  <a:pt x="87075" y="16500"/>
                </a:lnTo>
                <a:lnTo>
                  <a:pt x="87150" y="16650"/>
                </a:lnTo>
                <a:lnTo>
                  <a:pt x="87225" y="16650"/>
                </a:lnTo>
                <a:lnTo>
                  <a:pt x="87300" y="16725"/>
                </a:lnTo>
                <a:lnTo>
                  <a:pt x="87300" y="16800"/>
                </a:lnTo>
                <a:lnTo>
                  <a:pt x="87450" y="16875"/>
                </a:lnTo>
                <a:lnTo>
                  <a:pt x="87525" y="17025"/>
                </a:lnTo>
                <a:lnTo>
                  <a:pt x="87600" y="17025"/>
                </a:lnTo>
                <a:lnTo>
                  <a:pt x="87750" y="17325"/>
                </a:lnTo>
                <a:lnTo>
                  <a:pt x="87825" y="17325"/>
                </a:lnTo>
                <a:lnTo>
                  <a:pt x="87900" y="17400"/>
                </a:lnTo>
                <a:lnTo>
                  <a:pt x="87900" y="17475"/>
                </a:lnTo>
                <a:lnTo>
                  <a:pt x="88125" y="17700"/>
                </a:lnTo>
                <a:lnTo>
                  <a:pt x="88200" y="17850"/>
                </a:lnTo>
                <a:lnTo>
                  <a:pt x="88350" y="18000"/>
                </a:lnTo>
                <a:lnTo>
                  <a:pt x="88500" y="18300"/>
                </a:lnTo>
                <a:lnTo>
                  <a:pt x="88575" y="18300"/>
                </a:lnTo>
                <a:lnTo>
                  <a:pt x="88725" y="18600"/>
                </a:lnTo>
                <a:lnTo>
                  <a:pt x="88875" y="18750"/>
                </a:lnTo>
                <a:lnTo>
                  <a:pt x="89025" y="19050"/>
                </a:lnTo>
                <a:lnTo>
                  <a:pt x="89025" y="19125"/>
                </a:lnTo>
                <a:lnTo>
                  <a:pt x="89175" y="19275"/>
                </a:lnTo>
                <a:lnTo>
                  <a:pt x="89400" y="19725"/>
                </a:lnTo>
                <a:lnTo>
                  <a:pt x="89475" y="19725"/>
                </a:lnTo>
                <a:lnTo>
                  <a:pt x="89625" y="20100"/>
                </a:lnTo>
                <a:lnTo>
                  <a:pt x="89775" y="20400"/>
                </a:lnTo>
                <a:lnTo>
                  <a:pt x="89925" y="20550"/>
                </a:lnTo>
                <a:lnTo>
                  <a:pt x="89925" y="20625"/>
                </a:lnTo>
                <a:lnTo>
                  <a:pt x="90150" y="21150"/>
                </a:lnTo>
                <a:lnTo>
                  <a:pt x="90225" y="21300"/>
                </a:lnTo>
                <a:lnTo>
                  <a:pt x="90300" y="21300"/>
                </a:lnTo>
                <a:lnTo>
                  <a:pt x="90600" y="22050"/>
                </a:lnTo>
                <a:lnTo>
                  <a:pt x="90900" y="22575"/>
                </a:lnTo>
                <a:lnTo>
                  <a:pt x="91350" y="23775"/>
                </a:lnTo>
                <a:lnTo>
                  <a:pt x="91425" y="23775"/>
                </a:lnTo>
                <a:lnTo>
                  <a:pt x="91500" y="23925"/>
                </a:lnTo>
                <a:lnTo>
                  <a:pt x="91500" y="24000"/>
                </a:lnTo>
                <a:lnTo>
                  <a:pt x="92100" y="25575"/>
                </a:lnTo>
                <a:lnTo>
                  <a:pt x="92250" y="25800"/>
                </a:lnTo>
                <a:lnTo>
                  <a:pt x="93225" y="28575"/>
                </a:lnTo>
                <a:lnTo>
                  <a:pt x="93375" y="28800"/>
                </a:lnTo>
                <a:lnTo>
                  <a:pt x="94650" y="32550"/>
                </a:lnTo>
                <a:lnTo>
                  <a:pt x="94800" y="32775"/>
                </a:lnTo>
                <a:lnTo>
                  <a:pt x="96000" y="36300"/>
                </a:lnTo>
                <a:lnTo>
                  <a:pt x="96150" y="36450"/>
                </a:lnTo>
                <a:lnTo>
                  <a:pt x="96525" y="37575"/>
                </a:lnTo>
                <a:lnTo>
                  <a:pt x="96975" y="38775"/>
                </a:lnTo>
                <a:lnTo>
                  <a:pt x="97200" y="39150"/>
                </a:lnTo>
                <a:lnTo>
                  <a:pt x="97725" y="40575"/>
                </a:lnTo>
                <a:lnTo>
                  <a:pt x="98025" y="41100"/>
                </a:lnTo>
                <a:lnTo>
                  <a:pt x="98400" y="42075"/>
                </a:lnTo>
                <a:lnTo>
                  <a:pt x="98475" y="42225"/>
                </a:lnTo>
                <a:lnTo>
                  <a:pt x="98625" y="42375"/>
                </a:lnTo>
                <a:lnTo>
                  <a:pt x="99075" y="43425"/>
                </a:lnTo>
                <a:lnTo>
                  <a:pt x="99225" y="43575"/>
                </a:lnTo>
                <a:lnTo>
                  <a:pt x="99600" y="44325"/>
                </a:lnTo>
                <a:lnTo>
                  <a:pt x="99750" y="44475"/>
                </a:lnTo>
                <a:lnTo>
                  <a:pt x="99750" y="14250"/>
                </a:lnTo>
                <a:lnTo>
                  <a:pt x="105450" y="14250"/>
                </a:lnTo>
                <a:lnTo>
                  <a:pt x="105450" y="50175"/>
                </a:lnTo>
                <a:lnTo>
                  <a:pt x="102600" y="50175"/>
                </a:lnTo>
                <a:lnTo>
                  <a:pt x="102150" y="52500"/>
                </a:lnTo>
                <a:lnTo>
                  <a:pt x="102000" y="52425"/>
                </a:lnTo>
                <a:lnTo>
                  <a:pt x="101700" y="52425"/>
                </a:lnTo>
                <a:lnTo>
                  <a:pt x="101550" y="52350"/>
                </a:lnTo>
                <a:lnTo>
                  <a:pt x="101325" y="52350"/>
                </a:lnTo>
                <a:lnTo>
                  <a:pt x="101250" y="52275"/>
                </a:lnTo>
                <a:lnTo>
                  <a:pt x="101025" y="52275"/>
                </a:lnTo>
                <a:lnTo>
                  <a:pt x="100875" y="52200"/>
                </a:lnTo>
                <a:lnTo>
                  <a:pt x="100575" y="52125"/>
                </a:lnTo>
                <a:lnTo>
                  <a:pt x="100500" y="52050"/>
                </a:lnTo>
                <a:lnTo>
                  <a:pt x="99975" y="51900"/>
                </a:lnTo>
                <a:lnTo>
                  <a:pt x="99900" y="51825"/>
                </a:lnTo>
                <a:lnTo>
                  <a:pt x="99825" y="51825"/>
                </a:lnTo>
                <a:lnTo>
                  <a:pt x="99600" y="51675"/>
                </a:lnTo>
                <a:lnTo>
                  <a:pt x="99525" y="51675"/>
                </a:lnTo>
                <a:lnTo>
                  <a:pt x="99450" y="51600"/>
                </a:lnTo>
                <a:lnTo>
                  <a:pt x="99300" y="51525"/>
                </a:lnTo>
                <a:lnTo>
                  <a:pt x="99225" y="51525"/>
                </a:lnTo>
                <a:lnTo>
                  <a:pt x="99075" y="51375"/>
                </a:lnTo>
                <a:lnTo>
                  <a:pt x="99000" y="51375"/>
                </a:lnTo>
                <a:lnTo>
                  <a:pt x="98925" y="51300"/>
                </a:lnTo>
                <a:lnTo>
                  <a:pt x="98625" y="51150"/>
                </a:lnTo>
                <a:lnTo>
                  <a:pt x="98475" y="51000"/>
                </a:lnTo>
                <a:lnTo>
                  <a:pt x="98400" y="51000"/>
                </a:lnTo>
                <a:lnTo>
                  <a:pt x="98175" y="50775"/>
                </a:lnTo>
                <a:lnTo>
                  <a:pt x="98100" y="50775"/>
                </a:lnTo>
                <a:lnTo>
                  <a:pt x="98025" y="50625"/>
                </a:lnTo>
                <a:lnTo>
                  <a:pt x="97950" y="50625"/>
                </a:lnTo>
                <a:lnTo>
                  <a:pt x="97725" y="50400"/>
                </a:lnTo>
                <a:lnTo>
                  <a:pt x="97650" y="50400"/>
                </a:lnTo>
                <a:lnTo>
                  <a:pt x="97575" y="50250"/>
                </a:lnTo>
                <a:lnTo>
                  <a:pt x="97500" y="50250"/>
                </a:lnTo>
                <a:lnTo>
                  <a:pt x="97425" y="50175"/>
                </a:lnTo>
                <a:lnTo>
                  <a:pt x="97425" y="50100"/>
                </a:lnTo>
                <a:lnTo>
                  <a:pt x="97275" y="50025"/>
                </a:lnTo>
                <a:lnTo>
                  <a:pt x="97125" y="49875"/>
                </a:lnTo>
                <a:lnTo>
                  <a:pt x="97050" y="49725"/>
                </a:lnTo>
                <a:lnTo>
                  <a:pt x="96975" y="49725"/>
                </a:lnTo>
                <a:lnTo>
                  <a:pt x="96900" y="49575"/>
                </a:lnTo>
                <a:lnTo>
                  <a:pt x="96825" y="49575"/>
                </a:lnTo>
                <a:lnTo>
                  <a:pt x="96750" y="49500"/>
                </a:lnTo>
                <a:lnTo>
                  <a:pt x="96750" y="49425"/>
                </a:lnTo>
                <a:lnTo>
                  <a:pt x="96600" y="49350"/>
                </a:lnTo>
                <a:lnTo>
                  <a:pt x="96600" y="49275"/>
                </a:lnTo>
                <a:lnTo>
                  <a:pt x="96525" y="49200"/>
                </a:lnTo>
                <a:lnTo>
                  <a:pt x="96450" y="49200"/>
                </a:lnTo>
                <a:lnTo>
                  <a:pt x="96375" y="49050"/>
                </a:lnTo>
                <a:lnTo>
                  <a:pt x="96225" y="48900"/>
                </a:lnTo>
                <a:lnTo>
                  <a:pt x="95925" y="48450"/>
                </a:lnTo>
                <a:lnTo>
                  <a:pt x="95850" y="48450"/>
                </a:lnTo>
                <a:lnTo>
                  <a:pt x="95700" y="48150"/>
                </a:lnTo>
                <a:lnTo>
                  <a:pt x="95550" y="48000"/>
                </a:lnTo>
                <a:lnTo>
                  <a:pt x="95550" y="47925"/>
                </a:lnTo>
                <a:lnTo>
                  <a:pt x="95475" y="47775"/>
                </a:lnTo>
                <a:lnTo>
                  <a:pt x="95400" y="47775"/>
                </a:lnTo>
                <a:lnTo>
                  <a:pt x="95250" y="47475"/>
                </a:lnTo>
                <a:lnTo>
                  <a:pt x="95175" y="47475"/>
                </a:lnTo>
                <a:lnTo>
                  <a:pt x="95025" y="47175"/>
                </a:lnTo>
                <a:lnTo>
                  <a:pt x="95025" y="47100"/>
                </a:lnTo>
                <a:lnTo>
                  <a:pt x="94650" y="46650"/>
                </a:lnTo>
                <a:lnTo>
                  <a:pt x="94575" y="46500"/>
                </a:lnTo>
                <a:lnTo>
                  <a:pt x="94575" y="46425"/>
                </a:lnTo>
                <a:lnTo>
                  <a:pt x="94500" y="46275"/>
                </a:lnTo>
                <a:lnTo>
                  <a:pt x="94350" y="46125"/>
                </a:lnTo>
                <a:lnTo>
                  <a:pt x="94200" y="45750"/>
                </a:lnTo>
                <a:lnTo>
                  <a:pt x="94125" y="45750"/>
                </a:lnTo>
                <a:lnTo>
                  <a:pt x="94050" y="45600"/>
                </a:lnTo>
                <a:lnTo>
                  <a:pt x="94050" y="45525"/>
                </a:lnTo>
                <a:lnTo>
                  <a:pt x="93750" y="45000"/>
                </a:lnTo>
                <a:lnTo>
                  <a:pt x="93600" y="44625"/>
                </a:lnTo>
                <a:lnTo>
                  <a:pt x="93450" y="44475"/>
                </a:lnTo>
                <a:lnTo>
                  <a:pt x="93300" y="44100"/>
                </a:lnTo>
                <a:lnTo>
                  <a:pt x="93300" y="44025"/>
                </a:lnTo>
                <a:lnTo>
                  <a:pt x="93000" y="43500"/>
                </a:lnTo>
                <a:lnTo>
                  <a:pt x="92850" y="43050"/>
                </a:lnTo>
                <a:lnTo>
                  <a:pt x="92700" y="42900"/>
                </a:lnTo>
                <a:lnTo>
                  <a:pt x="92400" y="42075"/>
                </a:lnTo>
                <a:lnTo>
                  <a:pt x="92250" y="41850"/>
                </a:lnTo>
                <a:lnTo>
                  <a:pt x="92100" y="41475"/>
                </a:lnTo>
                <a:lnTo>
                  <a:pt x="91875" y="40800"/>
                </a:lnTo>
                <a:lnTo>
                  <a:pt x="91725" y="40650"/>
                </a:lnTo>
                <a:lnTo>
                  <a:pt x="91725" y="40575"/>
                </a:lnTo>
                <a:lnTo>
                  <a:pt x="91275" y="39300"/>
                </a:lnTo>
                <a:lnTo>
                  <a:pt x="91050" y="38925"/>
                </a:lnTo>
                <a:lnTo>
                  <a:pt x="90450" y="37125"/>
                </a:lnTo>
                <a:lnTo>
                  <a:pt x="90375" y="37125"/>
                </a:lnTo>
                <a:lnTo>
                  <a:pt x="89400" y="34275"/>
                </a:lnTo>
                <a:lnTo>
                  <a:pt x="89250" y="34050"/>
                </a:lnTo>
                <a:lnTo>
                  <a:pt x="87750" y="29625"/>
                </a:lnTo>
                <a:lnTo>
                  <a:pt x="87600" y="29475"/>
                </a:lnTo>
                <a:lnTo>
                  <a:pt x="87000" y="27750"/>
                </a:lnTo>
                <a:lnTo>
                  <a:pt x="85950" y="25050"/>
                </a:lnTo>
                <a:lnTo>
                  <a:pt x="85800" y="24900"/>
                </a:lnTo>
                <a:lnTo>
                  <a:pt x="85275" y="23625"/>
                </a:lnTo>
                <a:lnTo>
                  <a:pt x="84975" y="23025"/>
                </a:lnTo>
                <a:lnTo>
                  <a:pt x="84900" y="22800"/>
                </a:lnTo>
                <a:lnTo>
                  <a:pt x="84825" y="22725"/>
                </a:lnTo>
                <a:lnTo>
                  <a:pt x="84825" y="66750"/>
                </a:lnTo>
                <a:lnTo>
                  <a:pt x="79125" y="66750"/>
                </a:lnTo>
                <a:lnTo>
                  <a:pt x="79125" y="16500"/>
                </a:lnTo>
                <a:lnTo>
                  <a:pt x="81975" y="16500"/>
                </a:lnTo>
                <a:close/>
                <a:moveTo>
                  <a:pt x="118050" y="22800"/>
                </a:moveTo>
                <a:lnTo>
                  <a:pt x="119475" y="22050"/>
                </a:lnTo>
                <a:lnTo>
                  <a:pt x="119625" y="21900"/>
                </a:lnTo>
                <a:lnTo>
                  <a:pt x="119925" y="21750"/>
                </a:lnTo>
                <a:lnTo>
                  <a:pt x="120075" y="21600"/>
                </a:lnTo>
                <a:lnTo>
                  <a:pt x="120225" y="21525"/>
                </a:lnTo>
                <a:lnTo>
                  <a:pt x="120375" y="21375"/>
                </a:lnTo>
                <a:lnTo>
                  <a:pt x="120525" y="21300"/>
                </a:lnTo>
                <a:lnTo>
                  <a:pt x="120675" y="21150"/>
                </a:lnTo>
                <a:lnTo>
                  <a:pt x="120825" y="21075"/>
                </a:lnTo>
                <a:lnTo>
                  <a:pt x="120975" y="20925"/>
                </a:lnTo>
                <a:lnTo>
                  <a:pt x="121425" y="20625"/>
                </a:lnTo>
                <a:lnTo>
                  <a:pt x="121725" y="20325"/>
                </a:lnTo>
                <a:lnTo>
                  <a:pt x="121875" y="20250"/>
                </a:lnTo>
                <a:lnTo>
                  <a:pt x="122325" y="19800"/>
                </a:lnTo>
                <a:lnTo>
                  <a:pt x="122475" y="19725"/>
                </a:lnTo>
                <a:lnTo>
                  <a:pt x="123225" y="18975"/>
                </a:lnTo>
                <a:lnTo>
                  <a:pt x="123375" y="18900"/>
                </a:lnTo>
                <a:lnTo>
                  <a:pt x="124875" y="17400"/>
                </a:lnTo>
                <a:lnTo>
                  <a:pt x="125025" y="17325"/>
                </a:lnTo>
                <a:lnTo>
                  <a:pt x="125175" y="17175"/>
                </a:lnTo>
                <a:lnTo>
                  <a:pt x="125400" y="17025"/>
                </a:lnTo>
                <a:lnTo>
                  <a:pt x="127200" y="15225"/>
                </a:lnTo>
                <a:lnTo>
                  <a:pt x="127350" y="15150"/>
                </a:lnTo>
                <a:lnTo>
                  <a:pt x="127350" y="15075"/>
                </a:lnTo>
                <a:lnTo>
                  <a:pt x="127500" y="15000"/>
                </a:lnTo>
                <a:lnTo>
                  <a:pt x="127575" y="15000"/>
                </a:lnTo>
                <a:lnTo>
                  <a:pt x="128325" y="14250"/>
                </a:lnTo>
                <a:lnTo>
                  <a:pt x="128475" y="14175"/>
                </a:lnTo>
                <a:lnTo>
                  <a:pt x="128475" y="14100"/>
                </a:lnTo>
                <a:lnTo>
                  <a:pt x="128625" y="14025"/>
                </a:lnTo>
                <a:lnTo>
                  <a:pt x="128700" y="14025"/>
                </a:lnTo>
                <a:lnTo>
                  <a:pt x="129150" y="13575"/>
                </a:lnTo>
                <a:lnTo>
                  <a:pt x="129825" y="13125"/>
                </a:lnTo>
                <a:lnTo>
                  <a:pt x="129825" y="13050"/>
                </a:lnTo>
                <a:lnTo>
                  <a:pt x="129975" y="12975"/>
                </a:lnTo>
                <a:lnTo>
                  <a:pt x="130125" y="12825"/>
                </a:lnTo>
                <a:lnTo>
                  <a:pt x="130200" y="12825"/>
                </a:lnTo>
                <a:lnTo>
                  <a:pt x="130350" y="12750"/>
                </a:lnTo>
                <a:lnTo>
                  <a:pt x="130500" y="12600"/>
                </a:lnTo>
                <a:lnTo>
                  <a:pt x="131400" y="12075"/>
                </a:lnTo>
                <a:lnTo>
                  <a:pt x="131475" y="12000"/>
                </a:lnTo>
                <a:lnTo>
                  <a:pt x="132000" y="11775"/>
                </a:lnTo>
                <a:lnTo>
                  <a:pt x="132000" y="11700"/>
                </a:lnTo>
                <a:lnTo>
                  <a:pt x="132150" y="11625"/>
                </a:lnTo>
                <a:lnTo>
                  <a:pt x="132450" y="11550"/>
                </a:lnTo>
                <a:lnTo>
                  <a:pt x="132750" y="11400"/>
                </a:lnTo>
                <a:lnTo>
                  <a:pt x="132825" y="11325"/>
                </a:lnTo>
                <a:lnTo>
                  <a:pt x="132975" y="11325"/>
                </a:lnTo>
                <a:lnTo>
                  <a:pt x="133050" y="11250"/>
                </a:lnTo>
                <a:lnTo>
                  <a:pt x="133200" y="11250"/>
                </a:lnTo>
                <a:lnTo>
                  <a:pt x="133275" y="11175"/>
                </a:lnTo>
                <a:lnTo>
                  <a:pt x="133425" y="11175"/>
                </a:lnTo>
                <a:lnTo>
                  <a:pt x="133500" y="11100"/>
                </a:lnTo>
                <a:lnTo>
                  <a:pt x="133650" y="11100"/>
                </a:lnTo>
                <a:lnTo>
                  <a:pt x="133725" y="11025"/>
                </a:lnTo>
                <a:lnTo>
                  <a:pt x="133875" y="11025"/>
                </a:lnTo>
                <a:lnTo>
                  <a:pt x="133950" y="10950"/>
                </a:lnTo>
                <a:lnTo>
                  <a:pt x="134175" y="10950"/>
                </a:lnTo>
                <a:lnTo>
                  <a:pt x="134550" y="10800"/>
                </a:lnTo>
                <a:lnTo>
                  <a:pt x="134850" y="10800"/>
                </a:lnTo>
                <a:lnTo>
                  <a:pt x="135000" y="10725"/>
                </a:lnTo>
                <a:lnTo>
                  <a:pt x="135450" y="10725"/>
                </a:lnTo>
                <a:lnTo>
                  <a:pt x="135600" y="10650"/>
                </a:lnTo>
                <a:lnTo>
                  <a:pt x="136650" y="10650"/>
                </a:lnTo>
                <a:lnTo>
                  <a:pt x="137025" y="10725"/>
                </a:lnTo>
                <a:lnTo>
                  <a:pt x="137850" y="11025"/>
                </a:lnTo>
                <a:lnTo>
                  <a:pt x="138450" y="11475"/>
                </a:lnTo>
                <a:lnTo>
                  <a:pt x="138750" y="11775"/>
                </a:lnTo>
                <a:lnTo>
                  <a:pt x="139200" y="12375"/>
                </a:lnTo>
                <a:lnTo>
                  <a:pt x="139350" y="12750"/>
                </a:lnTo>
                <a:lnTo>
                  <a:pt x="139425" y="13125"/>
                </a:lnTo>
                <a:lnTo>
                  <a:pt x="139425" y="13875"/>
                </a:lnTo>
                <a:lnTo>
                  <a:pt x="139350" y="14250"/>
                </a:lnTo>
                <a:lnTo>
                  <a:pt x="139200" y="14625"/>
                </a:lnTo>
                <a:lnTo>
                  <a:pt x="138300" y="16650"/>
                </a:lnTo>
                <a:lnTo>
                  <a:pt x="138225" y="16875"/>
                </a:lnTo>
                <a:lnTo>
                  <a:pt x="138225" y="17025"/>
                </a:lnTo>
                <a:lnTo>
                  <a:pt x="138000" y="17550"/>
                </a:lnTo>
                <a:lnTo>
                  <a:pt x="137925" y="17775"/>
                </a:lnTo>
                <a:lnTo>
                  <a:pt x="137925" y="17925"/>
                </a:lnTo>
                <a:lnTo>
                  <a:pt x="137700" y="18525"/>
                </a:lnTo>
                <a:lnTo>
                  <a:pt x="137700" y="18675"/>
                </a:lnTo>
                <a:lnTo>
                  <a:pt x="137550" y="19050"/>
                </a:lnTo>
                <a:lnTo>
                  <a:pt x="137550" y="19275"/>
                </a:lnTo>
                <a:lnTo>
                  <a:pt x="137400" y="19650"/>
                </a:lnTo>
                <a:lnTo>
                  <a:pt x="137400" y="19875"/>
                </a:lnTo>
                <a:lnTo>
                  <a:pt x="137250" y="20250"/>
                </a:lnTo>
                <a:lnTo>
                  <a:pt x="137250" y="20400"/>
                </a:lnTo>
                <a:lnTo>
                  <a:pt x="137175" y="20625"/>
                </a:lnTo>
                <a:lnTo>
                  <a:pt x="137175" y="20850"/>
                </a:lnTo>
                <a:lnTo>
                  <a:pt x="137100" y="21000"/>
                </a:lnTo>
                <a:lnTo>
                  <a:pt x="137100" y="21225"/>
                </a:lnTo>
                <a:lnTo>
                  <a:pt x="137025" y="21450"/>
                </a:lnTo>
                <a:lnTo>
                  <a:pt x="137025" y="21600"/>
                </a:lnTo>
                <a:lnTo>
                  <a:pt x="136950" y="21825"/>
                </a:lnTo>
                <a:lnTo>
                  <a:pt x="136950" y="22050"/>
                </a:lnTo>
                <a:lnTo>
                  <a:pt x="136875" y="22200"/>
                </a:lnTo>
                <a:lnTo>
                  <a:pt x="136875" y="22425"/>
                </a:lnTo>
                <a:lnTo>
                  <a:pt x="136800" y="22650"/>
                </a:lnTo>
                <a:lnTo>
                  <a:pt x="136800" y="23025"/>
                </a:lnTo>
                <a:lnTo>
                  <a:pt x="136725" y="23250"/>
                </a:lnTo>
                <a:lnTo>
                  <a:pt x="136725" y="23700"/>
                </a:lnTo>
                <a:lnTo>
                  <a:pt x="136650" y="23850"/>
                </a:lnTo>
                <a:lnTo>
                  <a:pt x="136650" y="24300"/>
                </a:lnTo>
                <a:lnTo>
                  <a:pt x="136575" y="24525"/>
                </a:lnTo>
                <a:lnTo>
                  <a:pt x="136575" y="24900"/>
                </a:lnTo>
                <a:lnTo>
                  <a:pt x="136500" y="25125"/>
                </a:lnTo>
                <a:lnTo>
                  <a:pt x="136500" y="25950"/>
                </a:lnTo>
                <a:lnTo>
                  <a:pt x="136425" y="26175"/>
                </a:lnTo>
                <a:lnTo>
                  <a:pt x="136425" y="27675"/>
                </a:lnTo>
                <a:lnTo>
                  <a:pt x="136350" y="27900"/>
                </a:lnTo>
                <a:lnTo>
                  <a:pt x="136350" y="29625"/>
                </a:lnTo>
                <a:lnTo>
                  <a:pt x="136425" y="29850"/>
                </a:lnTo>
                <a:lnTo>
                  <a:pt x="136425" y="31500"/>
                </a:lnTo>
                <a:lnTo>
                  <a:pt x="136500" y="31725"/>
                </a:lnTo>
                <a:lnTo>
                  <a:pt x="136500" y="32625"/>
                </a:lnTo>
                <a:lnTo>
                  <a:pt x="136575" y="32850"/>
                </a:lnTo>
                <a:lnTo>
                  <a:pt x="136575" y="33225"/>
                </a:lnTo>
                <a:lnTo>
                  <a:pt x="136650" y="33450"/>
                </a:lnTo>
                <a:lnTo>
                  <a:pt x="136650" y="34125"/>
                </a:lnTo>
                <a:lnTo>
                  <a:pt x="136725" y="34275"/>
                </a:lnTo>
                <a:lnTo>
                  <a:pt x="136725" y="34500"/>
                </a:lnTo>
                <a:lnTo>
                  <a:pt x="136800" y="34725"/>
                </a:lnTo>
                <a:lnTo>
                  <a:pt x="136800" y="35175"/>
                </a:lnTo>
                <a:lnTo>
                  <a:pt x="136950" y="35775"/>
                </a:lnTo>
                <a:lnTo>
                  <a:pt x="136950" y="36225"/>
                </a:lnTo>
                <a:lnTo>
                  <a:pt x="137025" y="36375"/>
                </a:lnTo>
                <a:lnTo>
                  <a:pt x="137025" y="36600"/>
                </a:lnTo>
                <a:lnTo>
                  <a:pt x="137100" y="36825"/>
                </a:lnTo>
                <a:lnTo>
                  <a:pt x="137100" y="37050"/>
                </a:lnTo>
                <a:lnTo>
                  <a:pt x="137175" y="37200"/>
                </a:lnTo>
                <a:lnTo>
                  <a:pt x="137175" y="37425"/>
                </a:lnTo>
                <a:lnTo>
                  <a:pt x="137325" y="37875"/>
                </a:lnTo>
                <a:lnTo>
                  <a:pt x="137325" y="38025"/>
                </a:lnTo>
                <a:lnTo>
                  <a:pt x="137400" y="38250"/>
                </a:lnTo>
                <a:lnTo>
                  <a:pt x="137400" y="38475"/>
                </a:lnTo>
                <a:lnTo>
                  <a:pt x="137550" y="38850"/>
                </a:lnTo>
                <a:lnTo>
                  <a:pt x="137550" y="39075"/>
                </a:lnTo>
                <a:lnTo>
                  <a:pt x="137625" y="39300"/>
                </a:lnTo>
                <a:lnTo>
                  <a:pt x="137625" y="39450"/>
                </a:lnTo>
                <a:lnTo>
                  <a:pt x="137775" y="39900"/>
                </a:lnTo>
                <a:lnTo>
                  <a:pt x="137775" y="40050"/>
                </a:lnTo>
                <a:lnTo>
                  <a:pt x="138000" y="40650"/>
                </a:lnTo>
                <a:lnTo>
                  <a:pt x="138000" y="40875"/>
                </a:lnTo>
                <a:lnTo>
                  <a:pt x="138225" y="41400"/>
                </a:lnTo>
                <a:lnTo>
                  <a:pt x="138225" y="41625"/>
                </a:lnTo>
                <a:lnTo>
                  <a:pt x="138450" y="42150"/>
                </a:lnTo>
                <a:lnTo>
                  <a:pt x="138600" y="42750"/>
                </a:lnTo>
                <a:lnTo>
                  <a:pt x="139050" y="43800"/>
                </a:lnTo>
                <a:lnTo>
                  <a:pt x="139050" y="44025"/>
                </a:lnTo>
                <a:lnTo>
                  <a:pt x="140175" y="46575"/>
                </a:lnTo>
                <a:lnTo>
                  <a:pt x="140325" y="46725"/>
                </a:lnTo>
                <a:lnTo>
                  <a:pt x="140925" y="47925"/>
                </a:lnTo>
                <a:lnTo>
                  <a:pt x="141075" y="48075"/>
                </a:lnTo>
                <a:lnTo>
                  <a:pt x="141300" y="48525"/>
                </a:lnTo>
                <a:lnTo>
                  <a:pt x="141450" y="48750"/>
                </a:lnTo>
                <a:lnTo>
                  <a:pt x="141600" y="48900"/>
                </a:lnTo>
                <a:lnTo>
                  <a:pt x="141900" y="49425"/>
                </a:lnTo>
                <a:lnTo>
                  <a:pt x="136650" y="52500"/>
                </a:lnTo>
                <a:lnTo>
                  <a:pt x="136500" y="52350"/>
                </a:lnTo>
                <a:lnTo>
                  <a:pt x="136275" y="51975"/>
                </a:lnTo>
                <a:lnTo>
                  <a:pt x="135900" y="51525"/>
                </a:lnTo>
                <a:lnTo>
                  <a:pt x="135900" y="51450"/>
                </a:lnTo>
                <a:lnTo>
                  <a:pt x="135750" y="51150"/>
                </a:lnTo>
                <a:lnTo>
                  <a:pt x="135675" y="51150"/>
                </a:lnTo>
                <a:lnTo>
                  <a:pt x="135525" y="50775"/>
                </a:lnTo>
                <a:lnTo>
                  <a:pt x="135450" y="50775"/>
                </a:lnTo>
                <a:lnTo>
                  <a:pt x="135300" y="50400"/>
                </a:lnTo>
                <a:lnTo>
                  <a:pt x="135150" y="50250"/>
                </a:lnTo>
                <a:lnTo>
                  <a:pt x="135150" y="50175"/>
                </a:lnTo>
                <a:lnTo>
                  <a:pt x="134850" y="49650"/>
                </a:lnTo>
                <a:lnTo>
                  <a:pt x="134700" y="49275"/>
                </a:lnTo>
                <a:lnTo>
                  <a:pt x="134550" y="49125"/>
                </a:lnTo>
                <a:lnTo>
                  <a:pt x="134550" y="49050"/>
                </a:lnTo>
                <a:lnTo>
                  <a:pt x="134400" y="48750"/>
                </a:lnTo>
                <a:lnTo>
                  <a:pt x="134400" y="48675"/>
                </a:lnTo>
                <a:lnTo>
                  <a:pt x="134250" y="48525"/>
                </a:lnTo>
                <a:lnTo>
                  <a:pt x="134025" y="47925"/>
                </a:lnTo>
                <a:lnTo>
                  <a:pt x="133800" y="47550"/>
                </a:lnTo>
                <a:lnTo>
                  <a:pt x="133425" y="46500"/>
                </a:lnTo>
                <a:lnTo>
                  <a:pt x="133275" y="46350"/>
                </a:lnTo>
                <a:lnTo>
                  <a:pt x="133275" y="46275"/>
                </a:lnTo>
                <a:lnTo>
                  <a:pt x="132975" y="45525"/>
                </a:lnTo>
                <a:lnTo>
                  <a:pt x="132975" y="45450"/>
                </a:lnTo>
                <a:lnTo>
                  <a:pt x="132600" y="44475"/>
                </a:lnTo>
                <a:lnTo>
                  <a:pt x="132600" y="44400"/>
                </a:lnTo>
                <a:lnTo>
                  <a:pt x="132150" y="43125"/>
                </a:lnTo>
                <a:lnTo>
                  <a:pt x="132150" y="42900"/>
                </a:lnTo>
                <a:lnTo>
                  <a:pt x="131775" y="41850"/>
                </a:lnTo>
                <a:lnTo>
                  <a:pt x="131775" y="41625"/>
                </a:lnTo>
                <a:lnTo>
                  <a:pt x="131475" y="40725"/>
                </a:lnTo>
                <a:lnTo>
                  <a:pt x="131475" y="40500"/>
                </a:lnTo>
                <a:lnTo>
                  <a:pt x="131325" y="40050"/>
                </a:lnTo>
                <a:lnTo>
                  <a:pt x="131325" y="39825"/>
                </a:lnTo>
                <a:lnTo>
                  <a:pt x="131175" y="39375"/>
                </a:lnTo>
                <a:lnTo>
                  <a:pt x="131175" y="39150"/>
                </a:lnTo>
                <a:lnTo>
                  <a:pt x="131025" y="38700"/>
                </a:lnTo>
                <a:lnTo>
                  <a:pt x="131025" y="38400"/>
                </a:lnTo>
                <a:lnTo>
                  <a:pt x="130950" y="38175"/>
                </a:lnTo>
                <a:lnTo>
                  <a:pt x="130950" y="37950"/>
                </a:lnTo>
                <a:lnTo>
                  <a:pt x="130800" y="37500"/>
                </a:lnTo>
                <a:lnTo>
                  <a:pt x="130800" y="37275"/>
                </a:lnTo>
                <a:lnTo>
                  <a:pt x="130725" y="37050"/>
                </a:lnTo>
                <a:lnTo>
                  <a:pt x="130725" y="36825"/>
                </a:lnTo>
                <a:lnTo>
                  <a:pt x="130650" y="36600"/>
                </a:lnTo>
                <a:lnTo>
                  <a:pt x="130650" y="36375"/>
                </a:lnTo>
                <a:lnTo>
                  <a:pt x="130575" y="36150"/>
                </a:lnTo>
                <a:lnTo>
                  <a:pt x="130575" y="35625"/>
                </a:lnTo>
                <a:lnTo>
                  <a:pt x="130500" y="35400"/>
                </a:lnTo>
                <a:lnTo>
                  <a:pt x="130500" y="35175"/>
                </a:lnTo>
                <a:lnTo>
                  <a:pt x="130425" y="34950"/>
                </a:lnTo>
                <a:lnTo>
                  <a:pt x="130425" y="34425"/>
                </a:lnTo>
                <a:lnTo>
                  <a:pt x="130350" y="34200"/>
                </a:lnTo>
                <a:lnTo>
                  <a:pt x="130350" y="33750"/>
                </a:lnTo>
                <a:lnTo>
                  <a:pt x="130275" y="33525"/>
                </a:lnTo>
                <a:lnTo>
                  <a:pt x="130275" y="33000"/>
                </a:lnTo>
                <a:lnTo>
                  <a:pt x="130200" y="32775"/>
                </a:lnTo>
                <a:lnTo>
                  <a:pt x="130200" y="31875"/>
                </a:lnTo>
                <a:lnTo>
                  <a:pt x="130125" y="31650"/>
                </a:lnTo>
                <a:lnTo>
                  <a:pt x="130125" y="29925"/>
                </a:lnTo>
                <a:lnTo>
                  <a:pt x="130050" y="29700"/>
                </a:lnTo>
                <a:lnTo>
                  <a:pt x="130050" y="27975"/>
                </a:lnTo>
                <a:lnTo>
                  <a:pt x="130125" y="27750"/>
                </a:lnTo>
                <a:lnTo>
                  <a:pt x="130125" y="26100"/>
                </a:lnTo>
                <a:lnTo>
                  <a:pt x="130200" y="25875"/>
                </a:lnTo>
                <a:lnTo>
                  <a:pt x="130200" y="24900"/>
                </a:lnTo>
                <a:lnTo>
                  <a:pt x="130275" y="24675"/>
                </a:lnTo>
                <a:lnTo>
                  <a:pt x="130275" y="24225"/>
                </a:lnTo>
                <a:lnTo>
                  <a:pt x="130350" y="24000"/>
                </a:lnTo>
                <a:lnTo>
                  <a:pt x="130350" y="23475"/>
                </a:lnTo>
                <a:lnTo>
                  <a:pt x="130425" y="23250"/>
                </a:lnTo>
                <a:lnTo>
                  <a:pt x="130425" y="22800"/>
                </a:lnTo>
                <a:lnTo>
                  <a:pt x="130500" y="22575"/>
                </a:lnTo>
                <a:lnTo>
                  <a:pt x="130500" y="22350"/>
                </a:lnTo>
                <a:lnTo>
                  <a:pt x="130575" y="22125"/>
                </a:lnTo>
                <a:lnTo>
                  <a:pt x="130575" y="21825"/>
                </a:lnTo>
                <a:lnTo>
                  <a:pt x="130650" y="21600"/>
                </a:lnTo>
                <a:lnTo>
                  <a:pt x="130650" y="21375"/>
                </a:lnTo>
                <a:lnTo>
                  <a:pt x="130725" y="21150"/>
                </a:lnTo>
                <a:lnTo>
                  <a:pt x="130725" y="20925"/>
                </a:lnTo>
                <a:lnTo>
                  <a:pt x="130800" y="20700"/>
                </a:lnTo>
                <a:lnTo>
                  <a:pt x="130800" y="20475"/>
                </a:lnTo>
                <a:lnTo>
                  <a:pt x="130950" y="20025"/>
                </a:lnTo>
                <a:lnTo>
                  <a:pt x="130650" y="20175"/>
                </a:lnTo>
                <a:lnTo>
                  <a:pt x="130500" y="20325"/>
                </a:lnTo>
                <a:lnTo>
                  <a:pt x="130425" y="20475"/>
                </a:lnTo>
                <a:lnTo>
                  <a:pt x="130125" y="20775"/>
                </a:lnTo>
                <a:lnTo>
                  <a:pt x="129900" y="20925"/>
                </a:lnTo>
                <a:lnTo>
                  <a:pt x="128400" y="22425"/>
                </a:lnTo>
                <a:lnTo>
                  <a:pt x="128175" y="22575"/>
                </a:lnTo>
                <a:lnTo>
                  <a:pt x="127575" y="23175"/>
                </a:lnTo>
                <a:lnTo>
                  <a:pt x="127350" y="23325"/>
                </a:lnTo>
                <a:lnTo>
                  <a:pt x="126900" y="23775"/>
                </a:lnTo>
                <a:lnTo>
                  <a:pt x="126675" y="23925"/>
                </a:lnTo>
                <a:lnTo>
                  <a:pt x="125850" y="24675"/>
                </a:lnTo>
                <a:lnTo>
                  <a:pt x="125775" y="24675"/>
                </a:lnTo>
                <a:lnTo>
                  <a:pt x="125475" y="24975"/>
                </a:lnTo>
                <a:lnTo>
                  <a:pt x="125250" y="25125"/>
                </a:lnTo>
                <a:lnTo>
                  <a:pt x="124725" y="25575"/>
                </a:lnTo>
                <a:lnTo>
                  <a:pt x="124350" y="25800"/>
                </a:lnTo>
                <a:lnTo>
                  <a:pt x="124350" y="25875"/>
                </a:lnTo>
                <a:lnTo>
                  <a:pt x="124125" y="25950"/>
                </a:lnTo>
                <a:lnTo>
                  <a:pt x="123975" y="26100"/>
                </a:lnTo>
                <a:lnTo>
                  <a:pt x="123900" y="26100"/>
                </a:lnTo>
                <a:lnTo>
                  <a:pt x="123750" y="26250"/>
                </a:lnTo>
                <a:lnTo>
                  <a:pt x="122925" y="26775"/>
                </a:lnTo>
                <a:lnTo>
                  <a:pt x="122775" y="26925"/>
                </a:lnTo>
                <a:lnTo>
                  <a:pt x="122700" y="26925"/>
                </a:lnTo>
                <a:lnTo>
                  <a:pt x="122550" y="27000"/>
                </a:lnTo>
                <a:lnTo>
                  <a:pt x="122100" y="27300"/>
                </a:lnTo>
                <a:lnTo>
                  <a:pt x="121875" y="27375"/>
                </a:lnTo>
                <a:lnTo>
                  <a:pt x="121875" y="27450"/>
                </a:lnTo>
                <a:lnTo>
                  <a:pt x="121725" y="27525"/>
                </a:lnTo>
                <a:lnTo>
                  <a:pt x="121650" y="27525"/>
                </a:lnTo>
                <a:lnTo>
                  <a:pt x="121425" y="27675"/>
                </a:lnTo>
                <a:lnTo>
                  <a:pt x="121275" y="27750"/>
                </a:lnTo>
                <a:lnTo>
                  <a:pt x="121200" y="27750"/>
                </a:lnTo>
                <a:lnTo>
                  <a:pt x="120825" y="27975"/>
                </a:lnTo>
                <a:lnTo>
                  <a:pt x="120525" y="28050"/>
                </a:lnTo>
                <a:lnTo>
                  <a:pt x="120150" y="28275"/>
                </a:lnTo>
                <a:lnTo>
                  <a:pt x="119400" y="28500"/>
                </a:lnTo>
                <a:lnTo>
                  <a:pt x="119325" y="28575"/>
                </a:lnTo>
                <a:lnTo>
                  <a:pt x="119175" y="28575"/>
                </a:lnTo>
                <a:lnTo>
                  <a:pt x="118950" y="28725"/>
                </a:lnTo>
                <a:lnTo>
                  <a:pt x="118575" y="28800"/>
                </a:lnTo>
                <a:lnTo>
                  <a:pt x="118425" y="28875"/>
                </a:lnTo>
                <a:lnTo>
                  <a:pt x="118125" y="28875"/>
                </a:lnTo>
                <a:lnTo>
                  <a:pt x="118125" y="28950"/>
                </a:lnTo>
                <a:lnTo>
                  <a:pt x="118050" y="28950"/>
                </a:lnTo>
                <a:lnTo>
                  <a:pt x="118050" y="52500"/>
                </a:lnTo>
                <a:lnTo>
                  <a:pt x="111750" y="52500"/>
                </a:lnTo>
                <a:lnTo>
                  <a:pt x="111750" y="0"/>
                </a:lnTo>
                <a:lnTo>
                  <a:pt x="118050" y="0"/>
                </a:lnTo>
                <a:close/>
                <a:moveTo>
                  <a:pt x="163425" y="19575"/>
                </a:moveTo>
                <a:lnTo>
                  <a:pt x="163575" y="19425"/>
                </a:lnTo>
                <a:lnTo>
                  <a:pt x="163575" y="19350"/>
                </a:lnTo>
                <a:lnTo>
                  <a:pt x="163800" y="19125"/>
                </a:lnTo>
                <a:lnTo>
                  <a:pt x="163875" y="18975"/>
                </a:lnTo>
                <a:lnTo>
                  <a:pt x="164100" y="18750"/>
                </a:lnTo>
                <a:lnTo>
                  <a:pt x="164100" y="18675"/>
                </a:lnTo>
                <a:lnTo>
                  <a:pt x="164475" y="18300"/>
                </a:lnTo>
                <a:lnTo>
                  <a:pt x="164475" y="18225"/>
                </a:lnTo>
                <a:lnTo>
                  <a:pt x="164625" y="18075"/>
                </a:lnTo>
                <a:lnTo>
                  <a:pt x="164700" y="18075"/>
                </a:lnTo>
                <a:lnTo>
                  <a:pt x="164850" y="17850"/>
                </a:lnTo>
                <a:lnTo>
                  <a:pt x="165225" y="17475"/>
                </a:lnTo>
                <a:lnTo>
                  <a:pt x="165450" y="17325"/>
                </a:lnTo>
                <a:lnTo>
                  <a:pt x="165450" y="17250"/>
                </a:lnTo>
                <a:lnTo>
                  <a:pt x="165600" y="17100"/>
                </a:lnTo>
                <a:lnTo>
                  <a:pt x="165675" y="17100"/>
                </a:lnTo>
                <a:lnTo>
                  <a:pt x="165825" y="16950"/>
                </a:lnTo>
                <a:lnTo>
                  <a:pt x="165900" y="16950"/>
                </a:lnTo>
                <a:lnTo>
                  <a:pt x="166050" y="16800"/>
                </a:lnTo>
                <a:lnTo>
                  <a:pt x="166050" y="16725"/>
                </a:lnTo>
                <a:lnTo>
                  <a:pt x="166275" y="16650"/>
                </a:lnTo>
                <a:lnTo>
                  <a:pt x="166275" y="16575"/>
                </a:lnTo>
                <a:lnTo>
                  <a:pt x="166500" y="16425"/>
                </a:lnTo>
                <a:lnTo>
                  <a:pt x="166650" y="16275"/>
                </a:lnTo>
                <a:lnTo>
                  <a:pt x="166725" y="16275"/>
                </a:lnTo>
                <a:lnTo>
                  <a:pt x="166875" y="16125"/>
                </a:lnTo>
                <a:lnTo>
                  <a:pt x="166950" y="16125"/>
                </a:lnTo>
                <a:lnTo>
                  <a:pt x="167100" y="15975"/>
                </a:lnTo>
                <a:lnTo>
                  <a:pt x="167175" y="15975"/>
                </a:lnTo>
                <a:lnTo>
                  <a:pt x="167325" y="15900"/>
                </a:lnTo>
                <a:lnTo>
                  <a:pt x="167625" y="15675"/>
                </a:lnTo>
                <a:lnTo>
                  <a:pt x="167850" y="15600"/>
                </a:lnTo>
                <a:lnTo>
                  <a:pt x="168075" y="15450"/>
                </a:lnTo>
                <a:lnTo>
                  <a:pt x="168300" y="15375"/>
                </a:lnTo>
                <a:lnTo>
                  <a:pt x="168300" y="15300"/>
                </a:lnTo>
                <a:lnTo>
                  <a:pt x="168600" y="15225"/>
                </a:lnTo>
                <a:lnTo>
                  <a:pt x="168975" y="15000"/>
                </a:lnTo>
                <a:lnTo>
                  <a:pt x="169500" y="14850"/>
                </a:lnTo>
                <a:lnTo>
                  <a:pt x="169500" y="14775"/>
                </a:lnTo>
                <a:lnTo>
                  <a:pt x="171000" y="14325"/>
                </a:lnTo>
                <a:lnTo>
                  <a:pt x="171150" y="14250"/>
                </a:lnTo>
                <a:lnTo>
                  <a:pt x="171750" y="14100"/>
                </a:lnTo>
                <a:lnTo>
                  <a:pt x="171900" y="14025"/>
                </a:lnTo>
                <a:lnTo>
                  <a:pt x="172200" y="14025"/>
                </a:lnTo>
                <a:lnTo>
                  <a:pt x="172650" y="13875"/>
                </a:lnTo>
                <a:lnTo>
                  <a:pt x="172950" y="13875"/>
                </a:lnTo>
                <a:lnTo>
                  <a:pt x="173175" y="13800"/>
                </a:lnTo>
                <a:lnTo>
                  <a:pt x="173475" y="13800"/>
                </a:lnTo>
                <a:lnTo>
                  <a:pt x="173625" y="13725"/>
                </a:lnTo>
                <a:lnTo>
                  <a:pt x="173925" y="13725"/>
                </a:lnTo>
                <a:lnTo>
                  <a:pt x="174150" y="13650"/>
                </a:lnTo>
                <a:lnTo>
                  <a:pt x="174675" y="13650"/>
                </a:lnTo>
                <a:lnTo>
                  <a:pt x="174900" y="13575"/>
                </a:lnTo>
                <a:lnTo>
                  <a:pt x="175650" y="13575"/>
                </a:lnTo>
                <a:lnTo>
                  <a:pt x="175875" y="13500"/>
                </a:lnTo>
                <a:lnTo>
                  <a:pt x="178425" y="13500"/>
                </a:lnTo>
                <a:lnTo>
                  <a:pt x="178575" y="13575"/>
                </a:lnTo>
                <a:lnTo>
                  <a:pt x="179250" y="13575"/>
                </a:lnTo>
                <a:lnTo>
                  <a:pt x="179400" y="13650"/>
                </a:lnTo>
                <a:lnTo>
                  <a:pt x="179850" y="13650"/>
                </a:lnTo>
                <a:lnTo>
                  <a:pt x="180000" y="13725"/>
                </a:lnTo>
                <a:lnTo>
                  <a:pt x="180375" y="13725"/>
                </a:lnTo>
                <a:lnTo>
                  <a:pt x="180450" y="13800"/>
                </a:lnTo>
                <a:lnTo>
                  <a:pt x="180750" y="13800"/>
                </a:lnTo>
                <a:lnTo>
                  <a:pt x="180825" y="13875"/>
                </a:lnTo>
                <a:lnTo>
                  <a:pt x="180975" y="13875"/>
                </a:lnTo>
                <a:lnTo>
                  <a:pt x="181125" y="13950"/>
                </a:lnTo>
                <a:lnTo>
                  <a:pt x="181425" y="13950"/>
                </a:lnTo>
                <a:lnTo>
                  <a:pt x="181575" y="14025"/>
                </a:lnTo>
                <a:lnTo>
                  <a:pt x="181800" y="14025"/>
                </a:lnTo>
                <a:lnTo>
                  <a:pt x="182100" y="14175"/>
                </a:lnTo>
                <a:lnTo>
                  <a:pt x="182325" y="14175"/>
                </a:lnTo>
                <a:lnTo>
                  <a:pt x="182325" y="14250"/>
                </a:lnTo>
                <a:lnTo>
                  <a:pt x="182550" y="14250"/>
                </a:lnTo>
                <a:lnTo>
                  <a:pt x="182625" y="14325"/>
                </a:lnTo>
                <a:lnTo>
                  <a:pt x="182700" y="14325"/>
                </a:lnTo>
                <a:lnTo>
                  <a:pt x="183000" y="14475"/>
                </a:lnTo>
                <a:lnTo>
                  <a:pt x="183075" y="14475"/>
                </a:lnTo>
                <a:lnTo>
                  <a:pt x="183225" y="14550"/>
                </a:lnTo>
                <a:lnTo>
                  <a:pt x="183375" y="14550"/>
                </a:lnTo>
                <a:lnTo>
                  <a:pt x="183600" y="14700"/>
                </a:lnTo>
                <a:lnTo>
                  <a:pt x="183750" y="14700"/>
                </a:lnTo>
                <a:lnTo>
                  <a:pt x="183750" y="14775"/>
                </a:lnTo>
                <a:lnTo>
                  <a:pt x="183900" y="14775"/>
                </a:lnTo>
                <a:lnTo>
                  <a:pt x="184125" y="14925"/>
                </a:lnTo>
                <a:lnTo>
                  <a:pt x="184275" y="14925"/>
                </a:lnTo>
                <a:lnTo>
                  <a:pt x="184275" y="15000"/>
                </a:lnTo>
                <a:lnTo>
                  <a:pt x="184425" y="15000"/>
                </a:lnTo>
                <a:lnTo>
                  <a:pt x="184425" y="15075"/>
                </a:lnTo>
                <a:lnTo>
                  <a:pt x="184575" y="15075"/>
                </a:lnTo>
                <a:lnTo>
                  <a:pt x="184725" y="15225"/>
                </a:lnTo>
                <a:lnTo>
                  <a:pt x="184800" y="15225"/>
                </a:lnTo>
                <a:lnTo>
                  <a:pt x="185400" y="15525"/>
                </a:lnTo>
                <a:lnTo>
                  <a:pt x="185475" y="15525"/>
                </a:lnTo>
                <a:lnTo>
                  <a:pt x="185700" y="15750"/>
                </a:lnTo>
                <a:lnTo>
                  <a:pt x="185775" y="15750"/>
                </a:lnTo>
                <a:lnTo>
                  <a:pt x="186075" y="15900"/>
                </a:lnTo>
                <a:lnTo>
                  <a:pt x="186225" y="16050"/>
                </a:lnTo>
                <a:lnTo>
                  <a:pt x="186525" y="16200"/>
                </a:lnTo>
                <a:lnTo>
                  <a:pt x="186675" y="16350"/>
                </a:lnTo>
                <a:lnTo>
                  <a:pt x="186975" y="16500"/>
                </a:lnTo>
                <a:lnTo>
                  <a:pt x="186975" y="16575"/>
                </a:lnTo>
                <a:lnTo>
                  <a:pt x="187125" y="16650"/>
                </a:lnTo>
                <a:lnTo>
                  <a:pt x="187350" y="16875"/>
                </a:lnTo>
                <a:lnTo>
                  <a:pt x="187425" y="16875"/>
                </a:lnTo>
                <a:lnTo>
                  <a:pt x="187650" y="17100"/>
                </a:lnTo>
                <a:lnTo>
                  <a:pt x="187800" y="17175"/>
                </a:lnTo>
                <a:lnTo>
                  <a:pt x="187800" y="17250"/>
                </a:lnTo>
                <a:lnTo>
                  <a:pt x="188100" y="17400"/>
                </a:lnTo>
                <a:lnTo>
                  <a:pt x="188100" y="17475"/>
                </a:lnTo>
                <a:lnTo>
                  <a:pt x="188175" y="17550"/>
                </a:lnTo>
                <a:lnTo>
                  <a:pt x="188250" y="17550"/>
                </a:lnTo>
                <a:lnTo>
                  <a:pt x="188325" y="17700"/>
                </a:lnTo>
                <a:lnTo>
                  <a:pt x="188475" y="17775"/>
                </a:lnTo>
                <a:lnTo>
                  <a:pt x="188550" y="17925"/>
                </a:lnTo>
                <a:lnTo>
                  <a:pt x="188625" y="17925"/>
                </a:lnTo>
                <a:lnTo>
                  <a:pt x="188700" y="18000"/>
                </a:lnTo>
                <a:lnTo>
                  <a:pt x="188700" y="18075"/>
                </a:lnTo>
                <a:lnTo>
                  <a:pt x="188850" y="18150"/>
                </a:lnTo>
                <a:lnTo>
                  <a:pt x="189000" y="18300"/>
                </a:lnTo>
                <a:lnTo>
                  <a:pt x="189075" y="18450"/>
                </a:lnTo>
                <a:lnTo>
                  <a:pt x="189225" y="18525"/>
                </a:lnTo>
                <a:lnTo>
                  <a:pt x="189225" y="18600"/>
                </a:lnTo>
                <a:lnTo>
                  <a:pt x="189300" y="18675"/>
                </a:lnTo>
                <a:lnTo>
                  <a:pt x="189375" y="18675"/>
                </a:lnTo>
                <a:lnTo>
                  <a:pt x="189450" y="18825"/>
                </a:lnTo>
                <a:lnTo>
                  <a:pt x="189675" y="19050"/>
                </a:lnTo>
                <a:lnTo>
                  <a:pt x="189675" y="19125"/>
                </a:lnTo>
                <a:lnTo>
                  <a:pt x="189825" y="19200"/>
                </a:lnTo>
                <a:lnTo>
                  <a:pt x="189975" y="19500"/>
                </a:lnTo>
                <a:lnTo>
                  <a:pt x="190050" y="19500"/>
                </a:lnTo>
                <a:lnTo>
                  <a:pt x="190125" y="19575"/>
                </a:lnTo>
                <a:lnTo>
                  <a:pt x="190125" y="19650"/>
                </a:lnTo>
                <a:lnTo>
                  <a:pt x="190350" y="19875"/>
                </a:lnTo>
                <a:lnTo>
                  <a:pt x="190425" y="20025"/>
                </a:lnTo>
                <a:lnTo>
                  <a:pt x="190575" y="20175"/>
                </a:lnTo>
                <a:lnTo>
                  <a:pt x="190725" y="20475"/>
                </a:lnTo>
                <a:lnTo>
                  <a:pt x="190875" y="20625"/>
                </a:lnTo>
                <a:lnTo>
                  <a:pt x="191025" y="20925"/>
                </a:lnTo>
                <a:lnTo>
                  <a:pt x="191250" y="21150"/>
                </a:lnTo>
                <a:lnTo>
                  <a:pt x="191250" y="21225"/>
                </a:lnTo>
                <a:lnTo>
                  <a:pt x="191325" y="21300"/>
                </a:lnTo>
                <a:lnTo>
                  <a:pt x="191325" y="21375"/>
                </a:lnTo>
                <a:lnTo>
                  <a:pt x="191400" y="21450"/>
                </a:lnTo>
                <a:lnTo>
                  <a:pt x="191400" y="21525"/>
                </a:lnTo>
                <a:lnTo>
                  <a:pt x="191475" y="21600"/>
                </a:lnTo>
                <a:lnTo>
                  <a:pt x="191475" y="21675"/>
                </a:lnTo>
                <a:lnTo>
                  <a:pt x="191700" y="21900"/>
                </a:lnTo>
                <a:lnTo>
                  <a:pt x="191700" y="21975"/>
                </a:lnTo>
                <a:lnTo>
                  <a:pt x="191850" y="22200"/>
                </a:lnTo>
                <a:lnTo>
                  <a:pt x="191850" y="22275"/>
                </a:lnTo>
                <a:lnTo>
                  <a:pt x="192600" y="23775"/>
                </a:lnTo>
                <a:lnTo>
                  <a:pt x="192600" y="23850"/>
                </a:lnTo>
                <a:lnTo>
                  <a:pt x="192675" y="23925"/>
                </a:lnTo>
                <a:lnTo>
                  <a:pt x="192675" y="24000"/>
                </a:lnTo>
                <a:lnTo>
                  <a:pt x="192900" y="24450"/>
                </a:lnTo>
                <a:lnTo>
                  <a:pt x="192900" y="24600"/>
                </a:lnTo>
                <a:lnTo>
                  <a:pt x="192975" y="24600"/>
                </a:lnTo>
                <a:lnTo>
                  <a:pt x="192975" y="24825"/>
                </a:lnTo>
                <a:lnTo>
                  <a:pt x="193050" y="24900"/>
                </a:lnTo>
                <a:lnTo>
                  <a:pt x="193050" y="24975"/>
                </a:lnTo>
                <a:lnTo>
                  <a:pt x="193200" y="25275"/>
                </a:lnTo>
                <a:lnTo>
                  <a:pt x="193200" y="25425"/>
                </a:lnTo>
                <a:lnTo>
                  <a:pt x="193275" y="25425"/>
                </a:lnTo>
                <a:lnTo>
                  <a:pt x="193275" y="25575"/>
                </a:lnTo>
                <a:lnTo>
                  <a:pt x="193425" y="25950"/>
                </a:lnTo>
                <a:lnTo>
                  <a:pt x="193425" y="26100"/>
                </a:lnTo>
                <a:lnTo>
                  <a:pt x="193575" y="26400"/>
                </a:lnTo>
                <a:lnTo>
                  <a:pt x="193575" y="26625"/>
                </a:lnTo>
                <a:lnTo>
                  <a:pt x="193725" y="26925"/>
                </a:lnTo>
                <a:lnTo>
                  <a:pt x="193725" y="27150"/>
                </a:lnTo>
                <a:lnTo>
                  <a:pt x="193800" y="27300"/>
                </a:lnTo>
                <a:lnTo>
                  <a:pt x="193800" y="27450"/>
                </a:lnTo>
                <a:lnTo>
                  <a:pt x="193875" y="27600"/>
                </a:lnTo>
                <a:lnTo>
                  <a:pt x="193875" y="27825"/>
                </a:lnTo>
                <a:lnTo>
                  <a:pt x="193950" y="27975"/>
                </a:lnTo>
                <a:lnTo>
                  <a:pt x="193950" y="28125"/>
                </a:lnTo>
                <a:lnTo>
                  <a:pt x="194025" y="28275"/>
                </a:lnTo>
                <a:lnTo>
                  <a:pt x="194025" y="28500"/>
                </a:lnTo>
                <a:lnTo>
                  <a:pt x="194100" y="28650"/>
                </a:lnTo>
                <a:lnTo>
                  <a:pt x="194100" y="28800"/>
                </a:lnTo>
                <a:lnTo>
                  <a:pt x="194175" y="28950"/>
                </a:lnTo>
                <a:lnTo>
                  <a:pt x="194175" y="29325"/>
                </a:lnTo>
                <a:lnTo>
                  <a:pt x="194250" y="29475"/>
                </a:lnTo>
                <a:lnTo>
                  <a:pt x="194250" y="29850"/>
                </a:lnTo>
                <a:lnTo>
                  <a:pt x="194325" y="30000"/>
                </a:lnTo>
                <a:lnTo>
                  <a:pt x="194325" y="30375"/>
                </a:lnTo>
                <a:lnTo>
                  <a:pt x="194400" y="30525"/>
                </a:lnTo>
                <a:lnTo>
                  <a:pt x="194400" y="31125"/>
                </a:lnTo>
                <a:lnTo>
                  <a:pt x="194475" y="31275"/>
                </a:lnTo>
                <a:lnTo>
                  <a:pt x="194475" y="32475"/>
                </a:lnTo>
                <a:lnTo>
                  <a:pt x="194550" y="32625"/>
                </a:lnTo>
                <a:lnTo>
                  <a:pt x="194550" y="34125"/>
                </a:lnTo>
                <a:lnTo>
                  <a:pt x="194475" y="34275"/>
                </a:lnTo>
                <a:lnTo>
                  <a:pt x="194475" y="35475"/>
                </a:lnTo>
                <a:lnTo>
                  <a:pt x="194400" y="35625"/>
                </a:lnTo>
                <a:lnTo>
                  <a:pt x="194400" y="36225"/>
                </a:lnTo>
                <a:lnTo>
                  <a:pt x="194325" y="36375"/>
                </a:lnTo>
                <a:lnTo>
                  <a:pt x="194325" y="36750"/>
                </a:lnTo>
                <a:lnTo>
                  <a:pt x="194250" y="36900"/>
                </a:lnTo>
                <a:lnTo>
                  <a:pt x="194250" y="37275"/>
                </a:lnTo>
                <a:lnTo>
                  <a:pt x="194175" y="37425"/>
                </a:lnTo>
                <a:lnTo>
                  <a:pt x="194175" y="37800"/>
                </a:lnTo>
                <a:lnTo>
                  <a:pt x="194100" y="37950"/>
                </a:lnTo>
                <a:lnTo>
                  <a:pt x="194100" y="38100"/>
                </a:lnTo>
                <a:lnTo>
                  <a:pt x="194025" y="38250"/>
                </a:lnTo>
                <a:lnTo>
                  <a:pt x="194025" y="38475"/>
                </a:lnTo>
                <a:lnTo>
                  <a:pt x="193950" y="38625"/>
                </a:lnTo>
                <a:lnTo>
                  <a:pt x="193950" y="38775"/>
                </a:lnTo>
                <a:lnTo>
                  <a:pt x="193875" y="38925"/>
                </a:lnTo>
                <a:lnTo>
                  <a:pt x="193875" y="39150"/>
                </a:lnTo>
                <a:lnTo>
                  <a:pt x="193800" y="39300"/>
                </a:lnTo>
                <a:lnTo>
                  <a:pt x="193800" y="39450"/>
                </a:lnTo>
                <a:lnTo>
                  <a:pt x="193725" y="39600"/>
                </a:lnTo>
                <a:lnTo>
                  <a:pt x="193725" y="39825"/>
                </a:lnTo>
                <a:lnTo>
                  <a:pt x="193575" y="40125"/>
                </a:lnTo>
                <a:lnTo>
                  <a:pt x="193575" y="40350"/>
                </a:lnTo>
                <a:lnTo>
                  <a:pt x="193425" y="40650"/>
                </a:lnTo>
                <a:lnTo>
                  <a:pt x="193425" y="40800"/>
                </a:lnTo>
                <a:lnTo>
                  <a:pt x="193275" y="41175"/>
                </a:lnTo>
                <a:lnTo>
                  <a:pt x="193275" y="41325"/>
                </a:lnTo>
                <a:lnTo>
                  <a:pt x="193200" y="41325"/>
                </a:lnTo>
                <a:lnTo>
                  <a:pt x="193200" y="41475"/>
                </a:lnTo>
                <a:lnTo>
                  <a:pt x="193050" y="41775"/>
                </a:lnTo>
                <a:lnTo>
                  <a:pt x="193050" y="41850"/>
                </a:lnTo>
                <a:lnTo>
                  <a:pt x="192975" y="41925"/>
                </a:lnTo>
                <a:lnTo>
                  <a:pt x="192975" y="42150"/>
                </a:lnTo>
                <a:lnTo>
                  <a:pt x="192900" y="42150"/>
                </a:lnTo>
                <a:lnTo>
                  <a:pt x="192900" y="42300"/>
                </a:lnTo>
                <a:lnTo>
                  <a:pt x="192675" y="42750"/>
                </a:lnTo>
                <a:lnTo>
                  <a:pt x="192675" y="42825"/>
                </a:lnTo>
                <a:lnTo>
                  <a:pt x="192600" y="42900"/>
                </a:lnTo>
                <a:lnTo>
                  <a:pt x="192600" y="42975"/>
                </a:lnTo>
                <a:lnTo>
                  <a:pt x="191850" y="44475"/>
                </a:lnTo>
                <a:lnTo>
                  <a:pt x="191850" y="44550"/>
                </a:lnTo>
                <a:lnTo>
                  <a:pt x="191700" y="44775"/>
                </a:lnTo>
                <a:lnTo>
                  <a:pt x="191700" y="44850"/>
                </a:lnTo>
                <a:lnTo>
                  <a:pt x="191475" y="45075"/>
                </a:lnTo>
                <a:lnTo>
                  <a:pt x="191475" y="45150"/>
                </a:lnTo>
                <a:lnTo>
                  <a:pt x="191400" y="45225"/>
                </a:lnTo>
                <a:lnTo>
                  <a:pt x="191400" y="45300"/>
                </a:lnTo>
                <a:lnTo>
                  <a:pt x="191325" y="45375"/>
                </a:lnTo>
                <a:lnTo>
                  <a:pt x="191325" y="45450"/>
                </a:lnTo>
                <a:lnTo>
                  <a:pt x="191250" y="45525"/>
                </a:lnTo>
                <a:lnTo>
                  <a:pt x="191250" y="45600"/>
                </a:lnTo>
                <a:lnTo>
                  <a:pt x="191025" y="45825"/>
                </a:lnTo>
                <a:lnTo>
                  <a:pt x="190875" y="46125"/>
                </a:lnTo>
                <a:lnTo>
                  <a:pt x="190725" y="46275"/>
                </a:lnTo>
                <a:lnTo>
                  <a:pt x="190575" y="46575"/>
                </a:lnTo>
                <a:lnTo>
                  <a:pt x="190425" y="46725"/>
                </a:lnTo>
                <a:lnTo>
                  <a:pt x="190350" y="46875"/>
                </a:lnTo>
                <a:lnTo>
                  <a:pt x="190125" y="47100"/>
                </a:lnTo>
                <a:lnTo>
                  <a:pt x="190125" y="47175"/>
                </a:lnTo>
                <a:lnTo>
                  <a:pt x="190050" y="47250"/>
                </a:lnTo>
                <a:lnTo>
                  <a:pt x="189975" y="47250"/>
                </a:lnTo>
                <a:lnTo>
                  <a:pt x="189825" y="47550"/>
                </a:lnTo>
                <a:lnTo>
                  <a:pt x="189675" y="47625"/>
                </a:lnTo>
                <a:lnTo>
                  <a:pt x="189675" y="47700"/>
                </a:lnTo>
                <a:lnTo>
                  <a:pt x="189450" y="47925"/>
                </a:lnTo>
                <a:lnTo>
                  <a:pt x="189375" y="48075"/>
                </a:lnTo>
                <a:lnTo>
                  <a:pt x="189300" y="48075"/>
                </a:lnTo>
                <a:lnTo>
                  <a:pt x="189225" y="48150"/>
                </a:lnTo>
                <a:lnTo>
                  <a:pt x="189225" y="48225"/>
                </a:lnTo>
                <a:lnTo>
                  <a:pt x="189075" y="48300"/>
                </a:lnTo>
                <a:lnTo>
                  <a:pt x="189000" y="48450"/>
                </a:lnTo>
                <a:lnTo>
                  <a:pt x="188850" y="48600"/>
                </a:lnTo>
                <a:lnTo>
                  <a:pt x="188700" y="48675"/>
                </a:lnTo>
                <a:lnTo>
                  <a:pt x="188700" y="48750"/>
                </a:lnTo>
                <a:lnTo>
                  <a:pt x="188625" y="48825"/>
                </a:lnTo>
                <a:lnTo>
                  <a:pt x="188550" y="48825"/>
                </a:lnTo>
                <a:lnTo>
                  <a:pt x="188475" y="48975"/>
                </a:lnTo>
                <a:lnTo>
                  <a:pt x="188325" y="49050"/>
                </a:lnTo>
                <a:lnTo>
                  <a:pt x="188250" y="49200"/>
                </a:lnTo>
                <a:lnTo>
                  <a:pt x="188175" y="49200"/>
                </a:lnTo>
                <a:lnTo>
                  <a:pt x="188100" y="49275"/>
                </a:lnTo>
                <a:lnTo>
                  <a:pt x="188100" y="49350"/>
                </a:lnTo>
                <a:lnTo>
                  <a:pt x="187800" y="49500"/>
                </a:lnTo>
                <a:lnTo>
                  <a:pt x="187800" y="49575"/>
                </a:lnTo>
                <a:lnTo>
                  <a:pt x="187650" y="49650"/>
                </a:lnTo>
                <a:lnTo>
                  <a:pt x="187425" y="49875"/>
                </a:lnTo>
                <a:lnTo>
                  <a:pt x="187350" y="49875"/>
                </a:lnTo>
                <a:lnTo>
                  <a:pt x="187125" y="50100"/>
                </a:lnTo>
                <a:lnTo>
                  <a:pt x="186975" y="50175"/>
                </a:lnTo>
                <a:lnTo>
                  <a:pt x="186975" y="50250"/>
                </a:lnTo>
                <a:lnTo>
                  <a:pt x="186675" y="50400"/>
                </a:lnTo>
                <a:lnTo>
                  <a:pt x="186525" y="50550"/>
                </a:lnTo>
                <a:lnTo>
                  <a:pt x="186225" y="50700"/>
                </a:lnTo>
                <a:lnTo>
                  <a:pt x="186075" y="50850"/>
                </a:lnTo>
                <a:lnTo>
                  <a:pt x="185775" y="51000"/>
                </a:lnTo>
                <a:lnTo>
                  <a:pt x="185700" y="51000"/>
                </a:lnTo>
                <a:lnTo>
                  <a:pt x="185475" y="51225"/>
                </a:lnTo>
                <a:lnTo>
                  <a:pt x="185400" y="51225"/>
                </a:lnTo>
                <a:lnTo>
                  <a:pt x="184800" y="51525"/>
                </a:lnTo>
                <a:lnTo>
                  <a:pt x="184725" y="51525"/>
                </a:lnTo>
                <a:lnTo>
                  <a:pt x="184575" y="51675"/>
                </a:lnTo>
                <a:lnTo>
                  <a:pt x="184425" y="51675"/>
                </a:lnTo>
                <a:lnTo>
                  <a:pt x="184425" y="51750"/>
                </a:lnTo>
                <a:lnTo>
                  <a:pt x="184275" y="51750"/>
                </a:lnTo>
                <a:lnTo>
                  <a:pt x="184275" y="51825"/>
                </a:lnTo>
                <a:lnTo>
                  <a:pt x="184125" y="51825"/>
                </a:lnTo>
                <a:lnTo>
                  <a:pt x="184050" y="51900"/>
                </a:lnTo>
                <a:lnTo>
                  <a:pt x="183975" y="51900"/>
                </a:lnTo>
                <a:lnTo>
                  <a:pt x="183900" y="51975"/>
                </a:lnTo>
                <a:lnTo>
                  <a:pt x="183750" y="51975"/>
                </a:lnTo>
                <a:lnTo>
                  <a:pt x="183750" y="52050"/>
                </a:lnTo>
                <a:lnTo>
                  <a:pt x="183600" y="52050"/>
                </a:lnTo>
                <a:lnTo>
                  <a:pt x="183375" y="52200"/>
                </a:lnTo>
                <a:lnTo>
                  <a:pt x="183225" y="52200"/>
                </a:lnTo>
                <a:lnTo>
                  <a:pt x="182700" y="52425"/>
                </a:lnTo>
                <a:lnTo>
                  <a:pt x="182625" y="52425"/>
                </a:lnTo>
                <a:lnTo>
                  <a:pt x="182550" y="52500"/>
                </a:lnTo>
                <a:lnTo>
                  <a:pt x="182325" y="52500"/>
                </a:lnTo>
                <a:lnTo>
                  <a:pt x="182325" y="52575"/>
                </a:lnTo>
                <a:lnTo>
                  <a:pt x="182100" y="52575"/>
                </a:lnTo>
                <a:lnTo>
                  <a:pt x="181800" y="52725"/>
                </a:lnTo>
                <a:lnTo>
                  <a:pt x="181575" y="52725"/>
                </a:lnTo>
                <a:lnTo>
                  <a:pt x="181425" y="52800"/>
                </a:lnTo>
                <a:lnTo>
                  <a:pt x="181125" y="52800"/>
                </a:lnTo>
                <a:lnTo>
                  <a:pt x="180975" y="52875"/>
                </a:lnTo>
                <a:lnTo>
                  <a:pt x="180825" y="52875"/>
                </a:lnTo>
                <a:lnTo>
                  <a:pt x="180750" y="52950"/>
                </a:lnTo>
                <a:lnTo>
                  <a:pt x="180450" y="52950"/>
                </a:lnTo>
                <a:lnTo>
                  <a:pt x="180375" y="53025"/>
                </a:lnTo>
                <a:lnTo>
                  <a:pt x="180000" y="53025"/>
                </a:lnTo>
                <a:lnTo>
                  <a:pt x="179850" y="53100"/>
                </a:lnTo>
                <a:lnTo>
                  <a:pt x="179400" y="53100"/>
                </a:lnTo>
                <a:lnTo>
                  <a:pt x="179250" y="53175"/>
                </a:lnTo>
                <a:lnTo>
                  <a:pt x="178575" y="53175"/>
                </a:lnTo>
                <a:lnTo>
                  <a:pt x="178425" y="53250"/>
                </a:lnTo>
                <a:lnTo>
                  <a:pt x="175875" y="53250"/>
                </a:lnTo>
                <a:lnTo>
                  <a:pt x="175650" y="53175"/>
                </a:lnTo>
                <a:lnTo>
                  <a:pt x="174900" y="53175"/>
                </a:lnTo>
                <a:lnTo>
                  <a:pt x="174675" y="53100"/>
                </a:lnTo>
                <a:lnTo>
                  <a:pt x="174150" y="53100"/>
                </a:lnTo>
                <a:lnTo>
                  <a:pt x="173925" y="53025"/>
                </a:lnTo>
                <a:lnTo>
                  <a:pt x="173625" y="53025"/>
                </a:lnTo>
                <a:lnTo>
                  <a:pt x="173475" y="52950"/>
                </a:lnTo>
                <a:lnTo>
                  <a:pt x="173175" y="52950"/>
                </a:lnTo>
                <a:lnTo>
                  <a:pt x="172950" y="52875"/>
                </a:lnTo>
                <a:lnTo>
                  <a:pt x="172650" y="52875"/>
                </a:lnTo>
                <a:lnTo>
                  <a:pt x="172200" y="52725"/>
                </a:lnTo>
                <a:lnTo>
                  <a:pt x="171900" y="52725"/>
                </a:lnTo>
                <a:lnTo>
                  <a:pt x="171750" y="52650"/>
                </a:lnTo>
                <a:lnTo>
                  <a:pt x="171150" y="52500"/>
                </a:lnTo>
                <a:lnTo>
                  <a:pt x="171000" y="52425"/>
                </a:lnTo>
                <a:lnTo>
                  <a:pt x="169500" y="51975"/>
                </a:lnTo>
                <a:lnTo>
                  <a:pt x="169500" y="51900"/>
                </a:lnTo>
                <a:lnTo>
                  <a:pt x="168975" y="51750"/>
                </a:lnTo>
                <a:lnTo>
                  <a:pt x="168600" y="51525"/>
                </a:lnTo>
                <a:lnTo>
                  <a:pt x="168300" y="51450"/>
                </a:lnTo>
                <a:lnTo>
                  <a:pt x="168300" y="51375"/>
                </a:lnTo>
                <a:lnTo>
                  <a:pt x="168075" y="51300"/>
                </a:lnTo>
                <a:lnTo>
                  <a:pt x="167850" y="51150"/>
                </a:lnTo>
                <a:lnTo>
                  <a:pt x="167625" y="51075"/>
                </a:lnTo>
                <a:lnTo>
                  <a:pt x="167325" y="50850"/>
                </a:lnTo>
                <a:lnTo>
                  <a:pt x="167175" y="50775"/>
                </a:lnTo>
                <a:lnTo>
                  <a:pt x="167100" y="50775"/>
                </a:lnTo>
                <a:lnTo>
                  <a:pt x="166950" y="50625"/>
                </a:lnTo>
                <a:lnTo>
                  <a:pt x="166875" y="50625"/>
                </a:lnTo>
                <a:lnTo>
                  <a:pt x="166725" y="50475"/>
                </a:lnTo>
                <a:lnTo>
                  <a:pt x="166650" y="50475"/>
                </a:lnTo>
                <a:lnTo>
                  <a:pt x="166500" y="50325"/>
                </a:lnTo>
                <a:lnTo>
                  <a:pt x="166275" y="50175"/>
                </a:lnTo>
                <a:lnTo>
                  <a:pt x="166275" y="50100"/>
                </a:lnTo>
                <a:lnTo>
                  <a:pt x="166050" y="50025"/>
                </a:lnTo>
                <a:lnTo>
                  <a:pt x="166050" y="49950"/>
                </a:lnTo>
                <a:lnTo>
                  <a:pt x="165900" y="49800"/>
                </a:lnTo>
                <a:lnTo>
                  <a:pt x="165825" y="49800"/>
                </a:lnTo>
                <a:lnTo>
                  <a:pt x="165675" y="49650"/>
                </a:lnTo>
                <a:lnTo>
                  <a:pt x="165600" y="49650"/>
                </a:lnTo>
                <a:lnTo>
                  <a:pt x="165450" y="49500"/>
                </a:lnTo>
                <a:lnTo>
                  <a:pt x="165450" y="49425"/>
                </a:lnTo>
                <a:lnTo>
                  <a:pt x="165225" y="49275"/>
                </a:lnTo>
                <a:lnTo>
                  <a:pt x="164850" y="48900"/>
                </a:lnTo>
                <a:lnTo>
                  <a:pt x="164700" y="48675"/>
                </a:lnTo>
                <a:lnTo>
                  <a:pt x="164625" y="48675"/>
                </a:lnTo>
                <a:lnTo>
                  <a:pt x="164475" y="48525"/>
                </a:lnTo>
                <a:lnTo>
                  <a:pt x="164475" y="48450"/>
                </a:lnTo>
                <a:lnTo>
                  <a:pt x="164100" y="48075"/>
                </a:lnTo>
                <a:lnTo>
                  <a:pt x="164100" y="48000"/>
                </a:lnTo>
                <a:lnTo>
                  <a:pt x="163575" y="47400"/>
                </a:lnTo>
                <a:lnTo>
                  <a:pt x="163575" y="47325"/>
                </a:lnTo>
                <a:lnTo>
                  <a:pt x="163425" y="47175"/>
                </a:lnTo>
                <a:lnTo>
                  <a:pt x="163425" y="47100"/>
                </a:lnTo>
                <a:lnTo>
                  <a:pt x="163275" y="46950"/>
                </a:lnTo>
                <a:lnTo>
                  <a:pt x="168150" y="44175"/>
                </a:lnTo>
                <a:lnTo>
                  <a:pt x="168225" y="44325"/>
                </a:lnTo>
                <a:lnTo>
                  <a:pt x="168375" y="44475"/>
                </a:lnTo>
                <a:lnTo>
                  <a:pt x="168525" y="44775"/>
                </a:lnTo>
                <a:lnTo>
                  <a:pt x="168900" y="45150"/>
                </a:lnTo>
                <a:lnTo>
                  <a:pt x="168975" y="45300"/>
                </a:lnTo>
                <a:lnTo>
                  <a:pt x="169275" y="45600"/>
                </a:lnTo>
                <a:lnTo>
                  <a:pt x="169425" y="45675"/>
                </a:lnTo>
                <a:lnTo>
                  <a:pt x="169650" y="45900"/>
                </a:lnTo>
                <a:lnTo>
                  <a:pt x="169800" y="45975"/>
                </a:lnTo>
                <a:lnTo>
                  <a:pt x="169875" y="46125"/>
                </a:lnTo>
                <a:lnTo>
                  <a:pt x="170100" y="46275"/>
                </a:lnTo>
                <a:lnTo>
                  <a:pt x="171600" y="47100"/>
                </a:lnTo>
                <a:lnTo>
                  <a:pt x="171750" y="47100"/>
                </a:lnTo>
                <a:lnTo>
                  <a:pt x="172200" y="47325"/>
                </a:lnTo>
                <a:lnTo>
                  <a:pt x="172350" y="47325"/>
                </a:lnTo>
                <a:lnTo>
                  <a:pt x="172500" y="47400"/>
                </a:lnTo>
                <a:lnTo>
                  <a:pt x="172650" y="47400"/>
                </a:lnTo>
                <a:lnTo>
                  <a:pt x="172950" y="47550"/>
                </a:lnTo>
                <a:lnTo>
                  <a:pt x="173175" y="47550"/>
                </a:lnTo>
                <a:lnTo>
                  <a:pt x="173325" y="47625"/>
                </a:lnTo>
                <a:lnTo>
                  <a:pt x="173475" y="47625"/>
                </a:lnTo>
                <a:lnTo>
                  <a:pt x="173625" y="47700"/>
                </a:lnTo>
                <a:lnTo>
                  <a:pt x="173850" y="47700"/>
                </a:lnTo>
                <a:lnTo>
                  <a:pt x="174000" y="47775"/>
                </a:lnTo>
                <a:lnTo>
                  <a:pt x="174375" y="47775"/>
                </a:lnTo>
                <a:lnTo>
                  <a:pt x="174525" y="47850"/>
                </a:lnTo>
                <a:lnTo>
                  <a:pt x="174900" y="47850"/>
                </a:lnTo>
                <a:lnTo>
                  <a:pt x="175050" y="47925"/>
                </a:lnTo>
                <a:lnTo>
                  <a:pt x="175800" y="47925"/>
                </a:lnTo>
                <a:lnTo>
                  <a:pt x="176025" y="48000"/>
                </a:lnTo>
                <a:lnTo>
                  <a:pt x="178200" y="48000"/>
                </a:lnTo>
                <a:lnTo>
                  <a:pt x="178275" y="47925"/>
                </a:lnTo>
                <a:lnTo>
                  <a:pt x="178950" y="47925"/>
                </a:lnTo>
                <a:lnTo>
                  <a:pt x="179100" y="47850"/>
                </a:lnTo>
                <a:lnTo>
                  <a:pt x="179325" y="47850"/>
                </a:lnTo>
                <a:lnTo>
                  <a:pt x="179475" y="47775"/>
                </a:lnTo>
                <a:lnTo>
                  <a:pt x="179700" y="47775"/>
                </a:lnTo>
                <a:lnTo>
                  <a:pt x="179850" y="47700"/>
                </a:lnTo>
                <a:lnTo>
                  <a:pt x="180075" y="47700"/>
                </a:lnTo>
                <a:lnTo>
                  <a:pt x="180150" y="47625"/>
                </a:lnTo>
                <a:lnTo>
                  <a:pt x="180300" y="47625"/>
                </a:lnTo>
                <a:lnTo>
                  <a:pt x="180375" y="47550"/>
                </a:lnTo>
                <a:lnTo>
                  <a:pt x="180525" y="47550"/>
                </a:lnTo>
                <a:lnTo>
                  <a:pt x="180675" y="47475"/>
                </a:lnTo>
                <a:lnTo>
                  <a:pt x="180900" y="47475"/>
                </a:lnTo>
                <a:lnTo>
                  <a:pt x="181050" y="47325"/>
                </a:lnTo>
                <a:lnTo>
                  <a:pt x="181200" y="47325"/>
                </a:lnTo>
                <a:lnTo>
                  <a:pt x="181275" y="47250"/>
                </a:lnTo>
                <a:lnTo>
                  <a:pt x="181425" y="47250"/>
                </a:lnTo>
                <a:lnTo>
                  <a:pt x="181500" y="47175"/>
                </a:lnTo>
                <a:lnTo>
                  <a:pt x="181650" y="47175"/>
                </a:lnTo>
                <a:lnTo>
                  <a:pt x="181800" y="47025"/>
                </a:lnTo>
                <a:lnTo>
                  <a:pt x="181950" y="47025"/>
                </a:lnTo>
                <a:lnTo>
                  <a:pt x="182250" y="46800"/>
                </a:lnTo>
                <a:lnTo>
                  <a:pt x="182325" y="46800"/>
                </a:lnTo>
                <a:lnTo>
                  <a:pt x="182475" y="46725"/>
                </a:lnTo>
                <a:lnTo>
                  <a:pt x="182625" y="46575"/>
                </a:lnTo>
                <a:lnTo>
                  <a:pt x="182775" y="46575"/>
                </a:lnTo>
                <a:lnTo>
                  <a:pt x="183000" y="46350"/>
                </a:lnTo>
                <a:lnTo>
                  <a:pt x="183150" y="46275"/>
                </a:lnTo>
                <a:lnTo>
                  <a:pt x="183225" y="46275"/>
                </a:lnTo>
                <a:lnTo>
                  <a:pt x="183375" y="46125"/>
                </a:lnTo>
                <a:lnTo>
                  <a:pt x="183525" y="46050"/>
                </a:lnTo>
                <a:lnTo>
                  <a:pt x="183750" y="45825"/>
                </a:lnTo>
                <a:lnTo>
                  <a:pt x="183900" y="45750"/>
                </a:lnTo>
                <a:lnTo>
                  <a:pt x="184350" y="45300"/>
                </a:lnTo>
                <a:lnTo>
                  <a:pt x="184500" y="45225"/>
                </a:lnTo>
                <a:lnTo>
                  <a:pt x="184650" y="45075"/>
                </a:lnTo>
                <a:lnTo>
                  <a:pt x="184725" y="44925"/>
                </a:lnTo>
                <a:lnTo>
                  <a:pt x="185100" y="44550"/>
                </a:lnTo>
                <a:lnTo>
                  <a:pt x="185175" y="44400"/>
                </a:lnTo>
                <a:lnTo>
                  <a:pt x="185400" y="44175"/>
                </a:lnTo>
                <a:lnTo>
                  <a:pt x="185475" y="44025"/>
                </a:lnTo>
                <a:lnTo>
                  <a:pt x="185625" y="43875"/>
                </a:lnTo>
                <a:lnTo>
                  <a:pt x="185700" y="43725"/>
                </a:lnTo>
                <a:lnTo>
                  <a:pt x="186075" y="43275"/>
                </a:lnTo>
                <a:lnTo>
                  <a:pt x="186300" y="42900"/>
                </a:lnTo>
                <a:lnTo>
                  <a:pt x="186450" y="42750"/>
                </a:lnTo>
                <a:lnTo>
                  <a:pt x="186525" y="42600"/>
                </a:lnTo>
                <a:lnTo>
                  <a:pt x="186525" y="42525"/>
                </a:lnTo>
                <a:lnTo>
                  <a:pt x="186825" y="42075"/>
                </a:lnTo>
                <a:lnTo>
                  <a:pt x="186900" y="41925"/>
                </a:lnTo>
                <a:lnTo>
                  <a:pt x="186900" y="41850"/>
                </a:lnTo>
                <a:lnTo>
                  <a:pt x="187050" y="41550"/>
                </a:lnTo>
                <a:lnTo>
                  <a:pt x="187125" y="41475"/>
                </a:lnTo>
                <a:lnTo>
                  <a:pt x="187125" y="41325"/>
                </a:lnTo>
                <a:lnTo>
                  <a:pt x="187200" y="41250"/>
                </a:lnTo>
                <a:lnTo>
                  <a:pt x="187350" y="40950"/>
                </a:lnTo>
                <a:lnTo>
                  <a:pt x="187350" y="40875"/>
                </a:lnTo>
                <a:lnTo>
                  <a:pt x="187500" y="40650"/>
                </a:lnTo>
                <a:lnTo>
                  <a:pt x="187500" y="40500"/>
                </a:lnTo>
                <a:lnTo>
                  <a:pt x="187650" y="40275"/>
                </a:lnTo>
                <a:lnTo>
                  <a:pt x="187650" y="40125"/>
                </a:lnTo>
                <a:lnTo>
                  <a:pt x="187875" y="39600"/>
                </a:lnTo>
                <a:lnTo>
                  <a:pt x="187875" y="39450"/>
                </a:lnTo>
                <a:lnTo>
                  <a:pt x="187950" y="39375"/>
                </a:lnTo>
                <a:lnTo>
                  <a:pt x="187950" y="39225"/>
                </a:lnTo>
                <a:lnTo>
                  <a:pt x="188025" y="39075"/>
                </a:lnTo>
                <a:lnTo>
                  <a:pt x="188025" y="38925"/>
                </a:lnTo>
                <a:lnTo>
                  <a:pt x="188100" y="38850"/>
                </a:lnTo>
                <a:lnTo>
                  <a:pt x="188100" y="38700"/>
                </a:lnTo>
                <a:lnTo>
                  <a:pt x="188175" y="38550"/>
                </a:lnTo>
                <a:lnTo>
                  <a:pt x="188175" y="38400"/>
                </a:lnTo>
                <a:lnTo>
                  <a:pt x="188325" y="38025"/>
                </a:lnTo>
                <a:lnTo>
                  <a:pt x="188325" y="37725"/>
                </a:lnTo>
                <a:lnTo>
                  <a:pt x="188475" y="37350"/>
                </a:lnTo>
                <a:lnTo>
                  <a:pt x="188475" y="37050"/>
                </a:lnTo>
                <a:lnTo>
                  <a:pt x="188550" y="36900"/>
                </a:lnTo>
                <a:lnTo>
                  <a:pt x="188550" y="36675"/>
                </a:lnTo>
                <a:lnTo>
                  <a:pt x="188625" y="36525"/>
                </a:lnTo>
                <a:lnTo>
                  <a:pt x="188625" y="36075"/>
                </a:lnTo>
                <a:lnTo>
                  <a:pt x="188700" y="35925"/>
                </a:lnTo>
                <a:lnTo>
                  <a:pt x="188700" y="35400"/>
                </a:lnTo>
                <a:lnTo>
                  <a:pt x="188775" y="35250"/>
                </a:lnTo>
                <a:lnTo>
                  <a:pt x="188775" y="34200"/>
                </a:lnTo>
                <a:lnTo>
                  <a:pt x="188850" y="34125"/>
                </a:lnTo>
                <a:lnTo>
                  <a:pt x="188850" y="32625"/>
                </a:lnTo>
                <a:lnTo>
                  <a:pt x="188775" y="32550"/>
                </a:lnTo>
                <a:lnTo>
                  <a:pt x="188775" y="31500"/>
                </a:lnTo>
                <a:lnTo>
                  <a:pt x="188700" y="31350"/>
                </a:lnTo>
                <a:lnTo>
                  <a:pt x="188700" y="30825"/>
                </a:lnTo>
                <a:lnTo>
                  <a:pt x="188625" y="30675"/>
                </a:lnTo>
                <a:lnTo>
                  <a:pt x="188625" y="30225"/>
                </a:lnTo>
                <a:lnTo>
                  <a:pt x="188550" y="30075"/>
                </a:lnTo>
                <a:lnTo>
                  <a:pt x="188550" y="29850"/>
                </a:lnTo>
                <a:lnTo>
                  <a:pt x="188475" y="29700"/>
                </a:lnTo>
                <a:lnTo>
                  <a:pt x="188475" y="29400"/>
                </a:lnTo>
                <a:lnTo>
                  <a:pt x="188325" y="29025"/>
                </a:lnTo>
                <a:lnTo>
                  <a:pt x="188325" y="28725"/>
                </a:lnTo>
                <a:lnTo>
                  <a:pt x="188175" y="28350"/>
                </a:lnTo>
                <a:lnTo>
                  <a:pt x="188175" y="28200"/>
                </a:lnTo>
                <a:lnTo>
                  <a:pt x="188100" y="28050"/>
                </a:lnTo>
                <a:lnTo>
                  <a:pt x="188100" y="27900"/>
                </a:lnTo>
                <a:lnTo>
                  <a:pt x="188025" y="27825"/>
                </a:lnTo>
                <a:lnTo>
                  <a:pt x="188025" y="27675"/>
                </a:lnTo>
                <a:lnTo>
                  <a:pt x="187950" y="27525"/>
                </a:lnTo>
                <a:lnTo>
                  <a:pt x="187950" y="27375"/>
                </a:lnTo>
                <a:lnTo>
                  <a:pt x="187875" y="27300"/>
                </a:lnTo>
                <a:lnTo>
                  <a:pt x="187875" y="27150"/>
                </a:lnTo>
                <a:lnTo>
                  <a:pt x="187650" y="26625"/>
                </a:lnTo>
                <a:lnTo>
                  <a:pt x="187650" y="26475"/>
                </a:lnTo>
                <a:lnTo>
                  <a:pt x="187500" y="26250"/>
                </a:lnTo>
                <a:lnTo>
                  <a:pt x="187500" y="26100"/>
                </a:lnTo>
                <a:lnTo>
                  <a:pt x="187425" y="26025"/>
                </a:lnTo>
                <a:lnTo>
                  <a:pt x="187350" y="25875"/>
                </a:lnTo>
                <a:lnTo>
                  <a:pt x="187350" y="25800"/>
                </a:lnTo>
                <a:lnTo>
                  <a:pt x="187200" y="25500"/>
                </a:lnTo>
                <a:lnTo>
                  <a:pt x="187125" y="25425"/>
                </a:lnTo>
                <a:lnTo>
                  <a:pt x="187125" y="25275"/>
                </a:lnTo>
                <a:lnTo>
                  <a:pt x="187050" y="25200"/>
                </a:lnTo>
                <a:lnTo>
                  <a:pt x="186825" y="24675"/>
                </a:lnTo>
                <a:lnTo>
                  <a:pt x="186600" y="24375"/>
                </a:lnTo>
                <a:lnTo>
                  <a:pt x="186450" y="24000"/>
                </a:lnTo>
                <a:lnTo>
                  <a:pt x="186300" y="23850"/>
                </a:lnTo>
                <a:lnTo>
                  <a:pt x="186075" y="23475"/>
                </a:lnTo>
                <a:lnTo>
                  <a:pt x="185925" y="23325"/>
                </a:lnTo>
                <a:lnTo>
                  <a:pt x="185850" y="23175"/>
                </a:lnTo>
                <a:lnTo>
                  <a:pt x="185700" y="23025"/>
                </a:lnTo>
                <a:lnTo>
                  <a:pt x="185400" y="22575"/>
                </a:lnTo>
                <a:lnTo>
                  <a:pt x="185175" y="22350"/>
                </a:lnTo>
                <a:lnTo>
                  <a:pt x="185100" y="22200"/>
                </a:lnTo>
                <a:lnTo>
                  <a:pt x="184725" y="21825"/>
                </a:lnTo>
                <a:lnTo>
                  <a:pt x="184650" y="21675"/>
                </a:lnTo>
                <a:lnTo>
                  <a:pt x="184500" y="21525"/>
                </a:lnTo>
                <a:lnTo>
                  <a:pt x="184350" y="21450"/>
                </a:lnTo>
                <a:lnTo>
                  <a:pt x="183900" y="21000"/>
                </a:lnTo>
                <a:lnTo>
                  <a:pt x="183750" y="20925"/>
                </a:lnTo>
                <a:lnTo>
                  <a:pt x="183525" y="20700"/>
                </a:lnTo>
                <a:lnTo>
                  <a:pt x="183375" y="20625"/>
                </a:lnTo>
                <a:lnTo>
                  <a:pt x="183225" y="20475"/>
                </a:lnTo>
                <a:lnTo>
                  <a:pt x="183150" y="20475"/>
                </a:lnTo>
                <a:lnTo>
                  <a:pt x="183000" y="20400"/>
                </a:lnTo>
                <a:lnTo>
                  <a:pt x="182775" y="20175"/>
                </a:lnTo>
                <a:lnTo>
                  <a:pt x="182625" y="20175"/>
                </a:lnTo>
                <a:lnTo>
                  <a:pt x="182475" y="20025"/>
                </a:lnTo>
                <a:lnTo>
                  <a:pt x="182325" y="19950"/>
                </a:lnTo>
                <a:lnTo>
                  <a:pt x="182250" y="19950"/>
                </a:lnTo>
                <a:lnTo>
                  <a:pt x="181950" y="19725"/>
                </a:lnTo>
                <a:lnTo>
                  <a:pt x="181800" y="19725"/>
                </a:lnTo>
                <a:lnTo>
                  <a:pt x="181650" y="19575"/>
                </a:lnTo>
                <a:lnTo>
                  <a:pt x="181500" y="19575"/>
                </a:lnTo>
                <a:lnTo>
                  <a:pt x="181425" y="19500"/>
                </a:lnTo>
                <a:lnTo>
                  <a:pt x="181275" y="19500"/>
                </a:lnTo>
                <a:lnTo>
                  <a:pt x="181200" y="19425"/>
                </a:lnTo>
                <a:lnTo>
                  <a:pt x="181050" y="19425"/>
                </a:lnTo>
                <a:lnTo>
                  <a:pt x="180900" y="19275"/>
                </a:lnTo>
                <a:lnTo>
                  <a:pt x="180675" y="19275"/>
                </a:lnTo>
                <a:lnTo>
                  <a:pt x="180525" y="19200"/>
                </a:lnTo>
                <a:lnTo>
                  <a:pt x="180375" y="19200"/>
                </a:lnTo>
                <a:lnTo>
                  <a:pt x="180300" y="19125"/>
                </a:lnTo>
                <a:lnTo>
                  <a:pt x="180150" y="19125"/>
                </a:lnTo>
                <a:lnTo>
                  <a:pt x="180075" y="19050"/>
                </a:lnTo>
                <a:lnTo>
                  <a:pt x="179850" y="19050"/>
                </a:lnTo>
                <a:lnTo>
                  <a:pt x="179700" y="18975"/>
                </a:lnTo>
                <a:lnTo>
                  <a:pt x="179475" y="18975"/>
                </a:lnTo>
                <a:lnTo>
                  <a:pt x="179325" y="18900"/>
                </a:lnTo>
                <a:lnTo>
                  <a:pt x="179100" y="18900"/>
                </a:lnTo>
                <a:lnTo>
                  <a:pt x="178950" y="18825"/>
                </a:lnTo>
                <a:lnTo>
                  <a:pt x="178275" y="18825"/>
                </a:lnTo>
                <a:lnTo>
                  <a:pt x="178200" y="18750"/>
                </a:lnTo>
                <a:lnTo>
                  <a:pt x="176025" y="18750"/>
                </a:lnTo>
                <a:lnTo>
                  <a:pt x="175800" y="18825"/>
                </a:lnTo>
                <a:lnTo>
                  <a:pt x="175050" y="18825"/>
                </a:lnTo>
                <a:lnTo>
                  <a:pt x="174900" y="18900"/>
                </a:lnTo>
                <a:lnTo>
                  <a:pt x="174525" y="18900"/>
                </a:lnTo>
                <a:lnTo>
                  <a:pt x="174375" y="18975"/>
                </a:lnTo>
                <a:lnTo>
                  <a:pt x="174000" y="18975"/>
                </a:lnTo>
                <a:lnTo>
                  <a:pt x="173850" y="19050"/>
                </a:lnTo>
                <a:lnTo>
                  <a:pt x="173625" y="19050"/>
                </a:lnTo>
                <a:lnTo>
                  <a:pt x="173475" y="19125"/>
                </a:lnTo>
                <a:lnTo>
                  <a:pt x="173325" y="19125"/>
                </a:lnTo>
                <a:lnTo>
                  <a:pt x="173175" y="19200"/>
                </a:lnTo>
                <a:lnTo>
                  <a:pt x="172950" y="19200"/>
                </a:lnTo>
                <a:lnTo>
                  <a:pt x="172650" y="19350"/>
                </a:lnTo>
                <a:lnTo>
                  <a:pt x="172500" y="19350"/>
                </a:lnTo>
                <a:lnTo>
                  <a:pt x="172350" y="19425"/>
                </a:lnTo>
                <a:lnTo>
                  <a:pt x="172200" y="19425"/>
                </a:lnTo>
                <a:lnTo>
                  <a:pt x="171750" y="19650"/>
                </a:lnTo>
                <a:lnTo>
                  <a:pt x="171600" y="19650"/>
                </a:lnTo>
                <a:lnTo>
                  <a:pt x="170100" y="20475"/>
                </a:lnTo>
                <a:lnTo>
                  <a:pt x="169875" y="20625"/>
                </a:lnTo>
                <a:lnTo>
                  <a:pt x="169800" y="20775"/>
                </a:lnTo>
                <a:lnTo>
                  <a:pt x="169650" y="20850"/>
                </a:lnTo>
                <a:lnTo>
                  <a:pt x="169425" y="21075"/>
                </a:lnTo>
                <a:lnTo>
                  <a:pt x="169275" y="21150"/>
                </a:lnTo>
                <a:lnTo>
                  <a:pt x="168975" y="21450"/>
                </a:lnTo>
                <a:lnTo>
                  <a:pt x="168900" y="21600"/>
                </a:lnTo>
                <a:lnTo>
                  <a:pt x="168525" y="21975"/>
                </a:lnTo>
                <a:lnTo>
                  <a:pt x="168375" y="22275"/>
                </a:lnTo>
                <a:lnTo>
                  <a:pt x="168225" y="22425"/>
                </a:lnTo>
                <a:lnTo>
                  <a:pt x="168150" y="22575"/>
                </a:lnTo>
                <a:lnTo>
                  <a:pt x="163275" y="19800"/>
                </a:lnTo>
                <a:lnTo>
                  <a:pt x="163425" y="19650"/>
                </a:lnTo>
                <a:close/>
                <a:moveTo>
                  <a:pt x="215400" y="66750"/>
                </a:moveTo>
                <a:lnTo>
                  <a:pt x="215400" y="27300"/>
                </a:lnTo>
                <a:lnTo>
                  <a:pt x="215325" y="27150"/>
                </a:lnTo>
                <a:lnTo>
                  <a:pt x="215325" y="26250"/>
                </a:lnTo>
                <a:lnTo>
                  <a:pt x="215250" y="26025"/>
                </a:lnTo>
                <a:lnTo>
                  <a:pt x="215250" y="25725"/>
                </a:lnTo>
                <a:lnTo>
                  <a:pt x="215175" y="25575"/>
                </a:lnTo>
                <a:lnTo>
                  <a:pt x="215175" y="25200"/>
                </a:lnTo>
                <a:lnTo>
                  <a:pt x="215100" y="25050"/>
                </a:lnTo>
                <a:lnTo>
                  <a:pt x="215100" y="24900"/>
                </a:lnTo>
                <a:lnTo>
                  <a:pt x="215025" y="24750"/>
                </a:lnTo>
                <a:lnTo>
                  <a:pt x="215025" y="24450"/>
                </a:lnTo>
                <a:lnTo>
                  <a:pt x="214875" y="24225"/>
                </a:lnTo>
                <a:lnTo>
                  <a:pt x="214875" y="24075"/>
                </a:lnTo>
                <a:lnTo>
                  <a:pt x="214800" y="23925"/>
                </a:lnTo>
                <a:lnTo>
                  <a:pt x="214800" y="23775"/>
                </a:lnTo>
                <a:lnTo>
                  <a:pt x="214725" y="23625"/>
                </a:lnTo>
                <a:lnTo>
                  <a:pt x="214725" y="23550"/>
                </a:lnTo>
                <a:lnTo>
                  <a:pt x="214575" y="23250"/>
                </a:lnTo>
                <a:lnTo>
                  <a:pt x="214575" y="23175"/>
                </a:lnTo>
                <a:lnTo>
                  <a:pt x="214350" y="22800"/>
                </a:lnTo>
                <a:lnTo>
                  <a:pt x="214350" y="22725"/>
                </a:lnTo>
                <a:lnTo>
                  <a:pt x="214275" y="22575"/>
                </a:lnTo>
                <a:lnTo>
                  <a:pt x="214125" y="22425"/>
                </a:lnTo>
                <a:lnTo>
                  <a:pt x="214125" y="22275"/>
                </a:lnTo>
                <a:lnTo>
                  <a:pt x="213975" y="22125"/>
                </a:lnTo>
                <a:lnTo>
                  <a:pt x="213900" y="21975"/>
                </a:lnTo>
                <a:lnTo>
                  <a:pt x="213675" y="21750"/>
                </a:lnTo>
                <a:lnTo>
                  <a:pt x="213675" y="21675"/>
                </a:lnTo>
                <a:lnTo>
                  <a:pt x="213525" y="21525"/>
                </a:lnTo>
                <a:lnTo>
                  <a:pt x="213450" y="21375"/>
                </a:lnTo>
                <a:lnTo>
                  <a:pt x="213225" y="21150"/>
                </a:lnTo>
                <a:lnTo>
                  <a:pt x="213150" y="21150"/>
                </a:lnTo>
                <a:lnTo>
                  <a:pt x="212625" y="20625"/>
                </a:lnTo>
                <a:lnTo>
                  <a:pt x="212550" y="20625"/>
                </a:lnTo>
                <a:lnTo>
                  <a:pt x="212325" y="20475"/>
                </a:lnTo>
                <a:lnTo>
                  <a:pt x="212250" y="20475"/>
                </a:lnTo>
                <a:lnTo>
                  <a:pt x="212100" y="20325"/>
                </a:lnTo>
                <a:lnTo>
                  <a:pt x="211950" y="20250"/>
                </a:lnTo>
                <a:lnTo>
                  <a:pt x="211875" y="20250"/>
                </a:lnTo>
                <a:lnTo>
                  <a:pt x="211800" y="20175"/>
                </a:lnTo>
                <a:lnTo>
                  <a:pt x="211725" y="20175"/>
                </a:lnTo>
                <a:lnTo>
                  <a:pt x="211500" y="20025"/>
                </a:lnTo>
                <a:lnTo>
                  <a:pt x="211200" y="19950"/>
                </a:lnTo>
                <a:lnTo>
                  <a:pt x="211125" y="19875"/>
                </a:lnTo>
                <a:lnTo>
                  <a:pt x="210975" y="19875"/>
                </a:lnTo>
                <a:lnTo>
                  <a:pt x="210900" y="19800"/>
                </a:lnTo>
                <a:lnTo>
                  <a:pt x="210675" y="19800"/>
                </a:lnTo>
                <a:lnTo>
                  <a:pt x="210525" y="19725"/>
                </a:lnTo>
                <a:lnTo>
                  <a:pt x="210300" y="19725"/>
                </a:lnTo>
                <a:lnTo>
                  <a:pt x="210150" y="19650"/>
                </a:lnTo>
                <a:lnTo>
                  <a:pt x="209925" y="19650"/>
                </a:lnTo>
                <a:lnTo>
                  <a:pt x="209775" y="19575"/>
                </a:lnTo>
                <a:lnTo>
                  <a:pt x="209250" y="19575"/>
                </a:lnTo>
                <a:lnTo>
                  <a:pt x="209100" y="19500"/>
                </a:lnTo>
                <a:lnTo>
                  <a:pt x="207375" y="19500"/>
                </a:lnTo>
                <a:lnTo>
                  <a:pt x="207225" y="19575"/>
                </a:lnTo>
                <a:lnTo>
                  <a:pt x="206700" y="19575"/>
                </a:lnTo>
                <a:lnTo>
                  <a:pt x="206550" y="19650"/>
                </a:lnTo>
                <a:lnTo>
                  <a:pt x="206175" y="19650"/>
                </a:lnTo>
                <a:lnTo>
                  <a:pt x="205950" y="19725"/>
                </a:lnTo>
                <a:lnTo>
                  <a:pt x="205800" y="19725"/>
                </a:lnTo>
                <a:lnTo>
                  <a:pt x="204825" y="19950"/>
                </a:lnTo>
                <a:lnTo>
                  <a:pt x="204600" y="19950"/>
                </a:lnTo>
                <a:lnTo>
                  <a:pt x="204225" y="20100"/>
                </a:lnTo>
                <a:lnTo>
                  <a:pt x="204000" y="20100"/>
                </a:lnTo>
                <a:lnTo>
                  <a:pt x="203400" y="20325"/>
                </a:lnTo>
                <a:lnTo>
                  <a:pt x="203175" y="20325"/>
                </a:lnTo>
                <a:lnTo>
                  <a:pt x="202725" y="20475"/>
                </a:lnTo>
                <a:lnTo>
                  <a:pt x="201450" y="20925"/>
                </a:lnTo>
                <a:lnTo>
                  <a:pt x="201225" y="21075"/>
                </a:lnTo>
                <a:lnTo>
                  <a:pt x="200925" y="21150"/>
                </a:lnTo>
                <a:lnTo>
                  <a:pt x="198750" y="16275"/>
                </a:lnTo>
                <a:lnTo>
                  <a:pt x="199275" y="16125"/>
                </a:lnTo>
                <a:lnTo>
                  <a:pt x="199275" y="16050"/>
                </a:lnTo>
                <a:lnTo>
                  <a:pt x="200100" y="15825"/>
                </a:lnTo>
                <a:lnTo>
                  <a:pt x="200325" y="15675"/>
                </a:lnTo>
                <a:lnTo>
                  <a:pt x="202500" y="15075"/>
                </a:lnTo>
                <a:lnTo>
                  <a:pt x="203175" y="14850"/>
                </a:lnTo>
                <a:lnTo>
                  <a:pt x="203475" y="14850"/>
                </a:lnTo>
                <a:lnTo>
                  <a:pt x="204000" y="14700"/>
                </a:lnTo>
                <a:lnTo>
                  <a:pt x="204225" y="14700"/>
                </a:lnTo>
                <a:lnTo>
                  <a:pt x="204225" y="14625"/>
                </a:lnTo>
                <a:lnTo>
                  <a:pt x="204525" y="14625"/>
                </a:lnTo>
                <a:lnTo>
                  <a:pt x="204750" y="14550"/>
                </a:lnTo>
                <a:lnTo>
                  <a:pt x="204975" y="14550"/>
                </a:lnTo>
                <a:lnTo>
                  <a:pt x="205200" y="14475"/>
                </a:lnTo>
                <a:lnTo>
                  <a:pt x="205500" y="14475"/>
                </a:lnTo>
                <a:lnTo>
                  <a:pt x="205725" y="14400"/>
                </a:lnTo>
                <a:lnTo>
                  <a:pt x="206250" y="14400"/>
                </a:lnTo>
                <a:lnTo>
                  <a:pt x="206475" y="14325"/>
                </a:lnTo>
                <a:lnTo>
                  <a:pt x="207000" y="14325"/>
                </a:lnTo>
                <a:lnTo>
                  <a:pt x="207150" y="14250"/>
                </a:lnTo>
                <a:lnTo>
                  <a:pt x="209325" y="14250"/>
                </a:lnTo>
                <a:lnTo>
                  <a:pt x="209475" y="14325"/>
                </a:lnTo>
                <a:lnTo>
                  <a:pt x="210225" y="14325"/>
                </a:lnTo>
                <a:lnTo>
                  <a:pt x="210450" y="14400"/>
                </a:lnTo>
                <a:lnTo>
                  <a:pt x="210675" y="14400"/>
                </a:lnTo>
                <a:lnTo>
                  <a:pt x="210825" y="14475"/>
                </a:lnTo>
                <a:lnTo>
                  <a:pt x="211125" y="14475"/>
                </a:lnTo>
                <a:lnTo>
                  <a:pt x="211275" y="14550"/>
                </a:lnTo>
                <a:lnTo>
                  <a:pt x="211575" y="14550"/>
                </a:lnTo>
                <a:lnTo>
                  <a:pt x="211725" y="14625"/>
                </a:lnTo>
                <a:lnTo>
                  <a:pt x="211950" y="14625"/>
                </a:lnTo>
                <a:lnTo>
                  <a:pt x="212025" y="14700"/>
                </a:lnTo>
                <a:lnTo>
                  <a:pt x="212250" y="14700"/>
                </a:lnTo>
                <a:lnTo>
                  <a:pt x="212775" y="14925"/>
                </a:lnTo>
                <a:lnTo>
                  <a:pt x="213000" y="14925"/>
                </a:lnTo>
                <a:lnTo>
                  <a:pt x="213075" y="15000"/>
                </a:lnTo>
                <a:lnTo>
                  <a:pt x="213225" y="15000"/>
                </a:lnTo>
                <a:lnTo>
                  <a:pt x="213225" y="15075"/>
                </a:lnTo>
                <a:lnTo>
                  <a:pt x="213450" y="15075"/>
                </a:lnTo>
                <a:lnTo>
                  <a:pt x="213450" y="15150"/>
                </a:lnTo>
                <a:lnTo>
                  <a:pt x="213600" y="15150"/>
                </a:lnTo>
                <a:lnTo>
                  <a:pt x="213825" y="15300"/>
                </a:lnTo>
                <a:lnTo>
                  <a:pt x="213900" y="15300"/>
                </a:lnTo>
                <a:lnTo>
                  <a:pt x="214200" y="15450"/>
                </a:lnTo>
                <a:lnTo>
                  <a:pt x="214275" y="15450"/>
                </a:lnTo>
                <a:lnTo>
                  <a:pt x="214575" y="15600"/>
                </a:lnTo>
                <a:lnTo>
                  <a:pt x="214650" y="15675"/>
                </a:lnTo>
                <a:lnTo>
                  <a:pt x="215175" y="15900"/>
                </a:lnTo>
                <a:lnTo>
                  <a:pt x="215325" y="16050"/>
                </a:lnTo>
                <a:lnTo>
                  <a:pt x="215400" y="16050"/>
                </a:lnTo>
                <a:lnTo>
                  <a:pt x="215550" y="16125"/>
                </a:lnTo>
                <a:lnTo>
                  <a:pt x="215550" y="16200"/>
                </a:lnTo>
                <a:lnTo>
                  <a:pt x="215925" y="16350"/>
                </a:lnTo>
                <a:lnTo>
                  <a:pt x="215925" y="16425"/>
                </a:lnTo>
                <a:lnTo>
                  <a:pt x="216600" y="16875"/>
                </a:lnTo>
                <a:lnTo>
                  <a:pt x="216900" y="17175"/>
                </a:lnTo>
                <a:lnTo>
                  <a:pt x="217050" y="17250"/>
                </a:lnTo>
                <a:lnTo>
                  <a:pt x="217650" y="17850"/>
                </a:lnTo>
                <a:lnTo>
                  <a:pt x="217650" y="17925"/>
                </a:lnTo>
                <a:lnTo>
                  <a:pt x="217800" y="18000"/>
                </a:lnTo>
                <a:lnTo>
                  <a:pt x="217800" y="18075"/>
                </a:lnTo>
                <a:lnTo>
                  <a:pt x="217950" y="18150"/>
                </a:lnTo>
                <a:lnTo>
                  <a:pt x="217950" y="18225"/>
                </a:lnTo>
                <a:lnTo>
                  <a:pt x="218100" y="18375"/>
                </a:lnTo>
                <a:lnTo>
                  <a:pt x="218175" y="18525"/>
                </a:lnTo>
                <a:lnTo>
                  <a:pt x="218250" y="18525"/>
                </a:lnTo>
                <a:lnTo>
                  <a:pt x="218325" y="18675"/>
                </a:lnTo>
                <a:lnTo>
                  <a:pt x="218400" y="18675"/>
                </a:lnTo>
                <a:lnTo>
                  <a:pt x="218475" y="18825"/>
                </a:lnTo>
                <a:lnTo>
                  <a:pt x="218475" y="18900"/>
                </a:lnTo>
                <a:lnTo>
                  <a:pt x="218625" y="19050"/>
                </a:lnTo>
                <a:lnTo>
                  <a:pt x="218700" y="19200"/>
                </a:lnTo>
                <a:lnTo>
                  <a:pt x="218850" y="19350"/>
                </a:lnTo>
                <a:lnTo>
                  <a:pt x="219000" y="19575"/>
                </a:lnTo>
                <a:lnTo>
                  <a:pt x="219150" y="19875"/>
                </a:lnTo>
                <a:lnTo>
                  <a:pt x="219150" y="19950"/>
                </a:lnTo>
                <a:lnTo>
                  <a:pt x="219300" y="20025"/>
                </a:lnTo>
                <a:lnTo>
                  <a:pt x="219300" y="20100"/>
                </a:lnTo>
                <a:lnTo>
                  <a:pt x="219450" y="20400"/>
                </a:lnTo>
                <a:lnTo>
                  <a:pt x="219450" y="20475"/>
                </a:lnTo>
                <a:lnTo>
                  <a:pt x="219525" y="20625"/>
                </a:lnTo>
                <a:lnTo>
                  <a:pt x="219600" y="20625"/>
                </a:lnTo>
                <a:lnTo>
                  <a:pt x="219675" y="20775"/>
                </a:lnTo>
                <a:lnTo>
                  <a:pt x="219750" y="21075"/>
                </a:lnTo>
                <a:lnTo>
                  <a:pt x="219900" y="21375"/>
                </a:lnTo>
                <a:lnTo>
                  <a:pt x="219900" y="21450"/>
                </a:lnTo>
                <a:lnTo>
                  <a:pt x="220425" y="22800"/>
                </a:lnTo>
                <a:lnTo>
                  <a:pt x="220425" y="22875"/>
                </a:lnTo>
                <a:lnTo>
                  <a:pt x="220500" y="23025"/>
                </a:lnTo>
                <a:lnTo>
                  <a:pt x="220500" y="23250"/>
                </a:lnTo>
                <a:lnTo>
                  <a:pt x="220575" y="23250"/>
                </a:lnTo>
                <a:lnTo>
                  <a:pt x="220575" y="23475"/>
                </a:lnTo>
                <a:lnTo>
                  <a:pt x="220650" y="23700"/>
                </a:lnTo>
                <a:lnTo>
                  <a:pt x="220650" y="23925"/>
                </a:lnTo>
                <a:lnTo>
                  <a:pt x="220725" y="23925"/>
                </a:lnTo>
                <a:lnTo>
                  <a:pt x="220725" y="24150"/>
                </a:lnTo>
                <a:lnTo>
                  <a:pt x="220800" y="24375"/>
                </a:lnTo>
                <a:lnTo>
                  <a:pt x="220800" y="24600"/>
                </a:lnTo>
                <a:lnTo>
                  <a:pt x="220875" y="24825"/>
                </a:lnTo>
                <a:lnTo>
                  <a:pt x="220875" y="25050"/>
                </a:lnTo>
                <a:lnTo>
                  <a:pt x="220950" y="25275"/>
                </a:lnTo>
                <a:lnTo>
                  <a:pt x="220950" y="25725"/>
                </a:lnTo>
                <a:lnTo>
                  <a:pt x="221025" y="25950"/>
                </a:lnTo>
                <a:lnTo>
                  <a:pt x="221025" y="26925"/>
                </a:lnTo>
                <a:lnTo>
                  <a:pt x="221100" y="27150"/>
                </a:lnTo>
                <a:lnTo>
                  <a:pt x="221100" y="66750"/>
                </a:lnTo>
                <a:close/>
                <a:moveTo>
                  <a:pt x="244125" y="35625"/>
                </a:moveTo>
                <a:lnTo>
                  <a:pt x="244050" y="35625"/>
                </a:lnTo>
                <a:lnTo>
                  <a:pt x="243450" y="35925"/>
                </a:lnTo>
                <a:lnTo>
                  <a:pt x="243375" y="36000"/>
                </a:lnTo>
                <a:lnTo>
                  <a:pt x="242925" y="36225"/>
                </a:lnTo>
                <a:lnTo>
                  <a:pt x="242775" y="36375"/>
                </a:lnTo>
                <a:lnTo>
                  <a:pt x="242325" y="36600"/>
                </a:lnTo>
                <a:lnTo>
                  <a:pt x="242175" y="36750"/>
                </a:lnTo>
                <a:lnTo>
                  <a:pt x="242025" y="36825"/>
                </a:lnTo>
                <a:lnTo>
                  <a:pt x="241950" y="36975"/>
                </a:lnTo>
                <a:lnTo>
                  <a:pt x="241800" y="37050"/>
                </a:lnTo>
                <a:lnTo>
                  <a:pt x="241650" y="37200"/>
                </a:lnTo>
                <a:lnTo>
                  <a:pt x="241200" y="37500"/>
                </a:lnTo>
                <a:lnTo>
                  <a:pt x="239925" y="38775"/>
                </a:lnTo>
                <a:lnTo>
                  <a:pt x="239775" y="38850"/>
                </a:lnTo>
                <a:lnTo>
                  <a:pt x="239700" y="39000"/>
                </a:lnTo>
                <a:lnTo>
                  <a:pt x="239250" y="39450"/>
                </a:lnTo>
                <a:lnTo>
                  <a:pt x="239025" y="39825"/>
                </a:lnTo>
                <a:lnTo>
                  <a:pt x="238575" y="40275"/>
                </a:lnTo>
                <a:lnTo>
                  <a:pt x="238500" y="40425"/>
                </a:lnTo>
                <a:lnTo>
                  <a:pt x="238200" y="40725"/>
                </a:lnTo>
                <a:lnTo>
                  <a:pt x="237975" y="41100"/>
                </a:lnTo>
                <a:lnTo>
                  <a:pt x="237675" y="41400"/>
                </a:lnTo>
                <a:lnTo>
                  <a:pt x="237600" y="41625"/>
                </a:lnTo>
                <a:lnTo>
                  <a:pt x="237300" y="41925"/>
                </a:lnTo>
                <a:lnTo>
                  <a:pt x="237225" y="42150"/>
                </a:lnTo>
                <a:lnTo>
                  <a:pt x="237075" y="42300"/>
                </a:lnTo>
                <a:lnTo>
                  <a:pt x="236625" y="42975"/>
                </a:lnTo>
                <a:lnTo>
                  <a:pt x="236475" y="43125"/>
                </a:lnTo>
                <a:lnTo>
                  <a:pt x="236400" y="43350"/>
                </a:lnTo>
                <a:lnTo>
                  <a:pt x="236100" y="43650"/>
                </a:lnTo>
                <a:lnTo>
                  <a:pt x="236025" y="43875"/>
                </a:lnTo>
                <a:lnTo>
                  <a:pt x="235875" y="44025"/>
                </a:lnTo>
                <a:lnTo>
                  <a:pt x="235575" y="44550"/>
                </a:lnTo>
                <a:lnTo>
                  <a:pt x="235425" y="44700"/>
                </a:lnTo>
                <a:lnTo>
                  <a:pt x="235350" y="44925"/>
                </a:lnTo>
                <a:lnTo>
                  <a:pt x="235200" y="45075"/>
                </a:lnTo>
                <a:lnTo>
                  <a:pt x="235050" y="45450"/>
                </a:lnTo>
                <a:lnTo>
                  <a:pt x="234900" y="45600"/>
                </a:lnTo>
                <a:lnTo>
                  <a:pt x="234525" y="46275"/>
                </a:lnTo>
                <a:lnTo>
                  <a:pt x="234375" y="46425"/>
                </a:lnTo>
                <a:lnTo>
                  <a:pt x="234300" y="46650"/>
                </a:lnTo>
                <a:lnTo>
                  <a:pt x="234150" y="46800"/>
                </a:lnTo>
                <a:lnTo>
                  <a:pt x="234000" y="47100"/>
                </a:lnTo>
                <a:lnTo>
                  <a:pt x="233850" y="47250"/>
                </a:lnTo>
                <a:lnTo>
                  <a:pt x="233700" y="47625"/>
                </a:lnTo>
                <a:lnTo>
                  <a:pt x="233550" y="47775"/>
                </a:lnTo>
                <a:lnTo>
                  <a:pt x="233400" y="48075"/>
                </a:lnTo>
                <a:lnTo>
                  <a:pt x="233250" y="48225"/>
                </a:lnTo>
                <a:lnTo>
                  <a:pt x="233025" y="48675"/>
                </a:lnTo>
                <a:lnTo>
                  <a:pt x="232875" y="48825"/>
                </a:lnTo>
                <a:lnTo>
                  <a:pt x="232650" y="49275"/>
                </a:lnTo>
                <a:lnTo>
                  <a:pt x="232500" y="49425"/>
                </a:lnTo>
                <a:lnTo>
                  <a:pt x="232275" y="49875"/>
                </a:lnTo>
                <a:lnTo>
                  <a:pt x="232050" y="50100"/>
                </a:lnTo>
                <a:lnTo>
                  <a:pt x="232050" y="50175"/>
                </a:lnTo>
                <a:lnTo>
                  <a:pt x="231900" y="50400"/>
                </a:lnTo>
                <a:lnTo>
                  <a:pt x="231675" y="50625"/>
                </a:lnTo>
                <a:lnTo>
                  <a:pt x="231675" y="50700"/>
                </a:lnTo>
                <a:lnTo>
                  <a:pt x="231525" y="50925"/>
                </a:lnTo>
                <a:lnTo>
                  <a:pt x="231375" y="51000"/>
                </a:lnTo>
                <a:lnTo>
                  <a:pt x="231375" y="51075"/>
                </a:lnTo>
                <a:lnTo>
                  <a:pt x="231225" y="51300"/>
                </a:lnTo>
                <a:lnTo>
                  <a:pt x="231150" y="51375"/>
                </a:lnTo>
                <a:lnTo>
                  <a:pt x="231075" y="51375"/>
                </a:lnTo>
                <a:lnTo>
                  <a:pt x="231000" y="51525"/>
                </a:lnTo>
                <a:lnTo>
                  <a:pt x="230700" y="51825"/>
                </a:lnTo>
                <a:lnTo>
                  <a:pt x="230400" y="52050"/>
                </a:lnTo>
                <a:lnTo>
                  <a:pt x="229425" y="52500"/>
                </a:lnTo>
                <a:lnTo>
                  <a:pt x="229125" y="52575"/>
                </a:lnTo>
                <a:lnTo>
                  <a:pt x="228375" y="52575"/>
                </a:lnTo>
                <a:lnTo>
                  <a:pt x="227325" y="52350"/>
                </a:lnTo>
                <a:lnTo>
                  <a:pt x="226950" y="52200"/>
                </a:lnTo>
                <a:lnTo>
                  <a:pt x="226650" y="51975"/>
                </a:lnTo>
                <a:lnTo>
                  <a:pt x="226200" y="51525"/>
                </a:lnTo>
                <a:lnTo>
                  <a:pt x="225900" y="51000"/>
                </a:lnTo>
                <a:lnTo>
                  <a:pt x="225750" y="50400"/>
                </a:lnTo>
                <a:lnTo>
                  <a:pt x="225750" y="50100"/>
                </a:lnTo>
                <a:lnTo>
                  <a:pt x="225975" y="49275"/>
                </a:lnTo>
                <a:lnTo>
                  <a:pt x="225975" y="49050"/>
                </a:lnTo>
                <a:lnTo>
                  <a:pt x="226350" y="47775"/>
                </a:lnTo>
                <a:lnTo>
                  <a:pt x="226350" y="47475"/>
                </a:lnTo>
                <a:lnTo>
                  <a:pt x="226650" y="46500"/>
                </a:lnTo>
                <a:lnTo>
                  <a:pt x="226650" y="46200"/>
                </a:lnTo>
                <a:lnTo>
                  <a:pt x="226875" y="45450"/>
                </a:lnTo>
                <a:lnTo>
                  <a:pt x="226875" y="45225"/>
                </a:lnTo>
                <a:lnTo>
                  <a:pt x="227025" y="44700"/>
                </a:lnTo>
                <a:lnTo>
                  <a:pt x="227025" y="44400"/>
                </a:lnTo>
                <a:lnTo>
                  <a:pt x="227175" y="43875"/>
                </a:lnTo>
                <a:lnTo>
                  <a:pt x="227175" y="43650"/>
                </a:lnTo>
                <a:lnTo>
                  <a:pt x="227325" y="43125"/>
                </a:lnTo>
                <a:lnTo>
                  <a:pt x="227325" y="42900"/>
                </a:lnTo>
                <a:lnTo>
                  <a:pt x="227475" y="42375"/>
                </a:lnTo>
                <a:lnTo>
                  <a:pt x="227475" y="42075"/>
                </a:lnTo>
                <a:lnTo>
                  <a:pt x="227550" y="41850"/>
                </a:lnTo>
                <a:lnTo>
                  <a:pt x="227550" y="41550"/>
                </a:lnTo>
                <a:lnTo>
                  <a:pt x="227625" y="41325"/>
                </a:lnTo>
                <a:lnTo>
                  <a:pt x="227625" y="41100"/>
                </a:lnTo>
                <a:lnTo>
                  <a:pt x="227775" y="40575"/>
                </a:lnTo>
                <a:lnTo>
                  <a:pt x="227775" y="40275"/>
                </a:lnTo>
                <a:lnTo>
                  <a:pt x="227850" y="40050"/>
                </a:lnTo>
                <a:lnTo>
                  <a:pt x="227850" y="39825"/>
                </a:lnTo>
                <a:lnTo>
                  <a:pt x="227925" y="39525"/>
                </a:lnTo>
                <a:lnTo>
                  <a:pt x="227925" y="39000"/>
                </a:lnTo>
                <a:lnTo>
                  <a:pt x="228000" y="38775"/>
                </a:lnTo>
                <a:lnTo>
                  <a:pt x="228000" y="38550"/>
                </a:lnTo>
                <a:lnTo>
                  <a:pt x="228150" y="37725"/>
                </a:lnTo>
                <a:lnTo>
                  <a:pt x="228150" y="37275"/>
                </a:lnTo>
                <a:lnTo>
                  <a:pt x="228225" y="36975"/>
                </a:lnTo>
                <a:lnTo>
                  <a:pt x="228225" y="36750"/>
                </a:lnTo>
                <a:lnTo>
                  <a:pt x="228300" y="36525"/>
                </a:lnTo>
                <a:lnTo>
                  <a:pt x="228300" y="36000"/>
                </a:lnTo>
                <a:lnTo>
                  <a:pt x="228375" y="35775"/>
                </a:lnTo>
                <a:lnTo>
                  <a:pt x="228375" y="35250"/>
                </a:lnTo>
                <a:lnTo>
                  <a:pt x="228450" y="35025"/>
                </a:lnTo>
                <a:lnTo>
                  <a:pt x="228450" y="34275"/>
                </a:lnTo>
                <a:lnTo>
                  <a:pt x="228525" y="34050"/>
                </a:lnTo>
                <a:lnTo>
                  <a:pt x="228525" y="33300"/>
                </a:lnTo>
                <a:lnTo>
                  <a:pt x="228600" y="33075"/>
                </a:lnTo>
                <a:lnTo>
                  <a:pt x="228600" y="31875"/>
                </a:lnTo>
                <a:lnTo>
                  <a:pt x="228675" y="31650"/>
                </a:lnTo>
                <a:lnTo>
                  <a:pt x="228675" y="26325"/>
                </a:lnTo>
                <a:lnTo>
                  <a:pt x="228600" y="26175"/>
                </a:lnTo>
                <a:lnTo>
                  <a:pt x="228600" y="25350"/>
                </a:lnTo>
                <a:lnTo>
                  <a:pt x="228525" y="25125"/>
                </a:lnTo>
                <a:lnTo>
                  <a:pt x="228525" y="24375"/>
                </a:lnTo>
                <a:lnTo>
                  <a:pt x="228450" y="24150"/>
                </a:lnTo>
                <a:lnTo>
                  <a:pt x="228450" y="23775"/>
                </a:lnTo>
                <a:lnTo>
                  <a:pt x="228375" y="23625"/>
                </a:lnTo>
                <a:lnTo>
                  <a:pt x="228375" y="23100"/>
                </a:lnTo>
                <a:lnTo>
                  <a:pt x="228300" y="22875"/>
                </a:lnTo>
                <a:lnTo>
                  <a:pt x="228300" y="22725"/>
                </a:lnTo>
                <a:lnTo>
                  <a:pt x="228225" y="22575"/>
                </a:lnTo>
                <a:lnTo>
                  <a:pt x="228225" y="22200"/>
                </a:lnTo>
                <a:lnTo>
                  <a:pt x="228150" y="22050"/>
                </a:lnTo>
                <a:lnTo>
                  <a:pt x="228150" y="21675"/>
                </a:lnTo>
                <a:lnTo>
                  <a:pt x="228075" y="21525"/>
                </a:lnTo>
                <a:lnTo>
                  <a:pt x="228075" y="21375"/>
                </a:lnTo>
                <a:lnTo>
                  <a:pt x="228000" y="21225"/>
                </a:lnTo>
                <a:lnTo>
                  <a:pt x="228000" y="21075"/>
                </a:lnTo>
                <a:lnTo>
                  <a:pt x="227925" y="20925"/>
                </a:lnTo>
                <a:lnTo>
                  <a:pt x="227925" y="20775"/>
                </a:lnTo>
                <a:lnTo>
                  <a:pt x="227850" y="20625"/>
                </a:lnTo>
                <a:lnTo>
                  <a:pt x="227850" y="20475"/>
                </a:lnTo>
                <a:lnTo>
                  <a:pt x="227775" y="20325"/>
                </a:lnTo>
                <a:lnTo>
                  <a:pt x="227775" y="20175"/>
                </a:lnTo>
                <a:lnTo>
                  <a:pt x="227700" y="20025"/>
                </a:lnTo>
                <a:lnTo>
                  <a:pt x="227700" y="19875"/>
                </a:lnTo>
                <a:lnTo>
                  <a:pt x="227625" y="19725"/>
                </a:lnTo>
                <a:lnTo>
                  <a:pt x="227625" y="19575"/>
                </a:lnTo>
                <a:lnTo>
                  <a:pt x="227400" y="19050"/>
                </a:lnTo>
                <a:lnTo>
                  <a:pt x="227325" y="18750"/>
                </a:lnTo>
                <a:lnTo>
                  <a:pt x="227175" y="18450"/>
                </a:lnTo>
                <a:lnTo>
                  <a:pt x="227175" y="18375"/>
                </a:lnTo>
                <a:lnTo>
                  <a:pt x="227025" y="18150"/>
                </a:lnTo>
                <a:lnTo>
                  <a:pt x="226950" y="17850"/>
                </a:lnTo>
                <a:lnTo>
                  <a:pt x="226800" y="17700"/>
                </a:lnTo>
                <a:lnTo>
                  <a:pt x="226800" y="17550"/>
                </a:lnTo>
                <a:lnTo>
                  <a:pt x="226650" y="17400"/>
                </a:lnTo>
                <a:lnTo>
                  <a:pt x="226650" y="17325"/>
                </a:lnTo>
                <a:lnTo>
                  <a:pt x="226500" y="17175"/>
                </a:lnTo>
                <a:lnTo>
                  <a:pt x="226500" y="17100"/>
                </a:lnTo>
                <a:lnTo>
                  <a:pt x="226200" y="16800"/>
                </a:lnTo>
                <a:lnTo>
                  <a:pt x="231000" y="14250"/>
                </a:lnTo>
                <a:lnTo>
                  <a:pt x="231075" y="14325"/>
                </a:lnTo>
                <a:lnTo>
                  <a:pt x="231075" y="14400"/>
                </a:lnTo>
                <a:lnTo>
                  <a:pt x="231225" y="14625"/>
                </a:lnTo>
                <a:lnTo>
                  <a:pt x="231300" y="14625"/>
                </a:lnTo>
                <a:lnTo>
                  <a:pt x="231375" y="14700"/>
                </a:lnTo>
                <a:lnTo>
                  <a:pt x="231375" y="14775"/>
                </a:lnTo>
                <a:lnTo>
                  <a:pt x="231450" y="14850"/>
                </a:lnTo>
                <a:lnTo>
                  <a:pt x="231450" y="14925"/>
                </a:lnTo>
                <a:lnTo>
                  <a:pt x="231525" y="15000"/>
                </a:lnTo>
                <a:lnTo>
                  <a:pt x="231675" y="15300"/>
                </a:lnTo>
                <a:lnTo>
                  <a:pt x="231750" y="15300"/>
                </a:lnTo>
                <a:lnTo>
                  <a:pt x="231825" y="15375"/>
                </a:lnTo>
                <a:lnTo>
                  <a:pt x="231825" y="15450"/>
                </a:lnTo>
                <a:lnTo>
                  <a:pt x="231900" y="15525"/>
                </a:lnTo>
                <a:lnTo>
                  <a:pt x="231900" y="15600"/>
                </a:lnTo>
                <a:lnTo>
                  <a:pt x="231975" y="15675"/>
                </a:lnTo>
                <a:lnTo>
                  <a:pt x="232575" y="16875"/>
                </a:lnTo>
                <a:lnTo>
                  <a:pt x="232575" y="17025"/>
                </a:lnTo>
                <a:lnTo>
                  <a:pt x="232650" y="17025"/>
                </a:lnTo>
                <a:lnTo>
                  <a:pt x="232650" y="17175"/>
                </a:lnTo>
                <a:lnTo>
                  <a:pt x="232800" y="17475"/>
                </a:lnTo>
                <a:lnTo>
                  <a:pt x="232800" y="17550"/>
                </a:lnTo>
                <a:lnTo>
                  <a:pt x="232875" y="17625"/>
                </a:lnTo>
                <a:lnTo>
                  <a:pt x="232875" y="17850"/>
                </a:lnTo>
                <a:lnTo>
                  <a:pt x="232950" y="17850"/>
                </a:lnTo>
                <a:lnTo>
                  <a:pt x="232950" y="18000"/>
                </a:lnTo>
                <a:lnTo>
                  <a:pt x="233100" y="18300"/>
                </a:lnTo>
                <a:lnTo>
                  <a:pt x="233100" y="18525"/>
                </a:lnTo>
                <a:lnTo>
                  <a:pt x="233250" y="18825"/>
                </a:lnTo>
                <a:lnTo>
                  <a:pt x="233250" y="18975"/>
                </a:lnTo>
                <a:lnTo>
                  <a:pt x="233325" y="19050"/>
                </a:lnTo>
                <a:lnTo>
                  <a:pt x="233325" y="19200"/>
                </a:lnTo>
                <a:lnTo>
                  <a:pt x="233400" y="19350"/>
                </a:lnTo>
                <a:lnTo>
                  <a:pt x="233400" y="19575"/>
                </a:lnTo>
                <a:lnTo>
                  <a:pt x="233475" y="19725"/>
                </a:lnTo>
                <a:lnTo>
                  <a:pt x="233475" y="19875"/>
                </a:lnTo>
                <a:lnTo>
                  <a:pt x="233550" y="19875"/>
                </a:lnTo>
                <a:lnTo>
                  <a:pt x="233550" y="20100"/>
                </a:lnTo>
                <a:lnTo>
                  <a:pt x="233625" y="20250"/>
                </a:lnTo>
                <a:lnTo>
                  <a:pt x="233625" y="20475"/>
                </a:lnTo>
                <a:lnTo>
                  <a:pt x="233700" y="20625"/>
                </a:lnTo>
                <a:lnTo>
                  <a:pt x="233700" y="20850"/>
                </a:lnTo>
                <a:lnTo>
                  <a:pt x="233775" y="21000"/>
                </a:lnTo>
                <a:lnTo>
                  <a:pt x="233775" y="21225"/>
                </a:lnTo>
                <a:lnTo>
                  <a:pt x="233850" y="21375"/>
                </a:lnTo>
                <a:lnTo>
                  <a:pt x="233850" y="21750"/>
                </a:lnTo>
                <a:lnTo>
                  <a:pt x="233925" y="21975"/>
                </a:lnTo>
                <a:lnTo>
                  <a:pt x="233925" y="22200"/>
                </a:lnTo>
                <a:lnTo>
                  <a:pt x="234000" y="22350"/>
                </a:lnTo>
                <a:lnTo>
                  <a:pt x="234000" y="22800"/>
                </a:lnTo>
                <a:lnTo>
                  <a:pt x="234075" y="22950"/>
                </a:lnTo>
                <a:lnTo>
                  <a:pt x="234075" y="23400"/>
                </a:lnTo>
                <a:lnTo>
                  <a:pt x="234150" y="23625"/>
                </a:lnTo>
                <a:lnTo>
                  <a:pt x="234150" y="24000"/>
                </a:lnTo>
                <a:lnTo>
                  <a:pt x="234225" y="24225"/>
                </a:lnTo>
                <a:lnTo>
                  <a:pt x="234225" y="24900"/>
                </a:lnTo>
                <a:lnTo>
                  <a:pt x="234300" y="25050"/>
                </a:lnTo>
                <a:lnTo>
                  <a:pt x="234300" y="26175"/>
                </a:lnTo>
                <a:lnTo>
                  <a:pt x="234375" y="26400"/>
                </a:lnTo>
                <a:lnTo>
                  <a:pt x="234375" y="31575"/>
                </a:lnTo>
                <a:lnTo>
                  <a:pt x="234300" y="31800"/>
                </a:lnTo>
                <a:lnTo>
                  <a:pt x="234300" y="33075"/>
                </a:lnTo>
                <a:lnTo>
                  <a:pt x="234225" y="33300"/>
                </a:lnTo>
                <a:lnTo>
                  <a:pt x="234225" y="34050"/>
                </a:lnTo>
                <a:lnTo>
                  <a:pt x="234150" y="34350"/>
                </a:lnTo>
                <a:lnTo>
                  <a:pt x="234150" y="35100"/>
                </a:lnTo>
                <a:lnTo>
                  <a:pt x="234075" y="35325"/>
                </a:lnTo>
                <a:lnTo>
                  <a:pt x="234075" y="35850"/>
                </a:lnTo>
                <a:lnTo>
                  <a:pt x="234000" y="36150"/>
                </a:lnTo>
                <a:lnTo>
                  <a:pt x="234000" y="36675"/>
                </a:lnTo>
                <a:lnTo>
                  <a:pt x="233925" y="36900"/>
                </a:lnTo>
                <a:lnTo>
                  <a:pt x="233925" y="37425"/>
                </a:lnTo>
                <a:lnTo>
                  <a:pt x="233850" y="37725"/>
                </a:lnTo>
                <a:lnTo>
                  <a:pt x="234150" y="37425"/>
                </a:lnTo>
                <a:lnTo>
                  <a:pt x="234600" y="36825"/>
                </a:lnTo>
                <a:lnTo>
                  <a:pt x="234900" y="36525"/>
                </a:lnTo>
                <a:lnTo>
                  <a:pt x="234900" y="36450"/>
                </a:lnTo>
                <a:lnTo>
                  <a:pt x="235050" y="36300"/>
                </a:lnTo>
                <a:lnTo>
                  <a:pt x="235125" y="36300"/>
                </a:lnTo>
                <a:lnTo>
                  <a:pt x="235425" y="36000"/>
                </a:lnTo>
                <a:lnTo>
                  <a:pt x="235425" y="35925"/>
                </a:lnTo>
                <a:lnTo>
                  <a:pt x="235725" y="35625"/>
                </a:lnTo>
                <a:lnTo>
                  <a:pt x="235800" y="35625"/>
                </a:lnTo>
                <a:lnTo>
                  <a:pt x="235950" y="35475"/>
                </a:lnTo>
                <a:lnTo>
                  <a:pt x="235950" y="35400"/>
                </a:lnTo>
                <a:lnTo>
                  <a:pt x="236250" y="35100"/>
                </a:lnTo>
                <a:lnTo>
                  <a:pt x="236325" y="35100"/>
                </a:lnTo>
                <a:lnTo>
                  <a:pt x="236625" y="34800"/>
                </a:lnTo>
                <a:lnTo>
                  <a:pt x="236625" y="34725"/>
                </a:lnTo>
                <a:lnTo>
                  <a:pt x="236850" y="34575"/>
                </a:lnTo>
                <a:lnTo>
                  <a:pt x="237750" y="33825"/>
                </a:lnTo>
                <a:lnTo>
                  <a:pt x="237825" y="33825"/>
                </a:lnTo>
                <a:lnTo>
                  <a:pt x="237975" y="33675"/>
                </a:lnTo>
                <a:lnTo>
                  <a:pt x="237975" y="33600"/>
                </a:lnTo>
                <a:lnTo>
                  <a:pt x="238800" y="33075"/>
                </a:lnTo>
                <a:lnTo>
                  <a:pt x="238950" y="32925"/>
                </a:lnTo>
                <a:lnTo>
                  <a:pt x="239025" y="32925"/>
                </a:lnTo>
                <a:lnTo>
                  <a:pt x="239175" y="32775"/>
                </a:lnTo>
                <a:lnTo>
                  <a:pt x="239250" y="32775"/>
                </a:lnTo>
                <a:lnTo>
                  <a:pt x="239400" y="32625"/>
                </a:lnTo>
                <a:lnTo>
                  <a:pt x="239475" y="32625"/>
                </a:lnTo>
                <a:lnTo>
                  <a:pt x="239625" y="32550"/>
                </a:lnTo>
                <a:lnTo>
                  <a:pt x="239625" y="32475"/>
                </a:lnTo>
                <a:lnTo>
                  <a:pt x="239850" y="32400"/>
                </a:lnTo>
                <a:lnTo>
                  <a:pt x="240300" y="32100"/>
                </a:lnTo>
                <a:lnTo>
                  <a:pt x="240600" y="32025"/>
                </a:lnTo>
                <a:lnTo>
                  <a:pt x="240750" y="31875"/>
                </a:lnTo>
                <a:lnTo>
                  <a:pt x="240825" y="31875"/>
                </a:lnTo>
                <a:lnTo>
                  <a:pt x="241200" y="31650"/>
                </a:lnTo>
                <a:lnTo>
                  <a:pt x="241500" y="31575"/>
                </a:lnTo>
                <a:lnTo>
                  <a:pt x="241725" y="31425"/>
                </a:lnTo>
                <a:lnTo>
                  <a:pt x="242475" y="31200"/>
                </a:lnTo>
                <a:lnTo>
                  <a:pt x="242700" y="31050"/>
                </a:lnTo>
                <a:lnTo>
                  <a:pt x="243075" y="30975"/>
                </a:lnTo>
                <a:lnTo>
                  <a:pt x="243225" y="30900"/>
                </a:lnTo>
                <a:lnTo>
                  <a:pt x="243600" y="30825"/>
                </a:lnTo>
                <a:lnTo>
                  <a:pt x="243750" y="30750"/>
                </a:lnTo>
                <a:lnTo>
                  <a:pt x="244050" y="30750"/>
                </a:lnTo>
                <a:lnTo>
                  <a:pt x="244125" y="30675"/>
                </a:lnTo>
                <a:lnTo>
                  <a:pt x="244125" y="14250"/>
                </a:lnTo>
                <a:lnTo>
                  <a:pt x="249825" y="14250"/>
                </a:lnTo>
                <a:lnTo>
                  <a:pt x="249825" y="66750"/>
                </a:lnTo>
                <a:lnTo>
                  <a:pt x="244125" y="66750"/>
                </a:lnTo>
                <a:close/>
                <a:moveTo>
                  <a:pt x="278625" y="55875"/>
                </a:moveTo>
                <a:lnTo>
                  <a:pt x="278550" y="56100"/>
                </a:lnTo>
                <a:lnTo>
                  <a:pt x="278550" y="56850"/>
                </a:lnTo>
                <a:lnTo>
                  <a:pt x="278475" y="57000"/>
                </a:lnTo>
                <a:lnTo>
                  <a:pt x="278475" y="57525"/>
                </a:lnTo>
                <a:lnTo>
                  <a:pt x="278400" y="57675"/>
                </a:lnTo>
                <a:lnTo>
                  <a:pt x="278400" y="57900"/>
                </a:lnTo>
                <a:lnTo>
                  <a:pt x="278325" y="57975"/>
                </a:lnTo>
                <a:lnTo>
                  <a:pt x="278325" y="58200"/>
                </a:lnTo>
                <a:lnTo>
                  <a:pt x="278175" y="58575"/>
                </a:lnTo>
                <a:lnTo>
                  <a:pt x="278175" y="58800"/>
                </a:lnTo>
                <a:lnTo>
                  <a:pt x="278100" y="58875"/>
                </a:lnTo>
                <a:lnTo>
                  <a:pt x="278100" y="59025"/>
                </a:lnTo>
                <a:lnTo>
                  <a:pt x="278025" y="59100"/>
                </a:lnTo>
                <a:lnTo>
                  <a:pt x="278025" y="59250"/>
                </a:lnTo>
                <a:lnTo>
                  <a:pt x="277950" y="59400"/>
                </a:lnTo>
                <a:lnTo>
                  <a:pt x="277950" y="59475"/>
                </a:lnTo>
                <a:lnTo>
                  <a:pt x="277800" y="59700"/>
                </a:lnTo>
                <a:lnTo>
                  <a:pt x="277800" y="59850"/>
                </a:lnTo>
                <a:lnTo>
                  <a:pt x="277725" y="59925"/>
                </a:lnTo>
                <a:lnTo>
                  <a:pt x="277575" y="60225"/>
                </a:lnTo>
                <a:lnTo>
                  <a:pt x="277575" y="60300"/>
                </a:lnTo>
                <a:lnTo>
                  <a:pt x="277425" y="60675"/>
                </a:lnTo>
                <a:lnTo>
                  <a:pt x="277350" y="60675"/>
                </a:lnTo>
                <a:lnTo>
                  <a:pt x="277200" y="61050"/>
                </a:lnTo>
                <a:lnTo>
                  <a:pt x="277125" y="61050"/>
                </a:lnTo>
                <a:lnTo>
                  <a:pt x="277050" y="61200"/>
                </a:lnTo>
                <a:lnTo>
                  <a:pt x="277050" y="61275"/>
                </a:lnTo>
                <a:lnTo>
                  <a:pt x="276975" y="61425"/>
                </a:lnTo>
                <a:lnTo>
                  <a:pt x="276900" y="61425"/>
                </a:lnTo>
                <a:lnTo>
                  <a:pt x="276750" y="61800"/>
                </a:lnTo>
                <a:lnTo>
                  <a:pt x="276675" y="61800"/>
                </a:lnTo>
                <a:lnTo>
                  <a:pt x="276600" y="61950"/>
                </a:lnTo>
                <a:lnTo>
                  <a:pt x="276525" y="61950"/>
                </a:lnTo>
                <a:lnTo>
                  <a:pt x="276450" y="62100"/>
                </a:lnTo>
                <a:lnTo>
                  <a:pt x="276450" y="62175"/>
                </a:lnTo>
                <a:lnTo>
                  <a:pt x="276300" y="62250"/>
                </a:lnTo>
                <a:lnTo>
                  <a:pt x="276300" y="62325"/>
                </a:lnTo>
                <a:lnTo>
                  <a:pt x="276225" y="62475"/>
                </a:lnTo>
                <a:lnTo>
                  <a:pt x="276150" y="62475"/>
                </a:lnTo>
                <a:lnTo>
                  <a:pt x="276075" y="62625"/>
                </a:lnTo>
                <a:lnTo>
                  <a:pt x="276000" y="62625"/>
                </a:lnTo>
                <a:lnTo>
                  <a:pt x="275925" y="62775"/>
                </a:lnTo>
                <a:lnTo>
                  <a:pt x="275100" y="63600"/>
                </a:lnTo>
                <a:lnTo>
                  <a:pt x="274950" y="63675"/>
                </a:lnTo>
                <a:lnTo>
                  <a:pt x="274950" y="63750"/>
                </a:lnTo>
                <a:lnTo>
                  <a:pt x="274800" y="63825"/>
                </a:lnTo>
                <a:lnTo>
                  <a:pt x="274650" y="63975"/>
                </a:lnTo>
                <a:lnTo>
                  <a:pt x="274575" y="63975"/>
                </a:lnTo>
                <a:lnTo>
                  <a:pt x="274500" y="64125"/>
                </a:lnTo>
                <a:lnTo>
                  <a:pt x="274425" y="64125"/>
                </a:lnTo>
                <a:lnTo>
                  <a:pt x="274275" y="64200"/>
                </a:lnTo>
                <a:lnTo>
                  <a:pt x="274275" y="64275"/>
                </a:lnTo>
                <a:lnTo>
                  <a:pt x="274125" y="64350"/>
                </a:lnTo>
                <a:lnTo>
                  <a:pt x="273975" y="64500"/>
                </a:lnTo>
                <a:lnTo>
                  <a:pt x="273900" y="64500"/>
                </a:lnTo>
                <a:lnTo>
                  <a:pt x="273750" y="64575"/>
                </a:lnTo>
                <a:lnTo>
                  <a:pt x="273750" y="64650"/>
                </a:lnTo>
                <a:lnTo>
                  <a:pt x="273600" y="64725"/>
                </a:lnTo>
                <a:lnTo>
                  <a:pt x="273525" y="64725"/>
                </a:lnTo>
                <a:lnTo>
                  <a:pt x="273375" y="64875"/>
                </a:lnTo>
                <a:lnTo>
                  <a:pt x="273225" y="64950"/>
                </a:lnTo>
                <a:lnTo>
                  <a:pt x="273150" y="64950"/>
                </a:lnTo>
                <a:lnTo>
                  <a:pt x="273000" y="65100"/>
                </a:lnTo>
                <a:lnTo>
                  <a:pt x="272250" y="65400"/>
                </a:lnTo>
                <a:lnTo>
                  <a:pt x="272250" y="65475"/>
                </a:lnTo>
                <a:lnTo>
                  <a:pt x="272100" y="65550"/>
                </a:lnTo>
                <a:lnTo>
                  <a:pt x="271800" y="65625"/>
                </a:lnTo>
                <a:lnTo>
                  <a:pt x="271500" y="65775"/>
                </a:lnTo>
                <a:lnTo>
                  <a:pt x="271200" y="65850"/>
                </a:lnTo>
                <a:lnTo>
                  <a:pt x="270225" y="66225"/>
                </a:lnTo>
                <a:lnTo>
                  <a:pt x="270000" y="66225"/>
                </a:lnTo>
                <a:lnTo>
                  <a:pt x="270000" y="66300"/>
                </a:lnTo>
                <a:lnTo>
                  <a:pt x="269775" y="66300"/>
                </a:lnTo>
                <a:lnTo>
                  <a:pt x="269625" y="66375"/>
                </a:lnTo>
                <a:lnTo>
                  <a:pt x="269400" y="66375"/>
                </a:lnTo>
                <a:lnTo>
                  <a:pt x="269325" y="66450"/>
                </a:lnTo>
                <a:lnTo>
                  <a:pt x="269100" y="66450"/>
                </a:lnTo>
                <a:lnTo>
                  <a:pt x="268950" y="66525"/>
                </a:lnTo>
                <a:lnTo>
                  <a:pt x="268725" y="66525"/>
                </a:lnTo>
                <a:lnTo>
                  <a:pt x="268500" y="66600"/>
                </a:lnTo>
                <a:lnTo>
                  <a:pt x="268050" y="66600"/>
                </a:lnTo>
                <a:lnTo>
                  <a:pt x="267900" y="66675"/>
                </a:lnTo>
                <a:lnTo>
                  <a:pt x="267375" y="66675"/>
                </a:lnTo>
                <a:lnTo>
                  <a:pt x="267225" y="66750"/>
                </a:lnTo>
                <a:lnTo>
                  <a:pt x="265125" y="66750"/>
                </a:lnTo>
                <a:lnTo>
                  <a:pt x="264975" y="66675"/>
                </a:lnTo>
                <a:lnTo>
                  <a:pt x="264450" y="66675"/>
                </a:lnTo>
                <a:lnTo>
                  <a:pt x="264300" y="66600"/>
                </a:lnTo>
                <a:lnTo>
                  <a:pt x="263775" y="66600"/>
                </a:lnTo>
                <a:lnTo>
                  <a:pt x="263625" y="66525"/>
                </a:lnTo>
                <a:lnTo>
                  <a:pt x="263325" y="66525"/>
                </a:lnTo>
                <a:lnTo>
                  <a:pt x="263175" y="66450"/>
                </a:lnTo>
                <a:lnTo>
                  <a:pt x="262950" y="66450"/>
                </a:lnTo>
                <a:lnTo>
                  <a:pt x="262875" y="66375"/>
                </a:lnTo>
                <a:lnTo>
                  <a:pt x="262650" y="66375"/>
                </a:lnTo>
                <a:lnTo>
                  <a:pt x="262275" y="66225"/>
                </a:lnTo>
                <a:lnTo>
                  <a:pt x="261975" y="66225"/>
                </a:lnTo>
                <a:lnTo>
                  <a:pt x="260025" y="65550"/>
                </a:lnTo>
                <a:lnTo>
                  <a:pt x="260025" y="65475"/>
                </a:lnTo>
                <a:lnTo>
                  <a:pt x="259650" y="65325"/>
                </a:lnTo>
                <a:lnTo>
                  <a:pt x="259350" y="65250"/>
                </a:lnTo>
                <a:lnTo>
                  <a:pt x="259200" y="65100"/>
                </a:lnTo>
                <a:lnTo>
                  <a:pt x="258900" y="65025"/>
                </a:lnTo>
                <a:lnTo>
                  <a:pt x="258750" y="64950"/>
                </a:lnTo>
                <a:lnTo>
                  <a:pt x="258750" y="64875"/>
                </a:lnTo>
                <a:lnTo>
                  <a:pt x="258300" y="64725"/>
                </a:lnTo>
                <a:lnTo>
                  <a:pt x="258300" y="64650"/>
                </a:lnTo>
                <a:lnTo>
                  <a:pt x="258150" y="64575"/>
                </a:lnTo>
                <a:lnTo>
                  <a:pt x="258075" y="64575"/>
                </a:lnTo>
                <a:lnTo>
                  <a:pt x="257925" y="64425"/>
                </a:lnTo>
                <a:lnTo>
                  <a:pt x="257850" y="64425"/>
                </a:lnTo>
                <a:lnTo>
                  <a:pt x="257700" y="64350"/>
                </a:lnTo>
                <a:lnTo>
                  <a:pt x="257700" y="64275"/>
                </a:lnTo>
                <a:lnTo>
                  <a:pt x="257475" y="64200"/>
                </a:lnTo>
                <a:lnTo>
                  <a:pt x="257325" y="64050"/>
                </a:lnTo>
                <a:lnTo>
                  <a:pt x="257250" y="64050"/>
                </a:lnTo>
                <a:lnTo>
                  <a:pt x="257100" y="63900"/>
                </a:lnTo>
                <a:lnTo>
                  <a:pt x="256875" y="63825"/>
                </a:lnTo>
                <a:lnTo>
                  <a:pt x="256875" y="63750"/>
                </a:lnTo>
                <a:lnTo>
                  <a:pt x="256500" y="63525"/>
                </a:lnTo>
                <a:lnTo>
                  <a:pt x="256500" y="63450"/>
                </a:lnTo>
                <a:lnTo>
                  <a:pt x="256125" y="63225"/>
                </a:lnTo>
                <a:lnTo>
                  <a:pt x="256125" y="63150"/>
                </a:lnTo>
                <a:lnTo>
                  <a:pt x="255900" y="63075"/>
                </a:lnTo>
                <a:lnTo>
                  <a:pt x="255900" y="63000"/>
                </a:lnTo>
                <a:lnTo>
                  <a:pt x="255750" y="62850"/>
                </a:lnTo>
                <a:lnTo>
                  <a:pt x="255675" y="62850"/>
                </a:lnTo>
                <a:lnTo>
                  <a:pt x="255375" y="62550"/>
                </a:lnTo>
                <a:lnTo>
                  <a:pt x="255150" y="62400"/>
                </a:lnTo>
                <a:lnTo>
                  <a:pt x="255150" y="62325"/>
                </a:lnTo>
                <a:lnTo>
                  <a:pt x="255000" y="62250"/>
                </a:lnTo>
                <a:lnTo>
                  <a:pt x="255000" y="62175"/>
                </a:lnTo>
                <a:lnTo>
                  <a:pt x="254850" y="62025"/>
                </a:lnTo>
                <a:lnTo>
                  <a:pt x="254775" y="62025"/>
                </a:lnTo>
                <a:lnTo>
                  <a:pt x="254625" y="61875"/>
                </a:lnTo>
                <a:lnTo>
                  <a:pt x="254625" y="61800"/>
                </a:lnTo>
                <a:lnTo>
                  <a:pt x="254475" y="61650"/>
                </a:lnTo>
                <a:lnTo>
                  <a:pt x="258750" y="58200"/>
                </a:lnTo>
                <a:lnTo>
                  <a:pt x="258900" y="58350"/>
                </a:lnTo>
                <a:lnTo>
                  <a:pt x="258975" y="58500"/>
                </a:lnTo>
                <a:lnTo>
                  <a:pt x="259125" y="58575"/>
                </a:lnTo>
                <a:lnTo>
                  <a:pt x="259575" y="59025"/>
                </a:lnTo>
                <a:lnTo>
                  <a:pt x="259725" y="59100"/>
                </a:lnTo>
                <a:lnTo>
                  <a:pt x="259950" y="59325"/>
                </a:lnTo>
                <a:lnTo>
                  <a:pt x="260100" y="59400"/>
                </a:lnTo>
                <a:lnTo>
                  <a:pt x="260250" y="59550"/>
                </a:lnTo>
                <a:lnTo>
                  <a:pt x="260775" y="59850"/>
                </a:lnTo>
                <a:lnTo>
                  <a:pt x="261000" y="60075"/>
                </a:lnTo>
                <a:lnTo>
                  <a:pt x="261450" y="60300"/>
                </a:lnTo>
                <a:lnTo>
                  <a:pt x="261525" y="60375"/>
                </a:lnTo>
                <a:lnTo>
                  <a:pt x="261675" y="60450"/>
                </a:lnTo>
                <a:lnTo>
                  <a:pt x="261825" y="60450"/>
                </a:lnTo>
                <a:lnTo>
                  <a:pt x="262350" y="60750"/>
                </a:lnTo>
                <a:lnTo>
                  <a:pt x="262500" y="60750"/>
                </a:lnTo>
                <a:lnTo>
                  <a:pt x="262950" y="60975"/>
                </a:lnTo>
                <a:lnTo>
                  <a:pt x="263025" y="60975"/>
                </a:lnTo>
                <a:lnTo>
                  <a:pt x="263175" y="61050"/>
                </a:lnTo>
                <a:lnTo>
                  <a:pt x="263325" y="61050"/>
                </a:lnTo>
                <a:lnTo>
                  <a:pt x="263475" y="61125"/>
                </a:lnTo>
                <a:lnTo>
                  <a:pt x="263625" y="61125"/>
                </a:lnTo>
                <a:lnTo>
                  <a:pt x="263775" y="61200"/>
                </a:lnTo>
                <a:lnTo>
                  <a:pt x="263925" y="61200"/>
                </a:lnTo>
                <a:lnTo>
                  <a:pt x="264000" y="61275"/>
                </a:lnTo>
                <a:lnTo>
                  <a:pt x="264150" y="61275"/>
                </a:lnTo>
                <a:lnTo>
                  <a:pt x="264300" y="61350"/>
                </a:lnTo>
                <a:lnTo>
                  <a:pt x="264600" y="61350"/>
                </a:lnTo>
                <a:lnTo>
                  <a:pt x="264750" y="61425"/>
                </a:lnTo>
                <a:lnTo>
                  <a:pt x="265275" y="61425"/>
                </a:lnTo>
                <a:lnTo>
                  <a:pt x="265425" y="61500"/>
                </a:lnTo>
                <a:lnTo>
                  <a:pt x="266925" y="61500"/>
                </a:lnTo>
                <a:lnTo>
                  <a:pt x="267075" y="61425"/>
                </a:lnTo>
                <a:lnTo>
                  <a:pt x="267525" y="61425"/>
                </a:lnTo>
                <a:lnTo>
                  <a:pt x="267675" y="61350"/>
                </a:lnTo>
                <a:lnTo>
                  <a:pt x="267900" y="61350"/>
                </a:lnTo>
                <a:lnTo>
                  <a:pt x="268050" y="61275"/>
                </a:lnTo>
                <a:lnTo>
                  <a:pt x="268275" y="61275"/>
                </a:lnTo>
                <a:lnTo>
                  <a:pt x="268425" y="61200"/>
                </a:lnTo>
                <a:lnTo>
                  <a:pt x="268575" y="61200"/>
                </a:lnTo>
                <a:lnTo>
                  <a:pt x="268650" y="61125"/>
                </a:lnTo>
                <a:lnTo>
                  <a:pt x="268800" y="61125"/>
                </a:lnTo>
                <a:lnTo>
                  <a:pt x="268875" y="61050"/>
                </a:lnTo>
                <a:lnTo>
                  <a:pt x="269025" y="61050"/>
                </a:lnTo>
                <a:lnTo>
                  <a:pt x="269100" y="60975"/>
                </a:lnTo>
                <a:lnTo>
                  <a:pt x="269250" y="60975"/>
                </a:lnTo>
                <a:lnTo>
                  <a:pt x="269325" y="60900"/>
                </a:lnTo>
                <a:lnTo>
                  <a:pt x="269475" y="60900"/>
                </a:lnTo>
                <a:lnTo>
                  <a:pt x="269625" y="60750"/>
                </a:lnTo>
                <a:lnTo>
                  <a:pt x="269775" y="60750"/>
                </a:lnTo>
                <a:lnTo>
                  <a:pt x="270075" y="60525"/>
                </a:lnTo>
                <a:lnTo>
                  <a:pt x="270150" y="60525"/>
                </a:lnTo>
                <a:lnTo>
                  <a:pt x="270300" y="60450"/>
                </a:lnTo>
                <a:lnTo>
                  <a:pt x="270450" y="60300"/>
                </a:lnTo>
                <a:lnTo>
                  <a:pt x="270525" y="60300"/>
                </a:lnTo>
                <a:lnTo>
                  <a:pt x="270750" y="60150"/>
                </a:lnTo>
                <a:lnTo>
                  <a:pt x="271950" y="58950"/>
                </a:lnTo>
                <a:lnTo>
                  <a:pt x="271950" y="58800"/>
                </a:lnTo>
                <a:lnTo>
                  <a:pt x="272175" y="58575"/>
                </a:lnTo>
                <a:lnTo>
                  <a:pt x="272175" y="58500"/>
                </a:lnTo>
                <a:lnTo>
                  <a:pt x="272325" y="58275"/>
                </a:lnTo>
                <a:lnTo>
                  <a:pt x="272325" y="58200"/>
                </a:lnTo>
                <a:lnTo>
                  <a:pt x="272400" y="58050"/>
                </a:lnTo>
                <a:lnTo>
                  <a:pt x="272475" y="57975"/>
                </a:lnTo>
                <a:lnTo>
                  <a:pt x="272475" y="57900"/>
                </a:lnTo>
                <a:lnTo>
                  <a:pt x="272700" y="57300"/>
                </a:lnTo>
                <a:lnTo>
                  <a:pt x="272700" y="57075"/>
                </a:lnTo>
                <a:lnTo>
                  <a:pt x="272775" y="56925"/>
                </a:lnTo>
                <a:lnTo>
                  <a:pt x="272775" y="56700"/>
                </a:lnTo>
                <a:lnTo>
                  <a:pt x="272850" y="56550"/>
                </a:lnTo>
                <a:lnTo>
                  <a:pt x="272850" y="55950"/>
                </a:lnTo>
                <a:lnTo>
                  <a:pt x="272925" y="55800"/>
                </a:lnTo>
                <a:lnTo>
                  <a:pt x="272925" y="14250"/>
                </a:lnTo>
                <a:lnTo>
                  <a:pt x="278625" y="14250"/>
                </a:lnTo>
                <a:close/>
                <a:moveTo>
                  <a:pt x="290400" y="0"/>
                </a:moveTo>
                <a:lnTo>
                  <a:pt x="290400" y="1875"/>
                </a:lnTo>
                <a:lnTo>
                  <a:pt x="290475" y="2100"/>
                </a:lnTo>
                <a:lnTo>
                  <a:pt x="290475" y="3150"/>
                </a:lnTo>
                <a:lnTo>
                  <a:pt x="290550" y="3300"/>
                </a:lnTo>
                <a:lnTo>
                  <a:pt x="290550" y="4125"/>
                </a:lnTo>
                <a:lnTo>
                  <a:pt x="290625" y="4275"/>
                </a:lnTo>
                <a:lnTo>
                  <a:pt x="290625" y="4725"/>
                </a:lnTo>
                <a:lnTo>
                  <a:pt x="290700" y="4875"/>
                </a:lnTo>
                <a:lnTo>
                  <a:pt x="290700" y="5250"/>
                </a:lnTo>
                <a:lnTo>
                  <a:pt x="290775" y="5475"/>
                </a:lnTo>
                <a:lnTo>
                  <a:pt x="290775" y="5850"/>
                </a:lnTo>
                <a:lnTo>
                  <a:pt x="290850" y="6000"/>
                </a:lnTo>
                <a:lnTo>
                  <a:pt x="290850" y="6225"/>
                </a:lnTo>
                <a:lnTo>
                  <a:pt x="290925" y="6375"/>
                </a:lnTo>
                <a:lnTo>
                  <a:pt x="290925" y="6600"/>
                </a:lnTo>
                <a:lnTo>
                  <a:pt x="291000" y="6750"/>
                </a:lnTo>
                <a:lnTo>
                  <a:pt x="291000" y="7125"/>
                </a:lnTo>
                <a:lnTo>
                  <a:pt x="291075" y="7350"/>
                </a:lnTo>
                <a:lnTo>
                  <a:pt x="291075" y="7500"/>
                </a:lnTo>
                <a:lnTo>
                  <a:pt x="291225" y="7875"/>
                </a:lnTo>
                <a:lnTo>
                  <a:pt x="291300" y="8400"/>
                </a:lnTo>
                <a:lnTo>
                  <a:pt x="291375" y="8550"/>
                </a:lnTo>
                <a:lnTo>
                  <a:pt x="291375" y="8775"/>
                </a:lnTo>
                <a:lnTo>
                  <a:pt x="291525" y="9075"/>
                </a:lnTo>
                <a:lnTo>
                  <a:pt x="291525" y="9300"/>
                </a:lnTo>
                <a:lnTo>
                  <a:pt x="291675" y="9600"/>
                </a:lnTo>
                <a:lnTo>
                  <a:pt x="291675" y="9825"/>
                </a:lnTo>
                <a:lnTo>
                  <a:pt x="291825" y="10125"/>
                </a:lnTo>
                <a:lnTo>
                  <a:pt x="291900" y="10350"/>
                </a:lnTo>
                <a:lnTo>
                  <a:pt x="291900" y="10500"/>
                </a:lnTo>
                <a:lnTo>
                  <a:pt x="292275" y="11325"/>
                </a:lnTo>
                <a:lnTo>
                  <a:pt x="292275" y="11475"/>
                </a:lnTo>
                <a:lnTo>
                  <a:pt x="292425" y="11850"/>
                </a:lnTo>
                <a:lnTo>
                  <a:pt x="293325" y="13725"/>
                </a:lnTo>
                <a:lnTo>
                  <a:pt x="293475" y="13875"/>
                </a:lnTo>
                <a:lnTo>
                  <a:pt x="293550" y="14100"/>
                </a:lnTo>
                <a:lnTo>
                  <a:pt x="293850" y="14700"/>
                </a:lnTo>
                <a:lnTo>
                  <a:pt x="294000" y="14850"/>
                </a:lnTo>
                <a:lnTo>
                  <a:pt x="294150" y="15150"/>
                </a:lnTo>
                <a:lnTo>
                  <a:pt x="294300" y="15300"/>
                </a:lnTo>
                <a:lnTo>
                  <a:pt x="294450" y="15600"/>
                </a:lnTo>
                <a:lnTo>
                  <a:pt x="294600" y="15750"/>
                </a:lnTo>
                <a:lnTo>
                  <a:pt x="294750" y="16050"/>
                </a:lnTo>
                <a:lnTo>
                  <a:pt x="294900" y="16200"/>
                </a:lnTo>
                <a:lnTo>
                  <a:pt x="294975" y="16350"/>
                </a:lnTo>
                <a:lnTo>
                  <a:pt x="295125" y="16500"/>
                </a:lnTo>
                <a:lnTo>
                  <a:pt x="295200" y="16650"/>
                </a:lnTo>
                <a:lnTo>
                  <a:pt x="295350" y="16800"/>
                </a:lnTo>
                <a:lnTo>
                  <a:pt x="295425" y="16950"/>
                </a:lnTo>
                <a:lnTo>
                  <a:pt x="295575" y="17100"/>
                </a:lnTo>
                <a:lnTo>
                  <a:pt x="295875" y="17550"/>
                </a:lnTo>
                <a:lnTo>
                  <a:pt x="296175" y="17850"/>
                </a:lnTo>
                <a:lnTo>
                  <a:pt x="296250" y="18000"/>
                </a:lnTo>
                <a:lnTo>
                  <a:pt x="296700" y="18450"/>
                </a:lnTo>
                <a:lnTo>
                  <a:pt x="296775" y="18600"/>
                </a:lnTo>
                <a:lnTo>
                  <a:pt x="298650" y="20475"/>
                </a:lnTo>
                <a:lnTo>
                  <a:pt x="298875" y="20625"/>
                </a:lnTo>
                <a:lnTo>
                  <a:pt x="299175" y="20925"/>
                </a:lnTo>
                <a:lnTo>
                  <a:pt x="299325" y="21000"/>
                </a:lnTo>
                <a:lnTo>
                  <a:pt x="299625" y="21300"/>
                </a:lnTo>
                <a:lnTo>
                  <a:pt x="299850" y="21450"/>
                </a:lnTo>
                <a:lnTo>
                  <a:pt x="300150" y="21750"/>
                </a:lnTo>
                <a:lnTo>
                  <a:pt x="300375" y="21900"/>
                </a:lnTo>
                <a:lnTo>
                  <a:pt x="300525" y="22050"/>
                </a:lnTo>
                <a:lnTo>
                  <a:pt x="300900" y="22275"/>
                </a:lnTo>
                <a:lnTo>
                  <a:pt x="301800" y="23025"/>
                </a:lnTo>
                <a:lnTo>
                  <a:pt x="302025" y="23100"/>
                </a:lnTo>
                <a:lnTo>
                  <a:pt x="302175" y="23250"/>
                </a:lnTo>
                <a:lnTo>
                  <a:pt x="302625" y="23550"/>
                </a:lnTo>
                <a:lnTo>
                  <a:pt x="302775" y="23700"/>
                </a:lnTo>
                <a:lnTo>
                  <a:pt x="303300" y="24075"/>
                </a:lnTo>
                <a:lnTo>
                  <a:pt x="303600" y="24375"/>
                </a:lnTo>
                <a:lnTo>
                  <a:pt x="304050" y="25050"/>
                </a:lnTo>
                <a:lnTo>
                  <a:pt x="304125" y="25350"/>
                </a:lnTo>
                <a:lnTo>
                  <a:pt x="304275" y="25725"/>
                </a:lnTo>
                <a:lnTo>
                  <a:pt x="304275" y="26475"/>
                </a:lnTo>
                <a:lnTo>
                  <a:pt x="304125" y="26850"/>
                </a:lnTo>
                <a:lnTo>
                  <a:pt x="304050" y="27225"/>
                </a:lnTo>
                <a:lnTo>
                  <a:pt x="303600" y="27900"/>
                </a:lnTo>
                <a:lnTo>
                  <a:pt x="303300" y="28125"/>
                </a:lnTo>
                <a:lnTo>
                  <a:pt x="303000" y="28425"/>
                </a:lnTo>
                <a:lnTo>
                  <a:pt x="302625" y="28575"/>
                </a:lnTo>
                <a:lnTo>
                  <a:pt x="302400" y="28725"/>
                </a:lnTo>
                <a:lnTo>
                  <a:pt x="302175" y="28800"/>
                </a:lnTo>
                <a:lnTo>
                  <a:pt x="302025" y="28950"/>
                </a:lnTo>
                <a:lnTo>
                  <a:pt x="301800" y="29025"/>
                </a:lnTo>
                <a:lnTo>
                  <a:pt x="301200" y="29400"/>
                </a:lnTo>
                <a:lnTo>
                  <a:pt x="300975" y="29475"/>
                </a:lnTo>
                <a:lnTo>
                  <a:pt x="300825" y="29625"/>
                </a:lnTo>
                <a:lnTo>
                  <a:pt x="300600" y="29700"/>
                </a:lnTo>
                <a:lnTo>
                  <a:pt x="300450" y="29850"/>
                </a:lnTo>
                <a:lnTo>
                  <a:pt x="300225" y="29925"/>
                </a:lnTo>
                <a:lnTo>
                  <a:pt x="300075" y="30075"/>
                </a:lnTo>
                <a:lnTo>
                  <a:pt x="299850" y="30150"/>
                </a:lnTo>
                <a:lnTo>
                  <a:pt x="299700" y="30300"/>
                </a:lnTo>
                <a:lnTo>
                  <a:pt x="299325" y="30525"/>
                </a:lnTo>
                <a:lnTo>
                  <a:pt x="299175" y="30675"/>
                </a:lnTo>
                <a:lnTo>
                  <a:pt x="298950" y="30750"/>
                </a:lnTo>
                <a:lnTo>
                  <a:pt x="298650" y="31050"/>
                </a:lnTo>
                <a:lnTo>
                  <a:pt x="298425" y="31125"/>
                </a:lnTo>
                <a:lnTo>
                  <a:pt x="298125" y="31425"/>
                </a:lnTo>
                <a:lnTo>
                  <a:pt x="297975" y="31500"/>
                </a:lnTo>
                <a:lnTo>
                  <a:pt x="297675" y="31800"/>
                </a:lnTo>
                <a:lnTo>
                  <a:pt x="297525" y="31875"/>
                </a:lnTo>
                <a:lnTo>
                  <a:pt x="297075" y="32325"/>
                </a:lnTo>
                <a:lnTo>
                  <a:pt x="296925" y="32400"/>
                </a:lnTo>
                <a:lnTo>
                  <a:pt x="296625" y="32700"/>
                </a:lnTo>
                <a:lnTo>
                  <a:pt x="296475" y="32775"/>
                </a:lnTo>
                <a:lnTo>
                  <a:pt x="296025" y="33225"/>
                </a:lnTo>
                <a:lnTo>
                  <a:pt x="295950" y="33375"/>
                </a:lnTo>
                <a:lnTo>
                  <a:pt x="295800" y="33450"/>
                </a:lnTo>
                <a:lnTo>
                  <a:pt x="295500" y="33750"/>
                </a:lnTo>
                <a:lnTo>
                  <a:pt x="295425" y="33900"/>
                </a:lnTo>
                <a:lnTo>
                  <a:pt x="294900" y="34425"/>
                </a:lnTo>
                <a:lnTo>
                  <a:pt x="294825" y="34575"/>
                </a:lnTo>
                <a:lnTo>
                  <a:pt x="294675" y="34725"/>
                </a:lnTo>
                <a:lnTo>
                  <a:pt x="294375" y="35175"/>
                </a:lnTo>
                <a:lnTo>
                  <a:pt x="294000" y="35550"/>
                </a:lnTo>
                <a:lnTo>
                  <a:pt x="293850" y="35850"/>
                </a:lnTo>
                <a:lnTo>
                  <a:pt x="293700" y="36000"/>
                </a:lnTo>
                <a:lnTo>
                  <a:pt x="293550" y="36300"/>
                </a:lnTo>
                <a:lnTo>
                  <a:pt x="293400" y="36450"/>
                </a:lnTo>
                <a:lnTo>
                  <a:pt x="293175" y="36900"/>
                </a:lnTo>
                <a:lnTo>
                  <a:pt x="293025" y="37050"/>
                </a:lnTo>
                <a:lnTo>
                  <a:pt x="292500" y="38100"/>
                </a:lnTo>
                <a:lnTo>
                  <a:pt x="292350" y="38250"/>
                </a:lnTo>
                <a:lnTo>
                  <a:pt x="292125" y="38700"/>
                </a:lnTo>
                <a:lnTo>
                  <a:pt x="292125" y="38925"/>
                </a:lnTo>
                <a:lnTo>
                  <a:pt x="291600" y="39975"/>
                </a:lnTo>
                <a:lnTo>
                  <a:pt x="291600" y="40200"/>
                </a:lnTo>
                <a:lnTo>
                  <a:pt x="291300" y="40800"/>
                </a:lnTo>
                <a:lnTo>
                  <a:pt x="291300" y="40950"/>
                </a:lnTo>
                <a:lnTo>
                  <a:pt x="291150" y="41325"/>
                </a:lnTo>
                <a:lnTo>
                  <a:pt x="291150" y="41475"/>
                </a:lnTo>
                <a:lnTo>
                  <a:pt x="291000" y="41775"/>
                </a:lnTo>
                <a:lnTo>
                  <a:pt x="291000" y="42000"/>
                </a:lnTo>
                <a:lnTo>
                  <a:pt x="290925" y="42150"/>
                </a:lnTo>
                <a:lnTo>
                  <a:pt x="290925" y="42300"/>
                </a:lnTo>
                <a:lnTo>
                  <a:pt x="290850" y="42450"/>
                </a:lnTo>
                <a:lnTo>
                  <a:pt x="290850" y="42675"/>
                </a:lnTo>
                <a:lnTo>
                  <a:pt x="290700" y="42975"/>
                </a:lnTo>
                <a:lnTo>
                  <a:pt x="290700" y="43350"/>
                </a:lnTo>
                <a:lnTo>
                  <a:pt x="290625" y="43500"/>
                </a:lnTo>
                <a:lnTo>
                  <a:pt x="290550" y="44025"/>
                </a:lnTo>
                <a:lnTo>
                  <a:pt x="290475" y="44175"/>
                </a:lnTo>
                <a:lnTo>
                  <a:pt x="290475" y="44550"/>
                </a:lnTo>
                <a:lnTo>
                  <a:pt x="290400" y="44700"/>
                </a:lnTo>
                <a:lnTo>
                  <a:pt x="290400" y="45075"/>
                </a:lnTo>
                <a:lnTo>
                  <a:pt x="290325" y="45225"/>
                </a:lnTo>
                <a:lnTo>
                  <a:pt x="290325" y="45750"/>
                </a:lnTo>
                <a:lnTo>
                  <a:pt x="290250" y="45900"/>
                </a:lnTo>
                <a:lnTo>
                  <a:pt x="290250" y="46800"/>
                </a:lnTo>
                <a:lnTo>
                  <a:pt x="290175" y="47025"/>
                </a:lnTo>
                <a:lnTo>
                  <a:pt x="290175" y="49725"/>
                </a:lnTo>
                <a:lnTo>
                  <a:pt x="290250" y="49875"/>
                </a:lnTo>
                <a:lnTo>
                  <a:pt x="290250" y="51000"/>
                </a:lnTo>
                <a:lnTo>
                  <a:pt x="290325" y="51225"/>
                </a:lnTo>
                <a:lnTo>
                  <a:pt x="290325" y="51750"/>
                </a:lnTo>
                <a:lnTo>
                  <a:pt x="290400" y="51975"/>
                </a:lnTo>
                <a:lnTo>
                  <a:pt x="284100" y="52500"/>
                </a:lnTo>
                <a:lnTo>
                  <a:pt x="284100" y="52050"/>
                </a:lnTo>
                <a:lnTo>
                  <a:pt x="284025" y="51900"/>
                </a:lnTo>
                <a:lnTo>
                  <a:pt x="284025" y="51225"/>
                </a:lnTo>
                <a:lnTo>
                  <a:pt x="283950" y="51000"/>
                </a:lnTo>
                <a:lnTo>
                  <a:pt x="283950" y="50175"/>
                </a:lnTo>
                <a:lnTo>
                  <a:pt x="283875" y="49950"/>
                </a:lnTo>
                <a:lnTo>
                  <a:pt x="283875" y="46950"/>
                </a:lnTo>
                <a:lnTo>
                  <a:pt x="283950" y="46725"/>
                </a:lnTo>
                <a:lnTo>
                  <a:pt x="283950" y="45675"/>
                </a:lnTo>
                <a:lnTo>
                  <a:pt x="284025" y="45450"/>
                </a:lnTo>
                <a:lnTo>
                  <a:pt x="284025" y="45000"/>
                </a:lnTo>
                <a:lnTo>
                  <a:pt x="284100" y="44850"/>
                </a:lnTo>
                <a:lnTo>
                  <a:pt x="284100" y="44400"/>
                </a:lnTo>
                <a:lnTo>
                  <a:pt x="284175" y="44175"/>
                </a:lnTo>
                <a:lnTo>
                  <a:pt x="284175" y="43725"/>
                </a:lnTo>
                <a:lnTo>
                  <a:pt x="284250" y="43575"/>
                </a:lnTo>
                <a:lnTo>
                  <a:pt x="284250" y="43350"/>
                </a:lnTo>
                <a:lnTo>
                  <a:pt x="284325" y="43125"/>
                </a:lnTo>
                <a:lnTo>
                  <a:pt x="284325" y="42900"/>
                </a:lnTo>
                <a:lnTo>
                  <a:pt x="284400" y="42750"/>
                </a:lnTo>
                <a:lnTo>
                  <a:pt x="284400" y="42525"/>
                </a:lnTo>
                <a:lnTo>
                  <a:pt x="284475" y="42300"/>
                </a:lnTo>
                <a:lnTo>
                  <a:pt x="284475" y="42075"/>
                </a:lnTo>
                <a:lnTo>
                  <a:pt x="284550" y="42075"/>
                </a:lnTo>
                <a:lnTo>
                  <a:pt x="284550" y="41850"/>
                </a:lnTo>
                <a:lnTo>
                  <a:pt x="284625" y="41700"/>
                </a:lnTo>
                <a:lnTo>
                  <a:pt x="284625" y="41475"/>
                </a:lnTo>
                <a:lnTo>
                  <a:pt x="284775" y="41025"/>
                </a:lnTo>
                <a:lnTo>
                  <a:pt x="284775" y="40800"/>
                </a:lnTo>
                <a:lnTo>
                  <a:pt x="285075" y="39975"/>
                </a:lnTo>
                <a:lnTo>
                  <a:pt x="285075" y="39750"/>
                </a:lnTo>
                <a:lnTo>
                  <a:pt x="286050" y="37125"/>
                </a:lnTo>
                <a:lnTo>
                  <a:pt x="286125" y="37125"/>
                </a:lnTo>
                <a:lnTo>
                  <a:pt x="286425" y="36300"/>
                </a:lnTo>
                <a:lnTo>
                  <a:pt x="286575" y="36150"/>
                </a:lnTo>
                <a:lnTo>
                  <a:pt x="286575" y="36075"/>
                </a:lnTo>
                <a:lnTo>
                  <a:pt x="286725" y="35700"/>
                </a:lnTo>
                <a:lnTo>
                  <a:pt x="286875" y="35550"/>
                </a:lnTo>
                <a:lnTo>
                  <a:pt x="286950" y="35325"/>
                </a:lnTo>
                <a:lnTo>
                  <a:pt x="287100" y="35100"/>
                </a:lnTo>
                <a:lnTo>
                  <a:pt x="287250" y="34725"/>
                </a:lnTo>
                <a:lnTo>
                  <a:pt x="287400" y="34575"/>
                </a:lnTo>
                <a:lnTo>
                  <a:pt x="287400" y="34500"/>
                </a:lnTo>
                <a:lnTo>
                  <a:pt x="287475" y="34350"/>
                </a:lnTo>
                <a:lnTo>
                  <a:pt x="287550" y="34350"/>
                </a:lnTo>
                <a:lnTo>
                  <a:pt x="287700" y="33975"/>
                </a:lnTo>
                <a:lnTo>
                  <a:pt x="287775" y="33975"/>
                </a:lnTo>
                <a:lnTo>
                  <a:pt x="287850" y="33750"/>
                </a:lnTo>
                <a:lnTo>
                  <a:pt x="288000" y="33600"/>
                </a:lnTo>
                <a:lnTo>
                  <a:pt x="288075" y="33375"/>
                </a:lnTo>
                <a:lnTo>
                  <a:pt x="288150" y="33375"/>
                </a:lnTo>
                <a:lnTo>
                  <a:pt x="288225" y="33225"/>
                </a:lnTo>
                <a:lnTo>
                  <a:pt x="288225" y="33150"/>
                </a:lnTo>
                <a:lnTo>
                  <a:pt x="288525" y="32850"/>
                </a:lnTo>
                <a:lnTo>
                  <a:pt x="288525" y="32775"/>
                </a:lnTo>
                <a:lnTo>
                  <a:pt x="288600" y="32625"/>
                </a:lnTo>
                <a:lnTo>
                  <a:pt x="288675" y="32625"/>
                </a:lnTo>
                <a:lnTo>
                  <a:pt x="288750" y="32475"/>
                </a:lnTo>
                <a:lnTo>
                  <a:pt x="288750" y="32400"/>
                </a:lnTo>
                <a:lnTo>
                  <a:pt x="289050" y="32100"/>
                </a:lnTo>
                <a:lnTo>
                  <a:pt x="289050" y="32025"/>
                </a:lnTo>
                <a:lnTo>
                  <a:pt x="289350" y="31725"/>
                </a:lnTo>
                <a:lnTo>
                  <a:pt x="289350" y="31650"/>
                </a:lnTo>
                <a:lnTo>
                  <a:pt x="290100" y="30825"/>
                </a:lnTo>
                <a:lnTo>
                  <a:pt x="290100" y="30750"/>
                </a:lnTo>
                <a:lnTo>
                  <a:pt x="290400" y="30450"/>
                </a:lnTo>
                <a:lnTo>
                  <a:pt x="290550" y="30225"/>
                </a:lnTo>
                <a:lnTo>
                  <a:pt x="290850" y="29925"/>
                </a:lnTo>
                <a:lnTo>
                  <a:pt x="290925" y="29925"/>
                </a:lnTo>
                <a:lnTo>
                  <a:pt x="291075" y="29700"/>
                </a:lnTo>
                <a:lnTo>
                  <a:pt x="291375" y="29400"/>
                </a:lnTo>
                <a:lnTo>
                  <a:pt x="291600" y="29250"/>
                </a:lnTo>
                <a:lnTo>
                  <a:pt x="291600" y="29175"/>
                </a:lnTo>
                <a:lnTo>
                  <a:pt x="291900" y="28875"/>
                </a:lnTo>
                <a:lnTo>
                  <a:pt x="291975" y="28875"/>
                </a:lnTo>
                <a:lnTo>
                  <a:pt x="292125" y="28725"/>
                </a:lnTo>
                <a:lnTo>
                  <a:pt x="292125" y="28650"/>
                </a:lnTo>
                <a:lnTo>
                  <a:pt x="292275" y="28500"/>
                </a:lnTo>
                <a:lnTo>
                  <a:pt x="292875" y="28050"/>
                </a:lnTo>
                <a:lnTo>
                  <a:pt x="293025" y="27900"/>
                </a:lnTo>
                <a:lnTo>
                  <a:pt x="293025" y="27825"/>
                </a:lnTo>
                <a:lnTo>
                  <a:pt x="293250" y="27675"/>
                </a:lnTo>
                <a:lnTo>
                  <a:pt x="293400" y="27525"/>
                </a:lnTo>
                <a:lnTo>
                  <a:pt x="293475" y="27525"/>
                </a:lnTo>
                <a:lnTo>
                  <a:pt x="294000" y="27075"/>
                </a:lnTo>
                <a:lnTo>
                  <a:pt x="294075" y="27075"/>
                </a:lnTo>
                <a:lnTo>
                  <a:pt x="294225" y="26925"/>
                </a:lnTo>
                <a:lnTo>
                  <a:pt x="294675" y="26625"/>
                </a:lnTo>
                <a:lnTo>
                  <a:pt x="294675" y="26550"/>
                </a:lnTo>
                <a:lnTo>
                  <a:pt x="294900" y="26475"/>
                </a:lnTo>
                <a:lnTo>
                  <a:pt x="294900" y="26400"/>
                </a:lnTo>
                <a:lnTo>
                  <a:pt x="295725" y="25875"/>
                </a:lnTo>
                <a:lnTo>
                  <a:pt x="295725" y="25800"/>
                </a:lnTo>
                <a:lnTo>
                  <a:pt x="295575" y="25650"/>
                </a:lnTo>
                <a:lnTo>
                  <a:pt x="295350" y="25500"/>
                </a:lnTo>
                <a:lnTo>
                  <a:pt x="295200" y="25350"/>
                </a:lnTo>
                <a:lnTo>
                  <a:pt x="295125" y="25350"/>
                </a:lnTo>
                <a:lnTo>
                  <a:pt x="294975" y="25125"/>
                </a:lnTo>
                <a:lnTo>
                  <a:pt x="294375" y="24675"/>
                </a:lnTo>
                <a:lnTo>
                  <a:pt x="294225" y="24450"/>
                </a:lnTo>
                <a:lnTo>
                  <a:pt x="294000" y="24300"/>
                </a:lnTo>
                <a:lnTo>
                  <a:pt x="293325" y="23625"/>
                </a:lnTo>
                <a:lnTo>
                  <a:pt x="293100" y="23475"/>
                </a:lnTo>
                <a:lnTo>
                  <a:pt x="292950" y="23250"/>
                </a:lnTo>
                <a:lnTo>
                  <a:pt x="292650" y="22950"/>
                </a:lnTo>
                <a:lnTo>
                  <a:pt x="292575" y="22950"/>
                </a:lnTo>
                <a:lnTo>
                  <a:pt x="292425" y="22725"/>
                </a:lnTo>
                <a:lnTo>
                  <a:pt x="292125" y="22425"/>
                </a:lnTo>
                <a:lnTo>
                  <a:pt x="291975" y="22200"/>
                </a:lnTo>
                <a:lnTo>
                  <a:pt x="291900" y="22200"/>
                </a:lnTo>
                <a:lnTo>
                  <a:pt x="291825" y="22050"/>
                </a:lnTo>
                <a:lnTo>
                  <a:pt x="291750" y="22050"/>
                </a:lnTo>
                <a:lnTo>
                  <a:pt x="291600" y="21900"/>
                </a:lnTo>
                <a:lnTo>
                  <a:pt x="291600" y="21825"/>
                </a:lnTo>
                <a:lnTo>
                  <a:pt x="291300" y="21525"/>
                </a:lnTo>
                <a:lnTo>
                  <a:pt x="291150" y="21300"/>
                </a:lnTo>
                <a:lnTo>
                  <a:pt x="290850" y="21000"/>
                </a:lnTo>
                <a:lnTo>
                  <a:pt x="290850" y="20925"/>
                </a:lnTo>
                <a:lnTo>
                  <a:pt x="290550" y="20625"/>
                </a:lnTo>
                <a:lnTo>
                  <a:pt x="290400" y="20400"/>
                </a:lnTo>
                <a:lnTo>
                  <a:pt x="290250" y="20250"/>
                </a:lnTo>
                <a:lnTo>
                  <a:pt x="290025" y="19875"/>
                </a:lnTo>
                <a:lnTo>
                  <a:pt x="289950" y="19875"/>
                </a:lnTo>
                <a:lnTo>
                  <a:pt x="289875" y="19650"/>
                </a:lnTo>
                <a:lnTo>
                  <a:pt x="289425" y="19125"/>
                </a:lnTo>
                <a:lnTo>
                  <a:pt x="289350" y="18900"/>
                </a:lnTo>
                <a:lnTo>
                  <a:pt x="289200" y="18750"/>
                </a:lnTo>
                <a:lnTo>
                  <a:pt x="288975" y="18375"/>
                </a:lnTo>
                <a:lnTo>
                  <a:pt x="288900" y="18375"/>
                </a:lnTo>
                <a:lnTo>
                  <a:pt x="288825" y="18150"/>
                </a:lnTo>
                <a:lnTo>
                  <a:pt x="288675" y="18000"/>
                </a:lnTo>
                <a:lnTo>
                  <a:pt x="288600" y="17775"/>
                </a:lnTo>
                <a:lnTo>
                  <a:pt x="288450" y="17625"/>
                </a:lnTo>
                <a:lnTo>
                  <a:pt x="288450" y="17550"/>
                </a:lnTo>
                <a:lnTo>
                  <a:pt x="288375" y="17400"/>
                </a:lnTo>
                <a:lnTo>
                  <a:pt x="288225" y="17250"/>
                </a:lnTo>
                <a:lnTo>
                  <a:pt x="288225" y="17175"/>
                </a:lnTo>
                <a:lnTo>
                  <a:pt x="288150" y="17025"/>
                </a:lnTo>
                <a:lnTo>
                  <a:pt x="288075" y="17025"/>
                </a:lnTo>
                <a:lnTo>
                  <a:pt x="287925" y="16650"/>
                </a:lnTo>
                <a:lnTo>
                  <a:pt x="287925" y="16575"/>
                </a:lnTo>
                <a:lnTo>
                  <a:pt x="287775" y="16425"/>
                </a:lnTo>
                <a:lnTo>
                  <a:pt x="287700" y="16275"/>
                </a:lnTo>
                <a:lnTo>
                  <a:pt x="287700" y="16200"/>
                </a:lnTo>
                <a:lnTo>
                  <a:pt x="287550" y="16050"/>
                </a:lnTo>
                <a:lnTo>
                  <a:pt x="287400" y="15675"/>
                </a:lnTo>
                <a:lnTo>
                  <a:pt x="287400" y="15600"/>
                </a:lnTo>
                <a:lnTo>
                  <a:pt x="287250" y="15450"/>
                </a:lnTo>
                <a:lnTo>
                  <a:pt x="287025" y="14850"/>
                </a:lnTo>
                <a:lnTo>
                  <a:pt x="286950" y="14850"/>
                </a:lnTo>
                <a:lnTo>
                  <a:pt x="286575" y="13875"/>
                </a:lnTo>
                <a:lnTo>
                  <a:pt x="286575" y="13800"/>
                </a:lnTo>
                <a:lnTo>
                  <a:pt x="286500" y="13650"/>
                </a:lnTo>
                <a:lnTo>
                  <a:pt x="286425" y="13650"/>
                </a:lnTo>
                <a:lnTo>
                  <a:pt x="285750" y="11775"/>
                </a:lnTo>
                <a:lnTo>
                  <a:pt x="285750" y="11550"/>
                </a:lnTo>
                <a:lnTo>
                  <a:pt x="285375" y="10500"/>
                </a:lnTo>
                <a:lnTo>
                  <a:pt x="285375" y="10275"/>
                </a:lnTo>
                <a:lnTo>
                  <a:pt x="285150" y="9675"/>
                </a:lnTo>
                <a:lnTo>
                  <a:pt x="285150" y="9450"/>
                </a:lnTo>
                <a:lnTo>
                  <a:pt x="285000" y="9000"/>
                </a:lnTo>
                <a:lnTo>
                  <a:pt x="285000" y="8775"/>
                </a:lnTo>
                <a:lnTo>
                  <a:pt x="284850" y="8400"/>
                </a:lnTo>
                <a:lnTo>
                  <a:pt x="284850" y="8175"/>
                </a:lnTo>
                <a:lnTo>
                  <a:pt x="284775" y="7950"/>
                </a:lnTo>
                <a:lnTo>
                  <a:pt x="284775" y="7725"/>
                </a:lnTo>
                <a:lnTo>
                  <a:pt x="284700" y="7500"/>
                </a:lnTo>
                <a:lnTo>
                  <a:pt x="284700" y="7275"/>
                </a:lnTo>
                <a:lnTo>
                  <a:pt x="284625" y="7050"/>
                </a:lnTo>
                <a:lnTo>
                  <a:pt x="284625" y="6825"/>
                </a:lnTo>
                <a:lnTo>
                  <a:pt x="284550" y="6600"/>
                </a:lnTo>
                <a:lnTo>
                  <a:pt x="284550" y="6375"/>
                </a:lnTo>
                <a:lnTo>
                  <a:pt x="284475" y="6225"/>
                </a:lnTo>
                <a:lnTo>
                  <a:pt x="284475" y="5700"/>
                </a:lnTo>
                <a:lnTo>
                  <a:pt x="284400" y="5550"/>
                </a:lnTo>
                <a:lnTo>
                  <a:pt x="284400" y="5250"/>
                </a:lnTo>
                <a:lnTo>
                  <a:pt x="284325" y="5100"/>
                </a:lnTo>
                <a:lnTo>
                  <a:pt x="284325" y="4425"/>
                </a:lnTo>
                <a:lnTo>
                  <a:pt x="284250" y="4200"/>
                </a:lnTo>
                <a:lnTo>
                  <a:pt x="284250" y="3450"/>
                </a:lnTo>
                <a:lnTo>
                  <a:pt x="284175" y="3300"/>
                </a:lnTo>
                <a:lnTo>
                  <a:pt x="284175" y="2325"/>
                </a:lnTo>
                <a:lnTo>
                  <a:pt x="284100" y="2100"/>
                </a:lnTo>
                <a:lnTo>
                  <a:pt x="284100" y="0"/>
                </a:lnTo>
                <a:close/>
                <a:moveTo>
                  <a:pt x="344400" y="66750"/>
                </a:moveTo>
                <a:lnTo>
                  <a:pt x="338700" y="66750"/>
                </a:lnTo>
                <a:lnTo>
                  <a:pt x="338700" y="51900"/>
                </a:lnTo>
                <a:lnTo>
                  <a:pt x="338550" y="51675"/>
                </a:lnTo>
                <a:lnTo>
                  <a:pt x="338475" y="51675"/>
                </a:lnTo>
                <a:lnTo>
                  <a:pt x="338400" y="51600"/>
                </a:lnTo>
                <a:lnTo>
                  <a:pt x="338250" y="51300"/>
                </a:lnTo>
                <a:lnTo>
                  <a:pt x="338175" y="51225"/>
                </a:lnTo>
                <a:lnTo>
                  <a:pt x="338175" y="51150"/>
                </a:lnTo>
                <a:lnTo>
                  <a:pt x="338025" y="50925"/>
                </a:lnTo>
                <a:lnTo>
                  <a:pt x="337950" y="50925"/>
                </a:lnTo>
                <a:lnTo>
                  <a:pt x="337800" y="50700"/>
                </a:lnTo>
                <a:lnTo>
                  <a:pt x="337800" y="50625"/>
                </a:lnTo>
                <a:lnTo>
                  <a:pt x="337725" y="50550"/>
                </a:lnTo>
                <a:lnTo>
                  <a:pt x="337500" y="50100"/>
                </a:lnTo>
                <a:lnTo>
                  <a:pt x="337425" y="50100"/>
                </a:lnTo>
                <a:lnTo>
                  <a:pt x="337050" y="49350"/>
                </a:lnTo>
                <a:lnTo>
                  <a:pt x="336900" y="49200"/>
                </a:lnTo>
                <a:lnTo>
                  <a:pt x="336525" y="48450"/>
                </a:lnTo>
                <a:lnTo>
                  <a:pt x="336525" y="48375"/>
                </a:lnTo>
                <a:lnTo>
                  <a:pt x="336375" y="48225"/>
                </a:lnTo>
                <a:lnTo>
                  <a:pt x="336150" y="47775"/>
                </a:lnTo>
                <a:lnTo>
                  <a:pt x="336075" y="47550"/>
                </a:lnTo>
                <a:lnTo>
                  <a:pt x="335925" y="47400"/>
                </a:lnTo>
                <a:lnTo>
                  <a:pt x="335550" y="46500"/>
                </a:lnTo>
                <a:lnTo>
                  <a:pt x="335475" y="46500"/>
                </a:lnTo>
                <a:lnTo>
                  <a:pt x="335175" y="45750"/>
                </a:lnTo>
                <a:lnTo>
                  <a:pt x="335100" y="45600"/>
                </a:lnTo>
                <a:lnTo>
                  <a:pt x="335025" y="45600"/>
                </a:lnTo>
                <a:lnTo>
                  <a:pt x="334650" y="44625"/>
                </a:lnTo>
                <a:lnTo>
                  <a:pt x="334575" y="44625"/>
                </a:lnTo>
                <a:lnTo>
                  <a:pt x="334275" y="43800"/>
                </a:lnTo>
                <a:lnTo>
                  <a:pt x="334200" y="43650"/>
                </a:lnTo>
                <a:lnTo>
                  <a:pt x="334125" y="43650"/>
                </a:lnTo>
                <a:lnTo>
                  <a:pt x="333825" y="42825"/>
                </a:lnTo>
                <a:lnTo>
                  <a:pt x="333825" y="42750"/>
                </a:lnTo>
                <a:lnTo>
                  <a:pt x="333675" y="42600"/>
                </a:lnTo>
                <a:lnTo>
                  <a:pt x="333375" y="41700"/>
                </a:lnTo>
                <a:lnTo>
                  <a:pt x="333150" y="41325"/>
                </a:lnTo>
                <a:lnTo>
                  <a:pt x="332925" y="40650"/>
                </a:lnTo>
                <a:lnTo>
                  <a:pt x="332775" y="40425"/>
                </a:lnTo>
                <a:lnTo>
                  <a:pt x="332475" y="39525"/>
                </a:lnTo>
                <a:lnTo>
                  <a:pt x="332325" y="39300"/>
                </a:lnTo>
                <a:lnTo>
                  <a:pt x="332025" y="38325"/>
                </a:lnTo>
                <a:lnTo>
                  <a:pt x="331875" y="38100"/>
                </a:lnTo>
                <a:lnTo>
                  <a:pt x="331575" y="37200"/>
                </a:lnTo>
                <a:lnTo>
                  <a:pt x="331425" y="36975"/>
                </a:lnTo>
                <a:lnTo>
                  <a:pt x="331350" y="36675"/>
                </a:lnTo>
                <a:lnTo>
                  <a:pt x="331050" y="35775"/>
                </a:lnTo>
                <a:lnTo>
                  <a:pt x="330900" y="35475"/>
                </a:lnTo>
                <a:lnTo>
                  <a:pt x="330525" y="34275"/>
                </a:lnTo>
                <a:lnTo>
                  <a:pt x="330375" y="34050"/>
                </a:lnTo>
                <a:lnTo>
                  <a:pt x="330000" y="32775"/>
                </a:lnTo>
                <a:lnTo>
                  <a:pt x="329850" y="32550"/>
                </a:lnTo>
                <a:lnTo>
                  <a:pt x="329325" y="30750"/>
                </a:lnTo>
                <a:lnTo>
                  <a:pt x="329175" y="30525"/>
                </a:lnTo>
                <a:lnTo>
                  <a:pt x="328575" y="28425"/>
                </a:lnTo>
                <a:lnTo>
                  <a:pt x="328350" y="27900"/>
                </a:lnTo>
                <a:lnTo>
                  <a:pt x="328050" y="26925"/>
                </a:lnTo>
                <a:lnTo>
                  <a:pt x="326325" y="20925"/>
                </a:lnTo>
                <a:lnTo>
                  <a:pt x="326325" y="20625"/>
                </a:lnTo>
                <a:lnTo>
                  <a:pt x="326025" y="19650"/>
                </a:lnTo>
                <a:lnTo>
                  <a:pt x="325950" y="19275"/>
                </a:lnTo>
                <a:lnTo>
                  <a:pt x="325950" y="18600"/>
                </a:lnTo>
                <a:lnTo>
                  <a:pt x="326025" y="18300"/>
                </a:lnTo>
                <a:lnTo>
                  <a:pt x="326325" y="17700"/>
                </a:lnTo>
                <a:lnTo>
                  <a:pt x="326550" y="17400"/>
                </a:lnTo>
                <a:lnTo>
                  <a:pt x="326775" y="17175"/>
                </a:lnTo>
                <a:lnTo>
                  <a:pt x="327375" y="16725"/>
                </a:lnTo>
                <a:lnTo>
                  <a:pt x="327825" y="16500"/>
                </a:lnTo>
                <a:lnTo>
                  <a:pt x="328125" y="16425"/>
                </a:lnTo>
                <a:lnTo>
                  <a:pt x="329550" y="15900"/>
                </a:lnTo>
                <a:lnTo>
                  <a:pt x="329775" y="15900"/>
                </a:lnTo>
                <a:lnTo>
                  <a:pt x="329775" y="15825"/>
                </a:lnTo>
                <a:lnTo>
                  <a:pt x="330000" y="15825"/>
                </a:lnTo>
                <a:lnTo>
                  <a:pt x="330900" y="15525"/>
                </a:lnTo>
                <a:lnTo>
                  <a:pt x="331125" y="15525"/>
                </a:lnTo>
                <a:lnTo>
                  <a:pt x="331125" y="15450"/>
                </a:lnTo>
                <a:lnTo>
                  <a:pt x="331350" y="15450"/>
                </a:lnTo>
                <a:lnTo>
                  <a:pt x="331800" y="15300"/>
                </a:lnTo>
                <a:lnTo>
                  <a:pt x="332025" y="15300"/>
                </a:lnTo>
                <a:lnTo>
                  <a:pt x="332475" y="15150"/>
                </a:lnTo>
                <a:lnTo>
                  <a:pt x="332700" y="15150"/>
                </a:lnTo>
                <a:lnTo>
                  <a:pt x="333150" y="15000"/>
                </a:lnTo>
                <a:lnTo>
                  <a:pt x="333450" y="15000"/>
                </a:lnTo>
                <a:lnTo>
                  <a:pt x="333600" y="14925"/>
                </a:lnTo>
                <a:lnTo>
                  <a:pt x="333900" y="14925"/>
                </a:lnTo>
                <a:lnTo>
                  <a:pt x="334125" y="14850"/>
                </a:lnTo>
                <a:lnTo>
                  <a:pt x="334350" y="14850"/>
                </a:lnTo>
                <a:lnTo>
                  <a:pt x="334575" y="14775"/>
                </a:lnTo>
                <a:lnTo>
                  <a:pt x="334800" y="14775"/>
                </a:lnTo>
                <a:lnTo>
                  <a:pt x="335025" y="14700"/>
                </a:lnTo>
                <a:lnTo>
                  <a:pt x="335325" y="14700"/>
                </a:lnTo>
                <a:lnTo>
                  <a:pt x="335550" y="14625"/>
                </a:lnTo>
                <a:lnTo>
                  <a:pt x="335775" y="14625"/>
                </a:lnTo>
                <a:lnTo>
                  <a:pt x="336000" y="14550"/>
                </a:lnTo>
                <a:lnTo>
                  <a:pt x="336525" y="14550"/>
                </a:lnTo>
                <a:lnTo>
                  <a:pt x="336750" y="14475"/>
                </a:lnTo>
                <a:lnTo>
                  <a:pt x="337275" y="14475"/>
                </a:lnTo>
                <a:lnTo>
                  <a:pt x="337500" y="14400"/>
                </a:lnTo>
                <a:lnTo>
                  <a:pt x="338250" y="14400"/>
                </a:lnTo>
                <a:lnTo>
                  <a:pt x="338475" y="14325"/>
                </a:lnTo>
                <a:lnTo>
                  <a:pt x="339450" y="14325"/>
                </a:lnTo>
                <a:lnTo>
                  <a:pt x="339675" y="14250"/>
                </a:lnTo>
                <a:lnTo>
                  <a:pt x="343425" y="14250"/>
                </a:lnTo>
                <a:lnTo>
                  <a:pt x="343650" y="14325"/>
                </a:lnTo>
                <a:lnTo>
                  <a:pt x="344625" y="14325"/>
                </a:lnTo>
                <a:lnTo>
                  <a:pt x="344850" y="14400"/>
                </a:lnTo>
                <a:lnTo>
                  <a:pt x="345600" y="14400"/>
                </a:lnTo>
                <a:lnTo>
                  <a:pt x="345825" y="14475"/>
                </a:lnTo>
                <a:lnTo>
                  <a:pt x="346350" y="14475"/>
                </a:lnTo>
                <a:lnTo>
                  <a:pt x="346575" y="14550"/>
                </a:lnTo>
                <a:lnTo>
                  <a:pt x="347100" y="14550"/>
                </a:lnTo>
                <a:lnTo>
                  <a:pt x="347325" y="14625"/>
                </a:lnTo>
                <a:lnTo>
                  <a:pt x="347550" y="14625"/>
                </a:lnTo>
                <a:lnTo>
                  <a:pt x="347775" y="14700"/>
                </a:lnTo>
                <a:lnTo>
                  <a:pt x="348075" y="14700"/>
                </a:lnTo>
                <a:lnTo>
                  <a:pt x="348300" y="14775"/>
                </a:lnTo>
                <a:lnTo>
                  <a:pt x="348525" y="14775"/>
                </a:lnTo>
                <a:lnTo>
                  <a:pt x="348750" y="14850"/>
                </a:lnTo>
                <a:lnTo>
                  <a:pt x="348975" y="14850"/>
                </a:lnTo>
                <a:lnTo>
                  <a:pt x="349200" y="14925"/>
                </a:lnTo>
                <a:lnTo>
                  <a:pt x="349500" y="14925"/>
                </a:lnTo>
                <a:lnTo>
                  <a:pt x="349650" y="15000"/>
                </a:lnTo>
                <a:lnTo>
                  <a:pt x="349950" y="15000"/>
                </a:lnTo>
                <a:lnTo>
                  <a:pt x="350400" y="15150"/>
                </a:lnTo>
                <a:lnTo>
                  <a:pt x="350625" y="15150"/>
                </a:lnTo>
                <a:lnTo>
                  <a:pt x="351075" y="15300"/>
                </a:lnTo>
                <a:lnTo>
                  <a:pt x="351300" y="15300"/>
                </a:lnTo>
                <a:lnTo>
                  <a:pt x="351750" y="15450"/>
                </a:lnTo>
                <a:lnTo>
                  <a:pt x="351975" y="15450"/>
                </a:lnTo>
                <a:lnTo>
                  <a:pt x="351975" y="15525"/>
                </a:lnTo>
                <a:lnTo>
                  <a:pt x="352200" y="15525"/>
                </a:lnTo>
                <a:lnTo>
                  <a:pt x="353100" y="15825"/>
                </a:lnTo>
                <a:lnTo>
                  <a:pt x="353325" y="15825"/>
                </a:lnTo>
                <a:lnTo>
                  <a:pt x="353325" y="15900"/>
                </a:lnTo>
                <a:lnTo>
                  <a:pt x="353550" y="15900"/>
                </a:lnTo>
                <a:lnTo>
                  <a:pt x="354975" y="16425"/>
                </a:lnTo>
                <a:lnTo>
                  <a:pt x="355275" y="16500"/>
                </a:lnTo>
                <a:lnTo>
                  <a:pt x="355725" y="16725"/>
                </a:lnTo>
                <a:lnTo>
                  <a:pt x="356325" y="17175"/>
                </a:lnTo>
                <a:lnTo>
                  <a:pt x="356550" y="17400"/>
                </a:lnTo>
                <a:lnTo>
                  <a:pt x="356775" y="17700"/>
                </a:lnTo>
                <a:lnTo>
                  <a:pt x="357075" y="18300"/>
                </a:lnTo>
                <a:lnTo>
                  <a:pt x="357150" y="18600"/>
                </a:lnTo>
                <a:lnTo>
                  <a:pt x="357150" y="19275"/>
                </a:lnTo>
                <a:lnTo>
                  <a:pt x="357075" y="19650"/>
                </a:lnTo>
                <a:lnTo>
                  <a:pt x="356775" y="20625"/>
                </a:lnTo>
                <a:lnTo>
                  <a:pt x="356625" y="21450"/>
                </a:lnTo>
                <a:lnTo>
                  <a:pt x="355050" y="26925"/>
                </a:lnTo>
                <a:lnTo>
                  <a:pt x="354750" y="27900"/>
                </a:lnTo>
                <a:lnTo>
                  <a:pt x="354525" y="28425"/>
                </a:lnTo>
                <a:lnTo>
                  <a:pt x="353925" y="30525"/>
                </a:lnTo>
                <a:lnTo>
                  <a:pt x="353775" y="30750"/>
                </a:lnTo>
                <a:lnTo>
                  <a:pt x="353700" y="30975"/>
                </a:lnTo>
                <a:lnTo>
                  <a:pt x="353250" y="32550"/>
                </a:lnTo>
                <a:lnTo>
                  <a:pt x="353100" y="32775"/>
                </a:lnTo>
                <a:lnTo>
                  <a:pt x="352725" y="34050"/>
                </a:lnTo>
                <a:lnTo>
                  <a:pt x="352575" y="34275"/>
                </a:lnTo>
                <a:lnTo>
                  <a:pt x="352425" y="34800"/>
                </a:lnTo>
                <a:lnTo>
                  <a:pt x="352200" y="35475"/>
                </a:lnTo>
                <a:lnTo>
                  <a:pt x="352050" y="35775"/>
                </a:lnTo>
                <a:lnTo>
                  <a:pt x="351675" y="36975"/>
                </a:lnTo>
                <a:lnTo>
                  <a:pt x="351525" y="37200"/>
                </a:lnTo>
                <a:lnTo>
                  <a:pt x="351225" y="38100"/>
                </a:lnTo>
                <a:lnTo>
                  <a:pt x="351075" y="38325"/>
                </a:lnTo>
                <a:lnTo>
                  <a:pt x="350775" y="39300"/>
                </a:lnTo>
                <a:lnTo>
                  <a:pt x="350625" y="39525"/>
                </a:lnTo>
                <a:lnTo>
                  <a:pt x="350325" y="40425"/>
                </a:lnTo>
                <a:lnTo>
                  <a:pt x="350175" y="40650"/>
                </a:lnTo>
                <a:lnTo>
                  <a:pt x="349950" y="41325"/>
                </a:lnTo>
                <a:lnTo>
                  <a:pt x="349725" y="41700"/>
                </a:lnTo>
                <a:lnTo>
                  <a:pt x="349425" y="42600"/>
                </a:lnTo>
                <a:lnTo>
                  <a:pt x="349275" y="42750"/>
                </a:lnTo>
                <a:lnTo>
                  <a:pt x="349275" y="42825"/>
                </a:lnTo>
                <a:lnTo>
                  <a:pt x="348975" y="43650"/>
                </a:lnTo>
                <a:lnTo>
                  <a:pt x="348900" y="43650"/>
                </a:lnTo>
                <a:lnTo>
                  <a:pt x="348825" y="43800"/>
                </a:lnTo>
                <a:lnTo>
                  <a:pt x="348675" y="44250"/>
                </a:lnTo>
                <a:lnTo>
                  <a:pt x="348450" y="44625"/>
                </a:lnTo>
                <a:lnTo>
                  <a:pt x="348225" y="45225"/>
                </a:lnTo>
                <a:lnTo>
                  <a:pt x="347925" y="45750"/>
                </a:lnTo>
                <a:lnTo>
                  <a:pt x="347700" y="46350"/>
                </a:lnTo>
                <a:lnTo>
                  <a:pt x="347625" y="46500"/>
                </a:lnTo>
                <a:lnTo>
                  <a:pt x="347550" y="46500"/>
                </a:lnTo>
                <a:lnTo>
                  <a:pt x="347175" y="47400"/>
                </a:lnTo>
                <a:lnTo>
                  <a:pt x="347025" y="47550"/>
                </a:lnTo>
                <a:lnTo>
                  <a:pt x="346950" y="47775"/>
                </a:lnTo>
                <a:lnTo>
                  <a:pt x="346725" y="48225"/>
                </a:lnTo>
                <a:lnTo>
                  <a:pt x="346575" y="48375"/>
                </a:lnTo>
                <a:lnTo>
                  <a:pt x="346575" y="48450"/>
                </a:lnTo>
                <a:lnTo>
                  <a:pt x="346200" y="49200"/>
                </a:lnTo>
                <a:lnTo>
                  <a:pt x="346050" y="49350"/>
                </a:lnTo>
                <a:lnTo>
                  <a:pt x="345675" y="50100"/>
                </a:lnTo>
                <a:lnTo>
                  <a:pt x="345600" y="50100"/>
                </a:lnTo>
                <a:lnTo>
                  <a:pt x="345375" y="50550"/>
                </a:lnTo>
                <a:lnTo>
                  <a:pt x="345300" y="50625"/>
                </a:lnTo>
                <a:lnTo>
                  <a:pt x="345300" y="50700"/>
                </a:lnTo>
                <a:lnTo>
                  <a:pt x="345150" y="50925"/>
                </a:lnTo>
                <a:lnTo>
                  <a:pt x="345075" y="50925"/>
                </a:lnTo>
                <a:lnTo>
                  <a:pt x="344700" y="51600"/>
                </a:lnTo>
                <a:lnTo>
                  <a:pt x="344625" y="51675"/>
                </a:lnTo>
                <a:lnTo>
                  <a:pt x="344550" y="51675"/>
                </a:lnTo>
                <a:lnTo>
                  <a:pt x="344400" y="51900"/>
                </a:lnTo>
                <a:close/>
                <a:moveTo>
                  <a:pt x="332175" y="20700"/>
                </a:moveTo>
                <a:lnTo>
                  <a:pt x="332550" y="21900"/>
                </a:lnTo>
                <a:lnTo>
                  <a:pt x="332700" y="22725"/>
                </a:lnTo>
                <a:lnTo>
                  <a:pt x="333750" y="26250"/>
                </a:lnTo>
                <a:lnTo>
                  <a:pt x="333900" y="26475"/>
                </a:lnTo>
                <a:lnTo>
                  <a:pt x="334725" y="29250"/>
                </a:lnTo>
                <a:lnTo>
                  <a:pt x="334875" y="29700"/>
                </a:lnTo>
                <a:lnTo>
                  <a:pt x="335025" y="30000"/>
                </a:lnTo>
                <a:lnTo>
                  <a:pt x="335625" y="31950"/>
                </a:lnTo>
                <a:lnTo>
                  <a:pt x="335775" y="32175"/>
                </a:lnTo>
                <a:lnTo>
                  <a:pt x="336300" y="33825"/>
                </a:lnTo>
                <a:lnTo>
                  <a:pt x="336450" y="34050"/>
                </a:lnTo>
                <a:lnTo>
                  <a:pt x="336900" y="35475"/>
                </a:lnTo>
                <a:lnTo>
                  <a:pt x="337050" y="35700"/>
                </a:lnTo>
                <a:lnTo>
                  <a:pt x="337425" y="36825"/>
                </a:lnTo>
                <a:lnTo>
                  <a:pt x="337575" y="37050"/>
                </a:lnTo>
                <a:lnTo>
                  <a:pt x="337950" y="38175"/>
                </a:lnTo>
                <a:lnTo>
                  <a:pt x="338175" y="38550"/>
                </a:lnTo>
                <a:lnTo>
                  <a:pt x="338475" y="39450"/>
                </a:lnTo>
                <a:lnTo>
                  <a:pt x="338700" y="39825"/>
                </a:lnTo>
                <a:lnTo>
                  <a:pt x="339075" y="40875"/>
                </a:lnTo>
                <a:lnTo>
                  <a:pt x="339300" y="41250"/>
                </a:lnTo>
                <a:lnTo>
                  <a:pt x="339675" y="42225"/>
                </a:lnTo>
                <a:lnTo>
                  <a:pt x="339975" y="42750"/>
                </a:lnTo>
                <a:lnTo>
                  <a:pt x="340500" y="44025"/>
                </a:lnTo>
                <a:lnTo>
                  <a:pt x="340650" y="44175"/>
                </a:lnTo>
                <a:lnTo>
                  <a:pt x="340800" y="44550"/>
                </a:lnTo>
                <a:lnTo>
                  <a:pt x="341475" y="45900"/>
                </a:lnTo>
                <a:lnTo>
                  <a:pt x="341550" y="45900"/>
                </a:lnTo>
                <a:lnTo>
                  <a:pt x="341700" y="45750"/>
                </a:lnTo>
                <a:lnTo>
                  <a:pt x="342300" y="44550"/>
                </a:lnTo>
                <a:lnTo>
                  <a:pt x="342375" y="44325"/>
                </a:lnTo>
                <a:lnTo>
                  <a:pt x="342825" y="43500"/>
                </a:lnTo>
                <a:lnTo>
                  <a:pt x="343125" y="42750"/>
                </a:lnTo>
                <a:lnTo>
                  <a:pt x="343425" y="42225"/>
                </a:lnTo>
                <a:lnTo>
                  <a:pt x="343800" y="41250"/>
                </a:lnTo>
                <a:lnTo>
                  <a:pt x="344025" y="40875"/>
                </a:lnTo>
                <a:lnTo>
                  <a:pt x="344400" y="39825"/>
                </a:lnTo>
                <a:lnTo>
                  <a:pt x="344625" y="39450"/>
                </a:lnTo>
                <a:lnTo>
                  <a:pt x="344925" y="38550"/>
                </a:lnTo>
                <a:lnTo>
                  <a:pt x="345150" y="38175"/>
                </a:lnTo>
                <a:lnTo>
                  <a:pt x="345525" y="37050"/>
                </a:lnTo>
                <a:lnTo>
                  <a:pt x="345675" y="36825"/>
                </a:lnTo>
                <a:lnTo>
                  <a:pt x="346050" y="35700"/>
                </a:lnTo>
                <a:lnTo>
                  <a:pt x="346200" y="35475"/>
                </a:lnTo>
                <a:lnTo>
                  <a:pt x="346650" y="34050"/>
                </a:lnTo>
                <a:lnTo>
                  <a:pt x="346800" y="33825"/>
                </a:lnTo>
                <a:lnTo>
                  <a:pt x="347325" y="32175"/>
                </a:lnTo>
                <a:lnTo>
                  <a:pt x="347475" y="31950"/>
                </a:lnTo>
                <a:lnTo>
                  <a:pt x="347850" y="30675"/>
                </a:lnTo>
                <a:lnTo>
                  <a:pt x="348375" y="29250"/>
                </a:lnTo>
                <a:lnTo>
                  <a:pt x="349125" y="26700"/>
                </a:lnTo>
                <a:lnTo>
                  <a:pt x="349575" y="25500"/>
                </a:lnTo>
                <a:lnTo>
                  <a:pt x="350400" y="22725"/>
                </a:lnTo>
                <a:lnTo>
                  <a:pt x="350400" y="22425"/>
                </a:lnTo>
                <a:lnTo>
                  <a:pt x="350925" y="20700"/>
                </a:lnTo>
                <a:lnTo>
                  <a:pt x="350850" y="20625"/>
                </a:lnTo>
                <a:lnTo>
                  <a:pt x="350625" y="20625"/>
                </a:lnTo>
                <a:lnTo>
                  <a:pt x="350250" y="20475"/>
                </a:lnTo>
                <a:lnTo>
                  <a:pt x="349725" y="20400"/>
                </a:lnTo>
                <a:lnTo>
                  <a:pt x="349350" y="20250"/>
                </a:lnTo>
                <a:lnTo>
                  <a:pt x="349125" y="20250"/>
                </a:lnTo>
                <a:lnTo>
                  <a:pt x="348975" y="20175"/>
                </a:lnTo>
                <a:lnTo>
                  <a:pt x="348750" y="20175"/>
                </a:lnTo>
                <a:lnTo>
                  <a:pt x="348150" y="20025"/>
                </a:lnTo>
                <a:lnTo>
                  <a:pt x="347925" y="20025"/>
                </a:lnTo>
                <a:lnTo>
                  <a:pt x="347775" y="19950"/>
                </a:lnTo>
                <a:lnTo>
                  <a:pt x="347325" y="19950"/>
                </a:lnTo>
                <a:lnTo>
                  <a:pt x="347175" y="19875"/>
                </a:lnTo>
                <a:lnTo>
                  <a:pt x="346950" y="19875"/>
                </a:lnTo>
                <a:lnTo>
                  <a:pt x="346725" y="19800"/>
                </a:lnTo>
                <a:lnTo>
                  <a:pt x="346350" y="19800"/>
                </a:lnTo>
                <a:lnTo>
                  <a:pt x="346125" y="19725"/>
                </a:lnTo>
                <a:lnTo>
                  <a:pt x="345525" y="19725"/>
                </a:lnTo>
                <a:lnTo>
                  <a:pt x="345300" y="19650"/>
                </a:lnTo>
                <a:lnTo>
                  <a:pt x="344625" y="19650"/>
                </a:lnTo>
                <a:lnTo>
                  <a:pt x="344475" y="19575"/>
                </a:lnTo>
                <a:lnTo>
                  <a:pt x="343350" y="19575"/>
                </a:lnTo>
                <a:lnTo>
                  <a:pt x="343200" y="19500"/>
                </a:lnTo>
                <a:lnTo>
                  <a:pt x="339900" y="19500"/>
                </a:lnTo>
                <a:lnTo>
                  <a:pt x="339750" y="19575"/>
                </a:lnTo>
                <a:lnTo>
                  <a:pt x="338625" y="19575"/>
                </a:lnTo>
                <a:lnTo>
                  <a:pt x="338475" y="19650"/>
                </a:lnTo>
                <a:lnTo>
                  <a:pt x="337800" y="19650"/>
                </a:lnTo>
                <a:lnTo>
                  <a:pt x="337575" y="19725"/>
                </a:lnTo>
                <a:lnTo>
                  <a:pt x="336975" y="19725"/>
                </a:lnTo>
                <a:lnTo>
                  <a:pt x="336750" y="19800"/>
                </a:lnTo>
                <a:lnTo>
                  <a:pt x="336375" y="19800"/>
                </a:lnTo>
                <a:lnTo>
                  <a:pt x="336150" y="19875"/>
                </a:lnTo>
                <a:lnTo>
                  <a:pt x="335925" y="19875"/>
                </a:lnTo>
                <a:lnTo>
                  <a:pt x="335775" y="19950"/>
                </a:lnTo>
                <a:lnTo>
                  <a:pt x="335325" y="19950"/>
                </a:lnTo>
                <a:lnTo>
                  <a:pt x="335175" y="20025"/>
                </a:lnTo>
                <a:lnTo>
                  <a:pt x="334950" y="20025"/>
                </a:lnTo>
                <a:lnTo>
                  <a:pt x="334350" y="20175"/>
                </a:lnTo>
                <a:lnTo>
                  <a:pt x="334125" y="20175"/>
                </a:lnTo>
                <a:lnTo>
                  <a:pt x="333975" y="20250"/>
                </a:lnTo>
                <a:lnTo>
                  <a:pt x="333750" y="20250"/>
                </a:lnTo>
                <a:lnTo>
                  <a:pt x="333375" y="20400"/>
                </a:lnTo>
                <a:lnTo>
                  <a:pt x="332850" y="20475"/>
                </a:lnTo>
                <a:lnTo>
                  <a:pt x="332475" y="20625"/>
                </a:lnTo>
                <a:lnTo>
                  <a:pt x="332250" y="20625"/>
                </a:lnTo>
                <a:close/>
                <a:moveTo>
                  <a:pt x="361200" y="14550"/>
                </a:moveTo>
                <a:lnTo>
                  <a:pt x="361650" y="14550"/>
                </a:lnTo>
                <a:lnTo>
                  <a:pt x="361725" y="14475"/>
                </a:lnTo>
                <a:lnTo>
                  <a:pt x="362175" y="14475"/>
                </a:lnTo>
                <a:lnTo>
                  <a:pt x="362325" y="14400"/>
                </a:lnTo>
                <a:lnTo>
                  <a:pt x="363075" y="14400"/>
                </a:lnTo>
                <a:lnTo>
                  <a:pt x="363225" y="14325"/>
                </a:lnTo>
                <a:lnTo>
                  <a:pt x="364125" y="14325"/>
                </a:lnTo>
                <a:lnTo>
                  <a:pt x="364350" y="14250"/>
                </a:lnTo>
                <a:lnTo>
                  <a:pt x="367275" y="14250"/>
                </a:lnTo>
                <a:lnTo>
                  <a:pt x="367500" y="14325"/>
                </a:lnTo>
                <a:lnTo>
                  <a:pt x="368325" y="14325"/>
                </a:lnTo>
                <a:lnTo>
                  <a:pt x="368475" y="14400"/>
                </a:lnTo>
                <a:lnTo>
                  <a:pt x="369075" y="14400"/>
                </a:lnTo>
                <a:lnTo>
                  <a:pt x="369300" y="14475"/>
                </a:lnTo>
                <a:lnTo>
                  <a:pt x="369675" y="14475"/>
                </a:lnTo>
                <a:lnTo>
                  <a:pt x="369825" y="14550"/>
                </a:lnTo>
                <a:lnTo>
                  <a:pt x="370275" y="14550"/>
                </a:lnTo>
                <a:lnTo>
                  <a:pt x="370425" y="14625"/>
                </a:lnTo>
                <a:lnTo>
                  <a:pt x="370650" y="14625"/>
                </a:lnTo>
                <a:lnTo>
                  <a:pt x="370800" y="14700"/>
                </a:lnTo>
                <a:lnTo>
                  <a:pt x="371025" y="14700"/>
                </a:lnTo>
                <a:lnTo>
                  <a:pt x="371175" y="14775"/>
                </a:lnTo>
                <a:lnTo>
                  <a:pt x="371550" y="14775"/>
                </a:lnTo>
                <a:lnTo>
                  <a:pt x="371550" y="14850"/>
                </a:lnTo>
                <a:lnTo>
                  <a:pt x="371775" y="14850"/>
                </a:lnTo>
                <a:lnTo>
                  <a:pt x="371925" y="14925"/>
                </a:lnTo>
                <a:lnTo>
                  <a:pt x="372450" y="15000"/>
                </a:lnTo>
                <a:lnTo>
                  <a:pt x="372600" y="15075"/>
                </a:lnTo>
                <a:lnTo>
                  <a:pt x="372825" y="15075"/>
                </a:lnTo>
                <a:lnTo>
                  <a:pt x="372825" y="15150"/>
                </a:lnTo>
                <a:lnTo>
                  <a:pt x="372975" y="15150"/>
                </a:lnTo>
                <a:lnTo>
                  <a:pt x="373125" y="15225"/>
                </a:lnTo>
                <a:lnTo>
                  <a:pt x="373350" y="15225"/>
                </a:lnTo>
                <a:lnTo>
                  <a:pt x="373350" y="15300"/>
                </a:lnTo>
                <a:lnTo>
                  <a:pt x="373500" y="15300"/>
                </a:lnTo>
                <a:lnTo>
                  <a:pt x="373875" y="15450"/>
                </a:lnTo>
                <a:lnTo>
                  <a:pt x="374025" y="15450"/>
                </a:lnTo>
                <a:lnTo>
                  <a:pt x="374550" y="15675"/>
                </a:lnTo>
                <a:lnTo>
                  <a:pt x="374700" y="15675"/>
                </a:lnTo>
                <a:lnTo>
                  <a:pt x="374700" y="15750"/>
                </a:lnTo>
                <a:lnTo>
                  <a:pt x="374850" y="15750"/>
                </a:lnTo>
                <a:lnTo>
                  <a:pt x="375675" y="16125"/>
                </a:lnTo>
                <a:lnTo>
                  <a:pt x="375825" y="16125"/>
                </a:lnTo>
                <a:lnTo>
                  <a:pt x="375825" y="16200"/>
                </a:lnTo>
                <a:lnTo>
                  <a:pt x="375975" y="16200"/>
                </a:lnTo>
                <a:lnTo>
                  <a:pt x="376875" y="16650"/>
                </a:lnTo>
                <a:lnTo>
                  <a:pt x="376950" y="16650"/>
                </a:lnTo>
                <a:lnTo>
                  <a:pt x="377025" y="16725"/>
                </a:lnTo>
                <a:lnTo>
                  <a:pt x="377475" y="16950"/>
                </a:lnTo>
                <a:lnTo>
                  <a:pt x="377475" y="17025"/>
                </a:lnTo>
                <a:lnTo>
                  <a:pt x="377625" y="17025"/>
                </a:lnTo>
                <a:lnTo>
                  <a:pt x="377625" y="17100"/>
                </a:lnTo>
                <a:lnTo>
                  <a:pt x="378225" y="17400"/>
                </a:lnTo>
                <a:lnTo>
                  <a:pt x="378300" y="17475"/>
                </a:lnTo>
                <a:lnTo>
                  <a:pt x="378375" y="17475"/>
                </a:lnTo>
                <a:lnTo>
                  <a:pt x="378450" y="17550"/>
                </a:lnTo>
                <a:lnTo>
                  <a:pt x="378525" y="17550"/>
                </a:lnTo>
                <a:lnTo>
                  <a:pt x="378600" y="17625"/>
                </a:lnTo>
                <a:lnTo>
                  <a:pt x="378600" y="17700"/>
                </a:lnTo>
                <a:lnTo>
                  <a:pt x="379050" y="17925"/>
                </a:lnTo>
                <a:lnTo>
                  <a:pt x="379125" y="18000"/>
                </a:lnTo>
                <a:lnTo>
                  <a:pt x="379200" y="18000"/>
                </a:lnTo>
                <a:lnTo>
                  <a:pt x="379275" y="18075"/>
                </a:lnTo>
                <a:lnTo>
                  <a:pt x="379275" y="18150"/>
                </a:lnTo>
                <a:lnTo>
                  <a:pt x="379575" y="18300"/>
                </a:lnTo>
                <a:lnTo>
                  <a:pt x="379800" y="18525"/>
                </a:lnTo>
                <a:lnTo>
                  <a:pt x="380025" y="18675"/>
                </a:lnTo>
                <a:lnTo>
                  <a:pt x="380100" y="18675"/>
                </a:lnTo>
                <a:lnTo>
                  <a:pt x="380175" y="18825"/>
                </a:lnTo>
                <a:lnTo>
                  <a:pt x="380325" y="18900"/>
                </a:lnTo>
                <a:lnTo>
                  <a:pt x="380625" y="19200"/>
                </a:lnTo>
                <a:lnTo>
                  <a:pt x="380700" y="19200"/>
                </a:lnTo>
                <a:lnTo>
                  <a:pt x="380775" y="19275"/>
                </a:lnTo>
                <a:lnTo>
                  <a:pt x="380775" y="19350"/>
                </a:lnTo>
                <a:lnTo>
                  <a:pt x="380850" y="19425"/>
                </a:lnTo>
                <a:lnTo>
                  <a:pt x="380925" y="19425"/>
                </a:lnTo>
                <a:lnTo>
                  <a:pt x="381075" y="19650"/>
                </a:lnTo>
                <a:lnTo>
                  <a:pt x="381150" y="19650"/>
                </a:lnTo>
                <a:lnTo>
                  <a:pt x="381750" y="20250"/>
                </a:lnTo>
                <a:lnTo>
                  <a:pt x="381750" y="20325"/>
                </a:lnTo>
                <a:lnTo>
                  <a:pt x="381900" y="20400"/>
                </a:lnTo>
                <a:lnTo>
                  <a:pt x="381975" y="20475"/>
                </a:lnTo>
                <a:lnTo>
                  <a:pt x="381975" y="20550"/>
                </a:lnTo>
                <a:lnTo>
                  <a:pt x="382200" y="20700"/>
                </a:lnTo>
                <a:lnTo>
                  <a:pt x="382200" y="20775"/>
                </a:lnTo>
                <a:lnTo>
                  <a:pt x="382575" y="21150"/>
                </a:lnTo>
                <a:lnTo>
                  <a:pt x="382575" y="21225"/>
                </a:lnTo>
                <a:lnTo>
                  <a:pt x="382725" y="21450"/>
                </a:lnTo>
                <a:lnTo>
                  <a:pt x="382800" y="21450"/>
                </a:lnTo>
                <a:lnTo>
                  <a:pt x="382875" y="21525"/>
                </a:lnTo>
                <a:lnTo>
                  <a:pt x="383175" y="22050"/>
                </a:lnTo>
                <a:lnTo>
                  <a:pt x="383250" y="22050"/>
                </a:lnTo>
                <a:lnTo>
                  <a:pt x="383325" y="22125"/>
                </a:lnTo>
                <a:lnTo>
                  <a:pt x="383325" y="22200"/>
                </a:lnTo>
                <a:lnTo>
                  <a:pt x="383550" y="22500"/>
                </a:lnTo>
                <a:lnTo>
                  <a:pt x="383700" y="22800"/>
                </a:lnTo>
                <a:lnTo>
                  <a:pt x="384000" y="23250"/>
                </a:lnTo>
                <a:lnTo>
                  <a:pt x="384000" y="23325"/>
                </a:lnTo>
                <a:lnTo>
                  <a:pt x="384225" y="23625"/>
                </a:lnTo>
                <a:lnTo>
                  <a:pt x="384225" y="23700"/>
                </a:lnTo>
                <a:lnTo>
                  <a:pt x="384525" y="24150"/>
                </a:lnTo>
                <a:lnTo>
                  <a:pt x="384525" y="24300"/>
                </a:lnTo>
                <a:lnTo>
                  <a:pt x="384600" y="24300"/>
                </a:lnTo>
                <a:lnTo>
                  <a:pt x="384600" y="24450"/>
                </a:lnTo>
                <a:lnTo>
                  <a:pt x="384750" y="24675"/>
                </a:lnTo>
                <a:lnTo>
                  <a:pt x="384750" y="24750"/>
                </a:lnTo>
                <a:lnTo>
                  <a:pt x="384825" y="24825"/>
                </a:lnTo>
                <a:lnTo>
                  <a:pt x="384825" y="24975"/>
                </a:lnTo>
                <a:lnTo>
                  <a:pt x="384900" y="24975"/>
                </a:lnTo>
                <a:lnTo>
                  <a:pt x="384900" y="25125"/>
                </a:lnTo>
                <a:lnTo>
                  <a:pt x="385050" y="25350"/>
                </a:lnTo>
                <a:lnTo>
                  <a:pt x="385050" y="25500"/>
                </a:lnTo>
                <a:lnTo>
                  <a:pt x="385125" y="25500"/>
                </a:lnTo>
                <a:lnTo>
                  <a:pt x="385125" y="25650"/>
                </a:lnTo>
                <a:lnTo>
                  <a:pt x="385200" y="25800"/>
                </a:lnTo>
                <a:lnTo>
                  <a:pt x="385200" y="25875"/>
                </a:lnTo>
                <a:lnTo>
                  <a:pt x="385275" y="25950"/>
                </a:lnTo>
                <a:lnTo>
                  <a:pt x="385275" y="26100"/>
                </a:lnTo>
                <a:lnTo>
                  <a:pt x="385350" y="26175"/>
                </a:lnTo>
                <a:lnTo>
                  <a:pt x="385350" y="26325"/>
                </a:lnTo>
                <a:lnTo>
                  <a:pt x="385425" y="26475"/>
                </a:lnTo>
                <a:lnTo>
                  <a:pt x="385425" y="26625"/>
                </a:lnTo>
                <a:lnTo>
                  <a:pt x="385500" y="26625"/>
                </a:lnTo>
                <a:lnTo>
                  <a:pt x="385500" y="26775"/>
                </a:lnTo>
                <a:lnTo>
                  <a:pt x="385575" y="26850"/>
                </a:lnTo>
                <a:lnTo>
                  <a:pt x="385575" y="27000"/>
                </a:lnTo>
                <a:lnTo>
                  <a:pt x="385650" y="27150"/>
                </a:lnTo>
                <a:lnTo>
                  <a:pt x="385650" y="27300"/>
                </a:lnTo>
                <a:lnTo>
                  <a:pt x="385725" y="27450"/>
                </a:lnTo>
                <a:lnTo>
                  <a:pt x="385725" y="27675"/>
                </a:lnTo>
                <a:lnTo>
                  <a:pt x="385800" y="27750"/>
                </a:lnTo>
                <a:lnTo>
                  <a:pt x="385800" y="27975"/>
                </a:lnTo>
                <a:lnTo>
                  <a:pt x="385875" y="28125"/>
                </a:lnTo>
                <a:lnTo>
                  <a:pt x="385875" y="28425"/>
                </a:lnTo>
                <a:lnTo>
                  <a:pt x="385950" y="28575"/>
                </a:lnTo>
                <a:lnTo>
                  <a:pt x="385950" y="28875"/>
                </a:lnTo>
                <a:lnTo>
                  <a:pt x="386025" y="28950"/>
                </a:lnTo>
                <a:lnTo>
                  <a:pt x="386025" y="29400"/>
                </a:lnTo>
                <a:lnTo>
                  <a:pt x="386100" y="29400"/>
                </a:lnTo>
                <a:lnTo>
                  <a:pt x="386100" y="30150"/>
                </a:lnTo>
                <a:lnTo>
                  <a:pt x="386175" y="30300"/>
                </a:lnTo>
                <a:lnTo>
                  <a:pt x="386175" y="32625"/>
                </a:lnTo>
                <a:lnTo>
                  <a:pt x="386100" y="32700"/>
                </a:lnTo>
                <a:lnTo>
                  <a:pt x="386100" y="33450"/>
                </a:lnTo>
                <a:lnTo>
                  <a:pt x="386025" y="33450"/>
                </a:lnTo>
                <a:lnTo>
                  <a:pt x="386025" y="33900"/>
                </a:lnTo>
                <a:lnTo>
                  <a:pt x="385950" y="34050"/>
                </a:lnTo>
                <a:lnTo>
                  <a:pt x="385950" y="34425"/>
                </a:lnTo>
                <a:lnTo>
                  <a:pt x="385875" y="34500"/>
                </a:lnTo>
                <a:lnTo>
                  <a:pt x="385875" y="34725"/>
                </a:lnTo>
                <a:lnTo>
                  <a:pt x="385800" y="34875"/>
                </a:lnTo>
                <a:lnTo>
                  <a:pt x="385800" y="35175"/>
                </a:lnTo>
                <a:lnTo>
                  <a:pt x="385725" y="35325"/>
                </a:lnTo>
                <a:lnTo>
                  <a:pt x="385725" y="35475"/>
                </a:lnTo>
                <a:lnTo>
                  <a:pt x="385650" y="35625"/>
                </a:lnTo>
                <a:lnTo>
                  <a:pt x="385650" y="35775"/>
                </a:lnTo>
                <a:lnTo>
                  <a:pt x="385575" y="35850"/>
                </a:lnTo>
                <a:lnTo>
                  <a:pt x="385575" y="36075"/>
                </a:lnTo>
                <a:lnTo>
                  <a:pt x="385500" y="36150"/>
                </a:lnTo>
                <a:lnTo>
                  <a:pt x="385500" y="36300"/>
                </a:lnTo>
                <a:lnTo>
                  <a:pt x="385425" y="36450"/>
                </a:lnTo>
                <a:lnTo>
                  <a:pt x="385425" y="36600"/>
                </a:lnTo>
                <a:lnTo>
                  <a:pt x="385350" y="36600"/>
                </a:lnTo>
                <a:lnTo>
                  <a:pt x="385350" y="36750"/>
                </a:lnTo>
                <a:lnTo>
                  <a:pt x="385275" y="36900"/>
                </a:lnTo>
                <a:lnTo>
                  <a:pt x="385275" y="37050"/>
                </a:lnTo>
                <a:lnTo>
                  <a:pt x="385125" y="37275"/>
                </a:lnTo>
                <a:lnTo>
                  <a:pt x="385125" y="37500"/>
                </a:lnTo>
                <a:lnTo>
                  <a:pt x="384975" y="37725"/>
                </a:lnTo>
                <a:lnTo>
                  <a:pt x="384975" y="37875"/>
                </a:lnTo>
                <a:lnTo>
                  <a:pt x="384900" y="37875"/>
                </a:lnTo>
                <a:lnTo>
                  <a:pt x="384900" y="38025"/>
                </a:lnTo>
                <a:lnTo>
                  <a:pt x="384750" y="38250"/>
                </a:lnTo>
                <a:lnTo>
                  <a:pt x="384750" y="38325"/>
                </a:lnTo>
                <a:lnTo>
                  <a:pt x="384675" y="38400"/>
                </a:lnTo>
                <a:lnTo>
                  <a:pt x="384675" y="38550"/>
                </a:lnTo>
                <a:lnTo>
                  <a:pt x="384375" y="39150"/>
                </a:lnTo>
                <a:lnTo>
                  <a:pt x="384300" y="39225"/>
                </a:lnTo>
                <a:lnTo>
                  <a:pt x="384300" y="39300"/>
                </a:lnTo>
                <a:lnTo>
                  <a:pt x="384150" y="39525"/>
                </a:lnTo>
                <a:lnTo>
                  <a:pt x="384150" y="39675"/>
                </a:lnTo>
                <a:lnTo>
                  <a:pt x="384075" y="39675"/>
                </a:lnTo>
                <a:lnTo>
                  <a:pt x="384075" y="39825"/>
                </a:lnTo>
                <a:lnTo>
                  <a:pt x="384000" y="39825"/>
                </a:lnTo>
                <a:lnTo>
                  <a:pt x="384000" y="39900"/>
                </a:lnTo>
                <a:lnTo>
                  <a:pt x="383925" y="39975"/>
                </a:lnTo>
                <a:lnTo>
                  <a:pt x="383925" y="40050"/>
                </a:lnTo>
                <a:lnTo>
                  <a:pt x="383850" y="40125"/>
                </a:lnTo>
                <a:lnTo>
                  <a:pt x="383850" y="40200"/>
                </a:lnTo>
                <a:lnTo>
                  <a:pt x="383775" y="40200"/>
                </a:lnTo>
                <a:lnTo>
                  <a:pt x="383775" y="40350"/>
                </a:lnTo>
                <a:lnTo>
                  <a:pt x="383700" y="40350"/>
                </a:lnTo>
                <a:lnTo>
                  <a:pt x="383700" y="40500"/>
                </a:lnTo>
                <a:lnTo>
                  <a:pt x="383625" y="40500"/>
                </a:lnTo>
                <a:lnTo>
                  <a:pt x="383550" y="40575"/>
                </a:lnTo>
                <a:lnTo>
                  <a:pt x="383550" y="40650"/>
                </a:lnTo>
                <a:lnTo>
                  <a:pt x="383475" y="40725"/>
                </a:lnTo>
                <a:lnTo>
                  <a:pt x="383250" y="41175"/>
                </a:lnTo>
                <a:lnTo>
                  <a:pt x="383175" y="41250"/>
                </a:lnTo>
                <a:lnTo>
                  <a:pt x="383175" y="41325"/>
                </a:lnTo>
                <a:lnTo>
                  <a:pt x="383025" y="41550"/>
                </a:lnTo>
                <a:lnTo>
                  <a:pt x="382950" y="41550"/>
                </a:lnTo>
                <a:lnTo>
                  <a:pt x="382650" y="42075"/>
                </a:lnTo>
                <a:lnTo>
                  <a:pt x="382500" y="42150"/>
                </a:lnTo>
                <a:lnTo>
                  <a:pt x="382500" y="42225"/>
                </a:lnTo>
                <a:lnTo>
                  <a:pt x="382425" y="42300"/>
                </a:lnTo>
                <a:lnTo>
                  <a:pt x="382275" y="42600"/>
                </a:lnTo>
                <a:lnTo>
                  <a:pt x="382200" y="42600"/>
                </a:lnTo>
                <a:lnTo>
                  <a:pt x="382125" y="42675"/>
                </a:lnTo>
                <a:lnTo>
                  <a:pt x="381975" y="42975"/>
                </a:lnTo>
                <a:lnTo>
                  <a:pt x="381900" y="42975"/>
                </a:lnTo>
                <a:lnTo>
                  <a:pt x="381825" y="43050"/>
                </a:lnTo>
                <a:lnTo>
                  <a:pt x="381750" y="43200"/>
                </a:lnTo>
                <a:lnTo>
                  <a:pt x="381525" y="43425"/>
                </a:lnTo>
                <a:lnTo>
                  <a:pt x="381450" y="43575"/>
                </a:lnTo>
                <a:lnTo>
                  <a:pt x="381375" y="43575"/>
                </a:lnTo>
                <a:lnTo>
                  <a:pt x="381300" y="43650"/>
                </a:lnTo>
                <a:lnTo>
                  <a:pt x="381300" y="43725"/>
                </a:lnTo>
                <a:lnTo>
                  <a:pt x="381225" y="43800"/>
                </a:lnTo>
                <a:lnTo>
                  <a:pt x="381150" y="43800"/>
                </a:lnTo>
                <a:lnTo>
                  <a:pt x="381075" y="43950"/>
                </a:lnTo>
                <a:lnTo>
                  <a:pt x="380625" y="44400"/>
                </a:lnTo>
                <a:lnTo>
                  <a:pt x="380550" y="44550"/>
                </a:lnTo>
                <a:lnTo>
                  <a:pt x="380475" y="44550"/>
                </a:lnTo>
                <a:lnTo>
                  <a:pt x="380025" y="45000"/>
                </a:lnTo>
                <a:lnTo>
                  <a:pt x="379875" y="45075"/>
                </a:lnTo>
                <a:lnTo>
                  <a:pt x="379875" y="45150"/>
                </a:lnTo>
                <a:lnTo>
                  <a:pt x="379650" y="45300"/>
                </a:lnTo>
                <a:lnTo>
                  <a:pt x="379650" y="45375"/>
                </a:lnTo>
                <a:lnTo>
                  <a:pt x="379500" y="45450"/>
                </a:lnTo>
                <a:lnTo>
                  <a:pt x="379425" y="45525"/>
                </a:lnTo>
                <a:lnTo>
                  <a:pt x="379425" y="45600"/>
                </a:lnTo>
                <a:lnTo>
                  <a:pt x="379125" y="45750"/>
                </a:lnTo>
                <a:lnTo>
                  <a:pt x="379125" y="45825"/>
                </a:lnTo>
                <a:lnTo>
                  <a:pt x="379050" y="45900"/>
                </a:lnTo>
                <a:lnTo>
                  <a:pt x="378975" y="45900"/>
                </a:lnTo>
                <a:lnTo>
                  <a:pt x="378750" y="46125"/>
                </a:lnTo>
                <a:lnTo>
                  <a:pt x="378300" y="46425"/>
                </a:lnTo>
                <a:lnTo>
                  <a:pt x="378075" y="46650"/>
                </a:lnTo>
                <a:lnTo>
                  <a:pt x="377925" y="46725"/>
                </a:lnTo>
                <a:lnTo>
                  <a:pt x="377775" y="46875"/>
                </a:lnTo>
                <a:lnTo>
                  <a:pt x="377475" y="47025"/>
                </a:lnTo>
                <a:lnTo>
                  <a:pt x="377325" y="47175"/>
                </a:lnTo>
                <a:lnTo>
                  <a:pt x="377025" y="47325"/>
                </a:lnTo>
                <a:lnTo>
                  <a:pt x="376875" y="47475"/>
                </a:lnTo>
                <a:lnTo>
                  <a:pt x="376425" y="47700"/>
                </a:lnTo>
                <a:lnTo>
                  <a:pt x="376425" y="47775"/>
                </a:lnTo>
                <a:lnTo>
                  <a:pt x="375825" y="48075"/>
                </a:lnTo>
                <a:lnTo>
                  <a:pt x="375825" y="48150"/>
                </a:lnTo>
                <a:lnTo>
                  <a:pt x="375000" y="48525"/>
                </a:lnTo>
                <a:lnTo>
                  <a:pt x="375000" y="48600"/>
                </a:lnTo>
                <a:lnTo>
                  <a:pt x="374700" y="48750"/>
                </a:lnTo>
                <a:lnTo>
                  <a:pt x="374625" y="48750"/>
                </a:lnTo>
                <a:lnTo>
                  <a:pt x="374025" y="49050"/>
                </a:lnTo>
                <a:lnTo>
                  <a:pt x="373950" y="49050"/>
                </a:lnTo>
                <a:lnTo>
                  <a:pt x="373500" y="49275"/>
                </a:lnTo>
                <a:lnTo>
                  <a:pt x="373275" y="49350"/>
                </a:lnTo>
                <a:lnTo>
                  <a:pt x="373275" y="49425"/>
                </a:lnTo>
                <a:lnTo>
                  <a:pt x="373125" y="49425"/>
                </a:lnTo>
                <a:lnTo>
                  <a:pt x="373125" y="49500"/>
                </a:lnTo>
                <a:lnTo>
                  <a:pt x="372975" y="49500"/>
                </a:lnTo>
                <a:lnTo>
                  <a:pt x="372975" y="49575"/>
                </a:lnTo>
                <a:lnTo>
                  <a:pt x="372750" y="49575"/>
                </a:lnTo>
                <a:lnTo>
                  <a:pt x="372750" y="49650"/>
                </a:lnTo>
                <a:lnTo>
                  <a:pt x="372600" y="49650"/>
                </a:lnTo>
                <a:lnTo>
                  <a:pt x="372600" y="49725"/>
                </a:lnTo>
                <a:lnTo>
                  <a:pt x="372450" y="49725"/>
                </a:lnTo>
                <a:lnTo>
                  <a:pt x="372375" y="49800"/>
                </a:lnTo>
                <a:lnTo>
                  <a:pt x="372225" y="49800"/>
                </a:lnTo>
                <a:lnTo>
                  <a:pt x="372075" y="49875"/>
                </a:lnTo>
                <a:lnTo>
                  <a:pt x="372000" y="49875"/>
                </a:lnTo>
                <a:lnTo>
                  <a:pt x="370950" y="50325"/>
                </a:lnTo>
                <a:lnTo>
                  <a:pt x="370725" y="50400"/>
                </a:lnTo>
                <a:lnTo>
                  <a:pt x="370500" y="50400"/>
                </a:lnTo>
                <a:lnTo>
                  <a:pt x="370200" y="50550"/>
                </a:lnTo>
                <a:lnTo>
                  <a:pt x="370125" y="50550"/>
                </a:lnTo>
                <a:lnTo>
                  <a:pt x="369750" y="50700"/>
                </a:lnTo>
                <a:lnTo>
                  <a:pt x="369525" y="50700"/>
                </a:lnTo>
                <a:lnTo>
                  <a:pt x="369000" y="50925"/>
                </a:lnTo>
                <a:lnTo>
                  <a:pt x="369075" y="50925"/>
                </a:lnTo>
                <a:lnTo>
                  <a:pt x="369525" y="51450"/>
                </a:lnTo>
                <a:lnTo>
                  <a:pt x="369750" y="51600"/>
                </a:lnTo>
                <a:lnTo>
                  <a:pt x="370650" y="52500"/>
                </a:lnTo>
                <a:lnTo>
                  <a:pt x="370875" y="52650"/>
                </a:lnTo>
                <a:lnTo>
                  <a:pt x="371625" y="53400"/>
                </a:lnTo>
                <a:lnTo>
                  <a:pt x="371850" y="53550"/>
                </a:lnTo>
                <a:lnTo>
                  <a:pt x="372450" y="54150"/>
                </a:lnTo>
                <a:lnTo>
                  <a:pt x="372600" y="54375"/>
                </a:lnTo>
                <a:lnTo>
                  <a:pt x="372750" y="54525"/>
                </a:lnTo>
                <a:lnTo>
                  <a:pt x="372975" y="54675"/>
                </a:lnTo>
                <a:lnTo>
                  <a:pt x="373725" y="55425"/>
                </a:lnTo>
                <a:lnTo>
                  <a:pt x="373950" y="55575"/>
                </a:lnTo>
                <a:lnTo>
                  <a:pt x="374700" y="56325"/>
                </a:lnTo>
                <a:lnTo>
                  <a:pt x="374925" y="56475"/>
                </a:lnTo>
                <a:lnTo>
                  <a:pt x="376800" y="58350"/>
                </a:lnTo>
                <a:lnTo>
                  <a:pt x="377025" y="58500"/>
                </a:lnTo>
                <a:lnTo>
                  <a:pt x="377775" y="59250"/>
                </a:lnTo>
                <a:lnTo>
                  <a:pt x="378000" y="59400"/>
                </a:lnTo>
                <a:lnTo>
                  <a:pt x="378900" y="60300"/>
                </a:lnTo>
                <a:lnTo>
                  <a:pt x="379125" y="60450"/>
                </a:lnTo>
                <a:lnTo>
                  <a:pt x="379275" y="60600"/>
                </a:lnTo>
                <a:lnTo>
                  <a:pt x="379425" y="60825"/>
                </a:lnTo>
                <a:lnTo>
                  <a:pt x="379875" y="61275"/>
                </a:lnTo>
                <a:lnTo>
                  <a:pt x="380100" y="61425"/>
                </a:lnTo>
                <a:lnTo>
                  <a:pt x="381000" y="62325"/>
                </a:lnTo>
                <a:lnTo>
                  <a:pt x="381225" y="62475"/>
                </a:lnTo>
                <a:lnTo>
                  <a:pt x="381825" y="63075"/>
                </a:lnTo>
                <a:lnTo>
                  <a:pt x="377775" y="66750"/>
                </a:lnTo>
                <a:lnTo>
                  <a:pt x="376650" y="65700"/>
                </a:lnTo>
                <a:lnTo>
                  <a:pt x="376425" y="65550"/>
                </a:lnTo>
                <a:lnTo>
                  <a:pt x="376125" y="65250"/>
                </a:lnTo>
                <a:lnTo>
                  <a:pt x="375975" y="65025"/>
                </a:lnTo>
                <a:lnTo>
                  <a:pt x="375525" y="64575"/>
                </a:lnTo>
                <a:lnTo>
                  <a:pt x="375300" y="64425"/>
                </a:lnTo>
                <a:lnTo>
                  <a:pt x="374550" y="63675"/>
                </a:lnTo>
                <a:lnTo>
                  <a:pt x="374325" y="63525"/>
                </a:lnTo>
                <a:lnTo>
                  <a:pt x="373575" y="62775"/>
                </a:lnTo>
                <a:lnTo>
                  <a:pt x="373350" y="62625"/>
                </a:lnTo>
                <a:lnTo>
                  <a:pt x="372900" y="62175"/>
                </a:lnTo>
                <a:lnTo>
                  <a:pt x="372750" y="61950"/>
                </a:lnTo>
                <a:lnTo>
                  <a:pt x="372450" y="61650"/>
                </a:lnTo>
                <a:lnTo>
                  <a:pt x="372225" y="61500"/>
                </a:lnTo>
                <a:lnTo>
                  <a:pt x="371475" y="60750"/>
                </a:lnTo>
                <a:lnTo>
                  <a:pt x="371250" y="60600"/>
                </a:lnTo>
                <a:lnTo>
                  <a:pt x="370350" y="59700"/>
                </a:lnTo>
                <a:lnTo>
                  <a:pt x="370125" y="59550"/>
                </a:lnTo>
                <a:lnTo>
                  <a:pt x="369525" y="58950"/>
                </a:lnTo>
                <a:lnTo>
                  <a:pt x="369375" y="58725"/>
                </a:lnTo>
                <a:lnTo>
                  <a:pt x="369150" y="58575"/>
                </a:lnTo>
                <a:lnTo>
                  <a:pt x="368400" y="57825"/>
                </a:lnTo>
                <a:lnTo>
                  <a:pt x="368175" y="57675"/>
                </a:lnTo>
                <a:lnTo>
                  <a:pt x="367275" y="56775"/>
                </a:lnTo>
                <a:lnTo>
                  <a:pt x="367050" y="56625"/>
                </a:lnTo>
                <a:lnTo>
                  <a:pt x="366300" y="55875"/>
                </a:lnTo>
                <a:lnTo>
                  <a:pt x="366075" y="55725"/>
                </a:lnTo>
                <a:lnTo>
                  <a:pt x="365925" y="55500"/>
                </a:lnTo>
                <a:lnTo>
                  <a:pt x="365325" y="54900"/>
                </a:lnTo>
                <a:lnTo>
                  <a:pt x="365100" y="54750"/>
                </a:lnTo>
                <a:lnTo>
                  <a:pt x="364200" y="53850"/>
                </a:lnTo>
                <a:lnTo>
                  <a:pt x="363975" y="53700"/>
                </a:lnTo>
                <a:lnTo>
                  <a:pt x="363225" y="52950"/>
                </a:lnTo>
                <a:lnTo>
                  <a:pt x="363000" y="52800"/>
                </a:lnTo>
                <a:lnTo>
                  <a:pt x="362550" y="52275"/>
                </a:lnTo>
                <a:lnTo>
                  <a:pt x="362100" y="51825"/>
                </a:lnTo>
                <a:lnTo>
                  <a:pt x="361275" y="51075"/>
                </a:lnTo>
                <a:lnTo>
                  <a:pt x="360975" y="50850"/>
                </a:lnTo>
                <a:lnTo>
                  <a:pt x="360525" y="49875"/>
                </a:lnTo>
                <a:lnTo>
                  <a:pt x="360450" y="49575"/>
                </a:lnTo>
                <a:lnTo>
                  <a:pt x="360450" y="48900"/>
                </a:lnTo>
                <a:lnTo>
                  <a:pt x="360525" y="48525"/>
                </a:lnTo>
                <a:lnTo>
                  <a:pt x="360825" y="47925"/>
                </a:lnTo>
                <a:lnTo>
                  <a:pt x="361050" y="47625"/>
                </a:lnTo>
                <a:lnTo>
                  <a:pt x="361350" y="47400"/>
                </a:lnTo>
                <a:lnTo>
                  <a:pt x="361575" y="47175"/>
                </a:lnTo>
                <a:lnTo>
                  <a:pt x="362250" y="46800"/>
                </a:lnTo>
                <a:lnTo>
                  <a:pt x="363000" y="46650"/>
                </a:lnTo>
                <a:lnTo>
                  <a:pt x="363150" y="46650"/>
                </a:lnTo>
                <a:lnTo>
                  <a:pt x="363375" y="46575"/>
                </a:lnTo>
                <a:lnTo>
                  <a:pt x="363750" y="46575"/>
                </a:lnTo>
                <a:lnTo>
                  <a:pt x="363900" y="46500"/>
                </a:lnTo>
                <a:lnTo>
                  <a:pt x="364275" y="46500"/>
                </a:lnTo>
                <a:lnTo>
                  <a:pt x="364500" y="46425"/>
                </a:lnTo>
                <a:lnTo>
                  <a:pt x="364800" y="46425"/>
                </a:lnTo>
                <a:lnTo>
                  <a:pt x="365025" y="46350"/>
                </a:lnTo>
                <a:lnTo>
                  <a:pt x="365550" y="46275"/>
                </a:lnTo>
                <a:lnTo>
                  <a:pt x="365700" y="46200"/>
                </a:lnTo>
                <a:lnTo>
                  <a:pt x="366075" y="46200"/>
                </a:lnTo>
                <a:lnTo>
                  <a:pt x="366225" y="46125"/>
                </a:lnTo>
                <a:lnTo>
                  <a:pt x="366750" y="46050"/>
                </a:lnTo>
                <a:lnTo>
                  <a:pt x="367050" y="45900"/>
                </a:lnTo>
                <a:lnTo>
                  <a:pt x="367200" y="45900"/>
                </a:lnTo>
                <a:lnTo>
                  <a:pt x="367425" y="45825"/>
                </a:lnTo>
                <a:lnTo>
                  <a:pt x="367575" y="45825"/>
                </a:lnTo>
                <a:lnTo>
                  <a:pt x="367725" y="45750"/>
                </a:lnTo>
                <a:lnTo>
                  <a:pt x="367875" y="45750"/>
                </a:lnTo>
                <a:lnTo>
                  <a:pt x="368175" y="45600"/>
                </a:lnTo>
                <a:lnTo>
                  <a:pt x="368325" y="45600"/>
                </a:lnTo>
                <a:lnTo>
                  <a:pt x="368625" y="45450"/>
                </a:lnTo>
                <a:lnTo>
                  <a:pt x="368775" y="45450"/>
                </a:lnTo>
                <a:lnTo>
                  <a:pt x="369075" y="45300"/>
                </a:lnTo>
                <a:lnTo>
                  <a:pt x="369225" y="45300"/>
                </a:lnTo>
                <a:lnTo>
                  <a:pt x="369525" y="45150"/>
                </a:lnTo>
                <a:lnTo>
                  <a:pt x="369675" y="45150"/>
                </a:lnTo>
                <a:lnTo>
                  <a:pt x="370125" y="44925"/>
                </a:lnTo>
                <a:lnTo>
                  <a:pt x="370275" y="44925"/>
                </a:lnTo>
                <a:lnTo>
                  <a:pt x="370725" y="44700"/>
                </a:lnTo>
                <a:lnTo>
                  <a:pt x="370800" y="44625"/>
                </a:lnTo>
                <a:lnTo>
                  <a:pt x="370950" y="44625"/>
                </a:lnTo>
                <a:lnTo>
                  <a:pt x="371775" y="44175"/>
                </a:lnTo>
                <a:lnTo>
                  <a:pt x="371925" y="44175"/>
                </a:lnTo>
                <a:lnTo>
                  <a:pt x="372000" y="44100"/>
                </a:lnTo>
                <a:lnTo>
                  <a:pt x="373050" y="43500"/>
                </a:lnTo>
                <a:lnTo>
                  <a:pt x="374400" y="42600"/>
                </a:lnTo>
                <a:lnTo>
                  <a:pt x="374550" y="42450"/>
                </a:lnTo>
                <a:lnTo>
                  <a:pt x="375225" y="42000"/>
                </a:lnTo>
                <a:lnTo>
                  <a:pt x="375750" y="41475"/>
                </a:lnTo>
                <a:lnTo>
                  <a:pt x="375900" y="41400"/>
                </a:lnTo>
                <a:lnTo>
                  <a:pt x="376125" y="41175"/>
                </a:lnTo>
                <a:lnTo>
                  <a:pt x="376200" y="41025"/>
                </a:lnTo>
                <a:lnTo>
                  <a:pt x="376350" y="40950"/>
                </a:lnTo>
                <a:lnTo>
                  <a:pt x="376650" y="40650"/>
                </a:lnTo>
                <a:lnTo>
                  <a:pt x="376800" y="40425"/>
                </a:lnTo>
                <a:lnTo>
                  <a:pt x="376950" y="40350"/>
                </a:lnTo>
                <a:lnTo>
                  <a:pt x="377100" y="40200"/>
                </a:lnTo>
                <a:lnTo>
                  <a:pt x="377175" y="40050"/>
                </a:lnTo>
                <a:lnTo>
                  <a:pt x="377400" y="39825"/>
                </a:lnTo>
                <a:lnTo>
                  <a:pt x="377475" y="39675"/>
                </a:lnTo>
                <a:lnTo>
                  <a:pt x="377700" y="39450"/>
                </a:lnTo>
                <a:lnTo>
                  <a:pt x="377775" y="39300"/>
                </a:lnTo>
                <a:lnTo>
                  <a:pt x="377925" y="39150"/>
                </a:lnTo>
                <a:lnTo>
                  <a:pt x="377925" y="39075"/>
                </a:lnTo>
                <a:lnTo>
                  <a:pt x="378000" y="38925"/>
                </a:lnTo>
                <a:lnTo>
                  <a:pt x="378375" y="38475"/>
                </a:lnTo>
                <a:lnTo>
                  <a:pt x="378375" y="38400"/>
                </a:lnTo>
                <a:lnTo>
                  <a:pt x="378450" y="38250"/>
                </a:lnTo>
                <a:lnTo>
                  <a:pt x="378600" y="38100"/>
                </a:lnTo>
                <a:lnTo>
                  <a:pt x="378675" y="37950"/>
                </a:lnTo>
                <a:lnTo>
                  <a:pt x="378675" y="37875"/>
                </a:lnTo>
                <a:lnTo>
                  <a:pt x="378900" y="37575"/>
                </a:lnTo>
                <a:lnTo>
                  <a:pt x="378900" y="37500"/>
                </a:lnTo>
                <a:lnTo>
                  <a:pt x="379050" y="37275"/>
                </a:lnTo>
                <a:lnTo>
                  <a:pt x="379050" y="37200"/>
                </a:lnTo>
                <a:lnTo>
                  <a:pt x="379200" y="36975"/>
                </a:lnTo>
                <a:lnTo>
                  <a:pt x="379200" y="36900"/>
                </a:lnTo>
                <a:lnTo>
                  <a:pt x="379275" y="36750"/>
                </a:lnTo>
                <a:lnTo>
                  <a:pt x="379350" y="36675"/>
                </a:lnTo>
                <a:lnTo>
                  <a:pt x="379425" y="36375"/>
                </a:lnTo>
                <a:lnTo>
                  <a:pt x="379500" y="36300"/>
                </a:lnTo>
                <a:lnTo>
                  <a:pt x="379575" y="36150"/>
                </a:lnTo>
                <a:lnTo>
                  <a:pt x="379575" y="36075"/>
                </a:lnTo>
                <a:lnTo>
                  <a:pt x="379650" y="36000"/>
                </a:lnTo>
                <a:lnTo>
                  <a:pt x="379650" y="35850"/>
                </a:lnTo>
                <a:lnTo>
                  <a:pt x="379725" y="35775"/>
                </a:lnTo>
                <a:lnTo>
                  <a:pt x="379725" y="35700"/>
                </a:lnTo>
                <a:lnTo>
                  <a:pt x="379875" y="35325"/>
                </a:lnTo>
                <a:lnTo>
                  <a:pt x="379875" y="35175"/>
                </a:lnTo>
                <a:lnTo>
                  <a:pt x="379950" y="35025"/>
                </a:lnTo>
                <a:lnTo>
                  <a:pt x="379950" y="34950"/>
                </a:lnTo>
                <a:lnTo>
                  <a:pt x="380025" y="34875"/>
                </a:lnTo>
                <a:lnTo>
                  <a:pt x="380025" y="34650"/>
                </a:lnTo>
                <a:lnTo>
                  <a:pt x="380100" y="34500"/>
                </a:lnTo>
                <a:lnTo>
                  <a:pt x="380100" y="34350"/>
                </a:lnTo>
                <a:lnTo>
                  <a:pt x="380175" y="34200"/>
                </a:lnTo>
                <a:lnTo>
                  <a:pt x="380175" y="34050"/>
                </a:lnTo>
                <a:lnTo>
                  <a:pt x="380250" y="33900"/>
                </a:lnTo>
                <a:lnTo>
                  <a:pt x="380250" y="33675"/>
                </a:lnTo>
                <a:lnTo>
                  <a:pt x="380325" y="33600"/>
                </a:lnTo>
                <a:lnTo>
                  <a:pt x="380325" y="33150"/>
                </a:lnTo>
                <a:lnTo>
                  <a:pt x="380400" y="33075"/>
                </a:lnTo>
                <a:lnTo>
                  <a:pt x="380400" y="32550"/>
                </a:lnTo>
                <a:lnTo>
                  <a:pt x="380475" y="32475"/>
                </a:lnTo>
                <a:lnTo>
                  <a:pt x="380475" y="30375"/>
                </a:lnTo>
                <a:lnTo>
                  <a:pt x="380400" y="30300"/>
                </a:lnTo>
                <a:lnTo>
                  <a:pt x="380400" y="29775"/>
                </a:lnTo>
                <a:lnTo>
                  <a:pt x="380325" y="29700"/>
                </a:lnTo>
                <a:lnTo>
                  <a:pt x="380325" y="29325"/>
                </a:lnTo>
                <a:lnTo>
                  <a:pt x="380250" y="29175"/>
                </a:lnTo>
                <a:lnTo>
                  <a:pt x="380250" y="29025"/>
                </a:lnTo>
                <a:lnTo>
                  <a:pt x="380175" y="28875"/>
                </a:lnTo>
                <a:lnTo>
                  <a:pt x="380175" y="28650"/>
                </a:lnTo>
                <a:lnTo>
                  <a:pt x="380100" y="28500"/>
                </a:lnTo>
                <a:lnTo>
                  <a:pt x="380100" y="28350"/>
                </a:lnTo>
                <a:lnTo>
                  <a:pt x="380025" y="28200"/>
                </a:lnTo>
                <a:lnTo>
                  <a:pt x="380025" y="28125"/>
                </a:lnTo>
                <a:lnTo>
                  <a:pt x="379950" y="28050"/>
                </a:lnTo>
                <a:lnTo>
                  <a:pt x="379950" y="27825"/>
                </a:lnTo>
                <a:lnTo>
                  <a:pt x="379875" y="27750"/>
                </a:lnTo>
                <a:lnTo>
                  <a:pt x="379800" y="27450"/>
                </a:lnTo>
                <a:lnTo>
                  <a:pt x="379650" y="27225"/>
                </a:lnTo>
                <a:lnTo>
                  <a:pt x="379650" y="27075"/>
                </a:lnTo>
                <a:lnTo>
                  <a:pt x="379500" y="26850"/>
                </a:lnTo>
                <a:lnTo>
                  <a:pt x="379500" y="26700"/>
                </a:lnTo>
                <a:lnTo>
                  <a:pt x="379425" y="26625"/>
                </a:lnTo>
                <a:lnTo>
                  <a:pt x="379425" y="26550"/>
                </a:lnTo>
                <a:lnTo>
                  <a:pt x="379350" y="26475"/>
                </a:lnTo>
                <a:lnTo>
                  <a:pt x="379350" y="26400"/>
                </a:lnTo>
                <a:lnTo>
                  <a:pt x="379200" y="26175"/>
                </a:lnTo>
                <a:lnTo>
                  <a:pt x="379200" y="26100"/>
                </a:lnTo>
                <a:lnTo>
                  <a:pt x="379050" y="25950"/>
                </a:lnTo>
                <a:lnTo>
                  <a:pt x="379050" y="25875"/>
                </a:lnTo>
                <a:lnTo>
                  <a:pt x="378900" y="25650"/>
                </a:lnTo>
                <a:lnTo>
                  <a:pt x="378900" y="25575"/>
                </a:lnTo>
                <a:lnTo>
                  <a:pt x="378750" y="25425"/>
                </a:lnTo>
                <a:lnTo>
                  <a:pt x="378750" y="25350"/>
                </a:lnTo>
                <a:lnTo>
                  <a:pt x="378525" y="25050"/>
                </a:lnTo>
                <a:lnTo>
                  <a:pt x="378525" y="24975"/>
                </a:lnTo>
                <a:lnTo>
                  <a:pt x="378225" y="24675"/>
                </a:lnTo>
                <a:lnTo>
                  <a:pt x="378225" y="24600"/>
                </a:lnTo>
                <a:lnTo>
                  <a:pt x="377925" y="24300"/>
                </a:lnTo>
                <a:lnTo>
                  <a:pt x="377850" y="24150"/>
                </a:lnTo>
                <a:lnTo>
                  <a:pt x="377850" y="24075"/>
                </a:lnTo>
                <a:lnTo>
                  <a:pt x="376950" y="23175"/>
                </a:lnTo>
                <a:lnTo>
                  <a:pt x="376875" y="23175"/>
                </a:lnTo>
                <a:lnTo>
                  <a:pt x="376425" y="22725"/>
                </a:lnTo>
                <a:lnTo>
                  <a:pt x="376275" y="22650"/>
                </a:lnTo>
                <a:lnTo>
                  <a:pt x="376050" y="22425"/>
                </a:lnTo>
                <a:lnTo>
                  <a:pt x="375975" y="22425"/>
                </a:lnTo>
                <a:lnTo>
                  <a:pt x="375825" y="22275"/>
                </a:lnTo>
                <a:lnTo>
                  <a:pt x="375675" y="22200"/>
                </a:lnTo>
                <a:lnTo>
                  <a:pt x="375450" y="21975"/>
                </a:lnTo>
                <a:lnTo>
                  <a:pt x="375300" y="21975"/>
                </a:lnTo>
                <a:lnTo>
                  <a:pt x="375075" y="21750"/>
                </a:lnTo>
                <a:lnTo>
                  <a:pt x="374925" y="21675"/>
                </a:lnTo>
                <a:lnTo>
                  <a:pt x="374850" y="21675"/>
                </a:lnTo>
                <a:lnTo>
                  <a:pt x="374550" y="21450"/>
                </a:lnTo>
                <a:lnTo>
                  <a:pt x="374475" y="21450"/>
                </a:lnTo>
                <a:lnTo>
                  <a:pt x="374250" y="21300"/>
                </a:lnTo>
                <a:lnTo>
                  <a:pt x="374175" y="21300"/>
                </a:lnTo>
                <a:lnTo>
                  <a:pt x="373950" y="21150"/>
                </a:lnTo>
                <a:lnTo>
                  <a:pt x="373575" y="21000"/>
                </a:lnTo>
                <a:lnTo>
                  <a:pt x="373500" y="20925"/>
                </a:lnTo>
                <a:lnTo>
                  <a:pt x="373425" y="20925"/>
                </a:lnTo>
                <a:lnTo>
                  <a:pt x="372900" y="20700"/>
                </a:lnTo>
                <a:lnTo>
                  <a:pt x="372825" y="20700"/>
                </a:lnTo>
                <a:lnTo>
                  <a:pt x="372600" y="20550"/>
                </a:lnTo>
                <a:lnTo>
                  <a:pt x="372450" y="20550"/>
                </a:lnTo>
                <a:lnTo>
                  <a:pt x="372375" y="20475"/>
                </a:lnTo>
                <a:lnTo>
                  <a:pt x="372225" y="20475"/>
                </a:lnTo>
                <a:lnTo>
                  <a:pt x="371850" y="20325"/>
                </a:lnTo>
                <a:lnTo>
                  <a:pt x="371700" y="20325"/>
                </a:lnTo>
                <a:lnTo>
                  <a:pt x="371625" y="20250"/>
                </a:lnTo>
                <a:lnTo>
                  <a:pt x="371475" y="20250"/>
                </a:lnTo>
                <a:lnTo>
                  <a:pt x="371100" y="20100"/>
                </a:lnTo>
                <a:lnTo>
                  <a:pt x="370950" y="20100"/>
                </a:lnTo>
                <a:lnTo>
                  <a:pt x="370800" y="20025"/>
                </a:lnTo>
                <a:lnTo>
                  <a:pt x="370575" y="20025"/>
                </a:lnTo>
                <a:lnTo>
                  <a:pt x="370425" y="19950"/>
                </a:lnTo>
                <a:lnTo>
                  <a:pt x="370275" y="19950"/>
                </a:lnTo>
                <a:lnTo>
                  <a:pt x="370125" y="19875"/>
                </a:lnTo>
                <a:lnTo>
                  <a:pt x="369900" y="19875"/>
                </a:lnTo>
                <a:lnTo>
                  <a:pt x="369750" y="19800"/>
                </a:lnTo>
                <a:lnTo>
                  <a:pt x="369450" y="19800"/>
                </a:lnTo>
                <a:lnTo>
                  <a:pt x="369300" y="19725"/>
                </a:lnTo>
                <a:lnTo>
                  <a:pt x="368850" y="19725"/>
                </a:lnTo>
                <a:lnTo>
                  <a:pt x="368700" y="19650"/>
                </a:lnTo>
                <a:lnTo>
                  <a:pt x="368250" y="19650"/>
                </a:lnTo>
                <a:lnTo>
                  <a:pt x="368100" y="19575"/>
                </a:lnTo>
                <a:lnTo>
                  <a:pt x="367350" y="19575"/>
                </a:lnTo>
                <a:lnTo>
                  <a:pt x="367200" y="19500"/>
                </a:lnTo>
                <a:lnTo>
                  <a:pt x="364650" y="19500"/>
                </a:lnTo>
                <a:lnTo>
                  <a:pt x="364425" y="19575"/>
                </a:lnTo>
                <a:lnTo>
                  <a:pt x="363525" y="19575"/>
                </a:lnTo>
                <a:lnTo>
                  <a:pt x="363375" y="19650"/>
                </a:lnTo>
                <a:lnTo>
                  <a:pt x="362775" y="19650"/>
                </a:lnTo>
                <a:lnTo>
                  <a:pt x="362625" y="19725"/>
                </a:lnTo>
                <a:lnTo>
                  <a:pt x="362250" y="19725"/>
                </a:lnTo>
                <a:lnTo>
                  <a:pt x="362025" y="19800"/>
                </a:lnTo>
                <a:lnTo>
                  <a:pt x="361875" y="19800"/>
                </a:lnTo>
                <a:lnTo>
                  <a:pt x="360975" y="14625"/>
                </a:lnTo>
                <a:close/>
                <a:moveTo>
                  <a:pt x="408150" y="35625"/>
                </a:moveTo>
                <a:lnTo>
                  <a:pt x="408075" y="35625"/>
                </a:lnTo>
                <a:lnTo>
                  <a:pt x="407475" y="35925"/>
                </a:lnTo>
                <a:lnTo>
                  <a:pt x="407400" y="36000"/>
                </a:lnTo>
                <a:lnTo>
                  <a:pt x="406950" y="36225"/>
                </a:lnTo>
                <a:lnTo>
                  <a:pt x="406800" y="36375"/>
                </a:lnTo>
                <a:lnTo>
                  <a:pt x="406350" y="36600"/>
                </a:lnTo>
                <a:lnTo>
                  <a:pt x="406200" y="36750"/>
                </a:lnTo>
                <a:lnTo>
                  <a:pt x="406050" y="36825"/>
                </a:lnTo>
                <a:lnTo>
                  <a:pt x="405975" y="36975"/>
                </a:lnTo>
                <a:lnTo>
                  <a:pt x="405825" y="37050"/>
                </a:lnTo>
                <a:lnTo>
                  <a:pt x="405675" y="37200"/>
                </a:lnTo>
                <a:lnTo>
                  <a:pt x="405225" y="37500"/>
                </a:lnTo>
                <a:lnTo>
                  <a:pt x="403950" y="38775"/>
                </a:lnTo>
                <a:lnTo>
                  <a:pt x="403800" y="38850"/>
                </a:lnTo>
                <a:lnTo>
                  <a:pt x="403725" y="39000"/>
                </a:lnTo>
                <a:lnTo>
                  <a:pt x="403275" y="39450"/>
                </a:lnTo>
                <a:lnTo>
                  <a:pt x="403050" y="39825"/>
                </a:lnTo>
                <a:lnTo>
                  <a:pt x="402600" y="40275"/>
                </a:lnTo>
                <a:lnTo>
                  <a:pt x="402525" y="40425"/>
                </a:lnTo>
                <a:lnTo>
                  <a:pt x="402225" y="40725"/>
                </a:lnTo>
                <a:lnTo>
                  <a:pt x="402000" y="41100"/>
                </a:lnTo>
                <a:lnTo>
                  <a:pt x="401700" y="41400"/>
                </a:lnTo>
                <a:lnTo>
                  <a:pt x="401625" y="41625"/>
                </a:lnTo>
                <a:lnTo>
                  <a:pt x="401325" y="41925"/>
                </a:lnTo>
                <a:lnTo>
                  <a:pt x="401250" y="42150"/>
                </a:lnTo>
                <a:lnTo>
                  <a:pt x="401100" y="42300"/>
                </a:lnTo>
                <a:lnTo>
                  <a:pt x="400650" y="42975"/>
                </a:lnTo>
                <a:lnTo>
                  <a:pt x="400500" y="43125"/>
                </a:lnTo>
                <a:lnTo>
                  <a:pt x="400425" y="43350"/>
                </a:lnTo>
                <a:lnTo>
                  <a:pt x="400125" y="43650"/>
                </a:lnTo>
                <a:lnTo>
                  <a:pt x="400050" y="43875"/>
                </a:lnTo>
                <a:lnTo>
                  <a:pt x="399900" y="44025"/>
                </a:lnTo>
                <a:lnTo>
                  <a:pt x="399600" y="44550"/>
                </a:lnTo>
                <a:lnTo>
                  <a:pt x="399450" y="44700"/>
                </a:lnTo>
                <a:lnTo>
                  <a:pt x="399375" y="44925"/>
                </a:lnTo>
                <a:lnTo>
                  <a:pt x="399225" y="45075"/>
                </a:lnTo>
                <a:lnTo>
                  <a:pt x="399075" y="45450"/>
                </a:lnTo>
                <a:lnTo>
                  <a:pt x="398925" y="45600"/>
                </a:lnTo>
                <a:lnTo>
                  <a:pt x="398550" y="46275"/>
                </a:lnTo>
                <a:lnTo>
                  <a:pt x="398400" y="46425"/>
                </a:lnTo>
                <a:lnTo>
                  <a:pt x="398325" y="46650"/>
                </a:lnTo>
                <a:lnTo>
                  <a:pt x="398175" y="46800"/>
                </a:lnTo>
                <a:lnTo>
                  <a:pt x="398025" y="47100"/>
                </a:lnTo>
                <a:lnTo>
                  <a:pt x="397875" y="47250"/>
                </a:lnTo>
                <a:lnTo>
                  <a:pt x="397725" y="47625"/>
                </a:lnTo>
                <a:lnTo>
                  <a:pt x="397575" y="47775"/>
                </a:lnTo>
                <a:lnTo>
                  <a:pt x="397425" y="48075"/>
                </a:lnTo>
                <a:lnTo>
                  <a:pt x="397275" y="48225"/>
                </a:lnTo>
                <a:lnTo>
                  <a:pt x="397050" y="48675"/>
                </a:lnTo>
                <a:lnTo>
                  <a:pt x="396900" y="48825"/>
                </a:lnTo>
                <a:lnTo>
                  <a:pt x="396675" y="49275"/>
                </a:lnTo>
                <a:lnTo>
                  <a:pt x="396525" y="49425"/>
                </a:lnTo>
                <a:lnTo>
                  <a:pt x="396300" y="49875"/>
                </a:lnTo>
                <a:lnTo>
                  <a:pt x="396075" y="50100"/>
                </a:lnTo>
                <a:lnTo>
                  <a:pt x="396075" y="50175"/>
                </a:lnTo>
                <a:lnTo>
                  <a:pt x="395925" y="50400"/>
                </a:lnTo>
                <a:lnTo>
                  <a:pt x="395700" y="50625"/>
                </a:lnTo>
                <a:lnTo>
                  <a:pt x="395700" y="50700"/>
                </a:lnTo>
                <a:lnTo>
                  <a:pt x="395550" y="50925"/>
                </a:lnTo>
                <a:lnTo>
                  <a:pt x="395400" y="51000"/>
                </a:lnTo>
                <a:lnTo>
                  <a:pt x="395400" y="51075"/>
                </a:lnTo>
                <a:lnTo>
                  <a:pt x="395250" y="51300"/>
                </a:lnTo>
                <a:lnTo>
                  <a:pt x="395175" y="51375"/>
                </a:lnTo>
                <a:lnTo>
                  <a:pt x="395100" y="51375"/>
                </a:lnTo>
                <a:lnTo>
                  <a:pt x="395025" y="51525"/>
                </a:lnTo>
                <a:lnTo>
                  <a:pt x="394725" y="51825"/>
                </a:lnTo>
                <a:lnTo>
                  <a:pt x="394425" y="52050"/>
                </a:lnTo>
                <a:lnTo>
                  <a:pt x="393450" y="52500"/>
                </a:lnTo>
                <a:lnTo>
                  <a:pt x="393150" y="52575"/>
                </a:lnTo>
                <a:lnTo>
                  <a:pt x="392400" y="52575"/>
                </a:lnTo>
                <a:lnTo>
                  <a:pt x="391350" y="52350"/>
                </a:lnTo>
                <a:lnTo>
                  <a:pt x="390975" y="52200"/>
                </a:lnTo>
                <a:lnTo>
                  <a:pt x="390675" y="51975"/>
                </a:lnTo>
                <a:lnTo>
                  <a:pt x="390225" y="51525"/>
                </a:lnTo>
                <a:lnTo>
                  <a:pt x="389925" y="51000"/>
                </a:lnTo>
                <a:lnTo>
                  <a:pt x="389775" y="50400"/>
                </a:lnTo>
                <a:lnTo>
                  <a:pt x="389775" y="50100"/>
                </a:lnTo>
                <a:lnTo>
                  <a:pt x="390000" y="49275"/>
                </a:lnTo>
                <a:lnTo>
                  <a:pt x="390000" y="49050"/>
                </a:lnTo>
                <a:lnTo>
                  <a:pt x="390375" y="47775"/>
                </a:lnTo>
                <a:lnTo>
                  <a:pt x="390375" y="47475"/>
                </a:lnTo>
                <a:lnTo>
                  <a:pt x="390675" y="46500"/>
                </a:lnTo>
                <a:lnTo>
                  <a:pt x="390675" y="46200"/>
                </a:lnTo>
                <a:lnTo>
                  <a:pt x="390900" y="45450"/>
                </a:lnTo>
                <a:lnTo>
                  <a:pt x="390900" y="45225"/>
                </a:lnTo>
                <a:lnTo>
                  <a:pt x="391050" y="44700"/>
                </a:lnTo>
                <a:lnTo>
                  <a:pt x="391050" y="44400"/>
                </a:lnTo>
                <a:lnTo>
                  <a:pt x="391200" y="43875"/>
                </a:lnTo>
                <a:lnTo>
                  <a:pt x="391200" y="43650"/>
                </a:lnTo>
                <a:lnTo>
                  <a:pt x="391350" y="43125"/>
                </a:lnTo>
                <a:lnTo>
                  <a:pt x="391350" y="42900"/>
                </a:lnTo>
                <a:lnTo>
                  <a:pt x="391500" y="42375"/>
                </a:lnTo>
                <a:lnTo>
                  <a:pt x="391500" y="42075"/>
                </a:lnTo>
                <a:lnTo>
                  <a:pt x="391575" y="41850"/>
                </a:lnTo>
                <a:lnTo>
                  <a:pt x="391575" y="41550"/>
                </a:lnTo>
                <a:lnTo>
                  <a:pt x="391650" y="41325"/>
                </a:lnTo>
                <a:lnTo>
                  <a:pt x="391650" y="41100"/>
                </a:lnTo>
                <a:lnTo>
                  <a:pt x="391800" y="40575"/>
                </a:lnTo>
                <a:lnTo>
                  <a:pt x="391800" y="40275"/>
                </a:lnTo>
                <a:lnTo>
                  <a:pt x="391875" y="40050"/>
                </a:lnTo>
                <a:lnTo>
                  <a:pt x="391875" y="39825"/>
                </a:lnTo>
                <a:lnTo>
                  <a:pt x="391950" y="39525"/>
                </a:lnTo>
                <a:lnTo>
                  <a:pt x="391950" y="39000"/>
                </a:lnTo>
                <a:lnTo>
                  <a:pt x="392025" y="38775"/>
                </a:lnTo>
                <a:lnTo>
                  <a:pt x="392025" y="38550"/>
                </a:lnTo>
                <a:lnTo>
                  <a:pt x="392175" y="37725"/>
                </a:lnTo>
                <a:lnTo>
                  <a:pt x="392175" y="37275"/>
                </a:lnTo>
                <a:lnTo>
                  <a:pt x="392250" y="36975"/>
                </a:lnTo>
                <a:lnTo>
                  <a:pt x="392250" y="36750"/>
                </a:lnTo>
                <a:lnTo>
                  <a:pt x="392325" y="36525"/>
                </a:lnTo>
                <a:lnTo>
                  <a:pt x="392325" y="36000"/>
                </a:lnTo>
                <a:lnTo>
                  <a:pt x="392400" y="35775"/>
                </a:lnTo>
                <a:lnTo>
                  <a:pt x="392400" y="35250"/>
                </a:lnTo>
                <a:lnTo>
                  <a:pt x="392475" y="35025"/>
                </a:lnTo>
                <a:lnTo>
                  <a:pt x="392475" y="34275"/>
                </a:lnTo>
                <a:lnTo>
                  <a:pt x="392550" y="34050"/>
                </a:lnTo>
                <a:lnTo>
                  <a:pt x="392550" y="33300"/>
                </a:lnTo>
                <a:lnTo>
                  <a:pt x="392625" y="33075"/>
                </a:lnTo>
                <a:lnTo>
                  <a:pt x="392625" y="31875"/>
                </a:lnTo>
                <a:lnTo>
                  <a:pt x="392700" y="31650"/>
                </a:lnTo>
                <a:lnTo>
                  <a:pt x="392700" y="26325"/>
                </a:lnTo>
                <a:lnTo>
                  <a:pt x="392625" y="26175"/>
                </a:lnTo>
                <a:lnTo>
                  <a:pt x="392625" y="25350"/>
                </a:lnTo>
                <a:lnTo>
                  <a:pt x="392550" y="25125"/>
                </a:lnTo>
                <a:lnTo>
                  <a:pt x="392550" y="24375"/>
                </a:lnTo>
                <a:lnTo>
                  <a:pt x="392475" y="24150"/>
                </a:lnTo>
                <a:lnTo>
                  <a:pt x="392475" y="23775"/>
                </a:lnTo>
                <a:lnTo>
                  <a:pt x="392400" y="23625"/>
                </a:lnTo>
                <a:lnTo>
                  <a:pt x="392400" y="23100"/>
                </a:lnTo>
                <a:lnTo>
                  <a:pt x="392325" y="22875"/>
                </a:lnTo>
                <a:lnTo>
                  <a:pt x="392325" y="22725"/>
                </a:lnTo>
                <a:lnTo>
                  <a:pt x="392250" y="22575"/>
                </a:lnTo>
                <a:lnTo>
                  <a:pt x="392250" y="22200"/>
                </a:lnTo>
                <a:lnTo>
                  <a:pt x="392175" y="22050"/>
                </a:lnTo>
                <a:lnTo>
                  <a:pt x="392175" y="21675"/>
                </a:lnTo>
                <a:lnTo>
                  <a:pt x="392100" y="21525"/>
                </a:lnTo>
                <a:lnTo>
                  <a:pt x="392100" y="21375"/>
                </a:lnTo>
                <a:lnTo>
                  <a:pt x="392025" y="21225"/>
                </a:lnTo>
                <a:lnTo>
                  <a:pt x="392025" y="21075"/>
                </a:lnTo>
                <a:lnTo>
                  <a:pt x="391950" y="20925"/>
                </a:lnTo>
                <a:lnTo>
                  <a:pt x="391950" y="20775"/>
                </a:lnTo>
                <a:lnTo>
                  <a:pt x="391875" y="20625"/>
                </a:lnTo>
                <a:lnTo>
                  <a:pt x="391875" y="20475"/>
                </a:lnTo>
                <a:lnTo>
                  <a:pt x="391800" y="20325"/>
                </a:lnTo>
                <a:lnTo>
                  <a:pt x="391800" y="20175"/>
                </a:lnTo>
                <a:lnTo>
                  <a:pt x="391725" y="20025"/>
                </a:lnTo>
                <a:lnTo>
                  <a:pt x="391725" y="19875"/>
                </a:lnTo>
                <a:lnTo>
                  <a:pt x="391650" y="19725"/>
                </a:lnTo>
                <a:lnTo>
                  <a:pt x="391650" y="19575"/>
                </a:lnTo>
                <a:lnTo>
                  <a:pt x="391425" y="19050"/>
                </a:lnTo>
                <a:lnTo>
                  <a:pt x="391350" y="18750"/>
                </a:lnTo>
                <a:lnTo>
                  <a:pt x="391200" y="18450"/>
                </a:lnTo>
                <a:lnTo>
                  <a:pt x="391200" y="18375"/>
                </a:lnTo>
                <a:lnTo>
                  <a:pt x="391050" y="18150"/>
                </a:lnTo>
                <a:lnTo>
                  <a:pt x="390975" y="17850"/>
                </a:lnTo>
                <a:lnTo>
                  <a:pt x="390825" y="17700"/>
                </a:lnTo>
                <a:lnTo>
                  <a:pt x="390825" y="17550"/>
                </a:lnTo>
                <a:lnTo>
                  <a:pt x="390675" y="17400"/>
                </a:lnTo>
                <a:lnTo>
                  <a:pt x="390675" y="17325"/>
                </a:lnTo>
                <a:lnTo>
                  <a:pt x="390525" y="17175"/>
                </a:lnTo>
                <a:lnTo>
                  <a:pt x="390525" y="17100"/>
                </a:lnTo>
                <a:lnTo>
                  <a:pt x="390225" y="16800"/>
                </a:lnTo>
                <a:lnTo>
                  <a:pt x="395025" y="14250"/>
                </a:lnTo>
                <a:lnTo>
                  <a:pt x="395100" y="14325"/>
                </a:lnTo>
                <a:lnTo>
                  <a:pt x="395100" y="14400"/>
                </a:lnTo>
                <a:lnTo>
                  <a:pt x="395250" y="14625"/>
                </a:lnTo>
                <a:lnTo>
                  <a:pt x="395325" y="14625"/>
                </a:lnTo>
                <a:lnTo>
                  <a:pt x="395400" y="14700"/>
                </a:lnTo>
                <a:lnTo>
                  <a:pt x="395400" y="14775"/>
                </a:lnTo>
                <a:lnTo>
                  <a:pt x="395475" y="14850"/>
                </a:lnTo>
                <a:lnTo>
                  <a:pt x="395475" y="14925"/>
                </a:lnTo>
                <a:lnTo>
                  <a:pt x="395550" y="15000"/>
                </a:lnTo>
                <a:lnTo>
                  <a:pt x="395700" y="15300"/>
                </a:lnTo>
                <a:lnTo>
                  <a:pt x="395775" y="15300"/>
                </a:lnTo>
                <a:lnTo>
                  <a:pt x="395850" y="15375"/>
                </a:lnTo>
                <a:lnTo>
                  <a:pt x="395850" y="15450"/>
                </a:lnTo>
                <a:lnTo>
                  <a:pt x="395925" y="15525"/>
                </a:lnTo>
                <a:lnTo>
                  <a:pt x="395925" y="15600"/>
                </a:lnTo>
                <a:lnTo>
                  <a:pt x="396000" y="15675"/>
                </a:lnTo>
                <a:lnTo>
                  <a:pt x="396600" y="16875"/>
                </a:lnTo>
                <a:lnTo>
                  <a:pt x="396600" y="17025"/>
                </a:lnTo>
                <a:lnTo>
                  <a:pt x="396675" y="17025"/>
                </a:lnTo>
                <a:lnTo>
                  <a:pt x="396675" y="17175"/>
                </a:lnTo>
                <a:lnTo>
                  <a:pt x="396825" y="17475"/>
                </a:lnTo>
                <a:lnTo>
                  <a:pt x="396825" y="17550"/>
                </a:lnTo>
                <a:lnTo>
                  <a:pt x="396900" y="17625"/>
                </a:lnTo>
                <a:lnTo>
                  <a:pt x="396900" y="17850"/>
                </a:lnTo>
                <a:lnTo>
                  <a:pt x="396975" y="17850"/>
                </a:lnTo>
                <a:lnTo>
                  <a:pt x="396975" y="18000"/>
                </a:lnTo>
                <a:lnTo>
                  <a:pt x="397125" y="18300"/>
                </a:lnTo>
                <a:lnTo>
                  <a:pt x="397125" y="18525"/>
                </a:lnTo>
                <a:lnTo>
                  <a:pt x="397275" y="18825"/>
                </a:lnTo>
                <a:lnTo>
                  <a:pt x="397275" y="18975"/>
                </a:lnTo>
                <a:lnTo>
                  <a:pt x="397350" y="19050"/>
                </a:lnTo>
                <a:lnTo>
                  <a:pt x="397350" y="19200"/>
                </a:lnTo>
                <a:lnTo>
                  <a:pt x="397425" y="19350"/>
                </a:lnTo>
                <a:lnTo>
                  <a:pt x="397425" y="19575"/>
                </a:lnTo>
                <a:lnTo>
                  <a:pt x="397500" y="19725"/>
                </a:lnTo>
                <a:lnTo>
                  <a:pt x="397500" y="19875"/>
                </a:lnTo>
                <a:lnTo>
                  <a:pt x="397575" y="19875"/>
                </a:lnTo>
                <a:lnTo>
                  <a:pt x="397575" y="20100"/>
                </a:lnTo>
                <a:lnTo>
                  <a:pt x="397650" y="20250"/>
                </a:lnTo>
                <a:lnTo>
                  <a:pt x="397650" y="20475"/>
                </a:lnTo>
                <a:lnTo>
                  <a:pt x="397725" y="20625"/>
                </a:lnTo>
                <a:lnTo>
                  <a:pt x="397725" y="20850"/>
                </a:lnTo>
                <a:lnTo>
                  <a:pt x="397800" y="21000"/>
                </a:lnTo>
                <a:lnTo>
                  <a:pt x="397800" y="21225"/>
                </a:lnTo>
                <a:lnTo>
                  <a:pt x="397875" y="21375"/>
                </a:lnTo>
                <a:lnTo>
                  <a:pt x="397875" y="21750"/>
                </a:lnTo>
                <a:lnTo>
                  <a:pt x="397950" y="21975"/>
                </a:lnTo>
                <a:lnTo>
                  <a:pt x="397950" y="22200"/>
                </a:lnTo>
                <a:lnTo>
                  <a:pt x="398025" y="22350"/>
                </a:lnTo>
                <a:lnTo>
                  <a:pt x="398025" y="22800"/>
                </a:lnTo>
                <a:lnTo>
                  <a:pt x="398100" y="22950"/>
                </a:lnTo>
                <a:lnTo>
                  <a:pt x="398100" y="23400"/>
                </a:lnTo>
                <a:lnTo>
                  <a:pt x="398175" y="23625"/>
                </a:lnTo>
                <a:lnTo>
                  <a:pt x="398175" y="24000"/>
                </a:lnTo>
                <a:lnTo>
                  <a:pt x="398250" y="24225"/>
                </a:lnTo>
                <a:lnTo>
                  <a:pt x="398250" y="24900"/>
                </a:lnTo>
                <a:lnTo>
                  <a:pt x="398325" y="25050"/>
                </a:lnTo>
                <a:lnTo>
                  <a:pt x="398325" y="26175"/>
                </a:lnTo>
                <a:lnTo>
                  <a:pt x="398400" y="26400"/>
                </a:lnTo>
                <a:lnTo>
                  <a:pt x="398400" y="31575"/>
                </a:lnTo>
                <a:lnTo>
                  <a:pt x="398325" y="31800"/>
                </a:lnTo>
                <a:lnTo>
                  <a:pt x="398325" y="33075"/>
                </a:lnTo>
                <a:lnTo>
                  <a:pt x="398250" y="33300"/>
                </a:lnTo>
                <a:lnTo>
                  <a:pt x="398250" y="34050"/>
                </a:lnTo>
                <a:lnTo>
                  <a:pt x="398175" y="34350"/>
                </a:lnTo>
                <a:lnTo>
                  <a:pt x="398175" y="35100"/>
                </a:lnTo>
                <a:lnTo>
                  <a:pt x="398100" y="35325"/>
                </a:lnTo>
                <a:lnTo>
                  <a:pt x="398100" y="35850"/>
                </a:lnTo>
                <a:lnTo>
                  <a:pt x="398025" y="36150"/>
                </a:lnTo>
                <a:lnTo>
                  <a:pt x="398025" y="36675"/>
                </a:lnTo>
                <a:lnTo>
                  <a:pt x="397950" y="36900"/>
                </a:lnTo>
                <a:lnTo>
                  <a:pt x="397950" y="37425"/>
                </a:lnTo>
                <a:lnTo>
                  <a:pt x="397875" y="37725"/>
                </a:lnTo>
                <a:lnTo>
                  <a:pt x="398175" y="37425"/>
                </a:lnTo>
                <a:lnTo>
                  <a:pt x="398625" y="36825"/>
                </a:lnTo>
                <a:lnTo>
                  <a:pt x="398925" y="36525"/>
                </a:lnTo>
                <a:lnTo>
                  <a:pt x="398925" y="36450"/>
                </a:lnTo>
                <a:lnTo>
                  <a:pt x="399075" y="36300"/>
                </a:lnTo>
                <a:lnTo>
                  <a:pt x="399150" y="36300"/>
                </a:lnTo>
                <a:lnTo>
                  <a:pt x="399450" y="36000"/>
                </a:lnTo>
                <a:lnTo>
                  <a:pt x="399450" y="35925"/>
                </a:lnTo>
                <a:lnTo>
                  <a:pt x="399750" y="35625"/>
                </a:lnTo>
                <a:lnTo>
                  <a:pt x="399825" y="35625"/>
                </a:lnTo>
                <a:lnTo>
                  <a:pt x="399975" y="35475"/>
                </a:lnTo>
                <a:lnTo>
                  <a:pt x="399975" y="35400"/>
                </a:lnTo>
                <a:lnTo>
                  <a:pt x="400275" y="35100"/>
                </a:lnTo>
                <a:lnTo>
                  <a:pt x="400350" y="35100"/>
                </a:lnTo>
                <a:lnTo>
                  <a:pt x="400650" y="34800"/>
                </a:lnTo>
                <a:lnTo>
                  <a:pt x="400650" y="34725"/>
                </a:lnTo>
                <a:lnTo>
                  <a:pt x="400875" y="34575"/>
                </a:lnTo>
                <a:lnTo>
                  <a:pt x="401775" y="33825"/>
                </a:lnTo>
                <a:lnTo>
                  <a:pt x="401850" y="33825"/>
                </a:lnTo>
                <a:lnTo>
                  <a:pt x="402000" y="33675"/>
                </a:lnTo>
                <a:lnTo>
                  <a:pt x="402000" y="33600"/>
                </a:lnTo>
                <a:lnTo>
                  <a:pt x="402825" y="33075"/>
                </a:lnTo>
                <a:lnTo>
                  <a:pt x="402975" y="32925"/>
                </a:lnTo>
                <a:lnTo>
                  <a:pt x="403050" y="32925"/>
                </a:lnTo>
                <a:lnTo>
                  <a:pt x="403200" y="32775"/>
                </a:lnTo>
                <a:lnTo>
                  <a:pt x="403275" y="32775"/>
                </a:lnTo>
                <a:lnTo>
                  <a:pt x="403425" y="32625"/>
                </a:lnTo>
                <a:lnTo>
                  <a:pt x="403500" y="32625"/>
                </a:lnTo>
                <a:lnTo>
                  <a:pt x="403650" y="32550"/>
                </a:lnTo>
                <a:lnTo>
                  <a:pt x="403650" y="32475"/>
                </a:lnTo>
                <a:lnTo>
                  <a:pt x="403875" y="32400"/>
                </a:lnTo>
                <a:lnTo>
                  <a:pt x="404325" y="32100"/>
                </a:lnTo>
                <a:lnTo>
                  <a:pt x="404625" y="32025"/>
                </a:lnTo>
                <a:lnTo>
                  <a:pt x="404775" y="31875"/>
                </a:lnTo>
                <a:lnTo>
                  <a:pt x="404850" y="31875"/>
                </a:lnTo>
                <a:lnTo>
                  <a:pt x="405225" y="31650"/>
                </a:lnTo>
                <a:lnTo>
                  <a:pt x="405525" y="31575"/>
                </a:lnTo>
                <a:lnTo>
                  <a:pt x="405750" y="31425"/>
                </a:lnTo>
                <a:lnTo>
                  <a:pt x="406500" y="31200"/>
                </a:lnTo>
                <a:lnTo>
                  <a:pt x="406725" y="31050"/>
                </a:lnTo>
                <a:lnTo>
                  <a:pt x="407100" y="30975"/>
                </a:lnTo>
                <a:lnTo>
                  <a:pt x="407250" y="30900"/>
                </a:lnTo>
                <a:lnTo>
                  <a:pt x="407625" y="30825"/>
                </a:lnTo>
                <a:lnTo>
                  <a:pt x="407775" y="30750"/>
                </a:lnTo>
                <a:lnTo>
                  <a:pt x="408075" y="30750"/>
                </a:lnTo>
                <a:lnTo>
                  <a:pt x="408150" y="30675"/>
                </a:lnTo>
                <a:lnTo>
                  <a:pt x="408150" y="14250"/>
                </a:lnTo>
                <a:lnTo>
                  <a:pt x="413850" y="14250"/>
                </a:lnTo>
                <a:lnTo>
                  <a:pt x="413850" y="66750"/>
                </a:lnTo>
                <a:lnTo>
                  <a:pt x="408150" y="66750"/>
                </a:lnTo>
                <a:close/>
                <a:moveTo>
                  <a:pt x="442650" y="55875"/>
                </a:moveTo>
                <a:lnTo>
                  <a:pt x="442575" y="56100"/>
                </a:lnTo>
                <a:lnTo>
                  <a:pt x="442575" y="56850"/>
                </a:lnTo>
                <a:lnTo>
                  <a:pt x="442500" y="57000"/>
                </a:lnTo>
                <a:lnTo>
                  <a:pt x="442500" y="57525"/>
                </a:lnTo>
                <a:lnTo>
                  <a:pt x="442425" y="57675"/>
                </a:lnTo>
                <a:lnTo>
                  <a:pt x="442425" y="57900"/>
                </a:lnTo>
                <a:lnTo>
                  <a:pt x="442350" y="57975"/>
                </a:lnTo>
                <a:lnTo>
                  <a:pt x="442350" y="58200"/>
                </a:lnTo>
                <a:lnTo>
                  <a:pt x="442200" y="58575"/>
                </a:lnTo>
                <a:lnTo>
                  <a:pt x="442200" y="58800"/>
                </a:lnTo>
                <a:lnTo>
                  <a:pt x="442125" y="58875"/>
                </a:lnTo>
                <a:lnTo>
                  <a:pt x="442125" y="59025"/>
                </a:lnTo>
                <a:lnTo>
                  <a:pt x="442050" y="59100"/>
                </a:lnTo>
                <a:lnTo>
                  <a:pt x="442050" y="59250"/>
                </a:lnTo>
                <a:lnTo>
                  <a:pt x="441975" y="59400"/>
                </a:lnTo>
                <a:lnTo>
                  <a:pt x="441975" y="59475"/>
                </a:lnTo>
                <a:lnTo>
                  <a:pt x="441825" y="59700"/>
                </a:lnTo>
                <a:lnTo>
                  <a:pt x="441825" y="59850"/>
                </a:lnTo>
                <a:lnTo>
                  <a:pt x="441750" y="59925"/>
                </a:lnTo>
                <a:lnTo>
                  <a:pt x="441600" y="60225"/>
                </a:lnTo>
                <a:lnTo>
                  <a:pt x="441600" y="60300"/>
                </a:lnTo>
                <a:lnTo>
                  <a:pt x="441450" y="60675"/>
                </a:lnTo>
                <a:lnTo>
                  <a:pt x="441375" y="60675"/>
                </a:lnTo>
                <a:lnTo>
                  <a:pt x="441225" y="61050"/>
                </a:lnTo>
                <a:lnTo>
                  <a:pt x="441150" y="61050"/>
                </a:lnTo>
                <a:lnTo>
                  <a:pt x="441075" y="61200"/>
                </a:lnTo>
                <a:lnTo>
                  <a:pt x="441075" y="61275"/>
                </a:lnTo>
                <a:lnTo>
                  <a:pt x="441000" y="61425"/>
                </a:lnTo>
                <a:lnTo>
                  <a:pt x="440925" y="61425"/>
                </a:lnTo>
                <a:lnTo>
                  <a:pt x="440775" y="61800"/>
                </a:lnTo>
                <a:lnTo>
                  <a:pt x="440700" y="61800"/>
                </a:lnTo>
                <a:lnTo>
                  <a:pt x="440625" y="61950"/>
                </a:lnTo>
                <a:lnTo>
                  <a:pt x="440550" y="61950"/>
                </a:lnTo>
                <a:lnTo>
                  <a:pt x="440475" y="62100"/>
                </a:lnTo>
                <a:lnTo>
                  <a:pt x="440475" y="62175"/>
                </a:lnTo>
                <a:lnTo>
                  <a:pt x="440325" y="62250"/>
                </a:lnTo>
                <a:lnTo>
                  <a:pt x="440325" y="62325"/>
                </a:lnTo>
                <a:lnTo>
                  <a:pt x="440250" y="62475"/>
                </a:lnTo>
                <a:lnTo>
                  <a:pt x="440175" y="62475"/>
                </a:lnTo>
                <a:lnTo>
                  <a:pt x="440100" y="62625"/>
                </a:lnTo>
                <a:lnTo>
                  <a:pt x="440025" y="62625"/>
                </a:lnTo>
                <a:lnTo>
                  <a:pt x="439950" y="62775"/>
                </a:lnTo>
                <a:lnTo>
                  <a:pt x="439125" y="63600"/>
                </a:lnTo>
                <a:lnTo>
                  <a:pt x="438975" y="63675"/>
                </a:lnTo>
                <a:lnTo>
                  <a:pt x="438975" y="63750"/>
                </a:lnTo>
                <a:lnTo>
                  <a:pt x="438825" y="63825"/>
                </a:lnTo>
                <a:lnTo>
                  <a:pt x="438675" y="63975"/>
                </a:lnTo>
                <a:lnTo>
                  <a:pt x="438600" y="63975"/>
                </a:lnTo>
                <a:lnTo>
                  <a:pt x="438525" y="64125"/>
                </a:lnTo>
                <a:lnTo>
                  <a:pt x="438450" y="64125"/>
                </a:lnTo>
                <a:lnTo>
                  <a:pt x="438300" y="64200"/>
                </a:lnTo>
                <a:lnTo>
                  <a:pt x="438300" y="64275"/>
                </a:lnTo>
                <a:lnTo>
                  <a:pt x="438150" y="64350"/>
                </a:lnTo>
                <a:lnTo>
                  <a:pt x="438000" y="64500"/>
                </a:lnTo>
                <a:lnTo>
                  <a:pt x="437925" y="64500"/>
                </a:lnTo>
                <a:lnTo>
                  <a:pt x="437775" y="64575"/>
                </a:lnTo>
                <a:lnTo>
                  <a:pt x="437775" y="64650"/>
                </a:lnTo>
                <a:lnTo>
                  <a:pt x="437625" y="64725"/>
                </a:lnTo>
                <a:lnTo>
                  <a:pt x="437550" y="64725"/>
                </a:lnTo>
                <a:lnTo>
                  <a:pt x="437400" y="64875"/>
                </a:lnTo>
                <a:lnTo>
                  <a:pt x="437250" y="64950"/>
                </a:lnTo>
                <a:lnTo>
                  <a:pt x="437175" y="64950"/>
                </a:lnTo>
                <a:lnTo>
                  <a:pt x="437025" y="65100"/>
                </a:lnTo>
                <a:lnTo>
                  <a:pt x="436275" y="65400"/>
                </a:lnTo>
                <a:lnTo>
                  <a:pt x="436275" y="65475"/>
                </a:lnTo>
                <a:lnTo>
                  <a:pt x="436125" y="65550"/>
                </a:lnTo>
                <a:lnTo>
                  <a:pt x="435825" y="65625"/>
                </a:lnTo>
                <a:lnTo>
                  <a:pt x="435525" y="65775"/>
                </a:lnTo>
                <a:lnTo>
                  <a:pt x="435225" y="65850"/>
                </a:lnTo>
                <a:lnTo>
                  <a:pt x="434250" y="66225"/>
                </a:lnTo>
                <a:lnTo>
                  <a:pt x="434025" y="66225"/>
                </a:lnTo>
                <a:lnTo>
                  <a:pt x="434025" y="66300"/>
                </a:lnTo>
                <a:lnTo>
                  <a:pt x="433800" y="66300"/>
                </a:lnTo>
                <a:lnTo>
                  <a:pt x="433650" y="66375"/>
                </a:lnTo>
                <a:lnTo>
                  <a:pt x="433425" y="66375"/>
                </a:lnTo>
                <a:lnTo>
                  <a:pt x="433350" y="66450"/>
                </a:lnTo>
                <a:lnTo>
                  <a:pt x="433125" y="66450"/>
                </a:lnTo>
                <a:lnTo>
                  <a:pt x="432975" y="66525"/>
                </a:lnTo>
                <a:lnTo>
                  <a:pt x="432750" y="66525"/>
                </a:lnTo>
                <a:lnTo>
                  <a:pt x="432525" y="66600"/>
                </a:lnTo>
                <a:lnTo>
                  <a:pt x="432075" y="66600"/>
                </a:lnTo>
                <a:lnTo>
                  <a:pt x="431925" y="66675"/>
                </a:lnTo>
                <a:lnTo>
                  <a:pt x="431400" y="66675"/>
                </a:lnTo>
                <a:lnTo>
                  <a:pt x="431250" y="66750"/>
                </a:lnTo>
                <a:lnTo>
                  <a:pt x="429150" y="66750"/>
                </a:lnTo>
                <a:lnTo>
                  <a:pt x="429000" y="66675"/>
                </a:lnTo>
                <a:lnTo>
                  <a:pt x="428475" y="66675"/>
                </a:lnTo>
                <a:lnTo>
                  <a:pt x="428325" y="66600"/>
                </a:lnTo>
                <a:lnTo>
                  <a:pt x="427800" y="66600"/>
                </a:lnTo>
                <a:lnTo>
                  <a:pt x="427650" y="66525"/>
                </a:lnTo>
                <a:lnTo>
                  <a:pt x="427350" y="66525"/>
                </a:lnTo>
                <a:lnTo>
                  <a:pt x="427200" y="66450"/>
                </a:lnTo>
                <a:lnTo>
                  <a:pt x="426975" y="66450"/>
                </a:lnTo>
                <a:lnTo>
                  <a:pt x="426900" y="66375"/>
                </a:lnTo>
                <a:lnTo>
                  <a:pt x="426675" y="66375"/>
                </a:lnTo>
                <a:lnTo>
                  <a:pt x="426300" y="66225"/>
                </a:lnTo>
                <a:lnTo>
                  <a:pt x="426000" y="66225"/>
                </a:lnTo>
                <a:lnTo>
                  <a:pt x="424050" y="65550"/>
                </a:lnTo>
                <a:lnTo>
                  <a:pt x="424050" y="65475"/>
                </a:lnTo>
                <a:lnTo>
                  <a:pt x="423675" y="65325"/>
                </a:lnTo>
                <a:lnTo>
                  <a:pt x="423375" y="65250"/>
                </a:lnTo>
                <a:lnTo>
                  <a:pt x="423225" y="65100"/>
                </a:lnTo>
                <a:lnTo>
                  <a:pt x="422925" y="65025"/>
                </a:lnTo>
                <a:lnTo>
                  <a:pt x="422775" y="64950"/>
                </a:lnTo>
                <a:lnTo>
                  <a:pt x="422775" y="64875"/>
                </a:lnTo>
                <a:lnTo>
                  <a:pt x="422325" y="64725"/>
                </a:lnTo>
                <a:lnTo>
                  <a:pt x="422325" y="64650"/>
                </a:lnTo>
                <a:lnTo>
                  <a:pt x="422175" y="64575"/>
                </a:lnTo>
                <a:lnTo>
                  <a:pt x="422100" y="64575"/>
                </a:lnTo>
                <a:lnTo>
                  <a:pt x="421950" y="64425"/>
                </a:lnTo>
                <a:lnTo>
                  <a:pt x="421875" y="64425"/>
                </a:lnTo>
                <a:lnTo>
                  <a:pt x="421725" y="64350"/>
                </a:lnTo>
                <a:lnTo>
                  <a:pt x="421725" y="64275"/>
                </a:lnTo>
                <a:lnTo>
                  <a:pt x="421500" y="64200"/>
                </a:lnTo>
                <a:lnTo>
                  <a:pt x="421350" y="64050"/>
                </a:lnTo>
                <a:lnTo>
                  <a:pt x="421275" y="64050"/>
                </a:lnTo>
                <a:lnTo>
                  <a:pt x="421125" y="63900"/>
                </a:lnTo>
                <a:lnTo>
                  <a:pt x="420900" y="63825"/>
                </a:lnTo>
                <a:lnTo>
                  <a:pt x="420900" y="63750"/>
                </a:lnTo>
                <a:lnTo>
                  <a:pt x="420525" y="63525"/>
                </a:lnTo>
                <a:lnTo>
                  <a:pt x="420525" y="63450"/>
                </a:lnTo>
                <a:lnTo>
                  <a:pt x="420150" y="63225"/>
                </a:lnTo>
                <a:lnTo>
                  <a:pt x="420150" y="63150"/>
                </a:lnTo>
                <a:lnTo>
                  <a:pt x="419925" y="63075"/>
                </a:lnTo>
                <a:lnTo>
                  <a:pt x="419925" y="63000"/>
                </a:lnTo>
                <a:lnTo>
                  <a:pt x="419775" y="62850"/>
                </a:lnTo>
                <a:lnTo>
                  <a:pt x="419700" y="62850"/>
                </a:lnTo>
                <a:lnTo>
                  <a:pt x="419400" y="62550"/>
                </a:lnTo>
                <a:lnTo>
                  <a:pt x="419175" y="62400"/>
                </a:lnTo>
                <a:lnTo>
                  <a:pt x="419175" y="62325"/>
                </a:lnTo>
                <a:lnTo>
                  <a:pt x="419025" y="62250"/>
                </a:lnTo>
                <a:lnTo>
                  <a:pt x="419025" y="62175"/>
                </a:lnTo>
                <a:lnTo>
                  <a:pt x="418875" y="62025"/>
                </a:lnTo>
                <a:lnTo>
                  <a:pt x="418800" y="62025"/>
                </a:lnTo>
                <a:lnTo>
                  <a:pt x="418650" y="61875"/>
                </a:lnTo>
                <a:lnTo>
                  <a:pt x="418650" y="61800"/>
                </a:lnTo>
                <a:lnTo>
                  <a:pt x="418500" y="61650"/>
                </a:lnTo>
                <a:lnTo>
                  <a:pt x="422775" y="58200"/>
                </a:lnTo>
                <a:lnTo>
                  <a:pt x="422925" y="58350"/>
                </a:lnTo>
                <a:lnTo>
                  <a:pt x="423000" y="58500"/>
                </a:lnTo>
                <a:lnTo>
                  <a:pt x="423150" y="58575"/>
                </a:lnTo>
                <a:lnTo>
                  <a:pt x="423600" y="59025"/>
                </a:lnTo>
                <a:lnTo>
                  <a:pt x="423750" y="59100"/>
                </a:lnTo>
                <a:lnTo>
                  <a:pt x="423975" y="59325"/>
                </a:lnTo>
                <a:lnTo>
                  <a:pt x="424125" y="59400"/>
                </a:lnTo>
                <a:lnTo>
                  <a:pt x="424275" y="59550"/>
                </a:lnTo>
                <a:lnTo>
                  <a:pt x="424800" y="59850"/>
                </a:lnTo>
                <a:lnTo>
                  <a:pt x="425025" y="60075"/>
                </a:lnTo>
                <a:lnTo>
                  <a:pt x="425475" y="60300"/>
                </a:lnTo>
                <a:lnTo>
                  <a:pt x="425550" y="60375"/>
                </a:lnTo>
                <a:lnTo>
                  <a:pt x="425700" y="60450"/>
                </a:lnTo>
                <a:lnTo>
                  <a:pt x="425850" y="60450"/>
                </a:lnTo>
                <a:lnTo>
                  <a:pt x="426375" y="60750"/>
                </a:lnTo>
                <a:lnTo>
                  <a:pt x="426525" y="60750"/>
                </a:lnTo>
                <a:lnTo>
                  <a:pt x="426975" y="60975"/>
                </a:lnTo>
                <a:lnTo>
                  <a:pt x="427050" y="60975"/>
                </a:lnTo>
                <a:lnTo>
                  <a:pt x="427200" y="61050"/>
                </a:lnTo>
                <a:lnTo>
                  <a:pt x="427350" y="61050"/>
                </a:lnTo>
                <a:lnTo>
                  <a:pt x="427500" y="61125"/>
                </a:lnTo>
                <a:lnTo>
                  <a:pt x="427650" y="61125"/>
                </a:lnTo>
                <a:lnTo>
                  <a:pt x="427800" y="61200"/>
                </a:lnTo>
                <a:lnTo>
                  <a:pt x="427950" y="61200"/>
                </a:lnTo>
                <a:lnTo>
                  <a:pt x="428025" y="61275"/>
                </a:lnTo>
                <a:lnTo>
                  <a:pt x="428175" y="61275"/>
                </a:lnTo>
                <a:lnTo>
                  <a:pt x="428325" y="61350"/>
                </a:lnTo>
                <a:lnTo>
                  <a:pt x="428625" y="61350"/>
                </a:lnTo>
                <a:lnTo>
                  <a:pt x="428775" y="61425"/>
                </a:lnTo>
                <a:lnTo>
                  <a:pt x="429300" y="61425"/>
                </a:lnTo>
                <a:lnTo>
                  <a:pt x="429450" y="61500"/>
                </a:lnTo>
                <a:lnTo>
                  <a:pt x="430950" y="61500"/>
                </a:lnTo>
                <a:lnTo>
                  <a:pt x="431100" y="61425"/>
                </a:lnTo>
                <a:lnTo>
                  <a:pt x="431550" y="61425"/>
                </a:lnTo>
                <a:lnTo>
                  <a:pt x="431700" y="61350"/>
                </a:lnTo>
                <a:lnTo>
                  <a:pt x="431925" y="61350"/>
                </a:lnTo>
                <a:lnTo>
                  <a:pt x="432075" y="61275"/>
                </a:lnTo>
                <a:lnTo>
                  <a:pt x="432300" y="61275"/>
                </a:lnTo>
                <a:lnTo>
                  <a:pt x="432450" y="61200"/>
                </a:lnTo>
                <a:lnTo>
                  <a:pt x="432600" y="61200"/>
                </a:lnTo>
                <a:lnTo>
                  <a:pt x="432675" y="61125"/>
                </a:lnTo>
                <a:lnTo>
                  <a:pt x="432825" y="61125"/>
                </a:lnTo>
                <a:lnTo>
                  <a:pt x="432900" y="61050"/>
                </a:lnTo>
                <a:lnTo>
                  <a:pt x="433050" y="61050"/>
                </a:lnTo>
                <a:lnTo>
                  <a:pt x="433125" y="60975"/>
                </a:lnTo>
                <a:lnTo>
                  <a:pt x="433275" y="60975"/>
                </a:lnTo>
                <a:lnTo>
                  <a:pt x="433350" y="60900"/>
                </a:lnTo>
                <a:lnTo>
                  <a:pt x="433500" y="60900"/>
                </a:lnTo>
                <a:lnTo>
                  <a:pt x="433650" y="60750"/>
                </a:lnTo>
                <a:lnTo>
                  <a:pt x="433800" y="60750"/>
                </a:lnTo>
                <a:lnTo>
                  <a:pt x="434100" y="60525"/>
                </a:lnTo>
                <a:lnTo>
                  <a:pt x="434175" y="60525"/>
                </a:lnTo>
                <a:lnTo>
                  <a:pt x="434325" y="60450"/>
                </a:lnTo>
                <a:lnTo>
                  <a:pt x="434475" y="60300"/>
                </a:lnTo>
                <a:lnTo>
                  <a:pt x="434550" y="60300"/>
                </a:lnTo>
                <a:lnTo>
                  <a:pt x="434775" y="60150"/>
                </a:lnTo>
                <a:lnTo>
                  <a:pt x="435975" y="58950"/>
                </a:lnTo>
                <a:lnTo>
                  <a:pt x="435975" y="58800"/>
                </a:lnTo>
                <a:lnTo>
                  <a:pt x="436200" y="58575"/>
                </a:lnTo>
                <a:lnTo>
                  <a:pt x="436200" y="58500"/>
                </a:lnTo>
                <a:lnTo>
                  <a:pt x="436350" y="58275"/>
                </a:lnTo>
                <a:lnTo>
                  <a:pt x="436350" y="58200"/>
                </a:lnTo>
                <a:lnTo>
                  <a:pt x="436425" y="58050"/>
                </a:lnTo>
                <a:lnTo>
                  <a:pt x="436500" y="57975"/>
                </a:lnTo>
                <a:lnTo>
                  <a:pt x="436500" y="57900"/>
                </a:lnTo>
                <a:lnTo>
                  <a:pt x="436725" y="57300"/>
                </a:lnTo>
                <a:lnTo>
                  <a:pt x="436725" y="57075"/>
                </a:lnTo>
                <a:lnTo>
                  <a:pt x="436800" y="56925"/>
                </a:lnTo>
                <a:lnTo>
                  <a:pt x="436800" y="56700"/>
                </a:lnTo>
                <a:lnTo>
                  <a:pt x="436875" y="56550"/>
                </a:lnTo>
                <a:lnTo>
                  <a:pt x="436875" y="55950"/>
                </a:lnTo>
                <a:lnTo>
                  <a:pt x="436950" y="55800"/>
                </a:lnTo>
                <a:lnTo>
                  <a:pt x="436950" y="14250"/>
                </a:lnTo>
                <a:lnTo>
                  <a:pt x="442650" y="14250"/>
                </a:lnTo>
                <a:close/>
                <a:moveTo>
                  <a:pt x="453600" y="14250"/>
                </a:moveTo>
                <a:lnTo>
                  <a:pt x="453600" y="15375"/>
                </a:lnTo>
                <a:lnTo>
                  <a:pt x="453675" y="15600"/>
                </a:lnTo>
                <a:lnTo>
                  <a:pt x="453675" y="16125"/>
                </a:lnTo>
                <a:lnTo>
                  <a:pt x="453750" y="16350"/>
                </a:lnTo>
                <a:lnTo>
                  <a:pt x="453750" y="16725"/>
                </a:lnTo>
                <a:lnTo>
                  <a:pt x="453825" y="16875"/>
                </a:lnTo>
                <a:lnTo>
                  <a:pt x="453825" y="17250"/>
                </a:lnTo>
                <a:lnTo>
                  <a:pt x="453900" y="17400"/>
                </a:lnTo>
                <a:lnTo>
                  <a:pt x="453975" y="17925"/>
                </a:lnTo>
                <a:lnTo>
                  <a:pt x="454050" y="18075"/>
                </a:lnTo>
                <a:lnTo>
                  <a:pt x="454050" y="18300"/>
                </a:lnTo>
                <a:lnTo>
                  <a:pt x="454200" y="18600"/>
                </a:lnTo>
                <a:lnTo>
                  <a:pt x="454200" y="18750"/>
                </a:lnTo>
                <a:lnTo>
                  <a:pt x="454350" y="19125"/>
                </a:lnTo>
                <a:lnTo>
                  <a:pt x="454350" y="19275"/>
                </a:lnTo>
                <a:lnTo>
                  <a:pt x="454500" y="19575"/>
                </a:lnTo>
                <a:lnTo>
                  <a:pt x="454500" y="19800"/>
                </a:lnTo>
                <a:lnTo>
                  <a:pt x="454875" y="20550"/>
                </a:lnTo>
                <a:lnTo>
                  <a:pt x="455025" y="20925"/>
                </a:lnTo>
                <a:lnTo>
                  <a:pt x="455025" y="21075"/>
                </a:lnTo>
                <a:lnTo>
                  <a:pt x="455175" y="21375"/>
                </a:lnTo>
                <a:lnTo>
                  <a:pt x="455325" y="21525"/>
                </a:lnTo>
                <a:lnTo>
                  <a:pt x="455850" y="22650"/>
                </a:lnTo>
                <a:lnTo>
                  <a:pt x="456000" y="22800"/>
                </a:lnTo>
                <a:lnTo>
                  <a:pt x="456225" y="23250"/>
                </a:lnTo>
                <a:lnTo>
                  <a:pt x="456375" y="23400"/>
                </a:lnTo>
                <a:lnTo>
                  <a:pt x="456525" y="23700"/>
                </a:lnTo>
                <a:lnTo>
                  <a:pt x="456900" y="24150"/>
                </a:lnTo>
                <a:lnTo>
                  <a:pt x="457050" y="24450"/>
                </a:lnTo>
                <a:lnTo>
                  <a:pt x="457200" y="24600"/>
                </a:lnTo>
                <a:lnTo>
                  <a:pt x="457425" y="24975"/>
                </a:lnTo>
                <a:lnTo>
                  <a:pt x="457575" y="25125"/>
                </a:lnTo>
                <a:lnTo>
                  <a:pt x="457875" y="25575"/>
                </a:lnTo>
                <a:lnTo>
                  <a:pt x="458175" y="25875"/>
                </a:lnTo>
                <a:lnTo>
                  <a:pt x="458250" y="26025"/>
                </a:lnTo>
                <a:lnTo>
                  <a:pt x="458700" y="26475"/>
                </a:lnTo>
                <a:lnTo>
                  <a:pt x="458775" y="26625"/>
                </a:lnTo>
                <a:lnTo>
                  <a:pt x="459825" y="27675"/>
                </a:lnTo>
                <a:lnTo>
                  <a:pt x="459900" y="27825"/>
                </a:lnTo>
                <a:lnTo>
                  <a:pt x="460350" y="28275"/>
                </a:lnTo>
                <a:lnTo>
                  <a:pt x="460575" y="28425"/>
                </a:lnTo>
                <a:lnTo>
                  <a:pt x="461625" y="29475"/>
                </a:lnTo>
                <a:lnTo>
                  <a:pt x="461850" y="29625"/>
                </a:lnTo>
                <a:lnTo>
                  <a:pt x="462300" y="30075"/>
                </a:lnTo>
                <a:lnTo>
                  <a:pt x="462525" y="30225"/>
                </a:lnTo>
                <a:lnTo>
                  <a:pt x="462825" y="30525"/>
                </a:lnTo>
                <a:lnTo>
                  <a:pt x="463050" y="30675"/>
                </a:lnTo>
                <a:lnTo>
                  <a:pt x="463350" y="30975"/>
                </a:lnTo>
                <a:lnTo>
                  <a:pt x="463950" y="31425"/>
                </a:lnTo>
                <a:lnTo>
                  <a:pt x="464175" y="31650"/>
                </a:lnTo>
                <a:lnTo>
                  <a:pt x="464400" y="31950"/>
                </a:lnTo>
                <a:lnTo>
                  <a:pt x="464700" y="32550"/>
                </a:lnTo>
                <a:lnTo>
                  <a:pt x="464850" y="33225"/>
                </a:lnTo>
                <a:lnTo>
                  <a:pt x="464850" y="33525"/>
                </a:lnTo>
                <a:lnTo>
                  <a:pt x="464700" y="34200"/>
                </a:lnTo>
                <a:lnTo>
                  <a:pt x="464400" y="34800"/>
                </a:lnTo>
                <a:lnTo>
                  <a:pt x="464175" y="35100"/>
                </a:lnTo>
                <a:lnTo>
                  <a:pt x="463950" y="35325"/>
                </a:lnTo>
                <a:lnTo>
                  <a:pt x="463725" y="35475"/>
                </a:lnTo>
                <a:lnTo>
                  <a:pt x="463575" y="35625"/>
                </a:lnTo>
                <a:lnTo>
                  <a:pt x="463350" y="35775"/>
                </a:lnTo>
                <a:lnTo>
                  <a:pt x="463050" y="36075"/>
                </a:lnTo>
                <a:lnTo>
                  <a:pt x="462825" y="36225"/>
                </a:lnTo>
                <a:lnTo>
                  <a:pt x="462525" y="36525"/>
                </a:lnTo>
                <a:lnTo>
                  <a:pt x="462300" y="36675"/>
                </a:lnTo>
                <a:lnTo>
                  <a:pt x="461850" y="37125"/>
                </a:lnTo>
                <a:lnTo>
                  <a:pt x="461625" y="37275"/>
                </a:lnTo>
                <a:lnTo>
                  <a:pt x="460575" y="38325"/>
                </a:lnTo>
                <a:lnTo>
                  <a:pt x="460350" y="38475"/>
                </a:lnTo>
                <a:lnTo>
                  <a:pt x="459900" y="38925"/>
                </a:lnTo>
                <a:lnTo>
                  <a:pt x="459825" y="39075"/>
                </a:lnTo>
                <a:lnTo>
                  <a:pt x="458775" y="40125"/>
                </a:lnTo>
                <a:lnTo>
                  <a:pt x="458700" y="40275"/>
                </a:lnTo>
                <a:lnTo>
                  <a:pt x="458250" y="40725"/>
                </a:lnTo>
                <a:lnTo>
                  <a:pt x="458175" y="40875"/>
                </a:lnTo>
                <a:lnTo>
                  <a:pt x="457875" y="41175"/>
                </a:lnTo>
                <a:lnTo>
                  <a:pt x="457800" y="41325"/>
                </a:lnTo>
                <a:lnTo>
                  <a:pt x="457425" y="41775"/>
                </a:lnTo>
                <a:lnTo>
                  <a:pt x="457200" y="42150"/>
                </a:lnTo>
                <a:lnTo>
                  <a:pt x="457050" y="42300"/>
                </a:lnTo>
                <a:lnTo>
                  <a:pt x="456900" y="42600"/>
                </a:lnTo>
                <a:lnTo>
                  <a:pt x="456750" y="42750"/>
                </a:lnTo>
                <a:lnTo>
                  <a:pt x="456675" y="42900"/>
                </a:lnTo>
                <a:lnTo>
                  <a:pt x="456525" y="43050"/>
                </a:lnTo>
                <a:lnTo>
                  <a:pt x="456375" y="43350"/>
                </a:lnTo>
                <a:lnTo>
                  <a:pt x="456225" y="43500"/>
                </a:lnTo>
                <a:lnTo>
                  <a:pt x="456000" y="43950"/>
                </a:lnTo>
                <a:lnTo>
                  <a:pt x="455850" y="44100"/>
                </a:lnTo>
                <a:lnTo>
                  <a:pt x="455325" y="45225"/>
                </a:lnTo>
                <a:lnTo>
                  <a:pt x="455175" y="45375"/>
                </a:lnTo>
                <a:lnTo>
                  <a:pt x="455025" y="45675"/>
                </a:lnTo>
                <a:lnTo>
                  <a:pt x="455025" y="45825"/>
                </a:lnTo>
                <a:lnTo>
                  <a:pt x="454875" y="46200"/>
                </a:lnTo>
                <a:lnTo>
                  <a:pt x="454500" y="46950"/>
                </a:lnTo>
                <a:lnTo>
                  <a:pt x="454500" y="47175"/>
                </a:lnTo>
                <a:lnTo>
                  <a:pt x="454350" y="47475"/>
                </a:lnTo>
                <a:lnTo>
                  <a:pt x="454350" y="47625"/>
                </a:lnTo>
                <a:lnTo>
                  <a:pt x="454200" y="48000"/>
                </a:lnTo>
                <a:lnTo>
                  <a:pt x="454200" y="48150"/>
                </a:lnTo>
                <a:lnTo>
                  <a:pt x="454050" y="48450"/>
                </a:lnTo>
                <a:lnTo>
                  <a:pt x="454050" y="48675"/>
                </a:lnTo>
                <a:lnTo>
                  <a:pt x="453975" y="48825"/>
                </a:lnTo>
                <a:lnTo>
                  <a:pt x="453900" y="49350"/>
                </a:lnTo>
                <a:lnTo>
                  <a:pt x="453825" y="49500"/>
                </a:lnTo>
                <a:lnTo>
                  <a:pt x="453825" y="49875"/>
                </a:lnTo>
                <a:lnTo>
                  <a:pt x="453750" y="50025"/>
                </a:lnTo>
                <a:lnTo>
                  <a:pt x="453750" y="50400"/>
                </a:lnTo>
                <a:lnTo>
                  <a:pt x="453675" y="50625"/>
                </a:lnTo>
                <a:lnTo>
                  <a:pt x="453675" y="51150"/>
                </a:lnTo>
                <a:lnTo>
                  <a:pt x="453600" y="51375"/>
                </a:lnTo>
                <a:lnTo>
                  <a:pt x="453600" y="52500"/>
                </a:lnTo>
                <a:lnTo>
                  <a:pt x="447900" y="52500"/>
                </a:lnTo>
                <a:lnTo>
                  <a:pt x="447900" y="51225"/>
                </a:lnTo>
                <a:lnTo>
                  <a:pt x="447975" y="51075"/>
                </a:lnTo>
                <a:lnTo>
                  <a:pt x="447975" y="50325"/>
                </a:lnTo>
                <a:lnTo>
                  <a:pt x="448050" y="50100"/>
                </a:lnTo>
                <a:lnTo>
                  <a:pt x="448050" y="49650"/>
                </a:lnTo>
                <a:lnTo>
                  <a:pt x="448125" y="49575"/>
                </a:lnTo>
                <a:lnTo>
                  <a:pt x="448125" y="49125"/>
                </a:lnTo>
                <a:lnTo>
                  <a:pt x="448200" y="48900"/>
                </a:lnTo>
                <a:lnTo>
                  <a:pt x="448200" y="48675"/>
                </a:lnTo>
                <a:lnTo>
                  <a:pt x="448350" y="48225"/>
                </a:lnTo>
                <a:lnTo>
                  <a:pt x="448350" y="48000"/>
                </a:lnTo>
                <a:lnTo>
                  <a:pt x="448500" y="47550"/>
                </a:lnTo>
                <a:lnTo>
                  <a:pt x="448500" y="47325"/>
                </a:lnTo>
                <a:lnTo>
                  <a:pt x="448725" y="46650"/>
                </a:lnTo>
                <a:lnTo>
                  <a:pt x="448725" y="46425"/>
                </a:lnTo>
                <a:lnTo>
                  <a:pt x="448800" y="46425"/>
                </a:lnTo>
                <a:lnTo>
                  <a:pt x="448800" y="46200"/>
                </a:lnTo>
                <a:lnTo>
                  <a:pt x="449325" y="44700"/>
                </a:lnTo>
                <a:lnTo>
                  <a:pt x="449400" y="44700"/>
                </a:lnTo>
                <a:lnTo>
                  <a:pt x="449775" y="43650"/>
                </a:lnTo>
                <a:lnTo>
                  <a:pt x="449850" y="43650"/>
                </a:lnTo>
                <a:lnTo>
                  <a:pt x="450000" y="43275"/>
                </a:lnTo>
                <a:lnTo>
                  <a:pt x="450000" y="43200"/>
                </a:lnTo>
                <a:lnTo>
                  <a:pt x="450225" y="42825"/>
                </a:lnTo>
                <a:lnTo>
                  <a:pt x="450375" y="42450"/>
                </a:lnTo>
                <a:lnTo>
                  <a:pt x="450450" y="42450"/>
                </a:lnTo>
                <a:lnTo>
                  <a:pt x="450600" y="42075"/>
                </a:lnTo>
                <a:lnTo>
                  <a:pt x="450600" y="42000"/>
                </a:lnTo>
                <a:lnTo>
                  <a:pt x="450750" y="41850"/>
                </a:lnTo>
                <a:lnTo>
                  <a:pt x="450825" y="41625"/>
                </a:lnTo>
                <a:lnTo>
                  <a:pt x="450975" y="41475"/>
                </a:lnTo>
                <a:lnTo>
                  <a:pt x="450975" y="41400"/>
                </a:lnTo>
                <a:lnTo>
                  <a:pt x="451050" y="41250"/>
                </a:lnTo>
                <a:lnTo>
                  <a:pt x="451125" y="41250"/>
                </a:lnTo>
                <a:lnTo>
                  <a:pt x="451200" y="41025"/>
                </a:lnTo>
                <a:lnTo>
                  <a:pt x="451350" y="40875"/>
                </a:lnTo>
                <a:lnTo>
                  <a:pt x="451425" y="40650"/>
                </a:lnTo>
                <a:lnTo>
                  <a:pt x="451575" y="40500"/>
                </a:lnTo>
                <a:lnTo>
                  <a:pt x="451725" y="40275"/>
                </a:lnTo>
                <a:lnTo>
                  <a:pt x="451800" y="40125"/>
                </a:lnTo>
                <a:lnTo>
                  <a:pt x="451800" y="40050"/>
                </a:lnTo>
                <a:lnTo>
                  <a:pt x="452100" y="39750"/>
                </a:lnTo>
                <a:lnTo>
                  <a:pt x="452100" y="39675"/>
                </a:lnTo>
                <a:lnTo>
                  <a:pt x="452250" y="39525"/>
                </a:lnTo>
                <a:lnTo>
                  <a:pt x="452325" y="39375"/>
                </a:lnTo>
                <a:lnTo>
                  <a:pt x="452325" y="39300"/>
                </a:lnTo>
                <a:lnTo>
                  <a:pt x="452625" y="39000"/>
                </a:lnTo>
                <a:lnTo>
                  <a:pt x="452625" y="38925"/>
                </a:lnTo>
                <a:lnTo>
                  <a:pt x="452925" y="38625"/>
                </a:lnTo>
                <a:lnTo>
                  <a:pt x="453075" y="38400"/>
                </a:lnTo>
                <a:lnTo>
                  <a:pt x="453225" y="38250"/>
                </a:lnTo>
                <a:lnTo>
                  <a:pt x="453450" y="37875"/>
                </a:lnTo>
                <a:lnTo>
                  <a:pt x="453525" y="37875"/>
                </a:lnTo>
                <a:lnTo>
                  <a:pt x="453600" y="37725"/>
                </a:lnTo>
                <a:lnTo>
                  <a:pt x="453675" y="37725"/>
                </a:lnTo>
                <a:lnTo>
                  <a:pt x="453750" y="37500"/>
                </a:lnTo>
                <a:lnTo>
                  <a:pt x="453825" y="37500"/>
                </a:lnTo>
                <a:lnTo>
                  <a:pt x="453900" y="37350"/>
                </a:lnTo>
                <a:lnTo>
                  <a:pt x="453975" y="37350"/>
                </a:lnTo>
                <a:lnTo>
                  <a:pt x="454125" y="37200"/>
                </a:lnTo>
                <a:lnTo>
                  <a:pt x="454125" y="37125"/>
                </a:lnTo>
                <a:lnTo>
                  <a:pt x="454575" y="36675"/>
                </a:lnTo>
                <a:lnTo>
                  <a:pt x="454575" y="36600"/>
                </a:lnTo>
                <a:lnTo>
                  <a:pt x="455025" y="36150"/>
                </a:lnTo>
                <a:lnTo>
                  <a:pt x="455025" y="36075"/>
                </a:lnTo>
                <a:lnTo>
                  <a:pt x="455175" y="35925"/>
                </a:lnTo>
                <a:lnTo>
                  <a:pt x="455250" y="35925"/>
                </a:lnTo>
                <a:lnTo>
                  <a:pt x="455550" y="35625"/>
                </a:lnTo>
                <a:lnTo>
                  <a:pt x="455700" y="35400"/>
                </a:lnTo>
                <a:lnTo>
                  <a:pt x="455850" y="35250"/>
                </a:lnTo>
                <a:lnTo>
                  <a:pt x="456075" y="35100"/>
                </a:lnTo>
                <a:lnTo>
                  <a:pt x="456225" y="34950"/>
                </a:lnTo>
                <a:lnTo>
                  <a:pt x="456225" y="34875"/>
                </a:lnTo>
                <a:lnTo>
                  <a:pt x="456525" y="34575"/>
                </a:lnTo>
                <a:lnTo>
                  <a:pt x="456600" y="34575"/>
                </a:lnTo>
                <a:lnTo>
                  <a:pt x="456900" y="34275"/>
                </a:lnTo>
                <a:lnTo>
                  <a:pt x="456900" y="34200"/>
                </a:lnTo>
                <a:lnTo>
                  <a:pt x="457125" y="34050"/>
                </a:lnTo>
                <a:lnTo>
                  <a:pt x="457425" y="33750"/>
                </a:lnTo>
                <a:lnTo>
                  <a:pt x="457650" y="33600"/>
                </a:lnTo>
                <a:lnTo>
                  <a:pt x="457800" y="33375"/>
                </a:lnTo>
                <a:lnTo>
                  <a:pt x="457650" y="33150"/>
                </a:lnTo>
                <a:lnTo>
                  <a:pt x="457425" y="33000"/>
                </a:lnTo>
                <a:lnTo>
                  <a:pt x="457125" y="32700"/>
                </a:lnTo>
                <a:lnTo>
                  <a:pt x="456900" y="32550"/>
                </a:lnTo>
                <a:lnTo>
                  <a:pt x="456900" y="32475"/>
                </a:lnTo>
                <a:lnTo>
                  <a:pt x="456600" y="32175"/>
                </a:lnTo>
                <a:lnTo>
                  <a:pt x="456525" y="32175"/>
                </a:lnTo>
                <a:lnTo>
                  <a:pt x="456225" y="31875"/>
                </a:lnTo>
                <a:lnTo>
                  <a:pt x="456225" y="31800"/>
                </a:lnTo>
                <a:lnTo>
                  <a:pt x="456075" y="31650"/>
                </a:lnTo>
                <a:lnTo>
                  <a:pt x="455850" y="31500"/>
                </a:lnTo>
                <a:lnTo>
                  <a:pt x="455700" y="31350"/>
                </a:lnTo>
                <a:lnTo>
                  <a:pt x="455550" y="31125"/>
                </a:lnTo>
                <a:lnTo>
                  <a:pt x="455250" y="30825"/>
                </a:lnTo>
                <a:lnTo>
                  <a:pt x="455175" y="30825"/>
                </a:lnTo>
                <a:lnTo>
                  <a:pt x="455025" y="30675"/>
                </a:lnTo>
                <a:lnTo>
                  <a:pt x="455025" y="30600"/>
                </a:lnTo>
                <a:lnTo>
                  <a:pt x="454575" y="30150"/>
                </a:lnTo>
                <a:lnTo>
                  <a:pt x="454575" y="30075"/>
                </a:lnTo>
                <a:lnTo>
                  <a:pt x="454125" y="29625"/>
                </a:lnTo>
                <a:lnTo>
                  <a:pt x="454125" y="29550"/>
                </a:lnTo>
                <a:lnTo>
                  <a:pt x="453975" y="29400"/>
                </a:lnTo>
                <a:lnTo>
                  <a:pt x="453900" y="29400"/>
                </a:lnTo>
                <a:lnTo>
                  <a:pt x="453825" y="29250"/>
                </a:lnTo>
                <a:lnTo>
                  <a:pt x="453750" y="29250"/>
                </a:lnTo>
                <a:lnTo>
                  <a:pt x="453675" y="29025"/>
                </a:lnTo>
                <a:lnTo>
                  <a:pt x="453600" y="29025"/>
                </a:lnTo>
                <a:lnTo>
                  <a:pt x="453525" y="28875"/>
                </a:lnTo>
                <a:lnTo>
                  <a:pt x="453450" y="28875"/>
                </a:lnTo>
                <a:lnTo>
                  <a:pt x="453225" y="28500"/>
                </a:lnTo>
                <a:lnTo>
                  <a:pt x="453075" y="28350"/>
                </a:lnTo>
                <a:lnTo>
                  <a:pt x="452925" y="28125"/>
                </a:lnTo>
                <a:lnTo>
                  <a:pt x="452625" y="27825"/>
                </a:lnTo>
                <a:lnTo>
                  <a:pt x="452625" y="27750"/>
                </a:lnTo>
                <a:lnTo>
                  <a:pt x="452325" y="27450"/>
                </a:lnTo>
                <a:lnTo>
                  <a:pt x="452325" y="27375"/>
                </a:lnTo>
                <a:lnTo>
                  <a:pt x="452250" y="27225"/>
                </a:lnTo>
                <a:lnTo>
                  <a:pt x="452100" y="27075"/>
                </a:lnTo>
                <a:lnTo>
                  <a:pt x="452100" y="27000"/>
                </a:lnTo>
                <a:lnTo>
                  <a:pt x="451800" y="26700"/>
                </a:lnTo>
                <a:lnTo>
                  <a:pt x="451800" y="26625"/>
                </a:lnTo>
                <a:lnTo>
                  <a:pt x="451725" y="26475"/>
                </a:lnTo>
                <a:lnTo>
                  <a:pt x="451575" y="26250"/>
                </a:lnTo>
                <a:lnTo>
                  <a:pt x="451425" y="26100"/>
                </a:lnTo>
                <a:lnTo>
                  <a:pt x="451350" y="25875"/>
                </a:lnTo>
                <a:lnTo>
                  <a:pt x="451200" y="25725"/>
                </a:lnTo>
                <a:lnTo>
                  <a:pt x="451125" y="25500"/>
                </a:lnTo>
                <a:lnTo>
                  <a:pt x="451050" y="25500"/>
                </a:lnTo>
                <a:lnTo>
                  <a:pt x="450975" y="25350"/>
                </a:lnTo>
                <a:lnTo>
                  <a:pt x="450975" y="25275"/>
                </a:lnTo>
                <a:lnTo>
                  <a:pt x="450825" y="25125"/>
                </a:lnTo>
                <a:lnTo>
                  <a:pt x="450750" y="24900"/>
                </a:lnTo>
                <a:lnTo>
                  <a:pt x="450600" y="24750"/>
                </a:lnTo>
                <a:lnTo>
                  <a:pt x="450600" y="24675"/>
                </a:lnTo>
                <a:lnTo>
                  <a:pt x="450450" y="24300"/>
                </a:lnTo>
                <a:lnTo>
                  <a:pt x="450375" y="24300"/>
                </a:lnTo>
                <a:lnTo>
                  <a:pt x="450300" y="24150"/>
                </a:lnTo>
                <a:lnTo>
                  <a:pt x="450300" y="24075"/>
                </a:lnTo>
                <a:lnTo>
                  <a:pt x="450000" y="23550"/>
                </a:lnTo>
                <a:lnTo>
                  <a:pt x="450000" y="23475"/>
                </a:lnTo>
                <a:lnTo>
                  <a:pt x="449850" y="23100"/>
                </a:lnTo>
                <a:lnTo>
                  <a:pt x="449775" y="23100"/>
                </a:lnTo>
                <a:lnTo>
                  <a:pt x="449400" y="22050"/>
                </a:lnTo>
                <a:lnTo>
                  <a:pt x="449325" y="22050"/>
                </a:lnTo>
                <a:lnTo>
                  <a:pt x="449175" y="21675"/>
                </a:lnTo>
                <a:lnTo>
                  <a:pt x="449175" y="21600"/>
                </a:lnTo>
                <a:lnTo>
                  <a:pt x="448800" y="20550"/>
                </a:lnTo>
                <a:lnTo>
                  <a:pt x="448800" y="20325"/>
                </a:lnTo>
                <a:lnTo>
                  <a:pt x="448725" y="20325"/>
                </a:lnTo>
                <a:lnTo>
                  <a:pt x="448725" y="20100"/>
                </a:lnTo>
                <a:lnTo>
                  <a:pt x="448500" y="19425"/>
                </a:lnTo>
                <a:lnTo>
                  <a:pt x="448500" y="19200"/>
                </a:lnTo>
                <a:lnTo>
                  <a:pt x="448350" y="18750"/>
                </a:lnTo>
                <a:lnTo>
                  <a:pt x="448350" y="18525"/>
                </a:lnTo>
                <a:lnTo>
                  <a:pt x="448200" y="18075"/>
                </a:lnTo>
                <a:lnTo>
                  <a:pt x="448200" y="17850"/>
                </a:lnTo>
                <a:lnTo>
                  <a:pt x="448125" y="17625"/>
                </a:lnTo>
                <a:lnTo>
                  <a:pt x="448125" y="17175"/>
                </a:lnTo>
                <a:lnTo>
                  <a:pt x="448050" y="17100"/>
                </a:lnTo>
                <a:lnTo>
                  <a:pt x="448050" y="16650"/>
                </a:lnTo>
                <a:lnTo>
                  <a:pt x="447975" y="16425"/>
                </a:lnTo>
                <a:lnTo>
                  <a:pt x="447975" y="15675"/>
                </a:lnTo>
                <a:lnTo>
                  <a:pt x="447900" y="15525"/>
                </a:lnTo>
                <a:lnTo>
                  <a:pt x="447900" y="14250"/>
                </a:lnTo>
                <a:close/>
                <a:moveTo>
                  <a:pt x="486375" y="19575"/>
                </a:moveTo>
                <a:lnTo>
                  <a:pt x="486525" y="19425"/>
                </a:lnTo>
                <a:lnTo>
                  <a:pt x="486525" y="19350"/>
                </a:lnTo>
                <a:lnTo>
                  <a:pt x="486750" y="19125"/>
                </a:lnTo>
                <a:lnTo>
                  <a:pt x="486825" y="18975"/>
                </a:lnTo>
                <a:lnTo>
                  <a:pt x="487050" y="18750"/>
                </a:lnTo>
                <a:lnTo>
                  <a:pt x="487050" y="18675"/>
                </a:lnTo>
                <a:lnTo>
                  <a:pt x="487425" y="18300"/>
                </a:lnTo>
                <a:lnTo>
                  <a:pt x="487425" y="18225"/>
                </a:lnTo>
                <a:lnTo>
                  <a:pt x="487575" y="18075"/>
                </a:lnTo>
                <a:lnTo>
                  <a:pt x="487650" y="18075"/>
                </a:lnTo>
                <a:lnTo>
                  <a:pt x="487800" y="17850"/>
                </a:lnTo>
                <a:lnTo>
                  <a:pt x="488175" y="17475"/>
                </a:lnTo>
                <a:lnTo>
                  <a:pt x="488400" y="17325"/>
                </a:lnTo>
                <a:lnTo>
                  <a:pt x="488400" y="17250"/>
                </a:lnTo>
                <a:lnTo>
                  <a:pt x="488550" y="17100"/>
                </a:lnTo>
                <a:lnTo>
                  <a:pt x="488625" y="17100"/>
                </a:lnTo>
                <a:lnTo>
                  <a:pt x="488775" y="16950"/>
                </a:lnTo>
                <a:lnTo>
                  <a:pt x="488850" y="16950"/>
                </a:lnTo>
                <a:lnTo>
                  <a:pt x="489000" y="16800"/>
                </a:lnTo>
                <a:lnTo>
                  <a:pt x="489000" y="16725"/>
                </a:lnTo>
                <a:lnTo>
                  <a:pt x="489225" y="16650"/>
                </a:lnTo>
                <a:lnTo>
                  <a:pt x="489225" y="16575"/>
                </a:lnTo>
                <a:lnTo>
                  <a:pt x="489450" y="16425"/>
                </a:lnTo>
                <a:lnTo>
                  <a:pt x="489600" y="16275"/>
                </a:lnTo>
                <a:lnTo>
                  <a:pt x="489675" y="16275"/>
                </a:lnTo>
                <a:lnTo>
                  <a:pt x="489825" y="16125"/>
                </a:lnTo>
                <a:lnTo>
                  <a:pt x="489900" y="16125"/>
                </a:lnTo>
                <a:lnTo>
                  <a:pt x="490050" y="15975"/>
                </a:lnTo>
                <a:lnTo>
                  <a:pt x="490125" y="15975"/>
                </a:lnTo>
                <a:lnTo>
                  <a:pt x="490275" y="15900"/>
                </a:lnTo>
                <a:lnTo>
                  <a:pt x="490575" y="15675"/>
                </a:lnTo>
                <a:lnTo>
                  <a:pt x="490800" y="15600"/>
                </a:lnTo>
                <a:lnTo>
                  <a:pt x="491025" y="15450"/>
                </a:lnTo>
                <a:lnTo>
                  <a:pt x="491250" y="15375"/>
                </a:lnTo>
                <a:lnTo>
                  <a:pt x="491250" y="15300"/>
                </a:lnTo>
                <a:lnTo>
                  <a:pt x="491550" y="15225"/>
                </a:lnTo>
                <a:lnTo>
                  <a:pt x="491925" y="15000"/>
                </a:lnTo>
                <a:lnTo>
                  <a:pt x="492450" y="14850"/>
                </a:lnTo>
                <a:lnTo>
                  <a:pt x="492450" y="14775"/>
                </a:lnTo>
                <a:lnTo>
                  <a:pt x="493950" y="14325"/>
                </a:lnTo>
                <a:lnTo>
                  <a:pt x="494100" y="14250"/>
                </a:lnTo>
                <a:lnTo>
                  <a:pt x="494700" y="14100"/>
                </a:lnTo>
                <a:lnTo>
                  <a:pt x="494850" y="14025"/>
                </a:lnTo>
                <a:lnTo>
                  <a:pt x="495150" y="14025"/>
                </a:lnTo>
                <a:lnTo>
                  <a:pt x="495600" y="13875"/>
                </a:lnTo>
                <a:lnTo>
                  <a:pt x="495900" y="13875"/>
                </a:lnTo>
                <a:lnTo>
                  <a:pt x="496125" y="13800"/>
                </a:lnTo>
                <a:lnTo>
                  <a:pt x="496425" y="13800"/>
                </a:lnTo>
                <a:lnTo>
                  <a:pt x="496575" y="13725"/>
                </a:lnTo>
                <a:lnTo>
                  <a:pt x="496875" y="13725"/>
                </a:lnTo>
                <a:lnTo>
                  <a:pt x="497100" y="13650"/>
                </a:lnTo>
                <a:lnTo>
                  <a:pt x="497625" y="13650"/>
                </a:lnTo>
                <a:lnTo>
                  <a:pt x="497850" y="13575"/>
                </a:lnTo>
                <a:lnTo>
                  <a:pt x="498600" y="13575"/>
                </a:lnTo>
                <a:lnTo>
                  <a:pt x="498825" y="13500"/>
                </a:lnTo>
                <a:lnTo>
                  <a:pt x="501375" y="13500"/>
                </a:lnTo>
                <a:lnTo>
                  <a:pt x="501525" y="13575"/>
                </a:lnTo>
                <a:lnTo>
                  <a:pt x="502200" y="13575"/>
                </a:lnTo>
                <a:lnTo>
                  <a:pt x="502350" y="13650"/>
                </a:lnTo>
                <a:lnTo>
                  <a:pt x="502800" y="13650"/>
                </a:lnTo>
                <a:lnTo>
                  <a:pt x="502950" y="13725"/>
                </a:lnTo>
                <a:lnTo>
                  <a:pt x="503325" y="13725"/>
                </a:lnTo>
                <a:lnTo>
                  <a:pt x="503400" y="13800"/>
                </a:lnTo>
                <a:lnTo>
                  <a:pt x="503700" y="13800"/>
                </a:lnTo>
                <a:lnTo>
                  <a:pt x="503775" y="13875"/>
                </a:lnTo>
                <a:lnTo>
                  <a:pt x="503925" y="13875"/>
                </a:lnTo>
                <a:lnTo>
                  <a:pt x="504075" y="13950"/>
                </a:lnTo>
                <a:lnTo>
                  <a:pt x="504375" y="13950"/>
                </a:lnTo>
                <a:lnTo>
                  <a:pt x="504525" y="14025"/>
                </a:lnTo>
                <a:lnTo>
                  <a:pt x="504750" y="14025"/>
                </a:lnTo>
                <a:lnTo>
                  <a:pt x="505050" y="14175"/>
                </a:lnTo>
                <a:lnTo>
                  <a:pt x="505275" y="14175"/>
                </a:lnTo>
                <a:lnTo>
                  <a:pt x="505275" y="14250"/>
                </a:lnTo>
                <a:lnTo>
                  <a:pt x="505500" y="14250"/>
                </a:lnTo>
                <a:lnTo>
                  <a:pt x="505575" y="14325"/>
                </a:lnTo>
                <a:lnTo>
                  <a:pt x="505650" y="14325"/>
                </a:lnTo>
                <a:lnTo>
                  <a:pt x="505950" y="14475"/>
                </a:lnTo>
                <a:lnTo>
                  <a:pt x="506025" y="14475"/>
                </a:lnTo>
                <a:lnTo>
                  <a:pt x="506175" y="14550"/>
                </a:lnTo>
                <a:lnTo>
                  <a:pt x="506325" y="14550"/>
                </a:lnTo>
                <a:lnTo>
                  <a:pt x="506550" y="14700"/>
                </a:lnTo>
                <a:lnTo>
                  <a:pt x="506700" y="14700"/>
                </a:lnTo>
                <a:lnTo>
                  <a:pt x="506700" y="14775"/>
                </a:lnTo>
                <a:lnTo>
                  <a:pt x="506850" y="14775"/>
                </a:lnTo>
                <a:lnTo>
                  <a:pt x="507075" y="14925"/>
                </a:lnTo>
                <a:lnTo>
                  <a:pt x="507225" y="14925"/>
                </a:lnTo>
                <a:lnTo>
                  <a:pt x="507225" y="15000"/>
                </a:lnTo>
                <a:lnTo>
                  <a:pt x="507375" y="15000"/>
                </a:lnTo>
                <a:lnTo>
                  <a:pt x="507375" y="15075"/>
                </a:lnTo>
                <a:lnTo>
                  <a:pt x="507525" y="15075"/>
                </a:lnTo>
                <a:lnTo>
                  <a:pt x="507675" y="15225"/>
                </a:lnTo>
                <a:lnTo>
                  <a:pt x="507750" y="15225"/>
                </a:lnTo>
                <a:lnTo>
                  <a:pt x="508350" y="15525"/>
                </a:lnTo>
                <a:lnTo>
                  <a:pt x="508425" y="15525"/>
                </a:lnTo>
                <a:lnTo>
                  <a:pt x="508650" y="15750"/>
                </a:lnTo>
                <a:lnTo>
                  <a:pt x="508725" y="15750"/>
                </a:lnTo>
                <a:lnTo>
                  <a:pt x="509025" y="15900"/>
                </a:lnTo>
                <a:lnTo>
                  <a:pt x="509175" y="16050"/>
                </a:lnTo>
                <a:lnTo>
                  <a:pt x="509475" y="16200"/>
                </a:lnTo>
                <a:lnTo>
                  <a:pt x="509625" y="16350"/>
                </a:lnTo>
                <a:lnTo>
                  <a:pt x="509925" y="16500"/>
                </a:lnTo>
                <a:lnTo>
                  <a:pt x="509925" y="16575"/>
                </a:lnTo>
                <a:lnTo>
                  <a:pt x="510075" y="16650"/>
                </a:lnTo>
                <a:lnTo>
                  <a:pt x="510300" y="16875"/>
                </a:lnTo>
                <a:lnTo>
                  <a:pt x="510375" y="16875"/>
                </a:lnTo>
                <a:lnTo>
                  <a:pt x="510600" y="17100"/>
                </a:lnTo>
                <a:lnTo>
                  <a:pt x="510750" y="17175"/>
                </a:lnTo>
                <a:lnTo>
                  <a:pt x="510750" y="17250"/>
                </a:lnTo>
                <a:lnTo>
                  <a:pt x="511050" y="17400"/>
                </a:lnTo>
                <a:lnTo>
                  <a:pt x="511050" y="17475"/>
                </a:lnTo>
                <a:lnTo>
                  <a:pt x="511125" y="17550"/>
                </a:lnTo>
                <a:lnTo>
                  <a:pt x="511200" y="17550"/>
                </a:lnTo>
                <a:lnTo>
                  <a:pt x="511275" y="17700"/>
                </a:lnTo>
                <a:lnTo>
                  <a:pt x="511425" y="17775"/>
                </a:lnTo>
                <a:lnTo>
                  <a:pt x="511500" y="17925"/>
                </a:lnTo>
                <a:lnTo>
                  <a:pt x="511575" y="17925"/>
                </a:lnTo>
                <a:lnTo>
                  <a:pt x="511650" y="18000"/>
                </a:lnTo>
                <a:lnTo>
                  <a:pt x="511650" y="18075"/>
                </a:lnTo>
                <a:lnTo>
                  <a:pt x="511800" y="18150"/>
                </a:lnTo>
                <a:lnTo>
                  <a:pt x="511950" y="18300"/>
                </a:lnTo>
                <a:lnTo>
                  <a:pt x="512025" y="18450"/>
                </a:lnTo>
                <a:lnTo>
                  <a:pt x="512175" y="18525"/>
                </a:lnTo>
                <a:lnTo>
                  <a:pt x="512175" y="18600"/>
                </a:lnTo>
                <a:lnTo>
                  <a:pt x="512250" y="18675"/>
                </a:lnTo>
                <a:lnTo>
                  <a:pt x="512325" y="18675"/>
                </a:lnTo>
                <a:lnTo>
                  <a:pt x="512400" y="18825"/>
                </a:lnTo>
                <a:lnTo>
                  <a:pt x="512625" y="19050"/>
                </a:lnTo>
                <a:lnTo>
                  <a:pt x="512625" y="19125"/>
                </a:lnTo>
                <a:lnTo>
                  <a:pt x="512775" y="19200"/>
                </a:lnTo>
                <a:lnTo>
                  <a:pt x="512925" y="19500"/>
                </a:lnTo>
                <a:lnTo>
                  <a:pt x="513000" y="19500"/>
                </a:lnTo>
                <a:lnTo>
                  <a:pt x="513075" y="19575"/>
                </a:lnTo>
                <a:lnTo>
                  <a:pt x="513075" y="19650"/>
                </a:lnTo>
                <a:lnTo>
                  <a:pt x="513300" y="19875"/>
                </a:lnTo>
                <a:lnTo>
                  <a:pt x="513375" y="20025"/>
                </a:lnTo>
                <a:lnTo>
                  <a:pt x="513525" y="20175"/>
                </a:lnTo>
                <a:lnTo>
                  <a:pt x="513675" y="20475"/>
                </a:lnTo>
                <a:lnTo>
                  <a:pt x="513825" y="20625"/>
                </a:lnTo>
                <a:lnTo>
                  <a:pt x="513975" y="20925"/>
                </a:lnTo>
                <a:lnTo>
                  <a:pt x="514200" y="21150"/>
                </a:lnTo>
                <a:lnTo>
                  <a:pt x="514200" y="21225"/>
                </a:lnTo>
                <a:lnTo>
                  <a:pt x="514275" y="21300"/>
                </a:lnTo>
                <a:lnTo>
                  <a:pt x="514275" y="21375"/>
                </a:lnTo>
                <a:lnTo>
                  <a:pt x="514350" y="21450"/>
                </a:lnTo>
                <a:lnTo>
                  <a:pt x="514350" y="21525"/>
                </a:lnTo>
                <a:lnTo>
                  <a:pt x="514425" y="21600"/>
                </a:lnTo>
                <a:lnTo>
                  <a:pt x="514425" y="21675"/>
                </a:lnTo>
                <a:lnTo>
                  <a:pt x="514650" y="21900"/>
                </a:lnTo>
                <a:lnTo>
                  <a:pt x="514650" y="21975"/>
                </a:lnTo>
                <a:lnTo>
                  <a:pt x="514800" y="22200"/>
                </a:lnTo>
                <a:lnTo>
                  <a:pt x="514800" y="22275"/>
                </a:lnTo>
                <a:lnTo>
                  <a:pt x="515550" y="23775"/>
                </a:lnTo>
                <a:lnTo>
                  <a:pt x="515550" y="23850"/>
                </a:lnTo>
                <a:lnTo>
                  <a:pt x="515625" y="23925"/>
                </a:lnTo>
                <a:lnTo>
                  <a:pt x="515625" y="24000"/>
                </a:lnTo>
                <a:lnTo>
                  <a:pt x="515850" y="24450"/>
                </a:lnTo>
                <a:lnTo>
                  <a:pt x="515850" y="24600"/>
                </a:lnTo>
                <a:lnTo>
                  <a:pt x="515925" y="24600"/>
                </a:lnTo>
                <a:lnTo>
                  <a:pt x="515925" y="24825"/>
                </a:lnTo>
                <a:lnTo>
                  <a:pt x="516000" y="24900"/>
                </a:lnTo>
                <a:lnTo>
                  <a:pt x="516000" y="24975"/>
                </a:lnTo>
                <a:lnTo>
                  <a:pt x="516150" y="25275"/>
                </a:lnTo>
                <a:lnTo>
                  <a:pt x="516150" y="25425"/>
                </a:lnTo>
                <a:lnTo>
                  <a:pt x="516225" y="25425"/>
                </a:lnTo>
                <a:lnTo>
                  <a:pt x="516225" y="25575"/>
                </a:lnTo>
                <a:lnTo>
                  <a:pt x="516375" y="25950"/>
                </a:lnTo>
                <a:lnTo>
                  <a:pt x="516375" y="26100"/>
                </a:lnTo>
                <a:lnTo>
                  <a:pt x="516525" y="26400"/>
                </a:lnTo>
                <a:lnTo>
                  <a:pt x="516525" y="26625"/>
                </a:lnTo>
                <a:lnTo>
                  <a:pt x="516675" y="26925"/>
                </a:lnTo>
                <a:lnTo>
                  <a:pt x="516675" y="27150"/>
                </a:lnTo>
                <a:lnTo>
                  <a:pt x="516750" y="27300"/>
                </a:lnTo>
                <a:lnTo>
                  <a:pt x="516750" y="27450"/>
                </a:lnTo>
                <a:lnTo>
                  <a:pt x="516825" y="27600"/>
                </a:lnTo>
                <a:lnTo>
                  <a:pt x="516825" y="27825"/>
                </a:lnTo>
                <a:lnTo>
                  <a:pt x="516900" y="27975"/>
                </a:lnTo>
                <a:lnTo>
                  <a:pt x="516900" y="28125"/>
                </a:lnTo>
                <a:lnTo>
                  <a:pt x="516975" y="28275"/>
                </a:lnTo>
                <a:lnTo>
                  <a:pt x="516975" y="28500"/>
                </a:lnTo>
                <a:lnTo>
                  <a:pt x="517050" y="28650"/>
                </a:lnTo>
                <a:lnTo>
                  <a:pt x="517050" y="28800"/>
                </a:lnTo>
                <a:lnTo>
                  <a:pt x="517125" y="28950"/>
                </a:lnTo>
                <a:lnTo>
                  <a:pt x="517125" y="29325"/>
                </a:lnTo>
                <a:lnTo>
                  <a:pt x="517200" y="29475"/>
                </a:lnTo>
                <a:lnTo>
                  <a:pt x="517200" y="29850"/>
                </a:lnTo>
                <a:lnTo>
                  <a:pt x="517275" y="30000"/>
                </a:lnTo>
                <a:lnTo>
                  <a:pt x="517275" y="30375"/>
                </a:lnTo>
                <a:lnTo>
                  <a:pt x="517350" y="30525"/>
                </a:lnTo>
                <a:lnTo>
                  <a:pt x="517350" y="31125"/>
                </a:lnTo>
                <a:lnTo>
                  <a:pt x="517425" y="31275"/>
                </a:lnTo>
                <a:lnTo>
                  <a:pt x="517425" y="32475"/>
                </a:lnTo>
                <a:lnTo>
                  <a:pt x="517500" y="32625"/>
                </a:lnTo>
                <a:lnTo>
                  <a:pt x="517500" y="34125"/>
                </a:lnTo>
                <a:lnTo>
                  <a:pt x="517425" y="34275"/>
                </a:lnTo>
                <a:lnTo>
                  <a:pt x="517425" y="35475"/>
                </a:lnTo>
                <a:lnTo>
                  <a:pt x="517350" y="35625"/>
                </a:lnTo>
                <a:lnTo>
                  <a:pt x="517350" y="36225"/>
                </a:lnTo>
                <a:lnTo>
                  <a:pt x="517275" y="36375"/>
                </a:lnTo>
                <a:lnTo>
                  <a:pt x="517275" y="36750"/>
                </a:lnTo>
                <a:lnTo>
                  <a:pt x="517200" y="36900"/>
                </a:lnTo>
                <a:lnTo>
                  <a:pt x="517200" y="37275"/>
                </a:lnTo>
                <a:lnTo>
                  <a:pt x="517125" y="37425"/>
                </a:lnTo>
                <a:lnTo>
                  <a:pt x="517125" y="37800"/>
                </a:lnTo>
                <a:lnTo>
                  <a:pt x="517050" y="37950"/>
                </a:lnTo>
                <a:lnTo>
                  <a:pt x="517050" y="38100"/>
                </a:lnTo>
                <a:lnTo>
                  <a:pt x="516975" y="38250"/>
                </a:lnTo>
                <a:lnTo>
                  <a:pt x="516975" y="38475"/>
                </a:lnTo>
                <a:lnTo>
                  <a:pt x="516900" y="38625"/>
                </a:lnTo>
                <a:lnTo>
                  <a:pt x="516900" y="38775"/>
                </a:lnTo>
                <a:lnTo>
                  <a:pt x="516825" y="38925"/>
                </a:lnTo>
                <a:lnTo>
                  <a:pt x="516825" y="39150"/>
                </a:lnTo>
                <a:lnTo>
                  <a:pt x="516750" y="39300"/>
                </a:lnTo>
                <a:lnTo>
                  <a:pt x="516750" y="39450"/>
                </a:lnTo>
                <a:lnTo>
                  <a:pt x="516675" y="39600"/>
                </a:lnTo>
                <a:lnTo>
                  <a:pt x="516675" y="39825"/>
                </a:lnTo>
                <a:lnTo>
                  <a:pt x="516525" y="40125"/>
                </a:lnTo>
                <a:lnTo>
                  <a:pt x="516525" y="40350"/>
                </a:lnTo>
                <a:lnTo>
                  <a:pt x="516375" y="40650"/>
                </a:lnTo>
                <a:lnTo>
                  <a:pt x="516375" y="40800"/>
                </a:lnTo>
                <a:lnTo>
                  <a:pt x="516225" y="41175"/>
                </a:lnTo>
                <a:lnTo>
                  <a:pt x="516225" y="41325"/>
                </a:lnTo>
                <a:lnTo>
                  <a:pt x="516150" y="41325"/>
                </a:lnTo>
                <a:lnTo>
                  <a:pt x="516150" y="41475"/>
                </a:lnTo>
                <a:lnTo>
                  <a:pt x="516000" y="41775"/>
                </a:lnTo>
                <a:lnTo>
                  <a:pt x="516000" y="41850"/>
                </a:lnTo>
                <a:lnTo>
                  <a:pt x="515925" y="41925"/>
                </a:lnTo>
                <a:lnTo>
                  <a:pt x="515925" y="42150"/>
                </a:lnTo>
                <a:lnTo>
                  <a:pt x="515850" y="42150"/>
                </a:lnTo>
                <a:lnTo>
                  <a:pt x="515850" y="42300"/>
                </a:lnTo>
                <a:lnTo>
                  <a:pt x="515625" y="42750"/>
                </a:lnTo>
                <a:lnTo>
                  <a:pt x="515625" y="42825"/>
                </a:lnTo>
                <a:lnTo>
                  <a:pt x="515550" y="42900"/>
                </a:lnTo>
                <a:lnTo>
                  <a:pt x="515550" y="42975"/>
                </a:lnTo>
                <a:lnTo>
                  <a:pt x="514800" y="44475"/>
                </a:lnTo>
                <a:lnTo>
                  <a:pt x="514800" y="44550"/>
                </a:lnTo>
                <a:lnTo>
                  <a:pt x="514650" y="44775"/>
                </a:lnTo>
                <a:lnTo>
                  <a:pt x="514650" y="44850"/>
                </a:lnTo>
                <a:lnTo>
                  <a:pt x="514425" y="45075"/>
                </a:lnTo>
                <a:lnTo>
                  <a:pt x="514425" y="45150"/>
                </a:lnTo>
                <a:lnTo>
                  <a:pt x="514350" y="45225"/>
                </a:lnTo>
                <a:lnTo>
                  <a:pt x="514350" y="45300"/>
                </a:lnTo>
                <a:lnTo>
                  <a:pt x="514275" y="45375"/>
                </a:lnTo>
                <a:lnTo>
                  <a:pt x="514275" y="45450"/>
                </a:lnTo>
                <a:lnTo>
                  <a:pt x="514200" y="45525"/>
                </a:lnTo>
                <a:lnTo>
                  <a:pt x="514200" y="45600"/>
                </a:lnTo>
                <a:lnTo>
                  <a:pt x="513975" y="45825"/>
                </a:lnTo>
                <a:lnTo>
                  <a:pt x="513825" y="46125"/>
                </a:lnTo>
                <a:lnTo>
                  <a:pt x="513675" y="46275"/>
                </a:lnTo>
                <a:lnTo>
                  <a:pt x="513525" y="46575"/>
                </a:lnTo>
                <a:lnTo>
                  <a:pt x="513375" y="46725"/>
                </a:lnTo>
                <a:lnTo>
                  <a:pt x="513300" y="46875"/>
                </a:lnTo>
                <a:lnTo>
                  <a:pt x="513075" y="47100"/>
                </a:lnTo>
                <a:lnTo>
                  <a:pt x="513075" y="47175"/>
                </a:lnTo>
                <a:lnTo>
                  <a:pt x="513000" y="47250"/>
                </a:lnTo>
                <a:lnTo>
                  <a:pt x="512925" y="47250"/>
                </a:lnTo>
                <a:lnTo>
                  <a:pt x="512775" y="47550"/>
                </a:lnTo>
                <a:lnTo>
                  <a:pt x="512625" y="47625"/>
                </a:lnTo>
                <a:lnTo>
                  <a:pt x="512625" y="47700"/>
                </a:lnTo>
                <a:lnTo>
                  <a:pt x="512400" y="47925"/>
                </a:lnTo>
                <a:lnTo>
                  <a:pt x="512325" y="48075"/>
                </a:lnTo>
                <a:lnTo>
                  <a:pt x="512250" y="48075"/>
                </a:lnTo>
                <a:lnTo>
                  <a:pt x="512175" y="48150"/>
                </a:lnTo>
                <a:lnTo>
                  <a:pt x="512175" y="48225"/>
                </a:lnTo>
                <a:lnTo>
                  <a:pt x="512025" y="48300"/>
                </a:lnTo>
                <a:lnTo>
                  <a:pt x="511950" y="48450"/>
                </a:lnTo>
                <a:lnTo>
                  <a:pt x="511800" y="48600"/>
                </a:lnTo>
                <a:lnTo>
                  <a:pt x="511650" y="48675"/>
                </a:lnTo>
                <a:lnTo>
                  <a:pt x="511650" y="48750"/>
                </a:lnTo>
                <a:lnTo>
                  <a:pt x="511575" y="48825"/>
                </a:lnTo>
                <a:lnTo>
                  <a:pt x="511500" y="48825"/>
                </a:lnTo>
                <a:lnTo>
                  <a:pt x="511425" y="48975"/>
                </a:lnTo>
                <a:lnTo>
                  <a:pt x="511275" y="49050"/>
                </a:lnTo>
                <a:lnTo>
                  <a:pt x="511200" y="49200"/>
                </a:lnTo>
                <a:lnTo>
                  <a:pt x="511125" y="49200"/>
                </a:lnTo>
                <a:lnTo>
                  <a:pt x="511050" y="49275"/>
                </a:lnTo>
                <a:lnTo>
                  <a:pt x="511050" y="49350"/>
                </a:lnTo>
                <a:lnTo>
                  <a:pt x="510750" y="49500"/>
                </a:lnTo>
                <a:lnTo>
                  <a:pt x="510750" y="49575"/>
                </a:lnTo>
                <a:lnTo>
                  <a:pt x="510600" y="49650"/>
                </a:lnTo>
                <a:lnTo>
                  <a:pt x="510375" y="49875"/>
                </a:lnTo>
                <a:lnTo>
                  <a:pt x="510300" y="49875"/>
                </a:lnTo>
                <a:lnTo>
                  <a:pt x="510075" y="50100"/>
                </a:lnTo>
                <a:lnTo>
                  <a:pt x="509925" y="50175"/>
                </a:lnTo>
                <a:lnTo>
                  <a:pt x="509925" y="50250"/>
                </a:lnTo>
                <a:lnTo>
                  <a:pt x="509625" y="50400"/>
                </a:lnTo>
                <a:lnTo>
                  <a:pt x="509475" y="50550"/>
                </a:lnTo>
                <a:lnTo>
                  <a:pt x="509175" y="50700"/>
                </a:lnTo>
                <a:lnTo>
                  <a:pt x="509025" y="50850"/>
                </a:lnTo>
                <a:lnTo>
                  <a:pt x="508725" y="51000"/>
                </a:lnTo>
                <a:lnTo>
                  <a:pt x="508650" y="51000"/>
                </a:lnTo>
                <a:lnTo>
                  <a:pt x="508425" y="51225"/>
                </a:lnTo>
                <a:lnTo>
                  <a:pt x="508350" y="51225"/>
                </a:lnTo>
                <a:lnTo>
                  <a:pt x="507750" y="51525"/>
                </a:lnTo>
                <a:lnTo>
                  <a:pt x="507675" y="51525"/>
                </a:lnTo>
                <a:lnTo>
                  <a:pt x="507525" y="51675"/>
                </a:lnTo>
                <a:lnTo>
                  <a:pt x="507375" y="51675"/>
                </a:lnTo>
                <a:lnTo>
                  <a:pt x="507375" y="51750"/>
                </a:lnTo>
                <a:lnTo>
                  <a:pt x="507225" y="51750"/>
                </a:lnTo>
                <a:lnTo>
                  <a:pt x="507225" y="51825"/>
                </a:lnTo>
                <a:lnTo>
                  <a:pt x="507075" y="51825"/>
                </a:lnTo>
                <a:lnTo>
                  <a:pt x="507000" y="51900"/>
                </a:lnTo>
                <a:lnTo>
                  <a:pt x="506925" y="51900"/>
                </a:lnTo>
                <a:lnTo>
                  <a:pt x="506850" y="51975"/>
                </a:lnTo>
                <a:lnTo>
                  <a:pt x="506700" y="51975"/>
                </a:lnTo>
                <a:lnTo>
                  <a:pt x="506700" y="52050"/>
                </a:lnTo>
                <a:lnTo>
                  <a:pt x="506550" y="52050"/>
                </a:lnTo>
                <a:lnTo>
                  <a:pt x="506325" y="52200"/>
                </a:lnTo>
                <a:lnTo>
                  <a:pt x="506175" y="52200"/>
                </a:lnTo>
                <a:lnTo>
                  <a:pt x="505650" y="52425"/>
                </a:lnTo>
                <a:lnTo>
                  <a:pt x="505575" y="52425"/>
                </a:lnTo>
                <a:lnTo>
                  <a:pt x="505500" y="52500"/>
                </a:lnTo>
                <a:lnTo>
                  <a:pt x="505275" y="52500"/>
                </a:lnTo>
                <a:lnTo>
                  <a:pt x="505275" y="52575"/>
                </a:lnTo>
                <a:lnTo>
                  <a:pt x="505050" y="52575"/>
                </a:lnTo>
                <a:lnTo>
                  <a:pt x="504750" y="52725"/>
                </a:lnTo>
                <a:lnTo>
                  <a:pt x="504525" y="52725"/>
                </a:lnTo>
                <a:lnTo>
                  <a:pt x="504375" y="52800"/>
                </a:lnTo>
                <a:lnTo>
                  <a:pt x="504075" y="52800"/>
                </a:lnTo>
                <a:lnTo>
                  <a:pt x="503925" y="52875"/>
                </a:lnTo>
                <a:lnTo>
                  <a:pt x="503775" y="52875"/>
                </a:lnTo>
                <a:lnTo>
                  <a:pt x="503700" y="52950"/>
                </a:lnTo>
                <a:lnTo>
                  <a:pt x="503400" y="52950"/>
                </a:lnTo>
                <a:lnTo>
                  <a:pt x="503325" y="53025"/>
                </a:lnTo>
                <a:lnTo>
                  <a:pt x="502950" y="53025"/>
                </a:lnTo>
                <a:lnTo>
                  <a:pt x="502800" y="53100"/>
                </a:lnTo>
                <a:lnTo>
                  <a:pt x="502350" y="53100"/>
                </a:lnTo>
                <a:lnTo>
                  <a:pt x="502200" y="53175"/>
                </a:lnTo>
                <a:lnTo>
                  <a:pt x="501525" y="53175"/>
                </a:lnTo>
                <a:lnTo>
                  <a:pt x="501375" y="53250"/>
                </a:lnTo>
                <a:lnTo>
                  <a:pt x="498825" y="53250"/>
                </a:lnTo>
                <a:lnTo>
                  <a:pt x="498600" y="53175"/>
                </a:lnTo>
                <a:lnTo>
                  <a:pt x="497850" y="53175"/>
                </a:lnTo>
                <a:lnTo>
                  <a:pt x="497625" y="53100"/>
                </a:lnTo>
                <a:lnTo>
                  <a:pt x="497100" y="53100"/>
                </a:lnTo>
                <a:lnTo>
                  <a:pt x="496875" y="53025"/>
                </a:lnTo>
                <a:lnTo>
                  <a:pt x="496575" y="53025"/>
                </a:lnTo>
                <a:lnTo>
                  <a:pt x="496425" y="52950"/>
                </a:lnTo>
                <a:lnTo>
                  <a:pt x="496125" y="52950"/>
                </a:lnTo>
                <a:lnTo>
                  <a:pt x="495900" y="52875"/>
                </a:lnTo>
                <a:lnTo>
                  <a:pt x="495600" y="52875"/>
                </a:lnTo>
                <a:lnTo>
                  <a:pt x="495150" y="52725"/>
                </a:lnTo>
                <a:lnTo>
                  <a:pt x="494850" y="52725"/>
                </a:lnTo>
                <a:lnTo>
                  <a:pt x="494700" y="52650"/>
                </a:lnTo>
                <a:lnTo>
                  <a:pt x="494100" y="52500"/>
                </a:lnTo>
                <a:lnTo>
                  <a:pt x="493950" y="52425"/>
                </a:lnTo>
                <a:lnTo>
                  <a:pt x="492450" y="51975"/>
                </a:lnTo>
                <a:lnTo>
                  <a:pt x="492450" y="51900"/>
                </a:lnTo>
                <a:lnTo>
                  <a:pt x="491925" y="51750"/>
                </a:lnTo>
                <a:lnTo>
                  <a:pt x="491550" y="51525"/>
                </a:lnTo>
                <a:lnTo>
                  <a:pt x="491250" y="51450"/>
                </a:lnTo>
                <a:lnTo>
                  <a:pt x="491250" y="51375"/>
                </a:lnTo>
                <a:lnTo>
                  <a:pt x="491025" y="51300"/>
                </a:lnTo>
                <a:lnTo>
                  <a:pt x="490800" y="51150"/>
                </a:lnTo>
                <a:lnTo>
                  <a:pt x="490575" y="51075"/>
                </a:lnTo>
                <a:lnTo>
                  <a:pt x="490275" y="50850"/>
                </a:lnTo>
                <a:lnTo>
                  <a:pt x="490125" y="50775"/>
                </a:lnTo>
                <a:lnTo>
                  <a:pt x="490050" y="50775"/>
                </a:lnTo>
                <a:lnTo>
                  <a:pt x="489900" y="50625"/>
                </a:lnTo>
                <a:lnTo>
                  <a:pt x="489825" y="50625"/>
                </a:lnTo>
                <a:lnTo>
                  <a:pt x="489675" y="50475"/>
                </a:lnTo>
                <a:lnTo>
                  <a:pt x="489600" y="50475"/>
                </a:lnTo>
                <a:lnTo>
                  <a:pt x="489450" y="50325"/>
                </a:lnTo>
                <a:lnTo>
                  <a:pt x="489225" y="50175"/>
                </a:lnTo>
                <a:lnTo>
                  <a:pt x="489225" y="50100"/>
                </a:lnTo>
                <a:lnTo>
                  <a:pt x="489000" y="50025"/>
                </a:lnTo>
                <a:lnTo>
                  <a:pt x="489000" y="49950"/>
                </a:lnTo>
                <a:lnTo>
                  <a:pt x="488850" y="49800"/>
                </a:lnTo>
                <a:lnTo>
                  <a:pt x="488775" y="49800"/>
                </a:lnTo>
                <a:lnTo>
                  <a:pt x="488625" y="49650"/>
                </a:lnTo>
                <a:lnTo>
                  <a:pt x="488550" y="49650"/>
                </a:lnTo>
                <a:lnTo>
                  <a:pt x="488400" y="49500"/>
                </a:lnTo>
                <a:lnTo>
                  <a:pt x="488400" y="49425"/>
                </a:lnTo>
                <a:lnTo>
                  <a:pt x="488175" y="49275"/>
                </a:lnTo>
                <a:lnTo>
                  <a:pt x="487800" y="48900"/>
                </a:lnTo>
                <a:lnTo>
                  <a:pt x="487650" y="48675"/>
                </a:lnTo>
                <a:lnTo>
                  <a:pt x="487575" y="48675"/>
                </a:lnTo>
                <a:lnTo>
                  <a:pt x="487425" y="48525"/>
                </a:lnTo>
                <a:lnTo>
                  <a:pt x="487425" y="48450"/>
                </a:lnTo>
                <a:lnTo>
                  <a:pt x="487050" y="48075"/>
                </a:lnTo>
                <a:lnTo>
                  <a:pt x="487050" y="48000"/>
                </a:lnTo>
                <a:lnTo>
                  <a:pt x="486525" y="47400"/>
                </a:lnTo>
                <a:lnTo>
                  <a:pt x="486525" y="47325"/>
                </a:lnTo>
                <a:lnTo>
                  <a:pt x="486375" y="47175"/>
                </a:lnTo>
                <a:lnTo>
                  <a:pt x="486375" y="47100"/>
                </a:lnTo>
                <a:lnTo>
                  <a:pt x="486225" y="46950"/>
                </a:lnTo>
                <a:lnTo>
                  <a:pt x="491100" y="44175"/>
                </a:lnTo>
                <a:lnTo>
                  <a:pt x="491175" y="44325"/>
                </a:lnTo>
                <a:lnTo>
                  <a:pt x="491325" y="44475"/>
                </a:lnTo>
                <a:lnTo>
                  <a:pt x="491475" y="44775"/>
                </a:lnTo>
                <a:lnTo>
                  <a:pt x="491850" y="45150"/>
                </a:lnTo>
                <a:lnTo>
                  <a:pt x="491925" y="45300"/>
                </a:lnTo>
                <a:lnTo>
                  <a:pt x="492225" y="45600"/>
                </a:lnTo>
                <a:lnTo>
                  <a:pt x="492375" y="45675"/>
                </a:lnTo>
                <a:lnTo>
                  <a:pt x="492600" y="45900"/>
                </a:lnTo>
                <a:lnTo>
                  <a:pt x="492750" y="45975"/>
                </a:lnTo>
                <a:lnTo>
                  <a:pt x="492825" y="46125"/>
                </a:lnTo>
                <a:lnTo>
                  <a:pt x="493050" y="46275"/>
                </a:lnTo>
                <a:lnTo>
                  <a:pt x="494550" y="47100"/>
                </a:lnTo>
                <a:lnTo>
                  <a:pt x="494700" y="47100"/>
                </a:lnTo>
                <a:lnTo>
                  <a:pt x="495150" y="47325"/>
                </a:lnTo>
                <a:lnTo>
                  <a:pt x="495300" y="47325"/>
                </a:lnTo>
                <a:lnTo>
                  <a:pt x="495450" y="47400"/>
                </a:lnTo>
                <a:lnTo>
                  <a:pt x="495600" y="47400"/>
                </a:lnTo>
                <a:lnTo>
                  <a:pt x="495900" y="47550"/>
                </a:lnTo>
                <a:lnTo>
                  <a:pt x="496125" y="47550"/>
                </a:lnTo>
                <a:lnTo>
                  <a:pt x="496275" y="47625"/>
                </a:lnTo>
                <a:lnTo>
                  <a:pt x="496425" y="47625"/>
                </a:lnTo>
                <a:lnTo>
                  <a:pt x="496575" y="47700"/>
                </a:lnTo>
                <a:lnTo>
                  <a:pt x="496800" y="47700"/>
                </a:lnTo>
                <a:lnTo>
                  <a:pt x="496950" y="47775"/>
                </a:lnTo>
                <a:lnTo>
                  <a:pt x="497325" y="47775"/>
                </a:lnTo>
                <a:lnTo>
                  <a:pt x="497475" y="47850"/>
                </a:lnTo>
                <a:lnTo>
                  <a:pt x="497850" y="47850"/>
                </a:lnTo>
                <a:lnTo>
                  <a:pt x="498000" y="47925"/>
                </a:lnTo>
                <a:lnTo>
                  <a:pt x="498750" y="47925"/>
                </a:lnTo>
                <a:lnTo>
                  <a:pt x="498975" y="48000"/>
                </a:lnTo>
                <a:lnTo>
                  <a:pt x="501150" y="48000"/>
                </a:lnTo>
                <a:lnTo>
                  <a:pt x="501225" y="47925"/>
                </a:lnTo>
                <a:lnTo>
                  <a:pt x="501900" y="47925"/>
                </a:lnTo>
                <a:lnTo>
                  <a:pt x="502050" y="47850"/>
                </a:lnTo>
                <a:lnTo>
                  <a:pt x="502275" y="47850"/>
                </a:lnTo>
                <a:lnTo>
                  <a:pt x="502425" y="47775"/>
                </a:lnTo>
                <a:lnTo>
                  <a:pt x="502650" y="47775"/>
                </a:lnTo>
                <a:lnTo>
                  <a:pt x="502800" y="47700"/>
                </a:lnTo>
                <a:lnTo>
                  <a:pt x="503025" y="47700"/>
                </a:lnTo>
                <a:lnTo>
                  <a:pt x="503100" y="47625"/>
                </a:lnTo>
                <a:lnTo>
                  <a:pt x="503250" y="47625"/>
                </a:lnTo>
                <a:lnTo>
                  <a:pt x="503325" y="47550"/>
                </a:lnTo>
                <a:lnTo>
                  <a:pt x="503475" y="47550"/>
                </a:lnTo>
                <a:lnTo>
                  <a:pt x="503625" y="47475"/>
                </a:lnTo>
                <a:lnTo>
                  <a:pt x="503850" y="47475"/>
                </a:lnTo>
                <a:lnTo>
                  <a:pt x="504000" y="47325"/>
                </a:lnTo>
                <a:lnTo>
                  <a:pt x="504150" y="47325"/>
                </a:lnTo>
                <a:lnTo>
                  <a:pt x="504225" y="47250"/>
                </a:lnTo>
                <a:lnTo>
                  <a:pt x="504375" y="47250"/>
                </a:lnTo>
                <a:lnTo>
                  <a:pt x="504450" y="47175"/>
                </a:lnTo>
                <a:lnTo>
                  <a:pt x="504600" y="47175"/>
                </a:lnTo>
                <a:lnTo>
                  <a:pt x="504750" y="47025"/>
                </a:lnTo>
                <a:lnTo>
                  <a:pt x="504900" y="47025"/>
                </a:lnTo>
                <a:lnTo>
                  <a:pt x="505200" y="46800"/>
                </a:lnTo>
                <a:lnTo>
                  <a:pt x="505275" y="46800"/>
                </a:lnTo>
                <a:lnTo>
                  <a:pt x="505425" y="46725"/>
                </a:lnTo>
                <a:lnTo>
                  <a:pt x="505575" y="46575"/>
                </a:lnTo>
                <a:lnTo>
                  <a:pt x="505725" y="46575"/>
                </a:lnTo>
                <a:lnTo>
                  <a:pt x="505950" y="46350"/>
                </a:lnTo>
                <a:lnTo>
                  <a:pt x="506100" y="46275"/>
                </a:lnTo>
                <a:lnTo>
                  <a:pt x="506175" y="46275"/>
                </a:lnTo>
                <a:lnTo>
                  <a:pt x="506325" y="46125"/>
                </a:lnTo>
                <a:lnTo>
                  <a:pt x="506475" y="46050"/>
                </a:lnTo>
                <a:lnTo>
                  <a:pt x="506700" y="45825"/>
                </a:lnTo>
                <a:lnTo>
                  <a:pt x="506850" y="45750"/>
                </a:lnTo>
                <a:lnTo>
                  <a:pt x="507300" y="45300"/>
                </a:lnTo>
                <a:lnTo>
                  <a:pt x="507450" y="45225"/>
                </a:lnTo>
                <a:lnTo>
                  <a:pt x="507600" y="45075"/>
                </a:lnTo>
                <a:lnTo>
                  <a:pt x="507675" y="44925"/>
                </a:lnTo>
                <a:lnTo>
                  <a:pt x="508050" y="44550"/>
                </a:lnTo>
                <a:lnTo>
                  <a:pt x="508125" y="44400"/>
                </a:lnTo>
                <a:lnTo>
                  <a:pt x="508350" y="44175"/>
                </a:lnTo>
                <a:lnTo>
                  <a:pt x="508425" y="44025"/>
                </a:lnTo>
                <a:lnTo>
                  <a:pt x="508575" y="43875"/>
                </a:lnTo>
                <a:lnTo>
                  <a:pt x="508650" y="43725"/>
                </a:lnTo>
                <a:lnTo>
                  <a:pt x="509025" y="43275"/>
                </a:lnTo>
                <a:lnTo>
                  <a:pt x="509250" y="42900"/>
                </a:lnTo>
                <a:lnTo>
                  <a:pt x="509400" y="42750"/>
                </a:lnTo>
                <a:lnTo>
                  <a:pt x="509475" y="42600"/>
                </a:lnTo>
                <a:lnTo>
                  <a:pt x="509475" y="42525"/>
                </a:lnTo>
                <a:lnTo>
                  <a:pt x="509775" y="42075"/>
                </a:lnTo>
                <a:lnTo>
                  <a:pt x="509850" y="41925"/>
                </a:lnTo>
                <a:lnTo>
                  <a:pt x="509850" y="41850"/>
                </a:lnTo>
                <a:lnTo>
                  <a:pt x="510000" y="41550"/>
                </a:lnTo>
                <a:lnTo>
                  <a:pt x="510075" y="41475"/>
                </a:lnTo>
                <a:lnTo>
                  <a:pt x="510075" y="41325"/>
                </a:lnTo>
                <a:lnTo>
                  <a:pt x="510150" y="41250"/>
                </a:lnTo>
                <a:lnTo>
                  <a:pt x="510300" y="40950"/>
                </a:lnTo>
                <a:lnTo>
                  <a:pt x="510300" y="40875"/>
                </a:lnTo>
                <a:lnTo>
                  <a:pt x="510450" y="40650"/>
                </a:lnTo>
                <a:lnTo>
                  <a:pt x="510450" y="40500"/>
                </a:lnTo>
                <a:lnTo>
                  <a:pt x="510600" y="40275"/>
                </a:lnTo>
                <a:lnTo>
                  <a:pt x="510600" y="40125"/>
                </a:lnTo>
                <a:lnTo>
                  <a:pt x="510825" y="39600"/>
                </a:lnTo>
                <a:lnTo>
                  <a:pt x="510825" y="39450"/>
                </a:lnTo>
                <a:lnTo>
                  <a:pt x="510900" y="39375"/>
                </a:lnTo>
                <a:lnTo>
                  <a:pt x="510900" y="39225"/>
                </a:lnTo>
                <a:lnTo>
                  <a:pt x="510975" y="39075"/>
                </a:lnTo>
                <a:lnTo>
                  <a:pt x="510975" y="38925"/>
                </a:lnTo>
                <a:lnTo>
                  <a:pt x="511050" y="38850"/>
                </a:lnTo>
                <a:lnTo>
                  <a:pt x="511050" y="38700"/>
                </a:lnTo>
                <a:lnTo>
                  <a:pt x="511125" y="38550"/>
                </a:lnTo>
                <a:lnTo>
                  <a:pt x="511125" y="38400"/>
                </a:lnTo>
                <a:lnTo>
                  <a:pt x="511275" y="38025"/>
                </a:lnTo>
                <a:lnTo>
                  <a:pt x="511275" y="37725"/>
                </a:lnTo>
                <a:lnTo>
                  <a:pt x="511425" y="37350"/>
                </a:lnTo>
                <a:lnTo>
                  <a:pt x="511425" y="37050"/>
                </a:lnTo>
                <a:lnTo>
                  <a:pt x="511500" y="36900"/>
                </a:lnTo>
                <a:lnTo>
                  <a:pt x="511500" y="36675"/>
                </a:lnTo>
                <a:lnTo>
                  <a:pt x="511575" y="36525"/>
                </a:lnTo>
                <a:lnTo>
                  <a:pt x="511575" y="36075"/>
                </a:lnTo>
                <a:lnTo>
                  <a:pt x="511650" y="35925"/>
                </a:lnTo>
                <a:lnTo>
                  <a:pt x="511650" y="35400"/>
                </a:lnTo>
                <a:lnTo>
                  <a:pt x="511725" y="35250"/>
                </a:lnTo>
                <a:lnTo>
                  <a:pt x="511725" y="34200"/>
                </a:lnTo>
                <a:lnTo>
                  <a:pt x="511800" y="34125"/>
                </a:lnTo>
                <a:lnTo>
                  <a:pt x="511800" y="32625"/>
                </a:lnTo>
                <a:lnTo>
                  <a:pt x="511725" y="32550"/>
                </a:lnTo>
                <a:lnTo>
                  <a:pt x="511725" y="31500"/>
                </a:lnTo>
                <a:lnTo>
                  <a:pt x="511650" y="31350"/>
                </a:lnTo>
                <a:lnTo>
                  <a:pt x="511650" y="30825"/>
                </a:lnTo>
                <a:lnTo>
                  <a:pt x="511575" y="30675"/>
                </a:lnTo>
                <a:lnTo>
                  <a:pt x="511575" y="30225"/>
                </a:lnTo>
                <a:lnTo>
                  <a:pt x="511500" y="30075"/>
                </a:lnTo>
                <a:lnTo>
                  <a:pt x="511500" y="29850"/>
                </a:lnTo>
                <a:lnTo>
                  <a:pt x="511425" y="29700"/>
                </a:lnTo>
                <a:lnTo>
                  <a:pt x="511425" y="29400"/>
                </a:lnTo>
                <a:lnTo>
                  <a:pt x="511275" y="29025"/>
                </a:lnTo>
                <a:lnTo>
                  <a:pt x="511275" y="28725"/>
                </a:lnTo>
                <a:lnTo>
                  <a:pt x="511125" y="28350"/>
                </a:lnTo>
                <a:lnTo>
                  <a:pt x="511125" y="28200"/>
                </a:lnTo>
                <a:lnTo>
                  <a:pt x="511050" y="28050"/>
                </a:lnTo>
                <a:lnTo>
                  <a:pt x="511050" y="27900"/>
                </a:lnTo>
                <a:lnTo>
                  <a:pt x="510975" y="27825"/>
                </a:lnTo>
                <a:lnTo>
                  <a:pt x="510975" y="27675"/>
                </a:lnTo>
                <a:lnTo>
                  <a:pt x="510900" y="27525"/>
                </a:lnTo>
                <a:lnTo>
                  <a:pt x="510900" y="27375"/>
                </a:lnTo>
                <a:lnTo>
                  <a:pt x="510825" y="27300"/>
                </a:lnTo>
                <a:lnTo>
                  <a:pt x="510825" y="27150"/>
                </a:lnTo>
                <a:lnTo>
                  <a:pt x="510600" y="26625"/>
                </a:lnTo>
                <a:lnTo>
                  <a:pt x="510600" y="26475"/>
                </a:lnTo>
                <a:lnTo>
                  <a:pt x="510450" y="26250"/>
                </a:lnTo>
                <a:lnTo>
                  <a:pt x="510450" y="26100"/>
                </a:lnTo>
                <a:lnTo>
                  <a:pt x="510375" y="26025"/>
                </a:lnTo>
                <a:lnTo>
                  <a:pt x="510300" y="25875"/>
                </a:lnTo>
                <a:lnTo>
                  <a:pt x="510300" y="25800"/>
                </a:lnTo>
                <a:lnTo>
                  <a:pt x="510150" y="25500"/>
                </a:lnTo>
                <a:lnTo>
                  <a:pt x="510075" y="25425"/>
                </a:lnTo>
                <a:lnTo>
                  <a:pt x="510075" y="25275"/>
                </a:lnTo>
                <a:lnTo>
                  <a:pt x="510000" y="25200"/>
                </a:lnTo>
                <a:lnTo>
                  <a:pt x="509775" y="24675"/>
                </a:lnTo>
                <a:lnTo>
                  <a:pt x="509550" y="24375"/>
                </a:lnTo>
                <a:lnTo>
                  <a:pt x="509400" y="24000"/>
                </a:lnTo>
                <a:lnTo>
                  <a:pt x="509250" y="23850"/>
                </a:lnTo>
                <a:lnTo>
                  <a:pt x="509025" y="23475"/>
                </a:lnTo>
                <a:lnTo>
                  <a:pt x="508875" y="23325"/>
                </a:lnTo>
                <a:lnTo>
                  <a:pt x="508800" y="23175"/>
                </a:lnTo>
                <a:lnTo>
                  <a:pt x="508650" y="23025"/>
                </a:lnTo>
                <a:lnTo>
                  <a:pt x="508350" y="22575"/>
                </a:lnTo>
                <a:lnTo>
                  <a:pt x="508125" y="22350"/>
                </a:lnTo>
                <a:lnTo>
                  <a:pt x="508050" y="22200"/>
                </a:lnTo>
                <a:lnTo>
                  <a:pt x="507675" y="21825"/>
                </a:lnTo>
                <a:lnTo>
                  <a:pt x="507600" y="21675"/>
                </a:lnTo>
                <a:lnTo>
                  <a:pt x="507450" y="21525"/>
                </a:lnTo>
                <a:lnTo>
                  <a:pt x="507300" y="21450"/>
                </a:lnTo>
                <a:lnTo>
                  <a:pt x="506850" y="21000"/>
                </a:lnTo>
                <a:lnTo>
                  <a:pt x="506700" y="20925"/>
                </a:lnTo>
                <a:lnTo>
                  <a:pt x="506475" y="20700"/>
                </a:lnTo>
                <a:lnTo>
                  <a:pt x="506325" y="20625"/>
                </a:lnTo>
                <a:lnTo>
                  <a:pt x="506175" y="20475"/>
                </a:lnTo>
                <a:lnTo>
                  <a:pt x="506100" y="20475"/>
                </a:lnTo>
                <a:lnTo>
                  <a:pt x="505950" y="20400"/>
                </a:lnTo>
                <a:lnTo>
                  <a:pt x="505725" y="20175"/>
                </a:lnTo>
                <a:lnTo>
                  <a:pt x="505575" y="20175"/>
                </a:lnTo>
                <a:lnTo>
                  <a:pt x="505425" y="20025"/>
                </a:lnTo>
                <a:lnTo>
                  <a:pt x="505275" y="19950"/>
                </a:lnTo>
                <a:lnTo>
                  <a:pt x="505200" y="19950"/>
                </a:lnTo>
                <a:lnTo>
                  <a:pt x="504900" y="19725"/>
                </a:lnTo>
                <a:lnTo>
                  <a:pt x="504750" y="19725"/>
                </a:lnTo>
                <a:lnTo>
                  <a:pt x="504600" y="19575"/>
                </a:lnTo>
                <a:lnTo>
                  <a:pt x="504450" y="19575"/>
                </a:lnTo>
                <a:lnTo>
                  <a:pt x="504375" y="19500"/>
                </a:lnTo>
                <a:lnTo>
                  <a:pt x="504225" y="19500"/>
                </a:lnTo>
                <a:lnTo>
                  <a:pt x="504150" y="19425"/>
                </a:lnTo>
                <a:lnTo>
                  <a:pt x="504000" y="19425"/>
                </a:lnTo>
                <a:lnTo>
                  <a:pt x="503850" y="19275"/>
                </a:lnTo>
                <a:lnTo>
                  <a:pt x="503625" y="19275"/>
                </a:lnTo>
                <a:lnTo>
                  <a:pt x="503475" y="19200"/>
                </a:lnTo>
                <a:lnTo>
                  <a:pt x="503325" y="19200"/>
                </a:lnTo>
                <a:lnTo>
                  <a:pt x="503250" y="19125"/>
                </a:lnTo>
                <a:lnTo>
                  <a:pt x="503100" y="19125"/>
                </a:lnTo>
                <a:lnTo>
                  <a:pt x="503025" y="19050"/>
                </a:lnTo>
                <a:lnTo>
                  <a:pt x="502800" y="19050"/>
                </a:lnTo>
                <a:lnTo>
                  <a:pt x="502650" y="18975"/>
                </a:lnTo>
                <a:lnTo>
                  <a:pt x="502425" y="18975"/>
                </a:lnTo>
                <a:lnTo>
                  <a:pt x="502275" y="18900"/>
                </a:lnTo>
                <a:lnTo>
                  <a:pt x="502050" y="18900"/>
                </a:lnTo>
                <a:lnTo>
                  <a:pt x="501900" y="18825"/>
                </a:lnTo>
                <a:lnTo>
                  <a:pt x="501225" y="18825"/>
                </a:lnTo>
                <a:lnTo>
                  <a:pt x="501150" y="18750"/>
                </a:lnTo>
                <a:lnTo>
                  <a:pt x="498975" y="18750"/>
                </a:lnTo>
                <a:lnTo>
                  <a:pt x="498750" y="18825"/>
                </a:lnTo>
                <a:lnTo>
                  <a:pt x="498000" y="18825"/>
                </a:lnTo>
                <a:lnTo>
                  <a:pt x="497850" y="18900"/>
                </a:lnTo>
                <a:lnTo>
                  <a:pt x="497475" y="18900"/>
                </a:lnTo>
                <a:lnTo>
                  <a:pt x="497325" y="18975"/>
                </a:lnTo>
                <a:lnTo>
                  <a:pt x="496950" y="18975"/>
                </a:lnTo>
                <a:lnTo>
                  <a:pt x="496800" y="19050"/>
                </a:lnTo>
                <a:lnTo>
                  <a:pt x="496575" y="19050"/>
                </a:lnTo>
                <a:lnTo>
                  <a:pt x="496425" y="19125"/>
                </a:lnTo>
                <a:lnTo>
                  <a:pt x="496275" y="19125"/>
                </a:lnTo>
                <a:lnTo>
                  <a:pt x="496125" y="19200"/>
                </a:lnTo>
                <a:lnTo>
                  <a:pt x="495900" y="19200"/>
                </a:lnTo>
                <a:lnTo>
                  <a:pt x="495600" y="19350"/>
                </a:lnTo>
                <a:lnTo>
                  <a:pt x="495450" y="19350"/>
                </a:lnTo>
                <a:lnTo>
                  <a:pt x="495300" y="19425"/>
                </a:lnTo>
                <a:lnTo>
                  <a:pt x="495150" y="19425"/>
                </a:lnTo>
                <a:lnTo>
                  <a:pt x="494700" y="19650"/>
                </a:lnTo>
                <a:lnTo>
                  <a:pt x="494550" y="19650"/>
                </a:lnTo>
                <a:lnTo>
                  <a:pt x="493050" y="20475"/>
                </a:lnTo>
                <a:lnTo>
                  <a:pt x="492825" y="20625"/>
                </a:lnTo>
                <a:lnTo>
                  <a:pt x="492750" y="20775"/>
                </a:lnTo>
                <a:lnTo>
                  <a:pt x="492600" y="20850"/>
                </a:lnTo>
                <a:lnTo>
                  <a:pt x="492375" y="21075"/>
                </a:lnTo>
                <a:lnTo>
                  <a:pt x="492225" y="21150"/>
                </a:lnTo>
                <a:lnTo>
                  <a:pt x="491925" y="21450"/>
                </a:lnTo>
                <a:lnTo>
                  <a:pt x="491850" y="21600"/>
                </a:lnTo>
                <a:lnTo>
                  <a:pt x="491475" y="21975"/>
                </a:lnTo>
                <a:lnTo>
                  <a:pt x="491325" y="22275"/>
                </a:lnTo>
                <a:lnTo>
                  <a:pt x="491175" y="22425"/>
                </a:lnTo>
                <a:lnTo>
                  <a:pt x="491100" y="22575"/>
                </a:lnTo>
                <a:lnTo>
                  <a:pt x="486225" y="19800"/>
                </a:lnTo>
                <a:lnTo>
                  <a:pt x="486375" y="19650"/>
                </a:lnTo>
                <a:close/>
                <a:moveTo>
                  <a:pt x="521100" y="47625"/>
                </a:moveTo>
                <a:lnTo>
                  <a:pt x="521700" y="47625"/>
                </a:lnTo>
                <a:lnTo>
                  <a:pt x="521775" y="47550"/>
                </a:lnTo>
                <a:lnTo>
                  <a:pt x="522150" y="47550"/>
                </a:lnTo>
                <a:lnTo>
                  <a:pt x="522225" y="47475"/>
                </a:lnTo>
                <a:lnTo>
                  <a:pt x="522450" y="47475"/>
                </a:lnTo>
                <a:lnTo>
                  <a:pt x="522450" y="47400"/>
                </a:lnTo>
                <a:lnTo>
                  <a:pt x="522600" y="47400"/>
                </a:lnTo>
                <a:lnTo>
                  <a:pt x="522600" y="47325"/>
                </a:lnTo>
                <a:lnTo>
                  <a:pt x="522750" y="47325"/>
                </a:lnTo>
                <a:lnTo>
                  <a:pt x="522750" y="47250"/>
                </a:lnTo>
                <a:lnTo>
                  <a:pt x="522900" y="47250"/>
                </a:lnTo>
                <a:lnTo>
                  <a:pt x="522900" y="47175"/>
                </a:lnTo>
                <a:lnTo>
                  <a:pt x="522975" y="47175"/>
                </a:lnTo>
                <a:lnTo>
                  <a:pt x="523125" y="47025"/>
                </a:lnTo>
                <a:lnTo>
                  <a:pt x="523200" y="47025"/>
                </a:lnTo>
                <a:lnTo>
                  <a:pt x="523200" y="46950"/>
                </a:lnTo>
                <a:lnTo>
                  <a:pt x="523275" y="46950"/>
                </a:lnTo>
                <a:lnTo>
                  <a:pt x="523350" y="46875"/>
                </a:lnTo>
                <a:lnTo>
                  <a:pt x="523350" y="46800"/>
                </a:lnTo>
                <a:lnTo>
                  <a:pt x="523425" y="46800"/>
                </a:lnTo>
                <a:lnTo>
                  <a:pt x="523500" y="46725"/>
                </a:lnTo>
                <a:lnTo>
                  <a:pt x="523500" y="46650"/>
                </a:lnTo>
                <a:lnTo>
                  <a:pt x="523575" y="46650"/>
                </a:lnTo>
                <a:lnTo>
                  <a:pt x="523725" y="46500"/>
                </a:lnTo>
                <a:lnTo>
                  <a:pt x="523725" y="46425"/>
                </a:lnTo>
                <a:lnTo>
                  <a:pt x="523875" y="46275"/>
                </a:lnTo>
                <a:lnTo>
                  <a:pt x="523875" y="46200"/>
                </a:lnTo>
                <a:lnTo>
                  <a:pt x="524100" y="45975"/>
                </a:lnTo>
                <a:lnTo>
                  <a:pt x="524100" y="45900"/>
                </a:lnTo>
                <a:lnTo>
                  <a:pt x="524325" y="45600"/>
                </a:lnTo>
                <a:lnTo>
                  <a:pt x="524325" y="45525"/>
                </a:lnTo>
                <a:lnTo>
                  <a:pt x="524400" y="45450"/>
                </a:lnTo>
                <a:lnTo>
                  <a:pt x="524475" y="45300"/>
                </a:lnTo>
                <a:lnTo>
                  <a:pt x="524475" y="45225"/>
                </a:lnTo>
                <a:lnTo>
                  <a:pt x="524700" y="44925"/>
                </a:lnTo>
                <a:lnTo>
                  <a:pt x="524700" y="44775"/>
                </a:lnTo>
                <a:lnTo>
                  <a:pt x="524925" y="44475"/>
                </a:lnTo>
                <a:lnTo>
                  <a:pt x="525000" y="44325"/>
                </a:lnTo>
                <a:lnTo>
                  <a:pt x="525000" y="44250"/>
                </a:lnTo>
                <a:lnTo>
                  <a:pt x="525150" y="43950"/>
                </a:lnTo>
                <a:lnTo>
                  <a:pt x="525225" y="43875"/>
                </a:lnTo>
                <a:lnTo>
                  <a:pt x="525225" y="43725"/>
                </a:lnTo>
                <a:lnTo>
                  <a:pt x="525525" y="43200"/>
                </a:lnTo>
                <a:lnTo>
                  <a:pt x="525525" y="43050"/>
                </a:lnTo>
                <a:lnTo>
                  <a:pt x="525825" y="42525"/>
                </a:lnTo>
                <a:lnTo>
                  <a:pt x="525825" y="42375"/>
                </a:lnTo>
                <a:lnTo>
                  <a:pt x="525900" y="42375"/>
                </a:lnTo>
                <a:lnTo>
                  <a:pt x="525900" y="42225"/>
                </a:lnTo>
                <a:lnTo>
                  <a:pt x="527100" y="39825"/>
                </a:lnTo>
                <a:lnTo>
                  <a:pt x="527175" y="39825"/>
                </a:lnTo>
                <a:lnTo>
                  <a:pt x="527250" y="39675"/>
                </a:lnTo>
                <a:lnTo>
                  <a:pt x="527250" y="39600"/>
                </a:lnTo>
                <a:lnTo>
                  <a:pt x="527325" y="39525"/>
                </a:lnTo>
                <a:lnTo>
                  <a:pt x="527325" y="39450"/>
                </a:lnTo>
                <a:lnTo>
                  <a:pt x="527400" y="39450"/>
                </a:lnTo>
                <a:lnTo>
                  <a:pt x="527400" y="39375"/>
                </a:lnTo>
                <a:lnTo>
                  <a:pt x="527550" y="39225"/>
                </a:lnTo>
                <a:lnTo>
                  <a:pt x="527550" y="39150"/>
                </a:lnTo>
                <a:lnTo>
                  <a:pt x="527625" y="39075"/>
                </a:lnTo>
                <a:lnTo>
                  <a:pt x="527625" y="39000"/>
                </a:lnTo>
                <a:lnTo>
                  <a:pt x="527700" y="39000"/>
                </a:lnTo>
                <a:lnTo>
                  <a:pt x="527700" y="38925"/>
                </a:lnTo>
                <a:lnTo>
                  <a:pt x="527775" y="38850"/>
                </a:lnTo>
                <a:lnTo>
                  <a:pt x="527775" y="38775"/>
                </a:lnTo>
                <a:lnTo>
                  <a:pt x="528300" y="38175"/>
                </a:lnTo>
                <a:lnTo>
                  <a:pt x="528300" y="38100"/>
                </a:lnTo>
                <a:lnTo>
                  <a:pt x="528375" y="38025"/>
                </a:lnTo>
                <a:lnTo>
                  <a:pt x="528450" y="38025"/>
                </a:lnTo>
                <a:lnTo>
                  <a:pt x="528600" y="37725"/>
                </a:lnTo>
                <a:lnTo>
                  <a:pt x="528675" y="37725"/>
                </a:lnTo>
                <a:lnTo>
                  <a:pt x="528750" y="37650"/>
                </a:lnTo>
                <a:lnTo>
                  <a:pt x="528750" y="37575"/>
                </a:lnTo>
                <a:lnTo>
                  <a:pt x="529050" y="37275"/>
                </a:lnTo>
                <a:lnTo>
                  <a:pt x="529050" y="37200"/>
                </a:lnTo>
                <a:lnTo>
                  <a:pt x="529200" y="37125"/>
                </a:lnTo>
                <a:lnTo>
                  <a:pt x="529650" y="36675"/>
                </a:lnTo>
                <a:lnTo>
                  <a:pt x="529650" y="36600"/>
                </a:lnTo>
                <a:lnTo>
                  <a:pt x="529800" y="36525"/>
                </a:lnTo>
                <a:lnTo>
                  <a:pt x="530250" y="36075"/>
                </a:lnTo>
                <a:lnTo>
                  <a:pt x="530325" y="36075"/>
                </a:lnTo>
                <a:lnTo>
                  <a:pt x="530775" y="35700"/>
                </a:lnTo>
                <a:lnTo>
                  <a:pt x="531150" y="35475"/>
                </a:lnTo>
                <a:lnTo>
                  <a:pt x="531150" y="35400"/>
                </a:lnTo>
                <a:lnTo>
                  <a:pt x="531450" y="35250"/>
                </a:lnTo>
                <a:lnTo>
                  <a:pt x="531600" y="35100"/>
                </a:lnTo>
                <a:lnTo>
                  <a:pt x="531675" y="35100"/>
                </a:lnTo>
                <a:lnTo>
                  <a:pt x="531900" y="34875"/>
                </a:lnTo>
                <a:lnTo>
                  <a:pt x="532050" y="34875"/>
                </a:lnTo>
                <a:lnTo>
                  <a:pt x="532050" y="34800"/>
                </a:lnTo>
                <a:lnTo>
                  <a:pt x="532350" y="34650"/>
                </a:lnTo>
                <a:lnTo>
                  <a:pt x="532425" y="34575"/>
                </a:lnTo>
                <a:lnTo>
                  <a:pt x="532800" y="34425"/>
                </a:lnTo>
                <a:lnTo>
                  <a:pt x="532800" y="34350"/>
                </a:lnTo>
                <a:lnTo>
                  <a:pt x="532950" y="34275"/>
                </a:lnTo>
                <a:lnTo>
                  <a:pt x="533025" y="34275"/>
                </a:lnTo>
                <a:lnTo>
                  <a:pt x="533100" y="34200"/>
                </a:lnTo>
                <a:lnTo>
                  <a:pt x="533175" y="34200"/>
                </a:lnTo>
                <a:lnTo>
                  <a:pt x="533400" y="34050"/>
                </a:lnTo>
                <a:lnTo>
                  <a:pt x="533475" y="34050"/>
                </a:lnTo>
                <a:lnTo>
                  <a:pt x="533550" y="33975"/>
                </a:lnTo>
                <a:lnTo>
                  <a:pt x="533700" y="33900"/>
                </a:lnTo>
                <a:lnTo>
                  <a:pt x="533775" y="33900"/>
                </a:lnTo>
                <a:lnTo>
                  <a:pt x="534000" y="33750"/>
                </a:lnTo>
                <a:lnTo>
                  <a:pt x="534075" y="33750"/>
                </a:lnTo>
                <a:lnTo>
                  <a:pt x="534150" y="33675"/>
                </a:lnTo>
                <a:lnTo>
                  <a:pt x="534450" y="33600"/>
                </a:lnTo>
                <a:lnTo>
                  <a:pt x="534600" y="33525"/>
                </a:lnTo>
                <a:lnTo>
                  <a:pt x="534600" y="33450"/>
                </a:lnTo>
                <a:lnTo>
                  <a:pt x="534825" y="33375"/>
                </a:lnTo>
                <a:lnTo>
                  <a:pt x="534600" y="33300"/>
                </a:lnTo>
                <a:lnTo>
                  <a:pt x="534600" y="33225"/>
                </a:lnTo>
                <a:lnTo>
                  <a:pt x="534450" y="33150"/>
                </a:lnTo>
                <a:lnTo>
                  <a:pt x="534150" y="33075"/>
                </a:lnTo>
                <a:lnTo>
                  <a:pt x="534075" y="33000"/>
                </a:lnTo>
                <a:lnTo>
                  <a:pt x="534000" y="33000"/>
                </a:lnTo>
                <a:lnTo>
                  <a:pt x="533775" y="32850"/>
                </a:lnTo>
                <a:lnTo>
                  <a:pt x="533700" y="32850"/>
                </a:lnTo>
                <a:lnTo>
                  <a:pt x="533475" y="32700"/>
                </a:lnTo>
                <a:lnTo>
                  <a:pt x="533400" y="32700"/>
                </a:lnTo>
                <a:lnTo>
                  <a:pt x="533325" y="32625"/>
                </a:lnTo>
                <a:lnTo>
                  <a:pt x="532800" y="32400"/>
                </a:lnTo>
                <a:lnTo>
                  <a:pt x="532800" y="32325"/>
                </a:lnTo>
                <a:lnTo>
                  <a:pt x="532425" y="32175"/>
                </a:lnTo>
                <a:lnTo>
                  <a:pt x="532350" y="32100"/>
                </a:lnTo>
                <a:lnTo>
                  <a:pt x="532050" y="31950"/>
                </a:lnTo>
                <a:lnTo>
                  <a:pt x="532050" y="31875"/>
                </a:lnTo>
                <a:lnTo>
                  <a:pt x="531900" y="31875"/>
                </a:lnTo>
                <a:lnTo>
                  <a:pt x="531675" y="31650"/>
                </a:lnTo>
                <a:lnTo>
                  <a:pt x="531600" y="31650"/>
                </a:lnTo>
                <a:lnTo>
                  <a:pt x="531450" y="31500"/>
                </a:lnTo>
                <a:lnTo>
                  <a:pt x="531150" y="31350"/>
                </a:lnTo>
                <a:lnTo>
                  <a:pt x="531150" y="31275"/>
                </a:lnTo>
                <a:lnTo>
                  <a:pt x="530775" y="31050"/>
                </a:lnTo>
                <a:lnTo>
                  <a:pt x="530325" y="30675"/>
                </a:lnTo>
                <a:lnTo>
                  <a:pt x="530250" y="30675"/>
                </a:lnTo>
                <a:lnTo>
                  <a:pt x="529800" y="30225"/>
                </a:lnTo>
                <a:lnTo>
                  <a:pt x="529650" y="30150"/>
                </a:lnTo>
                <a:lnTo>
                  <a:pt x="529650" y="30075"/>
                </a:lnTo>
                <a:lnTo>
                  <a:pt x="529200" y="29625"/>
                </a:lnTo>
                <a:lnTo>
                  <a:pt x="529050" y="29550"/>
                </a:lnTo>
                <a:lnTo>
                  <a:pt x="529050" y="29475"/>
                </a:lnTo>
                <a:lnTo>
                  <a:pt x="528750" y="29175"/>
                </a:lnTo>
                <a:lnTo>
                  <a:pt x="528750" y="29100"/>
                </a:lnTo>
                <a:lnTo>
                  <a:pt x="528675" y="29025"/>
                </a:lnTo>
                <a:lnTo>
                  <a:pt x="528600" y="29025"/>
                </a:lnTo>
                <a:lnTo>
                  <a:pt x="528450" y="28725"/>
                </a:lnTo>
                <a:lnTo>
                  <a:pt x="528375" y="28725"/>
                </a:lnTo>
                <a:lnTo>
                  <a:pt x="528300" y="28650"/>
                </a:lnTo>
                <a:lnTo>
                  <a:pt x="528300" y="28575"/>
                </a:lnTo>
                <a:lnTo>
                  <a:pt x="527775" y="27975"/>
                </a:lnTo>
                <a:lnTo>
                  <a:pt x="527775" y="27900"/>
                </a:lnTo>
                <a:lnTo>
                  <a:pt x="527700" y="27825"/>
                </a:lnTo>
                <a:lnTo>
                  <a:pt x="527700" y="27750"/>
                </a:lnTo>
                <a:lnTo>
                  <a:pt x="527625" y="27750"/>
                </a:lnTo>
                <a:lnTo>
                  <a:pt x="527625" y="27675"/>
                </a:lnTo>
                <a:lnTo>
                  <a:pt x="527550" y="27600"/>
                </a:lnTo>
                <a:lnTo>
                  <a:pt x="527550" y="27525"/>
                </a:lnTo>
                <a:lnTo>
                  <a:pt x="527400" y="27375"/>
                </a:lnTo>
                <a:lnTo>
                  <a:pt x="527400" y="27300"/>
                </a:lnTo>
                <a:lnTo>
                  <a:pt x="527325" y="27300"/>
                </a:lnTo>
                <a:lnTo>
                  <a:pt x="527325" y="27225"/>
                </a:lnTo>
                <a:lnTo>
                  <a:pt x="527250" y="27150"/>
                </a:lnTo>
                <a:lnTo>
                  <a:pt x="527250" y="27075"/>
                </a:lnTo>
                <a:lnTo>
                  <a:pt x="527175" y="26925"/>
                </a:lnTo>
                <a:lnTo>
                  <a:pt x="527100" y="26925"/>
                </a:lnTo>
                <a:lnTo>
                  <a:pt x="525900" y="24525"/>
                </a:lnTo>
                <a:lnTo>
                  <a:pt x="525900" y="24375"/>
                </a:lnTo>
                <a:lnTo>
                  <a:pt x="525825" y="24375"/>
                </a:lnTo>
                <a:lnTo>
                  <a:pt x="525825" y="24225"/>
                </a:lnTo>
                <a:lnTo>
                  <a:pt x="525525" y="23700"/>
                </a:lnTo>
                <a:lnTo>
                  <a:pt x="525525" y="23550"/>
                </a:lnTo>
                <a:lnTo>
                  <a:pt x="525225" y="23025"/>
                </a:lnTo>
                <a:lnTo>
                  <a:pt x="525225" y="22875"/>
                </a:lnTo>
                <a:lnTo>
                  <a:pt x="525150" y="22800"/>
                </a:lnTo>
                <a:lnTo>
                  <a:pt x="524925" y="22275"/>
                </a:lnTo>
                <a:lnTo>
                  <a:pt x="524700" y="21975"/>
                </a:lnTo>
                <a:lnTo>
                  <a:pt x="524700" y="21825"/>
                </a:lnTo>
                <a:lnTo>
                  <a:pt x="524475" y="21525"/>
                </a:lnTo>
                <a:lnTo>
                  <a:pt x="524475" y="21450"/>
                </a:lnTo>
                <a:lnTo>
                  <a:pt x="524325" y="21225"/>
                </a:lnTo>
                <a:lnTo>
                  <a:pt x="524325" y="21150"/>
                </a:lnTo>
                <a:lnTo>
                  <a:pt x="524100" y="20850"/>
                </a:lnTo>
                <a:lnTo>
                  <a:pt x="524100" y="20775"/>
                </a:lnTo>
                <a:lnTo>
                  <a:pt x="523875" y="20550"/>
                </a:lnTo>
                <a:lnTo>
                  <a:pt x="523875" y="20475"/>
                </a:lnTo>
                <a:lnTo>
                  <a:pt x="523725" y="20325"/>
                </a:lnTo>
                <a:lnTo>
                  <a:pt x="523725" y="20250"/>
                </a:lnTo>
                <a:lnTo>
                  <a:pt x="523575" y="20100"/>
                </a:lnTo>
                <a:lnTo>
                  <a:pt x="523500" y="20100"/>
                </a:lnTo>
                <a:lnTo>
                  <a:pt x="523500" y="20025"/>
                </a:lnTo>
                <a:lnTo>
                  <a:pt x="523425" y="19950"/>
                </a:lnTo>
                <a:lnTo>
                  <a:pt x="523350" y="19950"/>
                </a:lnTo>
                <a:lnTo>
                  <a:pt x="523350" y="19875"/>
                </a:lnTo>
                <a:lnTo>
                  <a:pt x="523275" y="19800"/>
                </a:lnTo>
                <a:lnTo>
                  <a:pt x="523200" y="19800"/>
                </a:lnTo>
                <a:lnTo>
                  <a:pt x="523200" y="19725"/>
                </a:lnTo>
                <a:lnTo>
                  <a:pt x="523125" y="19725"/>
                </a:lnTo>
                <a:lnTo>
                  <a:pt x="522975" y="19575"/>
                </a:lnTo>
                <a:lnTo>
                  <a:pt x="522900" y="19575"/>
                </a:lnTo>
                <a:lnTo>
                  <a:pt x="522900" y="19500"/>
                </a:lnTo>
                <a:lnTo>
                  <a:pt x="522750" y="19500"/>
                </a:lnTo>
                <a:lnTo>
                  <a:pt x="522750" y="19425"/>
                </a:lnTo>
                <a:lnTo>
                  <a:pt x="522600" y="19425"/>
                </a:lnTo>
                <a:lnTo>
                  <a:pt x="522600" y="19350"/>
                </a:lnTo>
                <a:lnTo>
                  <a:pt x="522450" y="19350"/>
                </a:lnTo>
                <a:lnTo>
                  <a:pt x="522450" y="19275"/>
                </a:lnTo>
                <a:lnTo>
                  <a:pt x="522225" y="19275"/>
                </a:lnTo>
                <a:lnTo>
                  <a:pt x="522150" y="19200"/>
                </a:lnTo>
                <a:lnTo>
                  <a:pt x="521775" y="19200"/>
                </a:lnTo>
                <a:lnTo>
                  <a:pt x="521700" y="19125"/>
                </a:lnTo>
                <a:lnTo>
                  <a:pt x="521100" y="19125"/>
                </a:lnTo>
                <a:lnTo>
                  <a:pt x="521175" y="14250"/>
                </a:lnTo>
                <a:lnTo>
                  <a:pt x="522075" y="14250"/>
                </a:lnTo>
                <a:lnTo>
                  <a:pt x="522075" y="14325"/>
                </a:lnTo>
                <a:lnTo>
                  <a:pt x="522750" y="14325"/>
                </a:lnTo>
                <a:lnTo>
                  <a:pt x="522900" y="14400"/>
                </a:lnTo>
                <a:lnTo>
                  <a:pt x="523200" y="14400"/>
                </a:lnTo>
                <a:lnTo>
                  <a:pt x="523350" y="14475"/>
                </a:lnTo>
                <a:lnTo>
                  <a:pt x="523575" y="14475"/>
                </a:lnTo>
                <a:lnTo>
                  <a:pt x="523575" y="14550"/>
                </a:lnTo>
                <a:lnTo>
                  <a:pt x="523800" y="14550"/>
                </a:lnTo>
                <a:lnTo>
                  <a:pt x="523950" y="14625"/>
                </a:lnTo>
                <a:lnTo>
                  <a:pt x="524175" y="14625"/>
                </a:lnTo>
                <a:lnTo>
                  <a:pt x="524400" y="14775"/>
                </a:lnTo>
                <a:lnTo>
                  <a:pt x="524625" y="14775"/>
                </a:lnTo>
                <a:lnTo>
                  <a:pt x="524775" y="14850"/>
                </a:lnTo>
                <a:lnTo>
                  <a:pt x="524850" y="14850"/>
                </a:lnTo>
                <a:lnTo>
                  <a:pt x="524925" y="14925"/>
                </a:lnTo>
                <a:lnTo>
                  <a:pt x="525000" y="14925"/>
                </a:lnTo>
                <a:lnTo>
                  <a:pt x="525225" y="15075"/>
                </a:lnTo>
                <a:lnTo>
                  <a:pt x="525300" y="15075"/>
                </a:lnTo>
                <a:lnTo>
                  <a:pt x="525375" y="15150"/>
                </a:lnTo>
                <a:lnTo>
                  <a:pt x="525525" y="15150"/>
                </a:lnTo>
                <a:lnTo>
                  <a:pt x="525525" y="15225"/>
                </a:lnTo>
                <a:lnTo>
                  <a:pt x="525675" y="15300"/>
                </a:lnTo>
                <a:lnTo>
                  <a:pt x="525750" y="15300"/>
                </a:lnTo>
                <a:lnTo>
                  <a:pt x="525825" y="15375"/>
                </a:lnTo>
                <a:lnTo>
                  <a:pt x="525900" y="15375"/>
                </a:lnTo>
                <a:lnTo>
                  <a:pt x="526050" y="15450"/>
                </a:lnTo>
                <a:lnTo>
                  <a:pt x="526050" y="15525"/>
                </a:lnTo>
                <a:lnTo>
                  <a:pt x="526200" y="15525"/>
                </a:lnTo>
                <a:lnTo>
                  <a:pt x="526200" y="15600"/>
                </a:lnTo>
                <a:lnTo>
                  <a:pt x="526275" y="15600"/>
                </a:lnTo>
                <a:lnTo>
                  <a:pt x="526350" y="15675"/>
                </a:lnTo>
                <a:lnTo>
                  <a:pt x="526425" y="15675"/>
                </a:lnTo>
                <a:lnTo>
                  <a:pt x="526650" y="15900"/>
                </a:lnTo>
                <a:lnTo>
                  <a:pt x="526725" y="15900"/>
                </a:lnTo>
                <a:lnTo>
                  <a:pt x="526950" y="16125"/>
                </a:lnTo>
                <a:lnTo>
                  <a:pt x="527025" y="16125"/>
                </a:lnTo>
                <a:lnTo>
                  <a:pt x="527250" y="16350"/>
                </a:lnTo>
                <a:lnTo>
                  <a:pt x="527325" y="16350"/>
                </a:lnTo>
                <a:lnTo>
                  <a:pt x="527400" y="16425"/>
                </a:lnTo>
                <a:lnTo>
                  <a:pt x="527400" y="16500"/>
                </a:lnTo>
                <a:lnTo>
                  <a:pt x="527550" y="16575"/>
                </a:lnTo>
                <a:lnTo>
                  <a:pt x="527625" y="16725"/>
                </a:lnTo>
                <a:lnTo>
                  <a:pt x="527700" y="16725"/>
                </a:lnTo>
                <a:lnTo>
                  <a:pt x="527775" y="16800"/>
                </a:lnTo>
                <a:lnTo>
                  <a:pt x="527775" y="16875"/>
                </a:lnTo>
                <a:lnTo>
                  <a:pt x="527925" y="16950"/>
                </a:lnTo>
                <a:lnTo>
                  <a:pt x="528000" y="17100"/>
                </a:lnTo>
                <a:lnTo>
                  <a:pt x="528075" y="17100"/>
                </a:lnTo>
                <a:lnTo>
                  <a:pt x="528225" y="17325"/>
                </a:lnTo>
                <a:lnTo>
                  <a:pt x="528300" y="17325"/>
                </a:lnTo>
                <a:lnTo>
                  <a:pt x="528450" y="17550"/>
                </a:lnTo>
                <a:lnTo>
                  <a:pt x="528450" y="17625"/>
                </a:lnTo>
                <a:lnTo>
                  <a:pt x="528675" y="17850"/>
                </a:lnTo>
                <a:lnTo>
                  <a:pt x="528825" y="18075"/>
                </a:lnTo>
                <a:lnTo>
                  <a:pt x="528825" y="18150"/>
                </a:lnTo>
                <a:lnTo>
                  <a:pt x="528900" y="18225"/>
                </a:lnTo>
                <a:lnTo>
                  <a:pt x="528975" y="18225"/>
                </a:lnTo>
                <a:lnTo>
                  <a:pt x="528975" y="18300"/>
                </a:lnTo>
                <a:lnTo>
                  <a:pt x="529275" y="18750"/>
                </a:lnTo>
                <a:lnTo>
                  <a:pt x="529275" y="18825"/>
                </a:lnTo>
                <a:lnTo>
                  <a:pt x="529350" y="18900"/>
                </a:lnTo>
                <a:lnTo>
                  <a:pt x="529575" y="19350"/>
                </a:lnTo>
                <a:lnTo>
                  <a:pt x="529650" y="19425"/>
                </a:lnTo>
                <a:lnTo>
                  <a:pt x="529650" y="19500"/>
                </a:lnTo>
                <a:lnTo>
                  <a:pt x="529725" y="19575"/>
                </a:lnTo>
                <a:lnTo>
                  <a:pt x="529725" y="19650"/>
                </a:lnTo>
                <a:lnTo>
                  <a:pt x="529800" y="19725"/>
                </a:lnTo>
                <a:lnTo>
                  <a:pt x="530025" y="20175"/>
                </a:lnTo>
                <a:lnTo>
                  <a:pt x="530100" y="20250"/>
                </a:lnTo>
                <a:lnTo>
                  <a:pt x="530100" y="20325"/>
                </a:lnTo>
                <a:lnTo>
                  <a:pt x="530175" y="20400"/>
                </a:lnTo>
                <a:lnTo>
                  <a:pt x="530400" y="20850"/>
                </a:lnTo>
                <a:lnTo>
                  <a:pt x="530400" y="21000"/>
                </a:lnTo>
                <a:lnTo>
                  <a:pt x="530475" y="21075"/>
                </a:lnTo>
                <a:lnTo>
                  <a:pt x="530475" y="21150"/>
                </a:lnTo>
                <a:lnTo>
                  <a:pt x="530550" y="21225"/>
                </a:lnTo>
                <a:lnTo>
                  <a:pt x="530775" y="21675"/>
                </a:lnTo>
                <a:lnTo>
                  <a:pt x="530775" y="21825"/>
                </a:lnTo>
                <a:lnTo>
                  <a:pt x="531150" y="22500"/>
                </a:lnTo>
                <a:lnTo>
                  <a:pt x="531150" y="22650"/>
                </a:lnTo>
                <a:lnTo>
                  <a:pt x="531525" y="23325"/>
                </a:lnTo>
                <a:lnTo>
                  <a:pt x="531525" y="23475"/>
                </a:lnTo>
                <a:lnTo>
                  <a:pt x="531600" y="23550"/>
                </a:lnTo>
                <a:lnTo>
                  <a:pt x="531900" y="24150"/>
                </a:lnTo>
                <a:lnTo>
                  <a:pt x="531900" y="24225"/>
                </a:lnTo>
                <a:lnTo>
                  <a:pt x="532050" y="24450"/>
                </a:lnTo>
                <a:lnTo>
                  <a:pt x="532050" y="24600"/>
                </a:lnTo>
                <a:lnTo>
                  <a:pt x="532125" y="24600"/>
                </a:lnTo>
                <a:lnTo>
                  <a:pt x="532125" y="24675"/>
                </a:lnTo>
                <a:lnTo>
                  <a:pt x="532200" y="24750"/>
                </a:lnTo>
                <a:lnTo>
                  <a:pt x="532200" y="24900"/>
                </a:lnTo>
                <a:lnTo>
                  <a:pt x="532275" y="24900"/>
                </a:lnTo>
                <a:lnTo>
                  <a:pt x="532275" y="25050"/>
                </a:lnTo>
                <a:lnTo>
                  <a:pt x="532350" y="25050"/>
                </a:lnTo>
                <a:lnTo>
                  <a:pt x="532350" y="25200"/>
                </a:lnTo>
                <a:lnTo>
                  <a:pt x="532425" y="25275"/>
                </a:lnTo>
                <a:lnTo>
                  <a:pt x="532425" y="25350"/>
                </a:lnTo>
                <a:lnTo>
                  <a:pt x="532500" y="25425"/>
                </a:lnTo>
                <a:lnTo>
                  <a:pt x="532500" y="25500"/>
                </a:lnTo>
                <a:lnTo>
                  <a:pt x="532575" y="25575"/>
                </a:lnTo>
                <a:lnTo>
                  <a:pt x="532575" y="25650"/>
                </a:lnTo>
                <a:lnTo>
                  <a:pt x="532650" y="25725"/>
                </a:lnTo>
                <a:lnTo>
                  <a:pt x="532650" y="25800"/>
                </a:lnTo>
                <a:lnTo>
                  <a:pt x="532725" y="25875"/>
                </a:lnTo>
                <a:lnTo>
                  <a:pt x="532725" y="25950"/>
                </a:lnTo>
                <a:lnTo>
                  <a:pt x="532800" y="26025"/>
                </a:lnTo>
                <a:lnTo>
                  <a:pt x="532800" y="26100"/>
                </a:lnTo>
                <a:lnTo>
                  <a:pt x="532875" y="26175"/>
                </a:lnTo>
                <a:lnTo>
                  <a:pt x="532875" y="26250"/>
                </a:lnTo>
                <a:lnTo>
                  <a:pt x="532950" y="26325"/>
                </a:lnTo>
                <a:lnTo>
                  <a:pt x="532950" y="26400"/>
                </a:lnTo>
                <a:lnTo>
                  <a:pt x="533025" y="26475"/>
                </a:lnTo>
                <a:lnTo>
                  <a:pt x="533025" y="26550"/>
                </a:lnTo>
                <a:lnTo>
                  <a:pt x="533100" y="26625"/>
                </a:lnTo>
                <a:lnTo>
                  <a:pt x="533100" y="26700"/>
                </a:lnTo>
                <a:lnTo>
                  <a:pt x="533175" y="26775"/>
                </a:lnTo>
                <a:lnTo>
                  <a:pt x="533700" y="27825"/>
                </a:lnTo>
                <a:lnTo>
                  <a:pt x="533775" y="27825"/>
                </a:lnTo>
                <a:lnTo>
                  <a:pt x="533925" y="28125"/>
                </a:lnTo>
                <a:lnTo>
                  <a:pt x="534000" y="28200"/>
                </a:lnTo>
                <a:lnTo>
                  <a:pt x="534000" y="28275"/>
                </a:lnTo>
                <a:lnTo>
                  <a:pt x="534150" y="28425"/>
                </a:lnTo>
                <a:lnTo>
                  <a:pt x="534150" y="28500"/>
                </a:lnTo>
                <a:lnTo>
                  <a:pt x="534225" y="28575"/>
                </a:lnTo>
                <a:lnTo>
                  <a:pt x="534225" y="28650"/>
                </a:lnTo>
                <a:lnTo>
                  <a:pt x="534300" y="28725"/>
                </a:lnTo>
                <a:lnTo>
                  <a:pt x="534375" y="28725"/>
                </a:lnTo>
                <a:lnTo>
                  <a:pt x="534525" y="29025"/>
                </a:lnTo>
                <a:lnTo>
                  <a:pt x="534600" y="29100"/>
                </a:lnTo>
                <a:lnTo>
                  <a:pt x="534600" y="29175"/>
                </a:lnTo>
                <a:lnTo>
                  <a:pt x="534675" y="29175"/>
                </a:lnTo>
                <a:lnTo>
                  <a:pt x="534675" y="29250"/>
                </a:lnTo>
                <a:lnTo>
                  <a:pt x="534825" y="29325"/>
                </a:lnTo>
                <a:lnTo>
                  <a:pt x="534975" y="29625"/>
                </a:lnTo>
                <a:lnTo>
                  <a:pt x="535050" y="29625"/>
                </a:lnTo>
                <a:lnTo>
                  <a:pt x="535200" y="29775"/>
                </a:lnTo>
                <a:lnTo>
                  <a:pt x="535200" y="29850"/>
                </a:lnTo>
                <a:lnTo>
                  <a:pt x="535275" y="29925"/>
                </a:lnTo>
                <a:lnTo>
                  <a:pt x="535350" y="29925"/>
                </a:lnTo>
                <a:lnTo>
                  <a:pt x="535500" y="30150"/>
                </a:lnTo>
                <a:lnTo>
                  <a:pt x="535500" y="14250"/>
                </a:lnTo>
                <a:lnTo>
                  <a:pt x="541200" y="14250"/>
                </a:lnTo>
                <a:lnTo>
                  <a:pt x="541200" y="30150"/>
                </a:lnTo>
                <a:lnTo>
                  <a:pt x="541350" y="30075"/>
                </a:lnTo>
                <a:lnTo>
                  <a:pt x="541425" y="29925"/>
                </a:lnTo>
                <a:lnTo>
                  <a:pt x="541500" y="29925"/>
                </a:lnTo>
                <a:lnTo>
                  <a:pt x="541575" y="29850"/>
                </a:lnTo>
                <a:lnTo>
                  <a:pt x="541575" y="29775"/>
                </a:lnTo>
                <a:lnTo>
                  <a:pt x="541725" y="29625"/>
                </a:lnTo>
                <a:lnTo>
                  <a:pt x="541800" y="29475"/>
                </a:lnTo>
                <a:lnTo>
                  <a:pt x="541875" y="29475"/>
                </a:lnTo>
                <a:lnTo>
                  <a:pt x="541950" y="29325"/>
                </a:lnTo>
                <a:lnTo>
                  <a:pt x="542100" y="29250"/>
                </a:lnTo>
                <a:lnTo>
                  <a:pt x="542100" y="29100"/>
                </a:lnTo>
                <a:lnTo>
                  <a:pt x="542250" y="29025"/>
                </a:lnTo>
                <a:lnTo>
                  <a:pt x="542400" y="28725"/>
                </a:lnTo>
                <a:lnTo>
                  <a:pt x="542475" y="28725"/>
                </a:lnTo>
                <a:lnTo>
                  <a:pt x="542475" y="28650"/>
                </a:lnTo>
                <a:lnTo>
                  <a:pt x="542625" y="28500"/>
                </a:lnTo>
                <a:lnTo>
                  <a:pt x="542625" y="28425"/>
                </a:lnTo>
                <a:lnTo>
                  <a:pt x="542700" y="28350"/>
                </a:lnTo>
                <a:lnTo>
                  <a:pt x="542700" y="28275"/>
                </a:lnTo>
                <a:lnTo>
                  <a:pt x="542850" y="28125"/>
                </a:lnTo>
                <a:lnTo>
                  <a:pt x="543150" y="27525"/>
                </a:lnTo>
                <a:lnTo>
                  <a:pt x="543225" y="27525"/>
                </a:lnTo>
                <a:lnTo>
                  <a:pt x="543600" y="26775"/>
                </a:lnTo>
                <a:lnTo>
                  <a:pt x="543675" y="26700"/>
                </a:lnTo>
                <a:lnTo>
                  <a:pt x="543675" y="26625"/>
                </a:lnTo>
                <a:lnTo>
                  <a:pt x="543750" y="26550"/>
                </a:lnTo>
                <a:lnTo>
                  <a:pt x="543750" y="26475"/>
                </a:lnTo>
                <a:lnTo>
                  <a:pt x="543825" y="26400"/>
                </a:lnTo>
                <a:lnTo>
                  <a:pt x="543825" y="26325"/>
                </a:lnTo>
                <a:lnTo>
                  <a:pt x="543900" y="26250"/>
                </a:lnTo>
                <a:lnTo>
                  <a:pt x="543900" y="26175"/>
                </a:lnTo>
                <a:lnTo>
                  <a:pt x="543975" y="26100"/>
                </a:lnTo>
                <a:lnTo>
                  <a:pt x="543975" y="26025"/>
                </a:lnTo>
                <a:lnTo>
                  <a:pt x="544050" y="25950"/>
                </a:lnTo>
                <a:lnTo>
                  <a:pt x="544050" y="25875"/>
                </a:lnTo>
                <a:lnTo>
                  <a:pt x="544125" y="25800"/>
                </a:lnTo>
                <a:lnTo>
                  <a:pt x="544125" y="25650"/>
                </a:lnTo>
                <a:lnTo>
                  <a:pt x="544200" y="25575"/>
                </a:lnTo>
                <a:lnTo>
                  <a:pt x="544200" y="25500"/>
                </a:lnTo>
                <a:lnTo>
                  <a:pt x="544275" y="25425"/>
                </a:lnTo>
                <a:lnTo>
                  <a:pt x="544275" y="25350"/>
                </a:lnTo>
                <a:lnTo>
                  <a:pt x="544350" y="25275"/>
                </a:lnTo>
                <a:lnTo>
                  <a:pt x="544350" y="25200"/>
                </a:lnTo>
                <a:lnTo>
                  <a:pt x="544425" y="25125"/>
                </a:lnTo>
                <a:lnTo>
                  <a:pt x="544425" y="25050"/>
                </a:lnTo>
                <a:lnTo>
                  <a:pt x="544575" y="24825"/>
                </a:lnTo>
                <a:lnTo>
                  <a:pt x="544575" y="24675"/>
                </a:lnTo>
                <a:lnTo>
                  <a:pt x="544650" y="24675"/>
                </a:lnTo>
                <a:lnTo>
                  <a:pt x="544650" y="24525"/>
                </a:lnTo>
                <a:lnTo>
                  <a:pt x="544725" y="24525"/>
                </a:lnTo>
                <a:lnTo>
                  <a:pt x="544725" y="24375"/>
                </a:lnTo>
                <a:lnTo>
                  <a:pt x="544800" y="24300"/>
                </a:lnTo>
                <a:lnTo>
                  <a:pt x="544800" y="24225"/>
                </a:lnTo>
                <a:lnTo>
                  <a:pt x="544875" y="24150"/>
                </a:lnTo>
                <a:lnTo>
                  <a:pt x="545175" y="23550"/>
                </a:lnTo>
                <a:lnTo>
                  <a:pt x="545175" y="23475"/>
                </a:lnTo>
                <a:lnTo>
                  <a:pt x="545475" y="22875"/>
                </a:lnTo>
                <a:lnTo>
                  <a:pt x="545550" y="22800"/>
                </a:lnTo>
                <a:lnTo>
                  <a:pt x="545550" y="22650"/>
                </a:lnTo>
                <a:lnTo>
                  <a:pt x="545700" y="22425"/>
                </a:lnTo>
                <a:lnTo>
                  <a:pt x="545700" y="22350"/>
                </a:lnTo>
                <a:lnTo>
                  <a:pt x="545850" y="22050"/>
                </a:lnTo>
                <a:lnTo>
                  <a:pt x="545925" y="21975"/>
                </a:lnTo>
                <a:lnTo>
                  <a:pt x="545925" y="21825"/>
                </a:lnTo>
                <a:lnTo>
                  <a:pt x="546225" y="21225"/>
                </a:lnTo>
                <a:lnTo>
                  <a:pt x="546300" y="21150"/>
                </a:lnTo>
                <a:lnTo>
                  <a:pt x="546300" y="21000"/>
                </a:lnTo>
                <a:lnTo>
                  <a:pt x="546600" y="20400"/>
                </a:lnTo>
                <a:lnTo>
                  <a:pt x="546675" y="20325"/>
                </a:lnTo>
                <a:lnTo>
                  <a:pt x="546675" y="20250"/>
                </a:lnTo>
                <a:lnTo>
                  <a:pt x="546825" y="20025"/>
                </a:lnTo>
                <a:lnTo>
                  <a:pt x="546825" y="19875"/>
                </a:lnTo>
                <a:lnTo>
                  <a:pt x="546900" y="19875"/>
                </a:lnTo>
                <a:lnTo>
                  <a:pt x="546900" y="19725"/>
                </a:lnTo>
                <a:lnTo>
                  <a:pt x="546975" y="19725"/>
                </a:lnTo>
                <a:lnTo>
                  <a:pt x="546975" y="19575"/>
                </a:lnTo>
                <a:lnTo>
                  <a:pt x="547050" y="19575"/>
                </a:lnTo>
                <a:lnTo>
                  <a:pt x="547050" y="19500"/>
                </a:lnTo>
                <a:lnTo>
                  <a:pt x="547125" y="19500"/>
                </a:lnTo>
                <a:lnTo>
                  <a:pt x="547125" y="19350"/>
                </a:lnTo>
                <a:lnTo>
                  <a:pt x="547200" y="19350"/>
                </a:lnTo>
                <a:lnTo>
                  <a:pt x="547200" y="19200"/>
                </a:lnTo>
                <a:lnTo>
                  <a:pt x="547275" y="19200"/>
                </a:lnTo>
                <a:lnTo>
                  <a:pt x="547275" y="19050"/>
                </a:lnTo>
                <a:lnTo>
                  <a:pt x="547350" y="19050"/>
                </a:lnTo>
                <a:lnTo>
                  <a:pt x="547350" y="18900"/>
                </a:lnTo>
                <a:lnTo>
                  <a:pt x="547425" y="18900"/>
                </a:lnTo>
                <a:lnTo>
                  <a:pt x="547500" y="18825"/>
                </a:lnTo>
                <a:lnTo>
                  <a:pt x="547500" y="18750"/>
                </a:lnTo>
                <a:lnTo>
                  <a:pt x="547800" y="18300"/>
                </a:lnTo>
                <a:lnTo>
                  <a:pt x="547800" y="18225"/>
                </a:lnTo>
                <a:lnTo>
                  <a:pt x="548025" y="18000"/>
                </a:lnTo>
                <a:lnTo>
                  <a:pt x="548175" y="17775"/>
                </a:lnTo>
                <a:lnTo>
                  <a:pt x="548175" y="17700"/>
                </a:lnTo>
                <a:lnTo>
                  <a:pt x="548250" y="17625"/>
                </a:lnTo>
                <a:lnTo>
                  <a:pt x="548325" y="17625"/>
                </a:lnTo>
                <a:lnTo>
                  <a:pt x="548325" y="17550"/>
                </a:lnTo>
                <a:lnTo>
                  <a:pt x="548475" y="17325"/>
                </a:lnTo>
                <a:lnTo>
                  <a:pt x="548550" y="17325"/>
                </a:lnTo>
                <a:lnTo>
                  <a:pt x="548625" y="17250"/>
                </a:lnTo>
                <a:lnTo>
                  <a:pt x="548625" y="17175"/>
                </a:lnTo>
                <a:lnTo>
                  <a:pt x="548700" y="17100"/>
                </a:lnTo>
                <a:lnTo>
                  <a:pt x="548775" y="17100"/>
                </a:lnTo>
                <a:lnTo>
                  <a:pt x="548850" y="16950"/>
                </a:lnTo>
                <a:lnTo>
                  <a:pt x="549075" y="16725"/>
                </a:lnTo>
                <a:lnTo>
                  <a:pt x="549150" y="16725"/>
                </a:lnTo>
                <a:lnTo>
                  <a:pt x="549225" y="16575"/>
                </a:lnTo>
                <a:lnTo>
                  <a:pt x="549450" y="16350"/>
                </a:lnTo>
                <a:lnTo>
                  <a:pt x="549525" y="16350"/>
                </a:lnTo>
                <a:lnTo>
                  <a:pt x="549750" y="16125"/>
                </a:lnTo>
                <a:lnTo>
                  <a:pt x="549825" y="16125"/>
                </a:lnTo>
                <a:lnTo>
                  <a:pt x="550050" y="15900"/>
                </a:lnTo>
                <a:lnTo>
                  <a:pt x="550125" y="15900"/>
                </a:lnTo>
                <a:lnTo>
                  <a:pt x="550350" y="15675"/>
                </a:lnTo>
                <a:lnTo>
                  <a:pt x="550425" y="15675"/>
                </a:lnTo>
                <a:lnTo>
                  <a:pt x="550500" y="15600"/>
                </a:lnTo>
                <a:lnTo>
                  <a:pt x="550575" y="15600"/>
                </a:lnTo>
                <a:lnTo>
                  <a:pt x="550575" y="15525"/>
                </a:lnTo>
                <a:lnTo>
                  <a:pt x="550650" y="15525"/>
                </a:lnTo>
                <a:lnTo>
                  <a:pt x="550725" y="15450"/>
                </a:lnTo>
                <a:lnTo>
                  <a:pt x="550875" y="15375"/>
                </a:lnTo>
                <a:lnTo>
                  <a:pt x="550950" y="15375"/>
                </a:lnTo>
                <a:lnTo>
                  <a:pt x="551175" y="15225"/>
                </a:lnTo>
                <a:lnTo>
                  <a:pt x="551250" y="15225"/>
                </a:lnTo>
                <a:lnTo>
                  <a:pt x="551250" y="15150"/>
                </a:lnTo>
                <a:lnTo>
                  <a:pt x="551400" y="15150"/>
                </a:lnTo>
                <a:lnTo>
                  <a:pt x="551475" y="15075"/>
                </a:lnTo>
                <a:lnTo>
                  <a:pt x="551550" y="15075"/>
                </a:lnTo>
                <a:lnTo>
                  <a:pt x="551550" y="15000"/>
                </a:lnTo>
                <a:lnTo>
                  <a:pt x="551850" y="14925"/>
                </a:lnTo>
                <a:lnTo>
                  <a:pt x="551925" y="14850"/>
                </a:lnTo>
                <a:lnTo>
                  <a:pt x="552000" y="14850"/>
                </a:lnTo>
                <a:lnTo>
                  <a:pt x="552150" y="14775"/>
                </a:lnTo>
                <a:lnTo>
                  <a:pt x="552375" y="14775"/>
                </a:lnTo>
                <a:lnTo>
                  <a:pt x="552375" y="14700"/>
                </a:lnTo>
                <a:lnTo>
                  <a:pt x="552525" y="14700"/>
                </a:lnTo>
                <a:lnTo>
                  <a:pt x="552600" y="14625"/>
                </a:lnTo>
                <a:lnTo>
                  <a:pt x="552825" y="14625"/>
                </a:lnTo>
                <a:lnTo>
                  <a:pt x="552975" y="14550"/>
                </a:lnTo>
                <a:lnTo>
                  <a:pt x="553125" y="14550"/>
                </a:lnTo>
                <a:lnTo>
                  <a:pt x="553200" y="14475"/>
                </a:lnTo>
                <a:lnTo>
                  <a:pt x="553425" y="14475"/>
                </a:lnTo>
                <a:lnTo>
                  <a:pt x="553575" y="14400"/>
                </a:lnTo>
                <a:lnTo>
                  <a:pt x="553875" y="14400"/>
                </a:lnTo>
                <a:lnTo>
                  <a:pt x="554025" y="14325"/>
                </a:lnTo>
                <a:lnTo>
                  <a:pt x="554700" y="14325"/>
                </a:lnTo>
                <a:lnTo>
                  <a:pt x="554700" y="14250"/>
                </a:lnTo>
                <a:lnTo>
                  <a:pt x="555600" y="14250"/>
                </a:lnTo>
                <a:lnTo>
                  <a:pt x="555675" y="19125"/>
                </a:lnTo>
                <a:lnTo>
                  <a:pt x="555000" y="19125"/>
                </a:lnTo>
                <a:lnTo>
                  <a:pt x="554925" y="19200"/>
                </a:lnTo>
                <a:lnTo>
                  <a:pt x="554550" y="19200"/>
                </a:lnTo>
                <a:lnTo>
                  <a:pt x="554550" y="19275"/>
                </a:lnTo>
                <a:lnTo>
                  <a:pt x="554325" y="19275"/>
                </a:lnTo>
                <a:lnTo>
                  <a:pt x="554250" y="19350"/>
                </a:lnTo>
                <a:lnTo>
                  <a:pt x="554175" y="19350"/>
                </a:lnTo>
                <a:lnTo>
                  <a:pt x="554100" y="19425"/>
                </a:lnTo>
                <a:lnTo>
                  <a:pt x="554025" y="19425"/>
                </a:lnTo>
                <a:lnTo>
                  <a:pt x="553950" y="19500"/>
                </a:lnTo>
                <a:lnTo>
                  <a:pt x="553875" y="19500"/>
                </a:lnTo>
                <a:lnTo>
                  <a:pt x="553725" y="19650"/>
                </a:lnTo>
                <a:lnTo>
                  <a:pt x="553650" y="19650"/>
                </a:lnTo>
                <a:lnTo>
                  <a:pt x="553650" y="19725"/>
                </a:lnTo>
                <a:lnTo>
                  <a:pt x="553575" y="19725"/>
                </a:lnTo>
                <a:lnTo>
                  <a:pt x="553050" y="20250"/>
                </a:lnTo>
                <a:lnTo>
                  <a:pt x="553050" y="20325"/>
                </a:lnTo>
                <a:lnTo>
                  <a:pt x="552825" y="20550"/>
                </a:lnTo>
                <a:lnTo>
                  <a:pt x="552825" y="20625"/>
                </a:lnTo>
                <a:lnTo>
                  <a:pt x="552600" y="20850"/>
                </a:lnTo>
                <a:lnTo>
                  <a:pt x="552600" y="20925"/>
                </a:lnTo>
                <a:lnTo>
                  <a:pt x="552450" y="21150"/>
                </a:lnTo>
                <a:lnTo>
                  <a:pt x="552450" y="21225"/>
                </a:lnTo>
                <a:lnTo>
                  <a:pt x="552225" y="21525"/>
                </a:lnTo>
                <a:lnTo>
                  <a:pt x="552225" y="21600"/>
                </a:lnTo>
                <a:lnTo>
                  <a:pt x="552075" y="21825"/>
                </a:lnTo>
                <a:lnTo>
                  <a:pt x="552000" y="21975"/>
                </a:lnTo>
                <a:lnTo>
                  <a:pt x="552000" y="22050"/>
                </a:lnTo>
                <a:lnTo>
                  <a:pt x="551850" y="22275"/>
                </a:lnTo>
                <a:lnTo>
                  <a:pt x="551775" y="22425"/>
                </a:lnTo>
                <a:lnTo>
                  <a:pt x="551775" y="22500"/>
                </a:lnTo>
                <a:lnTo>
                  <a:pt x="551475" y="23025"/>
                </a:lnTo>
                <a:lnTo>
                  <a:pt x="551475" y="23175"/>
                </a:lnTo>
                <a:lnTo>
                  <a:pt x="551325" y="23400"/>
                </a:lnTo>
                <a:lnTo>
                  <a:pt x="551175" y="23700"/>
                </a:lnTo>
                <a:lnTo>
                  <a:pt x="551175" y="23850"/>
                </a:lnTo>
                <a:lnTo>
                  <a:pt x="551100" y="23925"/>
                </a:lnTo>
                <a:lnTo>
                  <a:pt x="551100" y="24000"/>
                </a:lnTo>
                <a:lnTo>
                  <a:pt x="551025" y="24075"/>
                </a:lnTo>
                <a:lnTo>
                  <a:pt x="550800" y="24525"/>
                </a:lnTo>
                <a:lnTo>
                  <a:pt x="550800" y="24675"/>
                </a:lnTo>
                <a:lnTo>
                  <a:pt x="549750" y="26775"/>
                </a:lnTo>
                <a:lnTo>
                  <a:pt x="549675" y="26775"/>
                </a:lnTo>
                <a:lnTo>
                  <a:pt x="549525" y="27075"/>
                </a:lnTo>
                <a:lnTo>
                  <a:pt x="549525" y="27150"/>
                </a:lnTo>
                <a:lnTo>
                  <a:pt x="549450" y="27225"/>
                </a:lnTo>
                <a:lnTo>
                  <a:pt x="549450" y="27300"/>
                </a:lnTo>
                <a:lnTo>
                  <a:pt x="549375" y="27300"/>
                </a:lnTo>
                <a:lnTo>
                  <a:pt x="549300" y="27375"/>
                </a:lnTo>
                <a:lnTo>
                  <a:pt x="549300" y="27450"/>
                </a:lnTo>
                <a:lnTo>
                  <a:pt x="549225" y="27525"/>
                </a:lnTo>
                <a:lnTo>
                  <a:pt x="549225" y="27600"/>
                </a:lnTo>
                <a:lnTo>
                  <a:pt x="549075" y="27750"/>
                </a:lnTo>
                <a:lnTo>
                  <a:pt x="549075" y="27825"/>
                </a:lnTo>
                <a:lnTo>
                  <a:pt x="548850" y="28050"/>
                </a:lnTo>
                <a:lnTo>
                  <a:pt x="548850" y="28125"/>
                </a:lnTo>
                <a:lnTo>
                  <a:pt x="548700" y="28350"/>
                </a:lnTo>
                <a:lnTo>
                  <a:pt x="548625" y="28350"/>
                </a:lnTo>
                <a:lnTo>
                  <a:pt x="548475" y="28575"/>
                </a:lnTo>
                <a:lnTo>
                  <a:pt x="548475" y="28650"/>
                </a:lnTo>
                <a:lnTo>
                  <a:pt x="548325" y="28725"/>
                </a:lnTo>
                <a:lnTo>
                  <a:pt x="548175" y="29025"/>
                </a:lnTo>
                <a:lnTo>
                  <a:pt x="548100" y="29025"/>
                </a:lnTo>
                <a:lnTo>
                  <a:pt x="547950" y="29175"/>
                </a:lnTo>
                <a:lnTo>
                  <a:pt x="547950" y="29250"/>
                </a:lnTo>
                <a:lnTo>
                  <a:pt x="546975" y="30225"/>
                </a:lnTo>
                <a:lnTo>
                  <a:pt x="546900" y="30225"/>
                </a:lnTo>
                <a:lnTo>
                  <a:pt x="546825" y="30375"/>
                </a:lnTo>
                <a:lnTo>
                  <a:pt x="546750" y="30375"/>
                </a:lnTo>
                <a:lnTo>
                  <a:pt x="546600" y="30525"/>
                </a:lnTo>
                <a:lnTo>
                  <a:pt x="546600" y="30600"/>
                </a:lnTo>
                <a:lnTo>
                  <a:pt x="546300" y="30750"/>
                </a:lnTo>
                <a:lnTo>
                  <a:pt x="546300" y="30825"/>
                </a:lnTo>
                <a:lnTo>
                  <a:pt x="545625" y="31275"/>
                </a:lnTo>
                <a:lnTo>
                  <a:pt x="545625" y="31350"/>
                </a:lnTo>
                <a:lnTo>
                  <a:pt x="545325" y="31500"/>
                </a:lnTo>
                <a:lnTo>
                  <a:pt x="545175" y="31650"/>
                </a:lnTo>
                <a:lnTo>
                  <a:pt x="545100" y="31650"/>
                </a:lnTo>
                <a:lnTo>
                  <a:pt x="544875" y="31875"/>
                </a:lnTo>
                <a:lnTo>
                  <a:pt x="544725" y="31875"/>
                </a:lnTo>
                <a:lnTo>
                  <a:pt x="544725" y="31950"/>
                </a:lnTo>
                <a:lnTo>
                  <a:pt x="544350" y="32100"/>
                </a:lnTo>
                <a:lnTo>
                  <a:pt x="544350" y="32175"/>
                </a:lnTo>
                <a:lnTo>
                  <a:pt x="543975" y="32325"/>
                </a:lnTo>
                <a:lnTo>
                  <a:pt x="543975" y="32400"/>
                </a:lnTo>
                <a:lnTo>
                  <a:pt x="543825" y="32475"/>
                </a:lnTo>
                <a:lnTo>
                  <a:pt x="543750" y="32475"/>
                </a:lnTo>
                <a:lnTo>
                  <a:pt x="543450" y="32625"/>
                </a:lnTo>
                <a:lnTo>
                  <a:pt x="543375" y="32700"/>
                </a:lnTo>
                <a:lnTo>
                  <a:pt x="543300" y="32700"/>
                </a:lnTo>
                <a:lnTo>
                  <a:pt x="543075" y="32850"/>
                </a:lnTo>
                <a:lnTo>
                  <a:pt x="543000" y="32850"/>
                </a:lnTo>
                <a:lnTo>
                  <a:pt x="542775" y="33000"/>
                </a:lnTo>
                <a:lnTo>
                  <a:pt x="542700" y="33000"/>
                </a:lnTo>
                <a:lnTo>
                  <a:pt x="542400" y="33150"/>
                </a:lnTo>
                <a:lnTo>
                  <a:pt x="542325" y="33150"/>
                </a:lnTo>
                <a:lnTo>
                  <a:pt x="541950" y="33375"/>
                </a:lnTo>
                <a:lnTo>
                  <a:pt x="542325" y="33600"/>
                </a:lnTo>
                <a:lnTo>
                  <a:pt x="542400" y="33600"/>
                </a:lnTo>
                <a:lnTo>
                  <a:pt x="542700" y="33750"/>
                </a:lnTo>
                <a:lnTo>
                  <a:pt x="542775" y="33750"/>
                </a:lnTo>
                <a:lnTo>
                  <a:pt x="543000" y="33900"/>
                </a:lnTo>
                <a:lnTo>
                  <a:pt x="543075" y="33900"/>
                </a:lnTo>
                <a:lnTo>
                  <a:pt x="543150" y="33975"/>
                </a:lnTo>
                <a:lnTo>
                  <a:pt x="543300" y="34050"/>
                </a:lnTo>
                <a:lnTo>
                  <a:pt x="543375" y="34050"/>
                </a:lnTo>
                <a:lnTo>
                  <a:pt x="543450" y="34125"/>
                </a:lnTo>
                <a:lnTo>
                  <a:pt x="543975" y="34350"/>
                </a:lnTo>
                <a:lnTo>
                  <a:pt x="543975" y="34425"/>
                </a:lnTo>
                <a:lnTo>
                  <a:pt x="544350" y="34575"/>
                </a:lnTo>
                <a:lnTo>
                  <a:pt x="544350" y="34650"/>
                </a:lnTo>
                <a:lnTo>
                  <a:pt x="544725" y="34800"/>
                </a:lnTo>
                <a:lnTo>
                  <a:pt x="544725" y="34875"/>
                </a:lnTo>
                <a:lnTo>
                  <a:pt x="544875" y="34875"/>
                </a:lnTo>
                <a:lnTo>
                  <a:pt x="545100" y="35100"/>
                </a:lnTo>
                <a:lnTo>
                  <a:pt x="545175" y="35100"/>
                </a:lnTo>
                <a:lnTo>
                  <a:pt x="545325" y="35250"/>
                </a:lnTo>
                <a:lnTo>
                  <a:pt x="545625" y="35400"/>
                </a:lnTo>
                <a:lnTo>
                  <a:pt x="545625" y="35475"/>
                </a:lnTo>
                <a:lnTo>
                  <a:pt x="546300" y="35925"/>
                </a:lnTo>
                <a:lnTo>
                  <a:pt x="546300" y="36000"/>
                </a:lnTo>
                <a:lnTo>
                  <a:pt x="546600" y="36150"/>
                </a:lnTo>
                <a:lnTo>
                  <a:pt x="546600" y="36225"/>
                </a:lnTo>
                <a:lnTo>
                  <a:pt x="546750" y="36375"/>
                </a:lnTo>
                <a:lnTo>
                  <a:pt x="546825" y="36375"/>
                </a:lnTo>
                <a:lnTo>
                  <a:pt x="546900" y="36525"/>
                </a:lnTo>
                <a:lnTo>
                  <a:pt x="546975" y="36525"/>
                </a:lnTo>
                <a:lnTo>
                  <a:pt x="547950" y="37500"/>
                </a:lnTo>
                <a:lnTo>
                  <a:pt x="547950" y="37575"/>
                </a:lnTo>
                <a:lnTo>
                  <a:pt x="548100" y="37725"/>
                </a:lnTo>
                <a:lnTo>
                  <a:pt x="548175" y="37725"/>
                </a:lnTo>
                <a:lnTo>
                  <a:pt x="548325" y="38025"/>
                </a:lnTo>
                <a:lnTo>
                  <a:pt x="548475" y="38100"/>
                </a:lnTo>
                <a:lnTo>
                  <a:pt x="548475" y="38175"/>
                </a:lnTo>
                <a:lnTo>
                  <a:pt x="548625" y="38400"/>
                </a:lnTo>
                <a:lnTo>
                  <a:pt x="548700" y="38400"/>
                </a:lnTo>
                <a:lnTo>
                  <a:pt x="548850" y="38625"/>
                </a:lnTo>
                <a:lnTo>
                  <a:pt x="548850" y="38700"/>
                </a:lnTo>
                <a:lnTo>
                  <a:pt x="549075" y="38925"/>
                </a:lnTo>
                <a:lnTo>
                  <a:pt x="549075" y="39000"/>
                </a:lnTo>
                <a:lnTo>
                  <a:pt x="549225" y="39150"/>
                </a:lnTo>
                <a:lnTo>
                  <a:pt x="549225" y="39225"/>
                </a:lnTo>
                <a:lnTo>
                  <a:pt x="549300" y="39300"/>
                </a:lnTo>
                <a:lnTo>
                  <a:pt x="549300" y="39375"/>
                </a:lnTo>
                <a:lnTo>
                  <a:pt x="549375" y="39450"/>
                </a:lnTo>
                <a:lnTo>
                  <a:pt x="549450" y="39450"/>
                </a:lnTo>
                <a:lnTo>
                  <a:pt x="549450" y="39525"/>
                </a:lnTo>
                <a:lnTo>
                  <a:pt x="549525" y="39600"/>
                </a:lnTo>
                <a:lnTo>
                  <a:pt x="549525" y="39675"/>
                </a:lnTo>
                <a:lnTo>
                  <a:pt x="549675" y="39975"/>
                </a:lnTo>
                <a:lnTo>
                  <a:pt x="549750" y="39975"/>
                </a:lnTo>
                <a:lnTo>
                  <a:pt x="550800" y="42075"/>
                </a:lnTo>
                <a:lnTo>
                  <a:pt x="550800" y="42225"/>
                </a:lnTo>
                <a:lnTo>
                  <a:pt x="551025" y="42675"/>
                </a:lnTo>
                <a:lnTo>
                  <a:pt x="551100" y="42750"/>
                </a:lnTo>
                <a:lnTo>
                  <a:pt x="551100" y="42825"/>
                </a:lnTo>
                <a:lnTo>
                  <a:pt x="551175" y="42900"/>
                </a:lnTo>
                <a:lnTo>
                  <a:pt x="551175" y="43050"/>
                </a:lnTo>
                <a:lnTo>
                  <a:pt x="551475" y="43575"/>
                </a:lnTo>
                <a:lnTo>
                  <a:pt x="551475" y="43725"/>
                </a:lnTo>
                <a:lnTo>
                  <a:pt x="551625" y="43950"/>
                </a:lnTo>
                <a:lnTo>
                  <a:pt x="551775" y="44250"/>
                </a:lnTo>
                <a:lnTo>
                  <a:pt x="551775" y="44325"/>
                </a:lnTo>
                <a:lnTo>
                  <a:pt x="551925" y="44550"/>
                </a:lnTo>
                <a:lnTo>
                  <a:pt x="552000" y="44700"/>
                </a:lnTo>
                <a:lnTo>
                  <a:pt x="552000" y="44775"/>
                </a:lnTo>
                <a:lnTo>
                  <a:pt x="552225" y="45150"/>
                </a:lnTo>
                <a:lnTo>
                  <a:pt x="552225" y="45225"/>
                </a:lnTo>
                <a:lnTo>
                  <a:pt x="552450" y="45525"/>
                </a:lnTo>
                <a:lnTo>
                  <a:pt x="552450" y="45600"/>
                </a:lnTo>
                <a:lnTo>
                  <a:pt x="552525" y="45675"/>
                </a:lnTo>
                <a:lnTo>
                  <a:pt x="552600" y="45825"/>
                </a:lnTo>
                <a:lnTo>
                  <a:pt x="552600" y="45900"/>
                </a:lnTo>
                <a:lnTo>
                  <a:pt x="552825" y="46125"/>
                </a:lnTo>
                <a:lnTo>
                  <a:pt x="552825" y="46200"/>
                </a:lnTo>
                <a:lnTo>
                  <a:pt x="553050" y="46425"/>
                </a:lnTo>
                <a:lnTo>
                  <a:pt x="553050" y="46500"/>
                </a:lnTo>
                <a:lnTo>
                  <a:pt x="553575" y="47025"/>
                </a:lnTo>
                <a:lnTo>
                  <a:pt x="553650" y="47025"/>
                </a:lnTo>
                <a:lnTo>
                  <a:pt x="553650" y="47100"/>
                </a:lnTo>
                <a:lnTo>
                  <a:pt x="553725" y="47100"/>
                </a:lnTo>
                <a:lnTo>
                  <a:pt x="553875" y="47250"/>
                </a:lnTo>
                <a:lnTo>
                  <a:pt x="553950" y="47250"/>
                </a:lnTo>
                <a:lnTo>
                  <a:pt x="554025" y="47325"/>
                </a:lnTo>
                <a:lnTo>
                  <a:pt x="554100" y="47325"/>
                </a:lnTo>
                <a:lnTo>
                  <a:pt x="554325" y="47475"/>
                </a:lnTo>
                <a:lnTo>
                  <a:pt x="554550" y="47475"/>
                </a:lnTo>
                <a:lnTo>
                  <a:pt x="554550" y="47550"/>
                </a:lnTo>
                <a:lnTo>
                  <a:pt x="554925" y="47550"/>
                </a:lnTo>
                <a:lnTo>
                  <a:pt x="555000" y="47625"/>
                </a:lnTo>
                <a:lnTo>
                  <a:pt x="555675" y="47625"/>
                </a:lnTo>
                <a:lnTo>
                  <a:pt x="555600" y="52500"/>
                </a:lnTo>
                <a:lnTo>
                  <a:pt x="554700" y="52500"/>
                </a:lnTo>
                <a:lnTo>
                  <a:pt x="554700" y="52425"/>
                </a:lnTo>
                <a:lnTo>
                  <a:pt x="554025" y="52425"/>
                </a:lnTo>
                <a:lnTo>
                  <a:pt x="553875" y="52350"/>
                </a:lnTo>
                <a:lnTo>
                  <a:pt x="553575" y="52350"/>
                </a:lnTo>
                <a:lnTo>
                  <a:pt x="553425" y="52275"/>
                </a:lnTo>
                <a:lnTo>
                  <a:pt x="553200" y="52275"/>
                </a:lnTo>
                <a:lnTo>
                  <a:pt x="553125" y="52200"/>
                </a:lnTo>
                <a:lnTo>
                  <a:pt x="552975" y="52200"/>
                </a:lnTo>
                <a:lnTo>
                  <a:pt x="552825" y="52125"/>
                </a:lnTo>
                <a:lnTo>
                  <a:pt x="552600" y="52125"/>
                </a:lnTo>
                <a:lnTo>
                  <a:pt x="552525" y="52050"/>
                </a:lnTo>
                <a:lnTo>
                  <a:pt x="552375" y="52050"/>
                </a:lnTo>
                <a:lnTo>
                  <a:pt x="552375" y="51975"/>
                </a:lnTo>
                <a:lnTo>
                  <a:pt x="552150" y="51975"/>
                </a:lnTo>
                <a:lnTo>
                  <a:pt x="552000" y="51900"/>
                </a:lnTo>
                <a:lnTo>
                  <a:pt x="551925" y="51900"/>
                </a:lnTo>
                <a:lnTo>
                  <a:pt x="551850" y="51825"/>
                </a:lnTo>
                <a:lnTo>
                  <a:pt x="551550" y="51750"/>
                </a:lnTo>
                <a:lnTo>
                  <a:pt x="551550" y="51675"/>
                </a:lnTo>
                <a:lnTo>
                  <a:pt x="551475" y="51675"/>
                </a:lnTo>
                <a:lnTo>
                  <a:pt x="551400" y="51600"/>
                </a:lnTo>
                <a:lnTo>
                  <a:pt x="551250" y="51600"/>
                </a:lnTo>
                <a:lnTo>
                  <a:pt x="551250" y="51525"/>
                </a:lnTo>
                <a:lnTo>
                  <a:pt x="551175" y="51525"/>
                </a:lnTo>
                <a:lnTo>
                  <a:pt x="551100" y="51450"/>
                </a:lnTo>
                <a:lnTo>
                  <a:pt x="551025" y="51450"/>
                </a:lnTo>
                <a:lnTo>
                  <a:pt x="550950" y="51375"/>
                </a:lnTo>
                <a:lnTo>
                  <a:pt x="550875" y="51375"/>
                </a:lnTo>
                <a:lnTo>
                  <a:pt x="550650" y="51225"/>
                </a:lnTo>
                <a:lnTo>
                  <a:pt x="550575" y="51225"/>
                </a:lnTo>
                <a:lnTo>
                  <a:pt x="550575" y="51150"/>
                </a:lnTo>
                <a:lnTo>
                  <a:pt x="550500" y="51150"/>
                </a:lnTo>
                <a:lnTo>
                  <a:pt x="550425" y="51075"/>
                </a:lnTo>
                <a:lnTo>
                  <a:pt x="550350" y="51075"/>
                </a:lnTo>
                <a:lnTo>
                  <a:pt x="550125" y="50850"/>
                </a:lnTo>
                <a:lnTo>
                  <a:pt x="550050" y="50850"/>
                </a:lnTo>
                <a:lnTo>
                  <a:pt x="549825" y="50625"/>
                </a:lnTo>
                <a:lnTo>
                  <a:pt x="549750" y="50625"/>
                </a:lnTo>
                <a:lnTo>
                  <a:pt x="549525" y="50400"/>
                </a:lnTo>
                <a:lnTo>
                  <a:pt x="549450" y="50400"/>
                </a:lnTo>
                <a:lnTo>
                  <a:pt x="549225" y="50175"/>
                </a:lnTo>
                <a:lnTo>
                  <a:pt x="549150" y="50025"/>
                </a:lnTo>
                <a:lnTo>
                  <a:pt x="549075" y="50025"/>
                </a:lnTo>
                <a:lnTo>
                  <a:pt x="548850" y="49800"/>
                </a:lnTo>
                <a:lnTo>
                  <a:pt x="548775" y="49650"/>
                </a:lnTo>
                <a:lnTo>
                  <a:pt x="548700" y="49650"/>
                </a:lnTo>
                <a:lnTo>
                  <a:pt x="548625" y="49575"/>
                </a:lnTo>
                <a:lnTo>
                  <a:pt x="548625" y="49500"/>
                </a:lnTo>
                <a:lnTo>
                  <a:pt x="548550" y="49425"/>
                </a:lnTo>
                <a:lnTo>
                  <a:pt x="548475" y="49425"/>
                </a:lnTo>
                <a:lnTo>
                  <a:pt x="548325" y="49200"/>
                </a:lnTo>
                <a:lnTo>
                  <a:pt x="548325" y="49125"/>
                </a:lnTo>
                <a:lnTo>
                  <a:pt x="548250" y="49125"/>
                </a:lnTo>
                <a:lnTo>
                  <a:pt x="548175" y="49050"/>
                </a:lnTo>
                <a:lnTo>
                  <a:pt x="548175" y="48975"/>
                </a:lnTo>
                <a:lnTo>
                  <a:pt x="548025" y="48750"/>
                </a:lnTo>
                <a:lnTo>
                  <a:pt x="547800" y="48525"/>
                </a:lnTo>
                <a:lnTo>
                  <a:pt x="547800" y="48450"/>
                </a:lnTo>
                <a:lnTo>
                  <a:pt x="547500" y="48000"/>
                </a:lnTo>
                <a:lnTo>
                  <a:pt x="547500" y="47925"/>
                </a:lnTo>
                <a:lnTo>
                  <a:pt x="547425" y="47850"/>
                </a:lnTo>
                <a:lnTo>
                  <a:pt x="547350" y="47850"/>
                </a:lnTo>
                <a:lnTo>
                  <a:pt x="547350" y="47700"/>
                </a:lnTo>
                <a:lnTo>
                  <a:pt x="547275" y="47700"/>
                </a:lnTo>
                <a:lnTo>
                  <a:pt x="547275" y="47550"/>
                </a:lnTo>
                <a:lnTo>
                  <a:pt x="547200" y="47550"/>
                </a:lnTo>
                <a:lnTo>
                  <a:pt x="547200" y="47400"/>
                </a:lnTo>
                <a:lnTo>
                  <a:pt x="547125" y="47400"/>
                </a:lnTo>
                <a:lnTo>
                  <a:pt x="547125" y="47250"/>
                </a:lnTo>
                <a:lnTo>
                  <a:pt x="547050" y="47250"/>
                </a:lnTo>
                <a:lnTo>
                  <a:pt x="547050" y="47175"/>
                </a:lnTo>
                <a:lnTo>
                  <a:pt x="546975" y="47175"/>
                </a:lnTo>
                <a:lnTo>
                  <a:pt x="546975" y="47025"/>
                </a:lnTo>
                <a:lnTo>
                  <a:pt x="546900" y="47025"/>
                </a:lnTo>
                <a:lnTo>
                  <a:pt x="546900" y="46875"/>
                </a:lnTo>
                <a:lnTo>
                  <a:pt x="546825" y="46875"/>
                </a:lnTo>
                <a:lnTo>
                  <a:pt x="546825" y="46725"/>
                </a:lnTo>
                <a:lnTo>
                  <a:pt x="546675" y="46500"/>
                </a:lnTo>
                <a:lnTo>
                  <a:pt x="546675" y="46425"/>
                </a:lnTo>
                <a:lnTo>
                  <a:pt x="546600" y="46350"/>
                </a:lnTo>
                <a:lnTo>
                  <a:pt x="546300" y="45750"/>
                </a:lnTo>
                <a:lnTo>
                  <a:pt x="546300" y="45600"/>
                </a:lnTo>
                <a:lnTo>
                  <a:pt x="546225" y="45525"/>
                </a:lnTo>
                <a:lnTo>
                  <a:pt x="545925" y="44925"/>
                </a:lnTo>
                <a:lnTo>
                  <a:pt x="545925" y="44775"/>
                </a:lnTo>
                <a:lnTo>
                  <a:pt x="545850" y="44700"/>
                </a:lnTo>
                <a:lnTo>
                  <a:pt x="545550" y="44100"/>
                </a:lnTo>
                <a:lnTo>
                  <a:pt x="545550" y="43950"/>
                </a:lnTo>
                <a:lnTo>
                  <a:pt x="545475" y="43875"/>
                </a:lnTo>
                <a:lnTo>
                  <a:pt x="545175" y="43275"/>
                </a:lnTo>
                <a:lnTo>
                  <a:pt x="545175" y="43200"/>
                </a:lnTo>
                <a:lnTo>
                  <a:pt x="544875" y="42600"/>
                </a:lnTo>
                <a:lnTo>
                  <a:pt x="544800" y="42525"/>
                </a:lnTo>
                <a:lnTo>
                  <a:pt x="544800" y="42450"/>
                </a:lnTo>
                <a:lnTo>
                  <a:pt x="544725" y="42375"/>
                </a:lnTo>
                <a:lnTo>
                  <a:pt x="544725" y="42225"/>
                </a:lnTo>
                <a:lnTo>
                  <a:pt x="544650" y="42225"/>
                </a:lnTo>
                <a:lnTo>
                  <a:pt x="544650" y="42075"/>
                </a:lnTo>
                <a:lnTo>
                  <a:pt x="544575" y="42075"/>
                </a:lnTo>
                <a:lnTo>
                  <a:pt x="544575" y="41925"/>
                </a:lnTo>
                <a:lnTo>
                  <a:pt x="544500" y="41850"/>
                </a:lnTo>
                <a:lnTo>
                  <a:pt x="544500" y="41775"/>
                </a:lnTo>
                <a:lnTo>
                  <a:pt x="544425" y="41700"/>
                </a:lnTo>
                <a:lnTo>
                  <a:pt x="544425" y="41625"/>
                </a:lnTo>
                <a:lnTo>
                  <a:pt x="544350" y="41550"/>
                </a:lnTo>
                <a:lnTo>
                  <a:pt x="544350" y="41475"/>
                </a:lnTo>
                <a:lnTo>
                  <a:pt x="544275" y="41400"/>
                </a:lnTo>
                <a:lnTo>
                  <a:pt x="544275" y="41325"/>
                </a:lnTo>
                <a:lnTo>
                  <a:pt x="544125" y="41100"/>
                </a:lnTo>
                <a:lnTo>
                  <a:pt x="544125" y="40950"/>
                </a:lnTo>
                <a:lnTo>
                  <a:pt x="544050" y="40875"/>
                </a:lnTo>
                <a:lnTo>
                  <a:pt x="544050" y="40800"/>
                </a:lnTo>
                <a:lnTo>
                  <a:pt x="543975" y="40725"/>
                </a:lnTo>
                <a:lnTo>
                  <a:pt x="543975" y="40650"/>
                </a:lnTo>
                <a:lnTo>
                  <a:pt x="543900" y="40575"/>
                </a:lnTo>
                <a:lnTo>
                  <a:pt x="543900" y="40500"/>
                </a:lnTo>
                <a:lnTo>
                  <a:pt x="543825" y="40425"/>
                </a:lnTo>
                <a:lnTo>
                  <a:pt x="543825" y="40350"/>
                </a:lnTo>
                <a:lnTo>
                  <a:pt x="543750" y="40275"/>
                </a:lnTo>
                <a:lnTo>
                  <a:pt x="543750" y="40200"/>
                </a:lnTo>
                <a:lnTo>
                  <a:pt x="543675" y="40125"/>
                </a:lnTo>
                <a:lnTo>
                  <a:pt x="543675" y="40050"/>
                </a:lnTo>
                <a:lnTo>
                  <a:pt x="543600" y="39975"/>
                </a:lnTo>
                <a:lnTo>
                  <a:pt x="543225" y="39225"/>
                </a:lnTo>
                <a:lnTo>
                  <a:pt x="543150" y="39225"/>
                </a:lnTo>
                <a:lnTo>
                  <a:pt x="542850" y="38625"/>
                </a:lnTo>
                <a:lnTo>
                  <a:pt x="542700" y="38475"/>
                </a:lnTo>
                <a:lnTo>
                  <a:pt x="542700" y="38400"/>
                </a:lnTo>
                <a:lnTo>
                  <a:pt x="542625" y="38325"/>
                </a:lnTo>
                <a:lnTo>
                  <a:pt x="542625" y="38250"/>
                </a:lnTo>
                <a:lnTo>
                  <a:pt x="542475" y="38100"/>
                </a:lnTo>
                <a:lnTo>
                  <a:pt x="542475" y="38025"/>
                </a:lnTo>
                <a:lnTo>
                  <a:pt x="542400" y="38025"/>
                </a:lnTo>
                <a:lnTo>
                  <a:pt x="542250" y="37725"/>
                </a:lnTo>
                <a:lnTo>
                  <a:pt x="542100" y="37650"/>
                </a:lnTo>
                <a:lnTo>
                  <a:pt x="542100" y="37500"/>
                </a:lnTo>
                <a:lnTo>
                  <a:pt x="541950" y="37425"/>
                </a:lnTo>
                <a:lnTo>
                  <a:pt x="541875" y="37275"/>
                </a:lnTo>
                <a:lnTo>
                  <a:pt x="541800" y="37275"/>
                </a:lnTo>
                <a:lnTo>
                  <a:pt x="541725" y="37125"/>
                </a:lnTo>
                <a:lnTo>
                  <a:pt x="541575" y="36975"/>
                </a:lnTo>
                <a:lnTo>
                  <a:pt x="541575" y="36900"/>
                </a:lnTo>
                <a:lnTo>
                  <a:pt x="541500" y="36825"/>
                </a:lnTo>
                <a:lnTo>
                  <a:pt x="541425" y="36825"/>
                </a:lnTo>
                <a:lnTo>
                  <a:pt x="541350" y="36675"/>
                </a:lnTo>
                <a:lnTo>
                  <a:pt x="541200" y="36600"/>
                </a:lnTo>
                <a:lnTo>
                  <a:pt x="541200" y="52500"/>
                </a:lnTo>
                <a:lnTo>
                  <a:pt x="535500" y="52500"/>
                </a:lnTo>
                <a:lnTo>
                  <a:pt x="535500" y="36600"/>
                </a:lnTo>
                <a:lnTo>
                  <a:pt x="535350" y="36825"/>
                </a:lnTo>
                <a:lnTo>
                  <a:pt x="535275" y="36825"/>
                </a:lnTo>
                <a:lnTo>
                  <a:pt x="535200" y="36900"/>
                </a:lnTo>
                <a:lnTo>
                  <a:pt x="535200" y="36975"/>
                </a:lnTo>
                <a:lnTo>
                  <a:pt x="535050" y="37125"/>
                </a:lnTo>
                <a:lnTo>
                  <a:pt x="534975" y="37125"/>
                </a:lnTo>
                <a:lnTo>
                  <a:pt x="534825" y="37425"/>
                </a:lnTo>
                <a:lnTo>
                  <a:pt x="534675" y="37500"/>
                </a:lnTo>
                <a:lnTo>
                  <a:pt x="534675" y="37575"/>
                </a:lnTo>
                <a:lnTo>
                  <a:pt x="534600" y="37575"/>
                </a:lnTo>
                <a:lnTo>
                  <a:pt x="534600" y="37650"/>
                </a:lnTo>
                <a:lnTo>
                  <a:pt x="534525" y="37725"/>
                </a:lnTo>
                <a:lnTo>
                  <a:pt x="534375" y="38025"/>
                </a:lnTo>
                <a:lnTo>
                  <a:pt x="534300" y="38025"/>
                </a:lnTo>
                <a:lnTo>
                  <a:pt x="534225" y="38100"/>
                </a:lnTo>
                <a:lnTo>
                  <a:pt x="534225" y="38175"/>
                </a:lnTo>
                <a:lnTo>
                  <a:pt x="534150" y="38250"/>
                </a:lnTo>
                <a:lnTo>
                  <a:pt x="534150" y="38325"/>
                </a:lnTo>
                <a:lnTo>
                  <a:pt x="534000" y="38475"/>
                </a:lnTo>
                <a:lnTo>
                  <a:pt x="534000" y="38550"/>
                </a:lnTo>
                <a:lnTo>
                  <a:pt x="533925" y="38625"/>
                </a:lnTo>
                <a:lnTo>
                  <a:pt x="533775" y="38925"/>
                </a:lnTo>
                <a:lnTo>
                  <a:pt x="533700" y="38925"/>
                </a:lnTo>
                <a:lnTo>
                  <a:pt x="533175" y="39975"/>
                </a:lnTo>
                <a:lnTo>
                  <a:pt x="533100" y="40050"/>
                </a:lnTo>
                <a:lnTo>
                  <a:pt x="533100" y="40125"/>
                </a:lnTo>
                <a:lnTo>
                  <a:pt x="533025" y="40200"/>
                </a:lnTo>
                <a:lnTo>
                  <a:pt x="533025" y="40275"/>
                </a:lnTo>
                <a:lnTo>
                  <a:pt x="532950" y="40350"/>
                </a:lnTo>
                <a:lnTo>
                  <a:pt x="532950" y="40425"/>
                </a:lnTo>
                <a:lnTo>
                  <a:pt x="532875" y="40500"/>
                </a:lnTo>
                <a:lnTo>
                  <a:pt x="532875" y="40575"/>
                </a:lnTo>
                <a:lnTo>
                  <a:pt x="532800" y="40650"/>
                </a:lnTo>
                <a:lnTo>
                  <a:pt x="532800" y="40725"/>
                </a:lnTo>
                <a:lnTo>
                  <a:pt x="532725" y="40800"/>
                </a:lnTo>
                <a:lnTo>
                  <a:pt x="532725" y="40875"/>
                </a:lnTo>
                <a:lnTo>
                  <a:pt x="532650" y="40950"/>
                </a:lnTo>
                <a:lnTo>
                  <a:pt x="532650" y="41025"/>
                </a:lnTo>
                <a:lnTo>
                  <a:pt x="532575" y="41100"/>
                </a:lnTo>
                <a:lnTo>
                  <a:pt x="532575" y="41175"/>
                </a:lnTo>
                <a:lnTo>
                  <a:pt x="532500" y="41250"/>
                </a:lnTo>
                <a:lnTo>
                  <a:pt x="532500" y="41325"/>
                </a:lnTo>
                <a:lnTo>
                  <a:pt x="532425" y="41400"/>
                </a:lnTo>
                <a:lnTo>
                  <a:pt x="532425" y="41475"/>
                </a:lnTo>
                <a:lnTo>
                  <a:pt x="532350" y="41550"/>
                </a:lnTo>
                <a:lnTo>
                  <a:pt x="532350" y="41700"/>
                </a:lnTo>
                <a:lnTo>
                  <a:pt x="532275" y="41700"/>
                </a:lnTo>
                <a:lnTo>
                  <a:pt x="532275" y="41850"/>
                </a:lnTo>
                <a:lnTo>
                  <a:pt x="532200" y="41850"/>
                </a:lnTo>
                <a:lnTo>
                  <a:pt x="532200" y="42000"/>
                </a:lnTo>
                <a:lnTo>
                  <a:pt x="532125" y="42075"/>
                </a:lnTo>
                <a:lnTo>
                  <a:pt x="532125" y="42150"/>
                </a:lnTo>
                <a:lnTo>
                  <a:pt x="532050" y="42150"/>
                </a:lnTo>
                <a:lnTo>
                  <a:pt x="532050" y="42300"/>
                </a:lnTo>
                <a:lnTo>
                  <a:pt x="531975" y="42375"/>
                </a:lnTo>
                <a:lnTo>
                  <a:pt x="531975" y="42450"/>
                </a:lnTo>
                <a:lnTo>
                  <a:pt x="531900" y="42525"/>
                </a:lnTo>
                <a:lnTo>
                  <a:pt x="531900" y="42600"/>
                </a:lnTo>
                <a:lnTo>
                  <a:pt x="531600" y="43200"/>
                </a:lnTo>
                <a:lnTo>
                  <a:pt x="531525" y="43275"/>
                </a:lnTo>
                <a:lnTo>
                  <a:pt x="531525" y="43425"/>
                </a:lnTo>
                <a:lnTo>
                  <a:pt x="531150" y="44100"/>
                </a:lnTo>
                <a:lnTo>
                  <a:pt x="531150" y="44250"/>
                </a:lnTo>
                <a:lnTo>
                  <a:pt x="530775" y="44925"/>
                </a:lnTo>
                <a:lnTo>
                  <a:pt x="530775" y="45075"/>
                </a:lnTo>
                <a:lnTo>
                  <a:pt x="530550" y="45525"/>
                </a:lnTo>
                <a:lnTo>
                  <a:pt x="530475" y="45600"/>
                </a:lnTo>
                <a:lnTo>
                  <a:pt x="530475" y="45675"/>
                </a:lnTo>
                <a:lnTo>
                  <a:pt x="530400" y="45750"/>
                </a:lnTo>
                <a:lnTo>
                  <a:pt x="530400" y="45900"/>
                </a:lnTo>
                <a:lnTo>
                  <a:pt x="530175" y="46350"/>
                </a:lnTo>
                <a:lnTo>
                  <a:pt x="530100" y="46425"/>
                </a:lnTo>
                <a:lnTo>
                  <a:pt x="530100" y="46500"/>
                </a:lnTo>
                <a:lnTo>
                  <a:pt x="530025" y="46575"/>
                </a:lnTo>
                <a:lnTo>
                  <a:pt x="529800" y="47025"/>
                </a:lnTo>
                <a:lnTo>
                  <a:pt x="529725" y="47100"/>
                </a:lnTo>
                <a:lnTo>
                  <a:pt x="529725" y="47175"/>
                </a:lnTo>
                <a:lnTo>
                  <a:pt x="529650" y="47250"/>
                </a:lnTo>
                <a:lnTo>
                  <a:pt x="529650" y="47325"/>
                </a:lnTo>
                <a:lnTo>
                  <a:pt x="529575" y="47400"/>
                </a:lnTo>
                <a:lnTo>
                  <a:pt x="529350" y="47850"/>
                </a:lnTo>
                <a:lnTo>
                  <a:pt x="529275" y="47925"/>
                </a:lnTo>
                <a:lnTo>
                  <a:pt x="529275" y="48000"/>
                </a:lnTo>
                <a:lnTo>
                  <a:pt x="528975" y="48450"/>
                </a:lnTo>
                <a:lnTo>
                  <a:pt x="528975" y="48525"/>
                </a:lnTo>
                <a:lnTo>
                  <a:pt x="528900" y="48525"/>
                </a:lnTo>
                <a:lnTo>
                  <a:pt x="528825" y="48600"/>
                </a:lnTo>
                <a:lnTo>
                  <a:pt x="528825" y="48675"/>
                </a:lnTo>
                <a:lnTo>
                  <a:pt x="528675" y="48900"/>
                </a:lnTo>
                <a:lnTo>
                  <a:pt x="528450" y="49125"/>
                </a:lnTo>
                <a:lnTo>
                  <a:pt x="528450" y="49200"/>
                </a:lnTo>
                <a:lnTo>
                  <a:pt x="528300" y="49425"/>
                </a:lnTo>
                <a:lnTo>
                  <a:pt x="528225" y="49425"/>
                </a:lnTo>
                <a:lnTo>
                  <a:pt x="528150" y="49500"/>
                </a:lnTo>
                <a:lnTo>
                  <a:pt x="528150" y="49575"/>
                </a:lnTo>
                <a:lnTo>
                  <a:pt x="528075" y="49650"/>
                </a:lnTo>
                <a:lnTo>
                  <a:pt x="528000" y="49650"/>
                </a:lnTo>
                <a:lnTo>
                  <a:pt x="527925" y="49800"/>
                </a:lnTo>
                <a:lnTo>
                  <a:pt x="527775" y="49875"/>
                </a:lnTo>
                <a:lnTo>
                  <a:pt x="527775" y="49950"/>
                </a:lnTo>
                <a:lnTo>
                  <a:pt x="527700" y="50025"/>
                </a:lnTo>
                <a:lnTo>
                  <a:pt x="527625" y="50025"/>
                </a:lnTo>
                <a:lnTo>
                  <a:pt x="527550" y="50175"/>
                </a:lnTo>
                <a:lnTo>
                  <a:pt x="527400" y="50250"/>
                </a:lnTo>
                <a:lnTo>
                  <a:pt x="527400" y="50325"/>
                </a:lnTo>
                <a:lnTo>
                  <a:pt x="527325" y="50400"/>
                </a:lnTo>
                <a:lnTo>
                  <a:pt x="527250" y="50400"/>
                </a:lnTo>
                <a:lnTo>
                  <a:pt x="527025" y="50625"/>
                </a:lnTo>
                <a:lnTo>
                  <a:pt x="526950" y="50625"/>
                </a:lnTo>
                <a:lnTo>
                  <a:pt x="526725" y="50850"/>
                </a:lnTo>
                <a:lnTo>
                  <a:pt x="526650" y="50850"/>
                </a:lnTo>
                <a:lnTo>
                  <a:pt x="526425" y="51075"/>
                </a:lnTo>
                <a:lnTo>
                  <a:pt x="526350" y="51075"/>
                </a:lnTo>
                <a:lnTo>
                  <a:pt x="526275" y="51150"/>
                </a:lnTo>
                <a:lnTo>
                  <a:pt x="526200" y="51150"/>
                </a:lnTo>
                <a:lnTo>
                  <a:pt x="526200" y="51225"/>
                </a:lnTo>
                <a:lnTo>
                  <a:pt x="526050" y="51225"/>
                </a:lnTo>
                <a:lnTo>
                  <a:pt x="526050" y="51300"/>
                </a:lnTo>
                <a:lnTo>
                  <a:pt x="525525" y="51525"/>
                </a:lnTo>
                <a:lnTo>
                  <a:pt x="525525" y="51600"/>
                </a:lnTo>
                <a:lnTo>
                  <a:pt x="525375" y="51600"/>
                </a:lnTo>
                <a:lnTo>
                  <a:pt x="525300" y="51675"/>
                </a:lnTo>
                <a:lnTo>
                  <a:pt x="525225" y="51675"/>
                </a:lnTo>
                <a:lnTo>
                  <a:pt x="525150" y="51750"/>
                </a:lnTo>
                <a:lnTo>
                  <a:pt x="525000" y="51825"/>
                </a:lnTo>
                <a:lnTo>
                  <a:pt x="524925" y="51825"/>
                </a:lnTo>
                <a:lnTo>
                  <a:pt x="524850" y="51900"/>
                </a:lnTo>
                <a:lnTo>
                  <a:pt x="524775" y="51900"/>
                </a:lnTo>
                <a:lnTo>
                  <a:pt x="524625" y="51975"/>
                </a:lnTo>
                <a:lnTo>
                  <a:pt x="524400" y="51975"/>
                </a:lnTo>
                <a:lnTo>
                  <a:pt x="524175" y="52125"/>
                </a:lnTo>
                <a:lnTo>
                  <a:pt x="523950" y="52125"/>
                </a:lnTo>
                <a:lnTo>
                  <a:pt x="523800" y="52200"/>
                </a:lnTo>
                <a:lnTo>
                  <a:pt x="523575" y="52200"/>
                </a:lnTo>
                <a:lnTo>
                  <a:pt x="523575" y="52275"/>
                </a:lnTo>
                <a:lnTo>
                  <a:pt x="523350" y="52275"/>
                </a:lnTo>
                <a:lnTo>
                  <a:pt x="523200" y="52350"/>
                </a:lnTo>
                <a:lnTo>
                  <a:pt x="522900" y="52350"/>
                </a:lnTo>
                <a:lnTo>
                  <a:pt x="522750" y="52425"/>
                </a:lnTo>
                <a:lnTo>
                  <a:pt x="522075" y="52425"/>
                </a:lnTo>
                <a:lnTo>
                  <a:pt x="522075" y="52500"/>
                </a:lnTo>
                <a:lnTo>
                  <a:pt x="521175" y="52500"/>
                </a:lnTo>
                <a:close/>
                <a:moveTo>
                  <a:pt x="567375" y="23250"/>
                </a:moveTo>
                <a:lnTo>
                  <a:pt x="567525" y="23775"/>
                </a:lnTo>
                <a:lnTo>
                  <a:pt x="567525" y="24000"/>
                </a:lnTo>
                <a:lnTo>
                  <a:pt x="567750" y="24750"/>
                </a:lnTo>
                <a:lnTo>
                  <a:pt x="567750" y="24975"/>
                </a:lnTo>
                <a:lnTo>
                  <a:pt x="567900" y="25500"/>
                </a:lnTo>
                <a:lnTo>
                  <a:pt x="567900" y="25725"/>
                </a:lnTo>
                <a:lnTo>
                  <a:pt x="568050" y="26250"/>
                </a:lnTo>
                <a:lnTo>
                  <a:pt x="568050" y="26475"/>
                </a:lnTo>
                <a:lnTo>
                  <a:pt x="568200" y="26925"/>
                </a:lnTo>
                <a:lnTo>
                  <a:pt x="568200" y="27225"/>
                </a:lnTo>
                <a:lnTo>
                  <a:pt x="568275" y="27450"/>
                </a:lnTo>
                <a:lnTo>
                  <a:pt x="568275" y="27675"/>
                </a:lnTo>
                <a:lnTo>
                  <a:pt x="568350" y="27900"/>
                </a:lnTo>
                <a:lnTo>
                  <a:pt x="568350" y="28200"/>
                </a:lnTo>
                <a:lnTo>
                  <a:pt x="568425" y="28425"/>
                </a:lnTo>
                <a:lnTo>
                  <a:pt x="568425" y="28875"/>
                </a:lnTo>
                <a:lnTo>
                  <a:pt x="568500" y="29100"/>
                </a:lnTo>
                <a:lnTo>
                  <a:pt x="568500" y="29625"/>
                </a:lnTo>
                <a:lnTo>
                  <a:pt x="568575" y="29850"/>
                </a:lnTo>
                <a:lnTo>
                  <a:pt x="568575" y="30300"/>
                </a:lnTo>
                <a:lnTo>
                  <a:pt x="568650" y="30525"/>
                </a:lnTo>
                <a:lnTo>
                  <a:pt x="568650" y="31275"/>
                </a:lnTo>
                <a:lnTo>
                  <a:pt x="568725" y="31500"/>
                </a:lnTo>
                <a:lnTo>
                  <a:pt x="568725" y="32700"/>
                </a:lnTo>
                <a:lnTo>
                  <a:pt x="568800" y="32925"/>
                </a:lnTo>
                <a:lnTo>
                  <a:pt x="568800" y="35250"/>
                </a:lnTo>
                <a:lnTo>
                  <a:pt x="568725" y="35475"/>
                </a:lnTo>
                <a:lnTo>
                  <a:pt x="568725" y="36825"/>
                </a:lnTo>
                <a:lnTo>
                  <a:pt x="568650" y="37050"/>
                </a:lnTo>
                <a:lnTo>
                  <a:pt x="568650" y="37725"/>
                </a:lnTo>
                <a:lnTo>
                  <a:pt x="568575" y="37950"/>
                </a:lnTo>
                <a:lnTo>
                  <a:pt x="568575" y="38400"/>
                </a:lnTo>
                <a:lnTo>
                  <a:pt x="568500" y="38625"/>
                </a:lnTo>
                <a:lnTo>
                  <a:pt x="568500" y="39075"/>
                </a:lnTo>
                <a:lnTo>
                  <a:pt x="568425" y="39300"/>
                </a:lnTo>
                <a:lnTo>
                  <a:pt x="568425" y="39750"/>
                </a:lnTo>
                <a:lnTo>
                  <a:pt x="568350" y="39975"/>
                </a:lnTo>
                <a:lnTo>
                  <a:pt x="568350" y="40200"/>
                </a:lnTo>
                <a:lnTo>
                  <a:pt x="568275" y="40425"/>
                </a:lnTo>
                <a:lnTo>
                  <a:pt x="568275" y="40650"/>
                </a:lnTo>
                <a:lnTo>
                  <a:pt x="568200" y="40800"/>
                </a:lnTo>
                <a:lnTo>
                  <a:pt x="568200" y="41025"/>
                </a:lnTo>
                <a:lnTo>
                  <a:pt x="568125" y="41250"/>
                </a:lnTo>
                <a:lnTo>
                  <a:pt x="568125" y="41475"/>
                </a:lnTo>
                <a:lnTo>
                  <a:pt x="568050" y="41700"/>
                </a:lnTo>
                <a:lnTo>
                  <a:pt x="568050" y="41925"/>
                </a:lnTo>
                <a:lnTo>
                  <a:pt x="567975" y="42150"/>
                </a:lnTo>
                <a:lnTo>
                  <a:pt x="567975" y="42375"/>
                </a:lnTo>
                <a:lnTo>
                  <a:pt x="567825" y="42750"/>
                </a:lnTo>
                <a:lnTo>
                  <a:pt x="567825" y="42975"/>
                </a:lnTo>
                <a:lnTo>
                  <a:pt x="567675" y="43425"/>
                </a:lnTo>
                <a:lnTo>
                  <a:pt x="567675" y="43650"/>
                </a:lnTo>
                <a:lnTo>
                  <a:pt x="567525" y="44025"/>
                </a:lnTo>
                <a:lnTo>
                  <a:pt x="567525" y="44250"/>
                </a:lnTo>
                <a:lnTo>
                  <a:pt x="567375" y="44625"/>
                </a:lnTo>
                <a:lnTo>
                  <a:pt x="567375" y="44850"/>
                </a:lnTo>
                <a:lnTo>
                  <a:pt x="567300" y="44850"/>
                </a:lnTo>
                <a:lnTo>
                  <a:pt x="567300" y="45075"/>
                </a:lnTo>
                <a:lnTo>
                  <a:pt x="567075" y="45675"/>
                </a:lnTo>
                <a:lnTo>
                  <a:pt x="567075" y="45900"/>
                </a:lnTo>
                <a:lnTo>
                  <a:pt x="566700" y="46875"/>
                </a:lnTo>
                <a:lnTo>
                  <a:pt x="566700" y="46950"/>
                </a:lnTo>
                <a:lnTo>
                  <a:pt x="566625" y="47100"/>
                </a:lnTo>
                <a:lnTo>
                  <a:pt x="566625" y="47325"/>
                </a:lnTo>
                <a:lnTo>
                  <a:pt x="566550" y="47325"/>
                </a:lnTo>
                <a:lnTo>
                  <a:pt x="566550" y="47550"/>
                </a:lnTo>
                <a:lnTo>
                  <a:pt x="566325" y="48075"/>
                </a:lnTo>
                <a:lnTo>
                  <a:pt x="566325" y="48150"/>
                </a:lnTo>
                <a:lnTo>
                  <a:pt x="565575" y="50025"/>
                </a:lnTo>
                <a:lnTo>
                  <a:pt x="565575" y="50100"/>
                </a:lnTo>
                <a:lnTo>
                  <a:pt x="565500" y="50250"/>
                </a:lnTo>
                <a:lnTo>
                  <a:pt x="565425" y="50250"/>
                </a:lnTo>
                <a:lnTo>
                  <a:pt x="564900" y="51600"/>
                </a:lnTo>
                <a:lnTo>
                  <a:pt x="564750" y="51750"/>
                </a:lnTo>
                <a:lnTo>
                  <a:pt x="564450" y="52500"/>
                </a:lnTo>
                <a:lnTo>
                  <a:pt x="558675" y="50175"/>
                </a:lnTo>
                <a:lnTo>
                  <a:pt x="560100" y="47025"/>
                </a:lnTo>
                <a:lnTo>
                  <a:pt x="560100" y="46875"/>
                </a:lnTo>
                <a:lnTo>
                  <a:pt x="560175" y="46650"/>
                </a:lnTo>
                <a:lnTo>
                  <a:pt x="560475" y="45975"/>
                </a:lnTo>
                <a:lnTo>
                  <a:pt x="560475" y="45825"/>
                </a:lnTo>
                <a:lnTo>
                  <a:pt x="560700" y="45300"/>
                </a:lnTo>
                <a:lnTo>
                  <a:pt x="560775" y="45075"/>
                </a:lnTo>
                <a:lnTo>
                  <a:pt x="560775" y="44925"/>
                </a:lnTo>
                <a:lnTo>
                  <a:pt x="561000" y="44400"/>
                </a:lnTo>
                <a:lnTo>
                  <a:pt x="561000" y="44250"/>
                </a:lnTo>
                <a:lnTo>
                  <a:pt x="561150" y="43875"/>
                </a:lnTo>
                <a:lnTo>
                  <a:pt x="561150" y="43650"/>
                </a:lnTo>
                <a:lnTo>
                  <a:pt x="561300" y="43350"/>
                </a:lnTo>
                <a:lnTo>
                  <a:pt x="561300" y="43125"/>
                </a:lnTo>
                <a:lnTo>
                  <a:pt x="561375" y="42975"/>
                </a:lnTo>
                <a:lnTo>
                  <a:pt x="561375" y="42750"/>
                </a:lnTo>
                <a:lnTo>
                  <a:pt x="561450" y="42600"/>
                </a:lnTo>
                <a:lnTo>
                  <a:pt x="561525" y="42375"/>
                </a:lnTo>
                <a:lnTo>
                  <a:pt x="561525" y="42225"/>
                </a:lnTo>
                <a:lnTo>
                  <a:pt x="561600" y="42075"/>
                </a:lnTo>
                <a:lnTo>
                  <a:pt x="561600" y="41850"/>
                </a:lnTo>
                <a:lnTo>
                  <a:pt x="561675" y="41700"/>
                </a:lnTo>
                <a:lnTo>
                  <a:pt x="561675" y="41475"/>
                </a:lnTo>
                <a:lnTo>
                  <a:pt x="561750" y="41325"/>
                </a:lnTo>
                <a:lnTo>
                  <a:pt x="561750" y="41100"/>
                </a:lnTo>
                <a:lnTo>
                  <a:pt x="561825" y="40950"/>
                </a:lnTo>
                <a:lnTo>
                  <a:pt x="561825" y="40725"/>
                </a:lnTo>
                <a:lnTo>
                  <a:pt x="561900" y="40575"/>
                </a:lnTo>
                <a:lnTo>
                  <a:pt x="561900" y="40350"/>
                </a:lnTo>
                <a:lnTo>
                  <a:pt x="561975" y="40200"/>
                </a:lnTo>
                <a:lnTo>
                  <a:pt x="561975" y="39975"/>
                </a:lnTo>
                <a:lnTo>
                  <a:pt x="562050" y="39825"/>
                </a:lnTo>
                <a:lnTo>
                  <a:pt x="562050" y="39375"/>
                </a:lnTo>
                <a:lnTo>
                  <a:pt x="562125" y="39225"/>
                </a:lnTo>
                <a:lnTo>
                  <a:pt x="562125" y="39000"/>
                </a:lnTo>
                <a:lnTo>
                  <a:pt x="562200" y="38850"/>
                </a:lnTo>
                <a:lnTo>
                  <a:pt x="562200" y="38475"/>
                </a:lnTo>
                <a:lnTo>
                  <a:pt x="562275" y="38250"/>
                </a:lnTo>
                <a:lnTo>
                  <a:pt x="562275" y="37650"/>
                </a:lnTo>
                <a:lnTo>
                  <a:pt x="562350" y="37500"/>
                </a:lnTo>
                <a:lnTo>
                  <a:pt x="562350" y="36675"/>
                </a:lnTo>
                <a:lnTo>
                  <a:pt x="562425" y="36525"/>
                </a:lnTo>
                <a:lnTo>
                  <a:pt x="562425" y="35325"/>
                </a:lnTo>
                <a:lnTo>
                  <a:pt x="562500" y="35100"/>
                </a:lnTo>
                <a:lnTo>
                  <a:pt x="562500" y="33075"/>
                </a:lnTo>
                <a:lnTo>
                  <a:pt x="562425" y="32850"/>
                </a:lnTo>
                <a:lnTo>
                  <a:pt x="562425" y="31650"/>
                </a:lnTo>
                <a:lnTo>
                  <a:pt x="562350" y="31425"/>
                </a:lnTo>
                <a:lnTo>
                  <a:pt x="562350" y="30825"/>
                </a:lnTo>
                <a:lnTo>
                  <a:pt x="562275" y="30600"/>
                </a:lnTo>
                <a:lnTo>
                  <a:pt x="562275" y="29925"/>
                </a:lnTo>
                <a:lnTo>
                  <a:pt x="562200" y="29775"/>
                </a:lnTo>
                <a:lnTo>
                  <a:pt x="562200" y="29325"/>
                </a:lnTo>
                <a:lnTo>
                  <a:pt x="562125" y="29100"/>
                </a:lnTo>
                <a:lnTo>
                  <a:pt x="562125" y="28875"/>
                </a:lnTo>
                <a:lnTo>
                  <a:pt x="562050" y="28725"/>
                </a:lnTo>
                <a:lnTo>
                  <a:pt x="562050" y="28500"/>
                </a:lnTo>
                <a:lnTo>
                  <a:pt x="561975" y="28275"/>
                </a:lnTo>
                <a:lnTo>
                  <a:pt x="561975" y="27825"/>
                </a:lnTo>
                <a:lnTo>
                  <a:pt x="561900" y="27600"/>
                </a:lnTo>
                <a:lnTo>
                  <a:pt x="561900" y="27375"/>
                </a:lnTo>
                <a:lnTo>
                  <a:pt x="561750" y="27000"/>
                </a:lnTo>
                <a:lnTo>
                  <a:pt x="561750" y="26775"/>
                </a:lnTo>
                <a:lnTo>
                  <a:pt x="561675" y="26550"/>
                </a:lnTo>
                <a:lnTo>
                  <a:pt x="561675" y="26325"/>
                </a:lnTo>
                <a:lnTo>
                  <a:pt x="561525" y="25875"/>
                </a:lnTo>
                <a:lnTo>
                  <a:pt x="561525" y="25650"/>
                </a:lnTo>
                <a:lnTo>
                  <a:pt x="561375" y="25275"/>
                </a:lnTo>
                <a:lnTo>
                  <a:pt x="561375" y="25050"/>
                </a:lnTo>
                <a:lnTo>
                  <a:pt x="561150" y="24375"/>
                </a:lnTo>
                <a:lnTo>
                  <a:pt x="561150" y="24150"/>
                </a:lnTo>
                <a:lnTo>
                  <a:pt x="560700" y="22800"/>
                </a:lnTo>
                <a:lnTo>
                  <a:pt x="560700" y="22575"/>
                </a:lnTo>
                <a:lnTo>
                  <a:pt x="560250" y="21225"/>
                </a:lnTo>
                <a:lnTo>
                  <a:pt x="560100" y="21000"/>
                </a:lnTo>
                <a:lnTo>
                  <a:pt x="559650" y="19650"/>
                </a:lnTo>
                <a:lnTo>
                  <a:pt x="559500" y="19425"/>
                </a:lnTo>
                <a:lnTo>
                  <a:pt x="559350" y="18975"/>
                </a:lnTo>
                <a:lnTo>
                  <a:pt x="559200" y="18675"/>
                </a:lnTo>
                <a:lnTo>
                  <a:pt x="559200" y="18300"/>
                </a:lnTo>
                <a:lnTo>
                  <a:pt x="559125" y="17925"/>
                </a:lnTo>
                <a:lnTo>
                  <a:pt x="559275" y="17175"/>
                </a:lnTo>
                <a:lnTo>
                  <a:pt x="559575" y="16500"/>
                </a:lnTo>
                <a:lnTo>
                  <a:pt x="559800" y="16200"/>
                </a:lnTo>
                <a:lnTo>
                  <a:pt x="560400" y="15750"/>
                </a:lnTo>
                <a:lnTo>
                  <a:pt x="560775" y="15525"/>
                </a:lnTo>
                <a:lnTo>
                  <a:pt x="561450" y="15225"/>
                </a:lnTo>
                <a:lnTo>
                  <a:pt x="561900" y="15150"/>
                </a:lnTo>
                <a:lnTo>
                  <a:pt x="562500" y="15150"/>
                </a:lnTo>
                <a:lnTo>
                  <a:pt x="562575" y="15075"/>
                </a:lnTo>
                <a:lnTo>
                  <a:pt x="563250" y="15075"/>
                </a:lnTo>
                <a:lnTo>
                  <a:pt x="563325" y="15150"/>
                </a:lnTo>
                <a:lnTo>
                  <a:pt x="564000" y="15150"/>
                </a:lnTo>
                <a:lnTo>
                  <a:pt x="564150" y="15225"/>
                </a:lnTo>
                <a:lnTo>
                  <a:pt x="564450" y="15225"/>
                </a:lnTo>
                <a:lnTo>
                  <a:pt x="564600" y="15300"/>
                </a:lnTo>
                <a:lnTo>
                  <a:pt x="564900" y="15300"/>
                </a:lnTo>
                <a:lnTo>
                  <a:pt x="565050" y="15375"/>
                </a:lnTo>
                <a:lnTo>
                  <a:pt x="565125" y="15375"/>
                </a:lnTo>
                <a:lnTo>
                  <a:pt x="565200" y="15450"/>
                </a:lnTo>
                <a:lnTo>
                  <a:pt x="565425" y="15450"/>
                </a:lnTo>
                <a:lnTo>
                  <a:pt x="565500" y="15525"/>
                </a:lnTo>
                <a:lnTo>
                  <a:pt x="565725" y="15525"/>
                </a:lnTo>
                <a:lnTo>
                  <a:pt x="565875" y="15600"/>
                </a:lnTo>
                <a:lnTo>
                  <a:pt x="565950" y="15600"/>
                </a:lnTo>
                <a:lnTo>
                  <a:pt x="566025" y="15675"/>
                </a:lnTo>
                <a:lnTo>
                  <a:pt x="566325" y="15750"/>
                </a:lnTo>
                <a:lnTo>
                  <a:pt x="566625" y="15900"/>
                </a:lnTo>
                <a:lnTo>
                  <a:pt x="566700" y="15900"/>
                </a:lnTo>
                <a:lnTo>
                  <a:pt x="567000" y="16050"/>
                </a:lnTo>
                <a:lnTo>
                  <a:pt x="567075" y="16050"/>
                </a:lnTo>
                <a:lnTo>
                  <a:pt x="567225" y="16125"/>
                </a:lnTo>
                <a:lnTo>
                  <a:pt x="567225" y="16200"/>
                </a:lnTo>
                <a:lnTo>
                  <a:pt x="567750" y="16425"/>
                </a:lnTo>
                <a:lnTo>
                  <a:pt x="567825" y="16425"/>
                </a:lnTo>
                <a:lnTo>
                  <a:pt x="567900" y="16500"/>
                </a:lnTo>
                <a:lnTo>
                  <a:pt x="567975" y="16500"/>
                </a:lnTo>
                <a:lnTo>
                  <a:pt x="568125" y="16575"/>
                </a:lnTo>
                <a:lnTo>
                  <a:pt x="568125" y="16650"/>
                </a:lnTo>
                <a:lnTo>
                  <a:pt x="568650" y="16875"/>
                </a:lnTo>
                <a:lnTo>
                  <a:pt x="568650" y="16950"/>
                </a:lnTo>
                <a:lnTo>
                  <a:pt x="568950" y="17100"/>
                </a:lnTo>
                <a:lnTo>
                  <a:pt x="569025" y="17100"/>
                </a:lnTo>
                <a:lnTo>
                  <a:pt x="569175" y="17250"/>
                </a:lnTo>
                <a:lnTo>
                  <a:pt x="569475" y="17400"/>
                </a:lnTo>
                <a:lnTo>
                  <a:pt x="569475" y="17475"/>
                </a:lnTo>
                <a:lnTo>
                  <a:pt x="569850" y="17625"/>
                </a:lnTo>
                <a:lnTo>
                  <a:pt x="570300" y="18000"/>
                </a:lnTo>
                <a:lnTo>
                  <a:pt x="570450" y="18075"/>
                </a:lnTo>
                <a:lnTo>
                  <a:pt x="570525" y="18075"/>
                </a:lnTo>
                <a:lnTo>
                  <a:pt x="570675" y="18225"/>
                </a:lnTo>
                <a:lnTo>
                  <a:pt x="570825" y="18300"/>
                </a:lnTo>
                <a:lnTo>
                  <a:pt x="571275" y="18675"/>
                </a:lnTo>
                <a:lnTo>
                  <a:pt x="571350" y="18675"/>
                </a:lnTo>
                <a:lnTo>
                  <a:pt x="571500" y="18750"/>
                </a:lnTo>
                <a:lnTo>
                  <a:pt x="571650" y="18900"/>
                </a:lnTo>
                <a:lnTo>
                  <a:pt x="572325" y="19350"/>
                </a:lnTo>
                <a:lnTo>
                  <a:pt x="572775" y="19725"/>
                </a:lnTo>
                <a:lnTo>
                  <a:pt x="573000" y="19800"/>
                </a:lnTo>
                <a:lnTo>
                  <a:pt x="573450" y="20175"/>
                </a:lnTo>
                <a:lnTo>
                  <a:pt x="573975" y="20475"/>
                </a:lnTo>
                <a:lnTo>
                  <a:pt x="574125" y="20625"/>
                </a:lnTo>
                <a:lnTo>
                  <a:pt x="574650" y="20925"/>
                </a:lnTo>
                <a:lnTo>
                  <a:pt x="574800" y="21075"/>
                </a:lnTo>
                <a:lnTo>
                  <a:pt x="575025" y="21150"/>
                </a:lnTo>
                <a:lnTo>
                  <a:pt x="575175" y="21300"/>
                </a:lnTo>
                <a:lnTo>
                  <a:pt x="575700" y="21600"/>
                </a:lnTo>
                <a:lnTo>
                  <a:pt x="575850" y="21750"/>
                </a:lnTo>
                <a:lnTo>
                  <a:pt x="576225" y="21900"/>
                </a:lnTo>
                <a:lnTo>
                  <a:pt x="576375" y="22050"/>
                </a:lnTo>
                <a:lnTo>
                  <a:pt x="576600" y="22125"/>
                </a:lnTo>
                <a:lnTo>
                  <a:pt x="576750" y="22275"/>
                </a:lnTo>
                <a:lnTo>
                  <a:pt x="577125" y="22425"/>
                </a:lnTo>
                <a:lnTo>
                  <a:pt x="577500" y="22650"/>
                </a:lnTo>
                <a:lnTo>
                  <a:pt x="578025" y="22875"/>
                </a:lnTo>
                <a:lnTo>
                  <a:pt x="578175" y="23025"/>
                </a:lnTo>
                <a:lnTo>
                  <a:pt x="579750" y="23625"/>
                </a:lnTo>
                <a:lnTo>
                  <a:pt x="579750" y="0"/>
                </a:lnTo>
                <a:lnTo>
                  <a:pt x="586050" y="0"/>
                </a:lnTo>
                <a:lnTo>
                  <a:pt x="586050" y="52500"/>
                </a:lnTo>
                <a:lnTo>
                  <a:pt x="579750" y="52500"/>
                </a:lnTo>
                <a:lnTo>
                  <a:pt x="579750" y="29700"/>
                </a:lnTo>
                <a:lnTo>
                  <a:pt x="578625" y="29400"/>
                </a:lnTo>
                <a:lnTo>
                  <a:pt x="578625" y="29325"/>
                </a:lnTo>
                <a:lnTo>
                  <a:pt x="577800" y="29100"/>
                </a:lnTo>
                <a:lnTo>
                  <a:pt x="577275" y="28875"/>
                </a:lnTo>
                <a:lnTo>
                  <a:pt x="576750" y="28725"/>
                </a:lnTo>
                <a:lnTo>
                  <a:pt x="576525" y="28575"/>
                </a:lnTo>
                <a:lnTo>
                  <a:pt x="576225" y="28500"/>
                </a:lnTo>
                <a:lnTo>
                  <a:pt x="575550" y="28125"/>
                </a:lnTo>
                <a:lnTo>
                  <a:pt x="575250" y="28050"/>
                </a:lnTo>
                <a:lnTo>
                  <a:pt x="575025" y="27900"/>
                </a:lnTo>
                <a:lnTo>
                  <a:pt x="574800" y="27825"/>
                </a:lnTo>
                <a:lnTo>
                  <a:pt x="574575" y="27675"/>
                </a:lnTo>
                <a:lnTo>
                  <a:pt x="574350" y="27600"/>
                </a:lnTo>
                <a:lnTo>
                  <a:pt x="574125" y="27450"/>
                </a:lnTo>
                <a:lnTo>
                  <a:pt x="573900" y="27375"/>
                </a:lnTo>
                <a:lnTo>
                  <a:pt x="573900" y="27300"/>
                </a:lnTo>
                <a:lnTo>
                  <a:pt x="573675" y="27225"/>
                </a:lnTo>
                <a:lnTo>
                  <a:pt x="573450" y="27075"/>
                </a:lnTo>
                <a:lnTo>
                  <a:pt x="573225" y="27000"/>
                </a:lnTo>
                <a:lnTo>
                  <a:pt x="573225" y="26925"/>
                </a:lnTo>
                <a:lnTo>
                  <a:pt x="573000" y="26850"/>
                </a:lnTo>
                <a:lnTo>
                  <a:pt x="572625" y="26625"/>
                </a:lnTo>
                <a:lnTo>
                  <a:pt x="572550" y="26625"/>
                </a:lnTo>
                <a:lnTo>
                  <a:pt x="572400" y="26475"/>
                </a:lnTo>
                <a:lnTo>
                  <a:pt x="572325" y="26475"/>
                </a:lnTo>
                <a:lnTo>
                  <a:pt x="572175" y="26325"/>
                </a:lnTo>
                <a:lnTo>
                  <a:pt x="571950" y="26250"/>
                </a:lnTo>
                <a:lnTo>
                  <a:pt x="571950" y="26175"/>
                </a:lnTo>
                <a:lnTo>
                  <a:pt x="571725" y="26100"/>
                </a:lnTo>
                <a:lnTo>
                  <a:pt x="571575" y="25950"/>
                </a:lnTo>
                <a:lnTo>
                  <a:pt x="571350" y="25800"/>
                </a:lnTo>
                <a:lnTo>
                  <a:pt x="571125" y="25725"/>
                </a:lnTo>
                <a:lnTo>
                  <a:pt x="570975" y="25575"/>
                </a:lnTo>
                <a:lnTo>
                  <a:pt x="570375" y="25200"/>
                </a:lnTo>
                <a:lnTo>
                  <a:pt x="570225" y="25050"/>
                </a:lnTo>
                <a:lnTo>
                  <a:pt x="570000" y="24975"/>
                </a:lnTo>
                <a:lnTo>
                  <a:pt x="569850" y="24825"/>
                </a:lnTo>
                <a:lnTo>
                  <a:pt x="569475" y="24600"/>
                </a:lnTo>
                <a:lnTo>
                  <a:pt x="569325" y="24450"/>
                </a:lnTo>
                <a:lnTo>
                  <a:pt x="568950" y="24225"/>
                </a:lnTo>
                <a:lnTo>
                  <a:pt x="568800" y="24075"/>
                </a:lnTo>
                <a:lnTo>
                  <a:pt x="568575" y="24000"/>
                </a:lnTo>
                <a:lnTo>
                  <a:pt x="568275" y="23700"/>
                </a:lnTo>
                <a:lnTo>
                  <a:pt x="568125" y="23625"/>
                </a:lnTo>
                <a:lnTo>
                  <a:pt x="567975" y="23475"/>
                </a:lnTo>
                <a:lnTo>
                  <a:pt x="567750" y="23400"/>
                </a:lnTo>
                <a:lnTo>
                  <a:pt x="567600" y="23250"/>
                </a:lnTo>
                <a:lnTo>
                  <a:pt x="567300" y="23100"/>
                </a:lnTo>
                <a:close/>
                <a:moveTo>
                  <a:pt x="634800" y="14475"/>
                </a:moveTo>
                <a:lnTo>
                  <a:pt x="634950" y="14400"/>
                </a:lnTo>
                <a:lnTo>
                  <a:pt x="635700" y="14400"/>
                </a:lnTo>
                <a:lnTo>
                  <a:pt x="635850" y="14325"/>
                </a:lnTo>
                <a:lnTo>
                  <a:pt x="636750" y="14325"/>
                </a:lnTo>
                <a:lnTo>
                  <a:pt x="636975" y="14250"/>
                </a:lnTo>
                <a:lnTo>
                  <a:pt x="639900" y="14250"/>
                </a:lnTo>
                <a:lnTo>
                  <a:pt x="640125" y="14325"/>
                </a:lnTo>
                <a:lnTo>
                  <a:pt x="640950" y="14325"/>
                </a:lnTo>
                <a:lnTo>
                  <a:pt x="641100" y="14400"/>
                </a:lnTo>
                <a:lnTo>
                  <a:pt x="641700" y="14400"/>
                </a:lnTo>
                <a:lnTo>
                  <a:pt x="641925" y="14475"/>
                </a:lnTo>
                <a:lnTo>
                  <a:pt x="642300" y="14475"/>
                </a:lnTo>
                <a:lnTo>
                  <a:pt x="642450" y="14550"/>
                </a:lnTo>
                <a:lnTo>
                  <a:pt x="642900" y="14550"/>
                </a:lnTo>
                <a:lnTo>
                  <a:pt x="643050" y="14625"/>
                </a:lnTo>
                <a:lnTo>
                  <a:pt x="643275" y="14625"/>
                </a:lnTo>
                <a:lnTo>
                  <a:pt x="643425" y="14700"/>
                </a:lnTo>
                <a:lnTo>
                  <a:pt x="643650" y="14700"/>
                </a:lnTo>
                <a:lnTo>
                  <a:pt x="643800" y="14775"/>
                </a:lnTo>
                <a:lnTo>
                  <a:pt x="644175" y="14775"/>
                </a:lnTo>
                <a:lnTo>
                  <a:pt x="644175" y="14850"/>
                </a:lnTo>
                <a:lnTo>
                  <a:pt x="644400" y="14850"/>
                </a:lnTo>
                <a:lnTo>
                  <a:pt x="644550" y="14925"/>
                </a:lnTo>
                <a:lnTo>
                  <a:pt x="645075" y="15000"/>
                </a:lnTo>
                <a:lnTo>
                  <a:pt x="645225" y="15075"/>
                </a:lnTo>
                <a:lnTo>
                  <a:pt x="645450" y="15075"/>
                </a:lnTo>
                <a:lnTo>
                  <a:pt x="645450" y="15150"/>
                </a:lnTo>
                <a:lnTo>
                  <a:pt x="645600" y="15150"/>
                </a:lnTo>
                <a:lnTo>
                  <a:pt x="645750" y="15225"/>
                </a:lnTo>
                <a:lnTo>
                  <a:pt x="645975" y="15225"/>
                </a:lnTo>
                <a:lnTo>
                  <a:pt x="645975" y="15300"/>
                </a:lnTo>
                <a:lnTo>
                  <a:pt x="646125" y="15300"/>
                </a:lnTo>
                <a:lnTo>
                  <a:pt x="646500" y="15450"/>
                </a:lnTo>
                <a:lnTo>
                  <a:pt x="646650" y="15450"/>
                </a:lnTo>
                <a:lnTo>
                  <a:pt x="647175" y="15675"/>
                </a:lnTo>
                <a:lnTo>
                  <a:pt x="647325" y="15675"/>
                </a:lnTo>
                <a:lnTo>
                  <a:pt x="647325" y="15750"/>
                </a:lnTo>
                <a:lnTo>
                  <a:pt x="647475" y="15750"/>
                </a:lnTo>
                <a:lnTo>
                  <a:pt x="648300" y="16125"/>
                </a:lnTo>
                <a:lnTo>
                  <a:pt x="648450" y="16125"/>
                </a:lnTo>
                <a:lnTo>
                  <a:pt x="648450" y="16200"/>
                </a:lnTo>
                <a:lnTo>
                  <a:pt x="648600" y="16200"/>
                </a:lnTo>
                <a:lnTo>
                  <a:pt x="649500" y="16650"/>
                </a:lnTo>
                <a:lnTo>
                  <a:pt x="649575" y="16650"/>
                </a:lnTo>
                <a:lnTo>
                  <a:pt x="649650" y="16725"/>
                </a:lnTo>
                <a:lnTo>
                  <a:pt x="650100" y="16950"/>
                </a:lnTo>
                <a:lnTo>
                  <a:pt x="650100" y="17025"/>
                </a:lnTo>
                <a:lnTo>
                  <a:pt x="650250" y="17025"/>
                </a:lnTo>
                <a:lnTo>
                  <a:pt x="650250" y="17100"/>
                </a:lnTo>
                <a:lnTo>
                  <a:pt x="650850" y="17400"/>
                </a:lnTo>
                <a:lnTo>
                  <a:pt x="650925" y="17475"/>
                </a:lnTo>
                <a:lnTo>
                  <a:pt x="651000" y="17475"/>
                </a:lnTo>
                <a:lnTo>
                  <a:pt x="651075" y="17550"/>
                </a:lnTo>
                <a:lnTo>
                  <a:pt x="651150" y="17550"/>
                </a:lnTo>
                <a:lnTo>
                  <a:pt x="651225" y="17625"/>
                </a:lnTo>
                <a:lnTo>
                  <a:pt x="651225" y="17700"/>
                </a:lnTo>
                <a:lnTo>
                  <a:pt x="651675" y="17925"/>
                </a:lnTo>
                <a:lnTo>
                  <a:pt x="651750" y="18000"/>
                </a:lnTo>
                <a:lnTo>
                  <a:pt x="651825" y="18000"/>
                </a:lnTo>
                <a:lnTo>
                  <a:pt x="651900" y="18075"/>
                </a:lnTo>
                <a:lnTo>
                  <a:pt x="651900" y="18150"/>
                </a:lnTo>
                <a:lnTo>
                  <a:pt x="652200" y="18300"/>
                </a:lnTo>
                <a:lnTo>
                  <a:pt x="652425" y="18525"/>
                </a:lnTo>
                <a:lnTo>
                  <a:pt x="652650" y="18675"/>
                </a:lnTo>
                <a:lnTo>
                  <a:pt x="652725" y="18675"/>
                </a:lnTo>
                <a:lnTo>
                  <a:pt x="652800" y="18825"/>
                </a:lnTo>
                <a:lnTo>
                  <a:pt x="652950" y="18900"/>
                </a:lnTo>
                <a:lnTo>
                  <a:pt x="653250" y="19200"/>
                </a:lnTo>
                <a:lnTo>
                  <a:pt x="653325" y="19200"/>
                </a:lnTo>
                <a:lnTo>
                  <a:pt x="653400" y="19275"/>
                </a:lnTo>
                <a:lnTo>
                  <a:pt x="653400" y="19350"/>
                </a:lnTo>
                <a:lnTo>
                  <a:pt x="653475" y="19425"/>
                </a:lnTo>
                <a:lnTo>
                  <a:pt x="653550" y="19425"/>
                </a:lnTo>
                <a:lnTo>
                  <a:pt x="653700" y="19650"/>
                </a:lnTo>
                <a:lnTo>
                  <a:pt x="653775" y="19650"/>
                </a:lnTo>
                <a:lnTo>
                  <a:pt x="654375" y="20250"/>
                </a:lnTo>
                <a:lnTo>
                  <a:pt x="654375" y="20325"/>
                </a:lnTo>
                <a:lnTo>
                  <a:pt x="654525" y="20400"/>
                </a:lnTo>
                <a:lnTo>
                  <a:pt x="654600" y="20475"/>
                </a:lnTo>
                <a:lnTo>
                  <a:pt x="654600" y="20550"/>
                </a:lnTo>
                <a:lnTo>
                  <a:pt x="654825" y="20700"/>
                </a:lnTo>
                <a:lnTo>
                  <a:pt x="654825" y="20775"/>
                </a:lnTo>
                <a:lnTo>
                  <a:pt x="655200" y="21150"/>
                </a:lnTo>
                <a:lnTo>
                  <a:pt x="655200" y="21225"/>
                </a:lnTo>
                <a:lnTo>
                  <a:pt x="655350" y="21450"/>
                </a:lnTo>
                <a:lnTo>
                  <a:pt x="655425" y="21450"/>
                </a:lnTo>
                <a:lnTo>
                  <a:pt x="655500" y="21525"/>
                </a:lnTo>
                <a:lnTo>
                  <a:pt x="655800" y="22050"/>
                </a:lnTo>
                <a:lnTo>
                  <a:pt x="655875" y="22050"/>
                </a:lnTo>
                <a:lnTo>
                  <a:pt x="655950" y="22125"/>
                </a:lnTo>
                <a:lnTo>
                  <a:pt x="655950" y="22200"/>
                </a:lnTo>
                <a:lnTo>
                  <a:pt x="656175" y="22500"/>
                </a:lnTo>
                <a:lnTo>
                  <a:pt x="656325" y="22800"/>
                </a:lnTo>
                <a:lnTo>
                  <a:pt x="656625" y="23250"/>
                </a:lnTo>
                <a:lnTo>
                  <a:pt x="656625" y="23325"/>
                </a:lnTo>
                <a:lnTo>
                  <a:pt x="656850" y="23625"/>
                </a:lnTo>
                <a:lnTo>
                  <a:pt x="656850" y="23700"/>
                </a:lnTo>
                <a:lnTo>
                  <a:pt x="657150" y="24150"/>
                </a:lnTo>
                <a:lnTo>
                  <a:pt x="657150" y="24300"/>
                </a:lnTo>
                <a:lnTo>
                  <a:pt x="657225" y="24300"/>
                </a:lnTo>
                <a:lnTo>
                  <a:pt x="657225" y="24450"/>
                </a:lnTo>
                <a:lnTo>
                  <a:pt x="657375" y="24675"/>
                </a:lnTo>
                <a:lnTo>
                  <a:pt x="657375" y="24750"/>
                </a:lnTo>
                <a:lnTo>
                  <a:pt x="657450" y="24825"/>
                </a:lnTo>
                <a:lnTo>
                  <a:pt x="657450" y="24975"/>
                </a:lnTo>
                <a:lnTo>
                  <a:pt x="657525" y="24975"/>
                </a:lnTo>
                <a:lnTo>
                  <a:pt x="657525" y="25125"/>
                </a:lnTo>
                <a:lnTo>
                  <a:pt x="657675" y="25350"/>
                </a:lnTo>
                <a:lnTo>
                  <a:pt x="657675" y="25500"/>
                </a:lnTo>
                <a:lnTo>
                  <a:pt x="657750" y="25500"/>
                </a:lnTo>
                <a:lnTo>
                  <a:pt x="657750" y="25650"/>
                </a:lnTo>
                <a:lnTo>
                  <a:pt x="657825" y="25800"/>
                </a:lnTo>
                <a:lnTo>
                  <a:pt x="657825" y="25875"/>
                </a:lnTo>
                <a:lnTo>
                  <a:pt x="657900" y="25950"/>
                </a:lnTo>
                <a:lnTo>
                  <a:pt x="657900" y="26100"/>
                </a:lnTo>
                <a:lnTo>
                  <a:pt x="657975" y="26175"/>
                </a:lnTo>
                <a:lnTo>
                  <a:pt x="657975" y="26325"/>
                </a:lnTo>
                <a:lnTo>
                  <a:pt x="658050" y="26475"/>
                </a:lnTo>
                <a:lnTo>
                  <a:pt x="658050" y="26625"/>
                </a:lnTo>
                <a:lnTo>
                  <a:pt x="658125" y="26625"/>
                </a:lnTo>
                <a:lnTo>
                  <a:pt x="658125" y="26775"/>
                </a:lnTo>
                <a:lnTo>
                  <a:pt x="658200" y="26850"/>
                </a:lnTo>
                <a:lnTo>
                  <a:pt x="658200" y="27000"/>
                </a:lnTo>
                <a:lnTo>
                  <a:pt x="658275" y="27150"/>
                </a:lnTo>
                <a:lnTo>
                  <a:pt x="658275" y="27300"/>
                </a:lnTo>
                <a:lnTo>
                  <a:pt x="658350" y="27450"/>
                </a:lnTo>
                <a:lnTo>
                  <a:pt x="658350" y="27675"/>
                </a:lnTo>
                <a:lnTo>
                  <a:pt x="658425" y="27750"/>
                </a:lnTo>
                <a:lnTo>
                  <a:pt x="658425" y="27975"/>
                </a:lnTo>
                <a:lnTo>
                  <a:pt x="658500" y="28125"/>
                </a:lnTo>
                <a:lnTo>
                  <a:pt x="658500" y="28425"/>
                </a:lnTo>
                <a:lnTo>
                  <a:pt x="658575" y="28575"/>
                </a:lnTo>
                <a:lnTo>
                  <a:pt x="658575" y="28875"/>
                </a:lnTo>
                <a:lnTo>
                  <a:pt x="658650" y="28950"/>
                </a:lnTo>
                <a:lnTo>
                  <a:pt x="658650" y="29400"/>
                </a:lnTo>
                <a:lnTo>
                  <a:pt x="658725" y="29400"/>
                </a:lnTo>
                <a:lnTo>
                  <a:pt x="658725" y="30150"/>
                </a:lnTo>
                <a:lnTo>
                  <a:pt x="658800" y="30300"/>
                </a:lnTo>
                <a:lnTo>
                  <a:pt x="658800" y="32625"/>
                </a:lnTo>
                <a:lnTo>
                  <a:pt x="658725" y="32700"/>
                </a:lnTo>
                <a:lnTo>
                  <a:pt x="658725" y="33450"/>
                </a:lnTo>
                <a:lnTo>
                  <a:pt x="658650" y="33450"/>
                </a:lnTo>
                <a:lnTo>
                  <a:pt x="658650" y="33900"/>
                </a:lnTo>
                <a:lnTo>
                  <a:pt x="658575" y="34050"/>
                </a:lnTo>
                <a:lnTo>
                  <a:pt x="658575" y="34425"/>
                </a:lnTo>
                <a:lnTo>
                  <a:pt x="658500" y="34500"/>
                </a:lnTo>
                <a:lnTo>
                  <a:pt x="658500" y="34725"/>
                </a:lnTo>
                <a:lnTo>
                  <a:pt x="658425" y="34875"/>
                </a:lnTo>
                <a:lnTo>
                  <a:pt x="658425" y="35175"/>
                </a:lnTo>
                <a:lnTo>
                  <a:pt x="658350" y="35325"/>
                </a:lnTo>
                <a:lnTo>
                  <a:pt x="658350" y="35475"/>
                </a:lnTo>
                <a:lnTo>
                  <a:pt x="658275" y="35625"/>
                </a:lnTo>
                <a:lnTo>
                  <a:pt x="658275" y="35775"/>
                </a:lnTo>
                <a:lnTo>
                  <a:pt x="658200" y="35850"/>
                </a:lnTo>
                <a:lnTo>
                  <a:pt x="658200" y="36075"/>
                </a:lnTo>
                <a:lnTo>
                  <a:pt x="658125" y="36150"/>
                </a:lnTo>
                <a:lnTo>
                  <a:pt x="658125" y="36300"/>
                </a:lnTo>
                <a:lnTo>
                  <a:pt x="658050" y="36450"/>
                </a:lnTo>
                <a:lnTo>
                  <a:pt x="658050" y="36600"/>
                </a:lnTo>
                <a:lnTo>
                  <a:pt x="657975" y="36600"/>
                </a:lnTo>
                <a:lnTo>
                  <a:pt x="657975" y="36750"/>
                </a:lnTo>
                <a:lnTo>
                  <a:pt x="657900" y="36900"/>
                </a:lnTo>
                <a:lnTo>
                  <a:pt x="657900" y="37050"/>
                </a:lnTo>
                <a:lnTo>
                  <a:pt x="657750" y="37275"/>
                </a:lnTo>
                <a:lnTo>
                  <a:pt x="657750" y="37500"/>
                </a:lnTo>
                <a:lnTo>
                  <a:pt x="657600" y="37725"/>
                </a:lnTo>
                <a:lnTo>
                  <a:pt x="657600" y="37875"/>
                </a:lnTo>
                <a:lnTo>
                  <a:pt x="657525" y="37875"/>
                </a:lnTo>
                <a:lnTo>
                  <a:pt x="657525" y="38025"/>
                </a:lnTo>
                <a:lnTo>
                  <a:pt x="657375" y="38250"/>
                </a:lnTo>
                <a:lnTo>
                  <a:pt x="657375" y="38325"/>
                </a:lnTo>
                <a:lnTo>
                  <a:pt x="657300" y="38400"/>
                </a:lnTo>
                <a:lnTo>
                  <a:pt x="657300" y="38550"/>
                </a:lnTo>
                <a:lnTo>
                  <a:pt x="657000" y="39150"/>
                </a:lnTo>
                <a:lnTo>
                  <a:pt x="656925" y="39225"/>
                </a:lnTo>
                <a:lnTo>
                  <a:pt x="656925" y="39300"/>
                </a:lnTo>
                <a:lnTo>
                  <a:pt x="656775" y="39525"/>
                </a:lnTo>
                <a:lnTo>
                  <a:pt x="656775" y="39675"/>
                </a:lnTo>
                <a:lnTo>
                  <a:pt x="656700" y="39675"/>
                </a:lnTo>
                <a:lnTo>
                  <a:pt x="656700" y="39825"/>
                </a:lnTo>
                <a:lnTo>
                  <a:pt x="656625" y="39825"/>
                </a:lnTo>
                <a:lnTo>
                  <a:pt x="656625" y="39900"/>
                </a:lnTo>
                <a:lnTo>
                  <a:pt x="656550" y="39975"/>
                </a:lnTo>
                <a:lnTo>
                  <a:pt x="656550" y="40050"/>
                </a:lnTo>
                <a:lnTo>
                  <a:pt x="656475" y="40125"/>
                </a:lnTo>
                <a:lnTo>
                  <a:pt x="656475" y="40200"/>
                </a:lnTo>
                <a:lnTo>
                  <a:pt x="656400" y="40200"/>
                </a:lnTo>
                <a:lnTo>
                  <a:pt x="656400" y="40350"/>
                </a:lnTo>
                <a:lnTo>
                  <a:pt x="656325" y="40350"/>
                </a:lnTo>
                <a:lnTo>
                  <a:pt x="656325" y="40500"/>
                </a:lnTo>
                <a:lnTo>
                  <a:pt x="656250" y="40500"/>
                </a:lnTo>
                <a:lnTo>
                  <a:pt x="656175" y="40575"/>
                </a:lnTo>
                <a:lnTo>
                  <a:pt x="656175" y="40650"/>
                </a:lnTo>
                <a:lnTo>
                  <a:pt x="656100" y="40725"/>
                </a:lnTo>
                <a:lnTo>
                  <a:pt x="655875" y="41175"/>
                </a:lnTo>
                <a:lnTo>
                  <a:pt x="655800" y="41250"/>
                </a:lnTo>
                <a:lnTo>
                  <a:pt x="655800" y="41325"/>
                </a:lnTo>
                <a:lnTo>
                  <a:pt x="655650" y="41550"/>
                </a:lnTo>
                <a:lnTo>
                  <a:pt x="655575" y="41550"/>
                </a:lnTo>
                <a:lnTo>
                  <a:pt x="655275" y="42075"/>
                </a:lnTo>
                <a:lnTo>
                  <a:pt x="655125" y="42150"/>
                </a:lnTo>
                <a:lnTo>
                  <a:pt x="655125" y="42225"/>
                </a:lnTo>
                <a:lnTo>
                  <a:pt x="655050" y="42300"/>
                </a:lnTo>
                <a:lnTo>
                  <a:pt x="654900" y="42600"/>
                </a:lnTo>
                <a:lnTo>
                  <a:pt x="654825" y="42600"/>
                </a:lnTo>
                <a:lnTo>
                  <a:pt x="654750" y="42675"/>
                </a:lnTo>
                <a:lnTo>
                  <a:pt x="654600" y="42975"/>
                </a:lnTo>
                <a:lnTo>
                  <a:pt x="654525" y="42975"/>
                </a:lnTo>
                <a:lnTo>
                  <a:pt x="654450" y="43050"/>
                </a:lnTo>
                <a:lnTo>
                  <a:pt x="654375" y="43200"/>
                </a:lnTo>
                <a:lnTo>
                  <a:pt x="654150" y="43425"/>
                </a:lnTo>
                <a:lnTo>
                  <a:pt x="654075" y="43575"/>
                </a:lnTo>
                <a:lnTo>
                  <a:pt x="654000" y="43575"/>
                </a:lnTo>
                <a:lnTo>
                  <a:pt x="653925" y="43650"/>
                </a:lnTo>
                <a:lnTo>
                  <a:pt x="653925" y="43725"/>
                </a:lnTo>
                <a:lnTo>
                  <a:pt x="653850" y="43800"/>
                </a:lnTo>
                <a:lnTo>
                  <a:pt x="653775" y="43800"/>
                </a:lnTo>
                <a:lnTo>
                  <a:pt x="653700" y="43950"/>
                </a:lnTo>
                <a:lnTo>
                  <a:pt x="653250" y="44400"/>
                </a:lnTo>
                <a:lnTo>
                  <a:pt x="653175" y="44550"/>
                </a:lnTo>
                <a:lnTo>
                  <a:pt x="653100" y="44550"/>
                </a:lnTo>
                <a:lnTo>
                  <a:pt x="652650" y="45000"/>
                </a:lnTo>
                <a:lnTo>
                  <a:pt x="652500" y="45075"/>
                </a:lnTo>
                <a:lnTo>
                  <a:pt x="652500" y="45150"/>
                </a:lnTo>
                <a:lnTo>
                  <a:pt x="652275" y="45300"/>
                </a:lnTo>
                <a:lnTo>
                  <a:pt x="652275" y="45375"/>
                </a:lnTo>
                <a:lnTo>
                  <a:pt x="652125" y="45450"/>
                </a:lnTo>
                <a:lnTo>
                  <a:pt x="652050" y="45525"/>
                </a:lnTo>
                <a:lnTo>
                  <a:pt x="652050" y="45600"/>
                </a:lnTo>
                <a:lnTo>
                  <a:pt x="651750" y="45750"/>
                </a:lnTo>
                <a:lnTo>
                  <a:pt x="651750" y="45825"/>
                </a:lnTo>
                <a:lnTo>
                  <a:pt x="651675" y="45900"/>
                </a:lnTo>
                <a:lnTo>
                  <a:pt x="651600" y="45900"/>
                </a:lnTo>
                <a:lnTo>
                  <a:pt x="651375" y="46125"/>
                </a:lnTo>
                <a:lnTo>
                  <a:pt x="650925" y="46425"/>
                </a:lnTo>
                <a:lnTo>
                  <a:pt x="650700" y="46650"/>
                </a:lnTo>
                <a:lnTo>
                  <a:pt x="650550" y="46725"/>
                </a:lnTo>
                <a:lnTo>
                  <a:pt x="650400" y="46875"/>
                </a:lnTo>
                <a:lnTo>
                  <a:pt x="650100" y="47025"/>
                </a:lnTo>
                <a:lnTo>
                  <a:pt x="649950" y="47175"/>
                </a:lnTo>
                <a:lnTo>
                  <a:pt x="649650" y="47325"/>
                </a:lnTo>
                <a:lnTo>
                  <a:pt x="649500" y="47475"/>
                </a:lnTo>
                <a:lnTo>
                  <a:pt x="649050" y="47700"/>
                </a:lnTo>
                <a:lnTo>
                  <a:pt x="649050" y="47775"/>
                </a:lnTo>
                <a:lnTo>
                  <a:pt x="648450" y="48075"/>
                </a:lnTo>
                <a:lnTo>
                  <a:pt x="648450" y="48150"/>
                </a:lnTo>
                <a:lnTo>
                  <a:pt x="647625" y="48525"/>
                </a:lnTo>
                <a:lnTo>
                  <a:pt x="647625" y="48600"/>
                </a:lnTo>
                <a:lnTo>
                  <a:pt x="647325" y="48750"/>
                </a:lnTo>
                <a:lnTo>
                  <a:pt x="647250" y="48750"/>
                </a:lnTo>
                <a:lnTo>
                  <a:pt x="646650" y="49050"/>
                </a:lnTo>
                <a:lnTo>
                  <a:pt x="646575" y="49050"/>
                </a:lnTo>
                <a:lnTo>
                  <a:pt x="646125" y="49275"/>
                </a:lnTo>
                <a:lnTo>
                  <a:pt x="645900" y="49350"/>
                </a:lnTo>
                <a:lnTo>
                  <a:pt x="645900" y="49425"/>
                </a:lnTo>
                <a:lnTo>
                  <a:pt x="645750" y="49425"/>
                </a:lnTo>
                <a:lnTo>
                  <a:pt x="645750" y="49500"/>
                </a:lnTo>
                <a:lnTo>
                  <a:pt x="645600" y="49500"/>
                </a:lnTo>
                <a:lnTo>
                  <a:pt x="645600" y="49575"/>
                </a:lnTo>
                <a:lnTo>
                  <a:pt x="645375" y="49575"/>
                </a:lnTo>
                <a:lnTo>
                  <a:pt x="645375" y="49650"/>
                </a:lnTo>
                <a:lnTo>
                  <a:pt x="645225" y="49650"/>
                </a:lnTo>
                <a:lnTo>
                  <a:pt x="645225" y="49725"/>
                </a:lnTo>
                <a:lnTo>
                  <a:pt x="645075" y="49725"/>
                </a:lnTo>
                <a:lnTo>
                  <a:pt x="645000" y="49800"/>
                </a:lnTo>
                <a:lnTo>
                  <a:pt x="644850" y="49800"/>
                </a:lnTo>
                <a:lnTo>
                  <a:pt x="644700" y="49875"/>
                </a:lnTo>
                <a:lnTo>
                  <a:pt x="644625" y="49875"/>
                </a:lnTo>
                <a:lnTo>
                  <a:pt x="643575" y="50325"/>
                </a:lnTo>
                <a:lnTo>
                  <a:pt x="643350" y="50400"/>
                </a:lnTo>
                <a:lnTo>
                  <a:pt x="643125" y="50400"/>
                </a:lnTo>
                <a:lnTo>
                  <a:pt x="642825" y="50550"/>
                </a:lnTo>
                <a:lnTo>
                  <a:pt x="642750" y="50550"/>
                </a:lnTo>
                <a:lnTo>
                  <a:pt x="642375" y="50700"/>
                </a:lnTo>
                <a:lnTo>
                  <a:pt x="642150" y="50700"/>
                </a:lnTo>
                <a:lnTo>
                  <a:pt x="641625" y="50925"/>
                </a:lnTo>
                <a:lnTo>
                  <a:pt x="641700" y="50925"/>
                </a:lnTo>
                <a:lnTo>
                  <a:pt x="642150" y="51450"/>
                </a:lnTo>
                <a:lnTo>
                  <a:pt x="642375" y="51600"/>
                </a:lnTo>
                <a:lnTo>
                  <a:pt x="643275" y="52500"/>
                </a:lnTo>
                <a:lnTo>
                  <a:pt x="643500" y="52650"/>
                </a:lnTo>
                <a:lnTo>
                  <a:pt x="644250" y="53400"/>
                </a:lnTo>
                <a:lnTo>
                  <a:pt x="644475" y="53550"/>
                </a:lnTo>
                <a:lnTo>
                  <a:pt x="645075" y="54150"/>
                </a:lnTo>
                <a:lnTo>
                  <a:pt x="645225" y="54375"/>
                </a:lnTo>
                <a:lnTo>
                  <a:pt x="645375" y="54525"/>
                </a:lnTo>
                <a:lnTo>
                  <a:pt x="645600" y="54675"/>
                </a:lnTo>
                <a:lnTo>
                  <a:pt x="646350" y="55425"/>
                </a:lnTo>
                <a:lnTo>
                  <a:pt x="646575" y="55575"/>
                </a:lnTo>
                <a:lnTo>
                  <a:pt x="647325" y="56325"/>
                </a:lnTo>
                <a:lnTo>
                  <a:pt x="647550" y="56475"/>
                </a:lnTo>
                <a:lnTo>
                  <a:pt x="649425" y="58350"/>
                </a:lnTo>
                <a:lnTo>
                  <a:pt x="649650" y="58500"/>
                </a:lnTo>
                <a:lnTo>
                  <a:pt x="650400" y="59250"/>
                </a:lnTo>
                <a:lnTo>
                  <a:pt x="650625" y="59400"/>
                </a:lnTo>
                <a:lnTo>
                  <a:pt x="651525" y="60300"/>
                </a:lnTo>
                <a:lnTo>
                  <a:pt x="651750" y="60450"/>
                </a:lnTo>
                <a:lnTo>
                  <a:pt x="651900" y="60600"/>
                </a:lnTo>
                <a:lnTo>
                  <a:pt x="652050" y="60825"/>
                </a:lnTo>
                <a:lnTo>
                  <a:pt x="652500" y="61275"/>
                </a:lnTo>
                <a:lnTo>
                  <a:pt x="652725" y="61425"/>
                </a:lnTo>
                <a:lnTo>
                  <a:pt x="653625" y="62325"/>
                </a:lnTo>
                <a:lnTo>
                  <a:pt x="653850" y="62475"/>
                </a:lnTo>
                <a:lnTo>
                  <a:pt x="654450" y="63075"/>
                </a:lnTo>
                <a:lnTo>
                  <a:pt x="650400" y="66750"/>
                </a:lnTo>
                <a:lnTo>
                  <a:pt x="649275" y="65700"/>
                </a:lnTo>
                <a:lnTo>
                  <a:pt x="649050" y="65550"/>
                </a:lnTo>
                <a:lnTo>
                  <a:pt x="648750" y="65250"/>
                </a:lnTo>
                <a:lnTo>
                  <a:pt x="648600" y="65025"/>
                </a:lnTo>
                <a:lnTo>
                  <a:pt x="648150" y="64575"/>
                </a:lnTo>
                <a:lnTo>
                  <a:pt x="647925" y="64425"/>
                </a:lnTo>
                <a:lnTo>
                  <a:pt x="647175" y="63675"/>
                </a:lnTo>
                <a:lnTo>
                  <a:pt x="646950" y="63525"/>
                </a:lnTo>
                <a:lnTo>
                  <a:pt x="646200" y="62775"/>
                </a:lnTo>
                <a:lnTo>
                  <a:pt x="645975" y="62625"/>
                </a:lnTo>
                <a:lnTo>
                  <a:pt x="645525" y="62175"/>
                </a:lnTo>
                <a:lnTo>
                  <a:pt x="645375" y="61950"/>
                </a:lnTo>
                <a:lnTo>
                  <a:pt x="645075" y="61650"/>
                </a:lnTo>
                <a:lnTo>
                  <a:pt x="644850" y="61500"/>
                </a:lnTo>
                <a:lnTo>
                  <a:pt x="644100" y="60750"/>
                </a:lnTo>
                <a:lnTo>
                  <a:pt x="643875" y="60600"/>
                </a:lnTo>
                <a:lnTo>
                  <a:pt x="642975" y="59700"/>
                </a:lnTo>
                <a:lnTo>
                  <a:pt x="642750" y="59550"/>
                </a:lnTo>
                <a:lnTo>
                  <a:pt x="642150" y="58950"/>
                </a:lnTo>
                <a:lnTo>
                  <a:pt x="642000" y="58725"/>
                </a:lnTo>
                <a:lnTo>
                  <a:pt x="641775" y="58575"/>
                </a:lnTo>
                <a:lnTo>
                  <a:pt x="641025" y="57825"/>
                </a:lnTo>
                <a:lnTo>
                  <a:pt x="640800" y="57675"/>
                </a:lnTo>
                <a:lnTo>
                  <a:pt x="639900" y="56775"/>
                </a:lnTo>
                <a:lnTo>
                  <a:pt x="639675" y="56625"/>
                </a:lnTo>
                <a:lnTo>
                  <a:pt x="638925" y="55875"/>
                </a:lnTo>
                <a:lnTo>
                  <a:pt x="638700" y="55725"/>
                </a:lnTo>
                <a:lnTo>
                  <a:pt x="638550" y="55500"/>
                </a:lnTo>
                <a:lnTo>
                  <a:pt x="637950" y="54900"/>
                </a:lnTo>
                <a:lnTo>
                  <a:pt x="637725" y="54750"/>
                </a:lnTo>
                <a:lnTo>
                  <a:pt x="636825" y="53850"/>
                </a:lnTo>
                <a:lnTo>
                  <a:pt x="636600" y="53700"/>
                </a:lnTo>
                <a:lnTo>
                  <a:pt x="635850" y="52950"/>
                </a:lnTo>
                <a:lnTo>
                  <a:pt x="635625" y="52800"/>
                </a:lnTo>
                <a:lnTo>
                  <a:pt x="635175" y="52275"/>
                </a:lnTo>
                <a:lnTo>
                  <a:pt x="634725" y="51825"/>
                </a:lnTo>
                <a:lnTo>
                  <a:pt x="633900" y="51075"/>
                </a:lnTo>
                <a:lnTo>
                  <a:pt x="633600" y="50850"/>
                </a:lnTo>
                <a:lnTo>
                  <a:pt x="633300" y="50250"/>
                </a:lnTo>
                <a:lnTo>
                  <a:pt x="633150" y="49875"/>
                </a:lnTo>
                <a:lnTo>
                  <a:pt x="633075" y="49575"/>
                </a:lnTo>
                <a:lnTo>
                  <a:pt x="633075" y="48900"/>
                </a:lnTo>
                <a:lnTo>
                  <a:pt x="633150" y="48525"/>
                </a:lnTo>
                <a:lnTo>
                  <a:pt x="633450" y="47925"/>
                </a:lnTo>
                <a:lnTo>
                  <a:pt x="633675" y="47625"/>
                </a:lnTo>
                <a:lnTo>
                  <a:pt x="633975" y="47400"/>
                </a:lnTo>
                <a:lnTo>
                  <a:pt x="634200" y="47175"/>
                </a:lnTo>
                <a:lnTo>
                  <a:pt x="634575" y="46950"/>
                </a:lnTo>
                <a:lnTo>
                  <a:pt x="634875" y="46800"/>
                </a:lnTo>
                <a:lnTo>
                  <a:pt x="635625" y="46650"/>
                </a:lnTo>
                <a:lnTo>
                  <a:pt x="635775" y="46650"/>
                </a:lnTo>
                <a:lnTo>
                  <a:pt x="636000" y="46575"/>
                </a:lnTo>
                <a:lnTo>
                  <a:pt x="636375" y="46575"/>
                </a:lnTo>
                <a:lnTo>
                  <a:pt x="636525" y="46500"/>
                </a:lnTo>
                <a:lnTo>
                  <a:pt x="636900" y="46500"/>
                </a:lnTo>
                <a:lnTo>
                  <a:pt x="637125" y="46425"/>
                </a:lnTo>
                <a:lnTo>
                  <a:pt x="637425" y="46425"/>
                </a:lnTo>
                <a:lnTo>
                  <a:pt x="637650" y="46350"/>
                </a:lnTo>
                <a:lnTo>
                  <a:pt x="638175" y="46275"/>
                </a:lnTo>
                <a:lnTo>
                  <a:pt x="638325" y="46200"/>
                </a:lnTo>
                <a:lnTo>
                  <a:pt x="638700" y="46200"/>
                </a:lnTo>
                <a:lnTo>
                  <a:pt x="638850" y="46125"/>
                </a:lnTo>
                <a:lnTo>
                  <a:pt x="639375" y="46050"/>
                </a:lnTo>
                <a:lnTo>
                  <a:pt x="639675" y="45900"/>
                </a:lnTo>
                <a:lnTo>
                  <a:pt x="639825" y="45900"/>
                </a:lnTo>
                <a:lnTo>
                  <a:pt x="640050" y="45825"/>
                </a:lnTo>
                <a:lnTo>
                  <a:pt x="640200" y="45825"/>
                </a:lnTo>
                <a:lnTo>
                  <a:pt x="640350" y="45750"/>
                </a:lnTo>
                <a:lnTo>
                  <a:pt x="640500" y="45750"/>
                </a:lnTo>
                <a:lnTo>
                  <a:pt x="640800" y="45600"/>
                </a:lnTo>
                <a:lnTo>
                  <a:pt x="640950" y="45600"/>
                </a:lnTo>
                <a:lnTo>
                  <a:pt x="641250" y="45450"/>
                </a:lnTo>
                <a:lnTo>
                  <a:pt x="641400" y="45450"/>
                </a:lnTo>
                <a:lnTo>
                  <a:pt x="641700" y="45300"/>
                </a:lnTo>
                <a:lnTo>
                  <a:pt x="641850" y="45300"/>
                </a:lnTo>
                <a:lnTo>
                  <a:pt x="642150" y="45150"/>
                </a:lnTo>
                <a:lnTo>
                  <a:pt x="642300" y="45150"/>
                </a:lnTo>
                <a:lnTo>
                  <a:pt x="642750" y="44925"/>
                </a:lnTo>
                <a:lnTo>
                  <a:pt x="642900" y="44925"/>
                </a:lnTo>
                <a:lnTo>
                  <a:pt x="643350" y="44700"/>
                </a:lnTo>
                <a:lnTo>
                  <a:pt x="643425" y="44625"/>
                </a:lnTo>
                <a:lnTo>
                  <a:pt x="643575" y="44625"/>
                </a:lnTo>
                <a:lnTo>
                  <a:pt x="644400" y="44175"/>
                </a:lnTo>
                <a:lnTo>
                  <a:pt x="644550" y="44175"/>
                </a:lnTo>
                <a:lnTo>
                  <a:pt x="644625" y="44100"/>
                </a:lnTo>
                <a:lnTo>
                  <a:pt x="645675" y="43500"/>
                </a:lnTo>
                <a:lnTo>
                  <a:pt x="647025" y="42600"/>
                </a:lnTo>
                <a:lnTo>
                  <a:pt x="647175" y="42450"/>
                </a:lnTo>
                <a:lnTo>
                  <a:pt x="647850" y="42000"/>
                </a:lnTo>
                <a:lnTo>
                  <a:pt x="648375" y="41475"/>
                </a:lnTo>
                <a:lnTo>
                  <a:pt x="648525" y="41400"/>
                </a:lnTo>
                <a:lnTo>
                  <a:pt x="648750" y="41175"/>
                </a:lnTo>
                <a:lnTo>
                  <a:pt x="648825" y="41025"/>
                </a:lnTo>
                <a:lnTo>
                  <a:pt x="648975" y="40950"/>
                </a:lnTo>
                <a:lnTo>
                  <a:pt x="649275" y="40650"/>
                </a:lnTo>
                <a:lnTo>
                  <a:pt x="649425" y="40425"/>
                </a:lnTo>
                <a:lnTo>
                  <a:pt x="649575" y="40350"/>
                </a:lnTo>
                <a:lnTo>
                  <a:pt x="649725" y="40200"/>
                </a:lnTo>
                <a:lnTo>
                  <a:pt x="649800" y="40050"/>
                </a:lnTo>
                <a:lnTo>
                  <a:pt x="650325" y="39450"/>
                </a:lnTo>
                <a:lnTo>
                  <a:pt x="650400" y="39300"/>
                </a:lnTo>
                <a:lnTo>
                  <a:pt x="650550" y="39150"/>
                </a:lnTo>
                <a:lnTo>
                  <a:pt x="650550" y="39075"/>
                </a:lnTo>
                <a:lnTo>
                  <a:pt x="650625" y="38925"/>
                </a:lnTo>
                <a:lnTo>
                  <a:pt x="651000" y="38475"/>
                </a:lnTo>
                <a:lnTo>
                  <a:pt x="651000" y="38400"/>
                </a:lnTo>
                <a:lnTo>
                  <a:pt x="651075" y="38250"/>
                </a:lnTo>
                <a:lnTo>
                  <a:pt x="651225" y="38100"/>
                </a:lnTo>
                <a:lnTo>
                  <a:pt x="651300" y="37950"/>
                </a:lnTo>
                <a:lnTo>
                  <a:pt x="651300" y="37875"/>
                </a:lnTo>
                <a:lnTo>
                  <a:pt x="651525" y="37575"/>
                </a:lnTo>
                <a:lnTo>
                  <a:pt x="651525" y="37500"/>
                </a:lnTo>
                <a:lnTo>
                  <a:pt x="651675" y="37275"/>
                </a:lnTo>
                <a:lnTo>
                  <a:pt x="651675" y="37200"/>
                </a:lnTo>
                <a:lnTo>
                  <a:pt x="651825" y="36975"/>
                </a:lnTo>
                <a:lnTo>
                  <a:pt x="651825" y="36900"/>
                </a:lnTo>
                <a:lnTo>
                  <a:pt x="651900" y="36750"/>
                </a:lnTo>
                <a:lnTo>
                  <a:pt x="651975" y="36675"/>
                </a:lnTo>
                <a:lnTo>
                  <a:pt x="652050" y="36375"/>
                </a:lnTo>
                <a:lnTo>
                  <a:pt x="652125" y="36300"/>
                </a:lnTo>
                <a:lnTo>
                  <a:pt x="652200" y="36150"/>
                </a:lnTo>
                <a:lnTo>
                  <a:pt x="652200" y="36075"/>
                </a:lnTo>
                <a:lnTo>
                  <a:pt x="652275" y="36000"/>
                </a:lnTo>
                <a:lnTo>
                  <a:pt x="652275" y="35850"/>
                </a:lnTo>
                <a:lnTo>
                  <a:pt x="652350" y="35775"/>
                </a:lnTo>
                <a:lnTo>
                  <a:pt x="652350" y="35700"/>
                </a:lnTo>
                <a:lnTo>
                  <a:pt x="652500" y="35325"/>
                </a:lnTo>
                <a:lnTo>
                  <a:pt x="652500" y="35175"/>
                </a:lnTo>
                <a:lnTo>
                  <a:pt x="652575" y="35025"/>
                </a:lnTo>
                <a:lnTo>
                  <a:pt x="652575" y="34950"/>
                </a:lnTo>
                <a:lnTo>
                  <a:pt x="652650" y="34875"/>
                </a:lnTo>
                <a:lnTo>
                  <a:pt x="652650" y="34650"/>
                </a:lnTo>
                <a:lnTo>
                  <a:pt x="652725" y="34500"/>
                </a:lnTo>
                <a:lnTo>
                  <a:pt x="652725" y="34350"/>
                </a:lnTo>
                <a:lnTo>
                  <a:pt x="652800" y="34200"/>
                </a:lnTo>
                <a:lnTo>
                  <a:pt x="652800" y="34050"/>
                </a:lnTo>
                <a:lnTo>
                  <a:pt x="652875" y="33900"/>
                </a:lnTo>
                <a:lnTo>
                  <a:pt x="652875" y="33675"/>
                </a:lnTo>
                <a:lnTo>
                  <a:pt x="652950" y="33600"/>
                </a:lnTo>
                <a:lnTo>
                  <a:pt x="652950" y="33150"/>
                </a:lnTo>
                <a:lnTo>
                  <a:pt x="653025" y="33075"/>
                </a:lnTo>
                <a:lnTo>
                  <a:pt x="653025" y="32550"/>
                </a:lnTo>
                <a:lnTo>
                  <a:pt x="653100" y="32475"/>
                </a:lnTo>
                <a:lnTo>
                  <a:pt x="653100" y="30375"/>
                </a:lnTo>
                <a:lnTo>
                  <a:pt x="653025" y="30300"/>
                </a:lnTo>
                <a:lnTo>
                  <a:pt x="653025" y="29775"/>
                </a:lnTo>
                <a:lnTo>
                  <a:pt x="652950" y="29700"/>
                </a:lnTo>
                <a:lnTo>
                  <a:pt x="652950" y="29325"/>
                </a:lnTo>
                <a:lnTo>
                  <a:pt x="652875" y="29175"/>
                </a:lnTo>
                <a:lnTo>
                  <a:pt x="652875" y="29025"/>
                </a:lnTo>
                <a:lnTo>
                  <a:pt x="652800" y="28875"/>
                </a:lnTo>
                <a:lnTo>
                  <a:pt x="652800" y="28650"/>
                </a:lnTo>
                <a:lnTo>
                  <a:pt x="652725" y="28500"/>
                </a:lnTo>
                <a:lnTo>
                  <a:pt x="652725" y="28350"/>
                </a:lnTo>
                <a:lnTo>
                  <a:pt x="652650" y="28200"/>
                </a:lnTo>
                <a:lnTo>
                  <a:pt x="652650" y="28125"/>
                </a:lnTo>
                <a:lnTo>
                  <a:pt x="652575" y="28050"/>
                </a:lnTo>
                <a:lnTo>
                  <a:pt x="652575" y="27825"/>
                </a:lnTo>
                <a:lnTo>
                  <a:pt x="652500" y="27750"/>
                </a:lnTo>
                <a:lnTo>
                  <a:pt x="652425" y="27450"/>
                </a:lnTo>
                <a:lnTo>
                  <a:pt x="652275" y="27225"/>
                </a:lnTo>
                <a:lnTo>
                  <a:pt x="652275" y="27075"/>
                </a:lnTo>
                <a:lnTo>
                  <a:pt x="652125" y="26850"/>
                </a:lnTo>
                <a:lnTo>
                  <a:pt x="652125" y="26700"/>
                </a:lnTo>
                <a:lnTo>
                  <a:pt x="652050" y="26625"/>
                </a:lnTo>
                <a:lnTo>
                  <a:pt x="652050" y="26550"/>
                </a:lnTo>
                <a:lnTo>
                  <a:pt x="651975" y="26475"/>
                </a:lnTo>
                <a:lnTo>
                  <a:pt x="651975" y="26400"/>
                </a:lnTo>
                <a:lnTo>
                  <a:pt x="651825" y="26175"/>
                </a:lnTo>
                <a:lnTo>
                  <a:pt x="651825" y="26100"/>
                </a:lnTo>
                <a:lnTo>
                  <a:pt x="651675" y="25950"/>
                </a:lnTo>
                <a:lnTo>
                  <a:pt x="651675" y="25875"/>
                </a:lnTo>
                <a:lnTo>
                  <a:pt x="651525" y="25650"/>
                </a:lnTo>
                <a:lnTo>
                  <a:pt x="651525" y="25575"/>
                </a:lnTo>
                <a:lnTo>
                  <a:pt x="651375" y="25425"/>
                </a:lnTo>
                <a:lnTo>
                  <a:pt x="651375" y="25350"/>
                </a:lnTo>
                <a:lnTo>
                  <a:pt x="651150" y="25050"/>
                </a:lnTo>
                <a:lnTo>
                  <a:pt x="651150" y="24975"/>
                </a:lnTo>
                <a:lnTo>
                  <a:pt x="650850" y="24675"/>
                </a:lnTo>
                <a:lnTo>
                  <a:pt x="650850" y="24600"/>
                </a:lnTo>
                <a:lnTo>
                  <a:pt x="650550" y="24300"/>
                </a:lnTo>
                <a:lnTo>
                  <a:pt x="650475" y="24150"/>
                </a:lnTo>
                <a:lnTo>
                  <a:pt x="650475" y="24075"/>
                </a:lnTo>
                <a:lnTo>
                  <a:pt x="649575" y="23175"/>
                </a:lnTo>
                <a:lnTo>
                  <a:pt x="649500" y="23175"/>
                </a:lnTo>
                <a:lnTo>
                  <a:pt x="649050" y="22725"/>
                </a:lnTo>
                <a:lnTo>
                  <a:pt x="648900" y="22650"/>
                </a:lnTo>
                <a:lnTo>
                  <a:pt x="648675" y="22425"/>
                </a:lnTo>
                <a:lnTo>
                  <a:pt x="648600" y="22425"/>
                </a:lnTo>
                <a:lnTo>
                  <a:pt x="648450" y="22275"/>
                </a:lnTo>
                <a:lnTo>
                  <a:pt x="648300" y="22200"/>
                </a:lnTo>
                <a:lnTo>
                  <a:pt x="648075" y="21975"/>
                </a:lnTo>
                <a:lnTo>
                  <a:pt x="647925" y="21975"/>
                </a:lnTo>
                <a:lnTo>
                  <a:pt x="647700" y="21750"/>
                </a:lnTo>
                <a:lnTo>
                  <a:pt x="647550" y="21675"/>
                </a:lnTo>
                <a:lnTo>
                  <a:pt x="647475" y="21675"/>
                </a:lnTo>
                <a:lnTo>
                  <a:pt x="647175" y="21450"/>
                </a:lnTo>
                <a:lnTo>
                  <a:pt x="647100" y="21450"/>
                </a:lnTo>
                <a:lnTo>
                  <a:pt x="646875" y="21300"/>
                </a:lnTo>
                <a:lnTo>
                  <a:pt x="646800" y="21300"/>
                </a:lnTo>
                <a:lnTo>
                  <a:pt x="646575" y="21150"/>
                </a:lnTo>
                <a:lnTo>
                  <a:pt x="646200" y="21000"/>
                </a:lnTo>
                <a:lnTo>
                  <a:pt x="646125" y="20925"/>
                </a:lnTo>
                <a:lnTo>
                  <a:pt x="646050" y="20925"/>
                </a:lnTo>
                <a:lnTo>
                  <a:pt x="645525" y="20700"/>
                </a:lnTo>
                <a:lnTo>
                  <a:pt x="645450" y="20700"/>
                </a:lnTo>
                <a:lnTo>
                  <a:pt x="645225" y="20550"/>
                </a:lnTo>
                <a:lnTo>
                  <a:pt x="645075" y="20550"/>
                </a:lnTo>
                <a:lnTo>
                  <a:pt x="645000" y="20475"/>
                </a:lnTo>
                <a:lnTo>
                  <a:pt x="644850" y="20475"/>
                </a:lnTo>
                <a:lnTo>
                  <a:pt x="644475" y="20325"/>
                </a:lnTo>
                <a:lnTo>
                  <a:pt x="644325" y="20325"/>
                </a:lnTo>
                <a:lnTo>
                  <a:pt x="644250" y="20250"/>
                </a:lnTo>
                <a:lnTo>
                  <a:pt x="644100" y="20250"/>
                </a:lnTo>
                <a:lnTo>
                  <a:pt x="643725" y="20100"/>
                </a:lnTo>
                <a:lnTo>
                  <a:pt x="643575" y="20100"/>
                </a:lnTo>
                <a:lnTo>
                  <a:pt x="643425" y="20025"/>
                </a:lnTo>
                <a:lnTo>
                  <a:pt x="643200" y="20025"/>
                </a:lnTo>
                <a:lnTo>
                  <a:pt x="643050" y="19950"/>
                </a:lnTo>
                <a:lnTo>
                  <a:pt x="642900" y="19950"/>
                </a:lnTo>
                <a:lnTo>
                  <a:pt x="642750" y="19875"/>
                </a:lnTo>
                <a:lnTo>
                  <a:pt x="642525" y="19875"/>
                </a:lnTo>
                <a:lnTo>
                  <a:pt x="642375" y="19800"/>
                </a:lnTo>
                <a:lnTo>
                  <a:pt x="642075" y="19800"/>
                </a:lnTo>
                <a:lnTo>
                  <a:pt x="641925" y="19725"/>
                </a:lnTo>
                <a:lnTo>
                  <a:pt x="641475" y="19725"/>
                </a:lnTo>
                <a:lnTo>
                  <a:pt x="641325" y="19650"/>
                </a:lnTo>
                <a:lnTo>
                  <a:pt x="640875" y="19650"/>
                </a:lnTo>
                <a:lnTo>
                  <a:pt x="640725" y="19575"/>
                </a:lnTo>
                <a:lnTo>
                  <a:pt x="639975" y="19575"/>
                </a:lnTo>
                <a:lnTo>
                  <a:pt x="639825" y="19500"/>
                </a:lnTo>
                <a:lnTo>
                  <a:pt x="637275" y="19500"/>
                </a:lnTo>
                <a:lnTo>
                  <a:pt x="637050" y="19575"/>
                </a:lnTo>
                <a:lnTo>
                  <a:pt x="636150" y="19575"/>
                </a:lnTo>
                <a:lnTo>
                  <a:pt x="636000" y="19650"/>
                </a:lnTo>
                <a:lnTo>
                  <a:pt x="635400" y="19650"/>
                </a:lnTo>
                <a:lnTo>
                  <a:pt x="635250" y="19725"/>
                </a:lnTo>
                <a:lnTo>
                  <a:pt x="634875" y="19725"/>
                </a:lnTo>
                <a:lnTo>
                  <a:pt x="634650" y="19800"/>
                </a:lnTo>
                <a:lnTo>
                  <a:pt x="634500" y="19800"/>
                </a:lnTo>
                <a:lnTo>
                  <a:pt x="634425" y="19500"/>
                </a:lnTo>
                <a:lnTo>
                  <a:pt x="629550" y="19500"/>
                </a:lnTo>
                <a:lnTo>
                  <a:pt x="629325" y="19575"/>
                </a:lnTo>
                <a:lnTo>
                  <a:pt x="627975" y="19575"/>
                </a:lnTo>
                <a:lnTo>
                  <a:pt x="627825" y="19650"/>
                </a:lnTo>
                <a:lnTo>
                  <a:pt x="627150" y="19650"/>
                </a:lnTo>
                <a:lnTo>
                  <a:pt x="627000" y="19725"/>
                </a:lnTo>
                <a:lnTo>
                  <a:pt x="626250" y="19725"/>
                </a:lnTo>
                <a:lnTo>
                  <a:pt x="626100" y="19800"/>
                </a:lnTo>
                <a:lnTo>
                  <a:pt x="625725" y="19800"/>
                </a:lnTo>
                <a:lnTo>
                  <a:pt x="625575" y="19875"/>
                </a:lnTo>
                <a:lnTo>
                  <a:pt x="625200" y="19875"/>
                </a:lnTo>
                <a:lnTo>
                  <a:pt x="625050" y="19950"/>
                </a:lnTo>
                <a:lnTo>
                  <a:pt x="624675" y="19950"/>
                </a:lnTo>
                <a:lnTo>
                  <a:pt x="624525" y="20025"/>
                </a:lnTo>
                <a:lnTo>
                  <a:pt x="624375" y="20025"/>
                </a:lnTo>
                <a:lnTo>
                  <a:pt x="624225" y="20100"/>
                </a:lnTo>
                <a:lnTo>
                  <a:pt x="624000" y="20100"/>
                </a:lnTo>
                <a:lnTo>
                  <a:pt x="623850" y="20175"/>
                </a:lnTo>
                <a:lnTo>
                  <a:pt x="623550" y="20175"/>
                </a:lnTo>
                <a:lnTo>
                  <a:pt x="623325" y="20250"/>
                </a:lnTo>
                <a:lnTo>
                  <a:pt x="623175" y="20250"/>
                </a:lnTo>
                <a:lnTo>
                  <a:pt x="622875" y="20400"/>
                </a:lnTo>
                <a:lnTo>
                  <a:pt x="622350" y="20475"/>
                </a:lnTo>
                <a:lnTo>
                  <a:pt x="622050" y="20625"/>
                </a:lnTo>
                <a:lnTo>
                  <a:pt x="621900" y="20625"/>
                </a:lnTo>
                <a:lnTo>
                  <a:pt x="621600" y="20775"/>
                </a:lnTo>
                <a:lnTo>
                  <a:pt x="621450" y="20775"/>
                </a:lnTo>
                <a:lnTo>
                  <a:pt x="621150" y="20925"/>
                </a:lnTo>
                <a:lnTo>
                  <a:pt x="621000" y="20925"/>
                </a:lnTo>
                <a:lnTo>
                  <a:pt x="620325" y="21300"/>
                </a:lnTo>
                <a:lnTo>
                  <a:pt x="620175" y="21300"/>
                </a:lnTo>
                <a:lnTo>
                  <a:pt x="619650" y="21600"/>
                </a:lnTo>
                <a:lnTo>
                  <a:pt x="618750" y="22200"/>
                </a:lnTo>
                <a:lnTo>
                  <a:pt x="618600" y="22350"/>
                </a:lnTo>
                <a:lnTo>
                  <a:pt x="618450" y="22425"/>
                </a:lnTo>
                <a:lnTo>
                  <a:pt x="617775" y="23100"/>
                </a:lnTo>
                <a:lnTo>
                  <a:pt x="617700" y="23250"/>
                </a:lnTo>
                <a:lnTo>
                  <a:pt x="617550" y="23400"/>
                </a:lnTo>
                <a:lnTo>
                  <a:pt x="617475" y="23550"/>
                </a:lnTo>
                <a:lnTo>
                  <a:pt x="617325" y="23700"/>
                </a:lnTo>
                <a:lnTo>
                  <a:pt x="617175" y="23925"/>
                </a:lnTo>
                <a:lnTo>
                  <a:pt x="617175" y="24075"/>
                </a:lnTo>
                <a:lnTo>
                  <a:pt x="616950" y="24375"/>
                </a:lnTo>
                <a:lnTo>
                  <a:pt x="616950" y="24525"/>
                </a:lnTo>
                <a:lnTo>
                  <a:pt x="616800" y="24750"/>
                </a:lnTo>
                <a:lnTo>
                  <a:pt x="616800" y="24900"/>
                </a:lnTo>
                <a:lnTo>
                  <a:pt x="616725" y="25050"/>
                </a:lnTo>
                <a:lnTo>
                  <a:pt x="616725" y="25200"/>
                </a:lnTo>
                <a:lnTo>
                  <a:pt x="616650" y="25350"/>
                </a:lnTo>
                <a:lnTo>
                  <a:pt x="616650" y="25425"/>
                </a:lnTo>
                <a:lnTo>
                  <a:pt x="616575" y="25575"/>
                </a:lnTo>
                <a:lnTo>
                  <a:pt x="616575" y="25725"/>
                </a:lnTo>
                <a:lnTo>
                  <a:pt x="616500" y="25875"/>
                </a:lnTo>
                <a:lnTo>
                  <a:pt x="616500" y="26400"/>
                </a:lnTo>
                <a:lnTo>
                  <a:pt x="616425" y="26550"/>
                </a:lnTo>
                <a:lnTo>
                  <a:pt x="616425" y="66750"/>
                </a:lnTo>
                <a:lnTo>
                  <a:pt x="610725" y="66750"/>
                </a:lnTo>
                <a:lnTo>
                  <a:pt x="610725" y="26400"/>
                </a:lnTo>
                <a:lnTo>
                  <a:pt x="610800" y="26175"/>
                </a:lnTo>
                <a:lnTo>
                  <a:pt x="610800" y="25650"/>
                </a:lnTo>
                <a:lnTo>
                  <a:pt x="610875" y="25425"/>
                </a:lnTo>
                <a:lnTo>
                  <a:pt x="610875" y="25050"/>
                </a:lnTo>
                <a:lnTo>
                  <a:pt x="610950" y="24900"/>
                </a:lnTo>
                <a:lnTo>
                  <a:pt x="611025" y="24600"/>
                </a:lnTo>
                <a:lnTo>
                  <a:pt x="611025" y="24375"/>
                </a:lnTo>
                <a:lnTo>
                  <a:pt x="611100" y="24300"/>
                </a:lnTo>
                <a:lnTo>
                  <a:pt x="611100" y="24075"/>
                </a:lnTo>
                <a:lnTo>
                  <a:pt x="611175" y="23775"/>
                </a:lnTo>
                <a:lnTo>
                  <a:pt x="611250" y="23625"/>
                </a:lnTo>
                <a:lnTo>
                  <a:pt x="611475" y="22875"/>
                </a:lnTo>
                <a:lnTo>
                  <a:pt x="611550" y="22875"/>
                </a:lnTo>
                <a:lnTo>
                  <a:pt x="611700" y="22350"/>
                </a:lnTo>
                <a:lnTo>
                  <a:pt x="611850" y="22125"/>
                </a:lnTo>
                <a:lnTo>
                  <a:pt x="611925" y="21975"/>
                </a:lnTo>
                <a:lnTo>
                  <a:pt x="611925" y="21900"/>
                </a:lnTo>
                <a:lnTo>
                  <a:pt x="612075" y="21675"/>
                </a:lnTo>
                <a:lnTo>
                  <a:pt x="612225" y="21300"/>
                </a:lnTo>
                <a:lnTo>
                  <a:pt x="612300" y="21300"/>
                </a:lnTo>
                <a:lnTo>
                  <a:pt x="612450" y="21075"/>
                </a:lnTo>
                <a:lnTo>
                  <a:pt x="612525" y="20925"/>
                </a:lnTo>
                <a:lnTo>
                  <a:pt x="612525" y="20850"/>
                </a:lnTo>
                <a:lnTo>
                  <a:pt x="612825" y="20550"/>
                </a:lnTo>
                <a:lnTo>
                  <a:pt x="612825" y="20475"/>
                </a:lnTo>
                <a:lnTo>
                  <a:pt x="612975" y="20325"/>
                </a:lnTo>
                <a:lnTo>
                  <a:pt x="612975" y="20250"/>
                </a:lnTo>
                <a:lnTo>
                  <a:pt x="613275" y="19950"/>
                </a:lnTo>
                <a:lnTo>
                  <a:pt x="613275" y="19875"/>
                </a:lnTo>
                <a:lnTo>
                  <a:pt x="613425" y="19800"/>
                </a:lnTo>
                <a:lnTo>
                  <a:pt x="613425" y="19725"/>
                </a:lnTo>
                <a:lnTo>
                  <a:pt x="613725" y="19425"/>
                </a:lnTo>
                <a:lnTo>
                  <a:pt x="613725" y="19350"/>
                </a:lnTo>
                <a:lnTo>
                  <a:pt x="613950" y="19200"/>
                </a:lnTo>
                <a:lnTo>
                  <a:pt x="614025" y="19050"/>
                </a:lnTo>
                <a:lnTo>
                  <a:pt x="614100" y="19050"/>
                </a:lnTo>
                <a:lnTo>
                  <a:pt x="614400" y="18750"/>
                </a:lnTo>
                <a:lnTo>
                  <a:pt x="614475" y="18750"/>
                </a:lnTo>
                <a:lnTo>
                  <a:pt x="614550" y="18600"/>
                </a:lnTo>
                <a:lnTo>
                  <a:pt x="614625" y="18600"/>
                </a:lnTo>
                <a:lnTo>
                  <a:pt x="614925" y="18300"/>
                </a:lnTo>
                <a:lnTo>
                  <a:pt x="615000" y="18300"/>
                </a:lnTo>
                <a:lnTo>
                  <a:pt x="615300" y="18000"/>
                </a:lnTo>
                <a:lnTo>
                  <a:pt x="615375" y="18000"/>
                </a:lnTo>
                <a:lnTo>
                  <a:pt x="615525" y="17850"/>
                </a:lnTo>
                <a:lnTo>
                  <a:pt x="615900" y="17625"/>
                </a:lnTo>
                <a:lnTo>
                  <a:pt x="616050" y="17475"/>
                </a:lnTo>
                <a:lnTo>
                  <a:pt x="616125" y="17475"/>
                </a:lnTo>
                <a:lnTo>
                  <a:pt x="616275" y="17400"/>
                </a:lnTo>
                <a:lnTo>
                  <a:pt x="616500" y="17250"/>
                </a:lnTo>
                <a:lnTo>
                  <a:pt x="616650" y="17100"/>
                </a:lnTo>
                <a:lnTo>
                  <a:pt x="616950" y="17025"/>
                </a:lnTo>
                <a:lnTo>
                  <a:pt x="617100" y="16950"/>
                </a:lnTo>
                <a:lnTo>
                  <a:pt x="617100" y="16875"/>
                </a:lnTo>
                <a:lnTo>
                  <a:pt x="617250" y="16800"/>
                </a:lnTo>
                <a:lnTo>
                  <a:pt x="617325" y="16800"/>
                </a:lnTo>
                <a:lnTo>
                  <a:pt x="617700" y="16575"/>
                </a:lnTo>
                <a:lnTo>
                  <a:pt x="618075" y="16425"/>
                </a:lnTo>
                <a:lnTo>
                  <a:pt x="618150" y="16425"/>
                </a:lnTo>
                <a:lnTo>
                  <a:pt x="618525" y="16200"/>
                </a:lnTo>
                <a:lnTo>
                  <a:pt x="619125" y="15975"/>
                </a:lnTo>
                <a:lnTo>
                  <a:pt x="619200" y="15975"/>
                </a:lnTo>
                <a:lnTo>
                  <a:pt x="620475" y="15525"/>
                </a:lnTo>
                <a:lnTo>
                  <a:pt x="620625" y="15525"/>
                </a:lnTo>
                <a:lnTo>
                  <a:pt x="620700" y="15450"/>
                </a:lnTo>
                <a:lnTo>
                  <a:pt x="620925" y="15450"/>
                </a:lnTo>
                <a:lnTo>
                  <a:pt x="621525" y="15225"/>
                </a:lnTo>
                <a:lnTo>
                  <a:pt x="621750" y="15225"/>
                </a:lnTo>
                <a:lnTo>
                  <a:pt x="622200" y="15075"/>
                </a:lnTo>
                <a:lnTo>
                  <a:pt x="622425" y="15075"/>
                </a:lnTo>
                <a:lnTo>
                  <a:pt x="622575" y="15000"/>
                </a:lnTo>
                <a:lnTo>
                  <a:pt x="622875" y="15000"/>
                </a:lnTo>
                <a:lnTo>
                  <a:pt x="623025" y="14925"/>
                </a:lnTo>
                <a:lnTo>
                  <a:pt x="623250" y="14925"/>
                </a:lnTo>
                <a:lnTo>
                  <a:pt x="623250" y="14850"/>
                </a:lnTo>
                <a:lnTo>
                  <a:pt x="623700" y="14850"/>
                </a:lnTo>
                <a:lnTo>
                  <a:pt x="623700" y="14775"/>
                </a:lnTo>
                <a:lnTo>
                  <a:pt x="624150" y="14775"/>
                </a:lnTo>
                <a:lnTo>
                  <a:pt x="624300" y="14700"/>
                </a:lnTo>
                <a:lnTo>
                  <a:pt x="624525" y="14700"/>
                </a:lnTo>
                <a:lnTo>
                  <a:pt x="624750" y="14625"/>
                </a:lnTo>
                <a:lnTo>
                  <a:pt x="625200" y="14625"/>
                </a:lnTo>
                <a:lnTo>
                  <a:pt x="625350" y="14550"/>
                </a:lnTo>
                <a:lnTo>
                  <a:pt x="625800" y="14550"/>
                </a:lnTo>
                <a:lnTo>
                  <a:pt x="626025" y="14475"/>
                </a:lnTo>
                <a:lnTo>
                  <a:pt x="626625" y="14475"/>
                </a:lnTo>
                <a:lnTo>
                  <a:pt x="626775" y="14400"/>
                </a:lnTo>
                <a:lnTo>
                  <a:pt x="627600" y="14400"/>
                </a:lnTo>
                <a:lnTo>
                  <a:pt x="627825" y="14325"/>
                </a:lnTo>
                <a:lnTo>
                  <a:pt x="629325" y="14325"/>
                </a:lnTo>
                <a:lnTo>
                  <a:pt x="629475" y="14250"/>
                </a:lnTo>
                <a:lnTo>
                  <a:pt x="634650" y="14250"/>
                </a:lnTo>
                <a:lnTo>
                  <a:pt x="634650" y="14475"/>
                </a:lnTo>
                <a:close/>
                <a:moveTo>
                  <a:pt x="669900" y="26925"/>
                </a:moveTo>
                <a:lnTo>
                  <a:pt x="670575" y="26625"/>
                </a:lnTo>
                <a:lnTo>
                  <a:pt x="670725" y="26475"/>
                </a:lnTo>
                <a:lnTo>
                  <a:pt x="671475" y="26100"/>
                </a:lnTo>
                <a:lnTo>
                  <a:pt x="671625" y="25950"/>
                </a:lnTo>
                <a:lnTo>
                  <a:pt x="672000" y="25800"/>
                </a:lnTo>
                <a:lnTo>
                  <a:pt x="672150" y="25650"/>
                </a:lnTo>
                <a:lnTo>
                  <a:pt x="672450" y="25500"/>
                </a:lnTo>
                <a:lnTo>
                  <a:pt x="672600" y="25350"/>
                </a:lnTo>
                <a:lnTo>
                  <a:pt x="672750" y="25275"/>
                </a:lnTo>
                <a:lnTo>
                  <a:pt x="672900" y="25125"/>
                </a:lnTo>
                <a:lnTo>
                  <a:pt x="673050" y="25050"/>
                </a:lnTo>
                <a:lnTo>
                  <a:pt x="673500" y="24675"/>
                </a:lnTo>
                <a:lnTo>
                  <a:pt x="673875" y="24450"/>
                </a:lnTo>
                <a:lnTo>
                  <a:pt x="674025" y="24300"/>
                </a:lnTo>
                <a:lnTo>
                  <a:pt x="674475" y="24000"/>
                </a:lnTo>
                <a:lnTo>
                  <a:pt x="674775" y="23700"/>
                </a:lnTo>
                <a:lnTo>
                  <a:pt x="674925" y="23625"/>
                </a:lnTo>
                <a:lnTo>
                  <a:pt x="675225" y="23325"/>
                </a:lnTo>
                <a:lnTo>
                  <a:pt x="675375" y="23250"/>
                </a:lnTo>
                <a:lnTo>
                  <a:pt x="675825" y="22800"/>
                </a:lnTo>
                <a:lnTo>
                  <a:pt x="676200" y="22575"/>
                </a:lnTo>
                <a:lnTo>
                  <a:pt x="676500" y="22275"/>
                </a:lnTo>
                <a:lnTo>
                  <a:pt x="676650" y="22200"/>
                </a:lnTo>
                <a:lnTo>
                  <a:pt x="676950" y="21900"/>
                </a:lnTo>
                <a:lnTo>
                  <a:pt x="677100" y="21825"/>
                </a:lnTo>
                <a:lnTo>
                  <a:pt x="677550" y="21375"/>
                </a:lnTo>
                <a:lnTo>
                  <a:pt x="677625" y="21375"/>
                </a:lnTo>
                <a:lnTo>
                  <a:pt x="677775" y="21300"/>
                </a:lnTo>
                <a:lnTo>
                  <a:pt x="678525" y="20625"/>
                </a:lnTo>
                <a:lnTo>
                  <a:pt x="678600" y="20625"/>
                </a:lnTo>
                <a:lnTo>
                  <a:pt x="678750" y="20550"/>
                </a:lnTo>
                <a:lnTo>
                  <a:pt x="679050" y="20250"/>
                </a:lnTo>
                <a:lnTo>
                  <a:pt x="679200" y="20175"/>
                </a:lnTo>
                <a:lnTo>
                  <a:pt x="679275" y="20175"/>
                </a:lnTo>
                <a:lnTo>
                  <a:pt x="679425" y="20025"/>
                </a:lnTo>
                <a:lnTo>
                  <a:pt x="679575" y="19950"/>
                </a:lnTo>
                <a:lnTo>
                  <a:pt x="679575" y="19875"/>
                </a:lnTo>
                <a:lnTo>
                  <a:pt x="680625" y="19275"/>
                </a:lnTo>
                <a:lnTo>
                  <a:pt x="680625" y="19200"/>
                </a:lnTo>
                <a:lnTo>
                  <a:pt x="680775" y="19125"/>
                </a:lnTo>
                <a:lnTo>
                  <a:pt x="680850" y="19125"/>
                </a:lnTo>
                <a:lnTo>
                  <a:pt x="681150" y="18975"/>
                </a:lnTo>
                <a:lnTo>
                  <a:pt x="681225" y="18900"/>
                </a:lnTo>
                <a:lnTo>
                  <a:pt x="681525" y="18750"/>
                </a:lnTo>
                <a:lnTo>
                  <a:pt x="681600" y="18750"/>
                </a:lnTo>
                <a:lnTo>
                  <a:pt x="682125" y="18450"/>
                </a:lnTo>
                <a:lnTo>
                  <a:pt x="682425" y="18375"/>
                </a:lnTo>
                <a:lnTo>
                  <a:pt x="682950" y="18150"/>
                </a:lnTo>
                <a:lnTo>
                  <a:pt x="683025" y="18150"/>
                </a:lnTo>
                <a:lnTo>
                  <a:pt x="683625" y="17925"/>
                </a:lnTo>
                <a:lnTo>
                  <a:pt x="683850" y="17925"/>
                </a:lnTo>
                <a:lnTo>
                  <a:pt x="683925" y="17850"/>
                </a:lnTo>
                <a:lnTo>
                  <a:pt x="684150" y="17850"/>
                </a:lnTo>
                <a:lnTo>
                  <a:pt x="684300" y="17775"/>
                </a:lnTo>
                <a:lnTo>
                  <a:pt x="684525" y="17775"/>
                </a:lnTo>
                <a:lnTo>
                  <a:pt x="684600" y="17700"/>
                </a:lnTo>
                <a:lnTo>
                  <a:pt x="685125" y="17700"/>
                </a:lnTo>
                <a:lnTo>
                  <a:pt x="685275" y="17625"/>
                </a:lnTo>
                <a:lnTo>
                  <a:pt x="686325" y="17625"/>
                </a:lnTo>
                <a:lnTo>
                  <a:pt x="687075" y="17775"/>
                </a:lnTo>
                <a:lnTo>
                  <a:pt x="687675" y="18075"/>
                </a:lnTo>
                <a:lnTo>
                  <a:pt x="687975" y="18300"/>
                </a:lnTo>
                <a:lnTo>
                  <a:pt x="688200" y="18600"/>
                </a:lnTo>
                <a:lnTo>
                  <a:pt x="688425" y="18825"/>
                </a:lnTo>
                <a:lnTo>
                  <a:pt x="688725" y="19425"/>
                </a:lnTo>
                <a:lnTo>
                  <a:pt x="688875" y="20100"/>
                </a:lnTo>
                <a:lnTo>
                  <a:pt x="688875" y="20400"/>
                </a:lnTo>
                <a:lnTo>
                  <a:pt x="688725" y="21075"/>
                </a:lnTo>
                <a:lnTo>
                  <a:pt x="688575" y="21450"/>
                </a:lnTo>
                <a:lnTo>
                  <a:pt x="688575" y="21600"/>
                </a:lnTo>
                <a:lnTo>
                  <a:pt x="688275" y="22350"/>
                </a:lnTo>
                <a:lnTo>
                  <a:pt x="688275" y="22500"/>
                </a:lnTo>
                <a:lnTo>
                  <a:pt x="688125" y="22875"/>
                </a:lnTo>
                <a:lnTo>
                  <a:pt x="688050" y="23100"/>
                </a:lnTo>
                <a:lnTo>
                  <a:pt x="688050" y="23250"/>
                </a:lnTo>
                <a:lnTo>
                  <a:pt x="687900" y="23625"/>
                </a:lnTo>
                <a:lnTo>
                  <a:pt x="687900" y="23850"/>
                </a:lnTo>
                <a:lnTo>
                  <a:pt x="687750" y="24225"/>
                </a:lnTo>
                <a:lnTo>
                  <a:pt x="687750" y="24375"/>
                </a:lnTo>
                <a:lnTo>
                  <a:pt x="687675" y="24600"/>
                </a:lnTo>
                <a:lnTo>
                  <a:pt x="687675" y="24825"/>
                </a:lnTo>
                <a:lnTo>
                  <a:pt x="687525" y="25200"/>
                </a:lnTo>
                <a:lnTo>
                  <a:pt x="687525" y="25350"/>
                </a:lnTo>
                <a:lnTo>
                  <a:pt x="687450" y="25575"/>
                </a:lnTo>
                <a:lnTo>
                  <a:pt x="687450" y="25800"/>
                </a:lnTo>
                <a:lnTo>
                  <a:pt x="687375" y="25950"/>
                </a:lnTo>
                <a:lnTo>
                  <a:pt x="687375" y="26175"/>
                </a:lnTo>
                <a:lnTo>
                  <a:pt x="687225" y="26775"/>
                </a:lnTo>
                <a:lnTo>
                  <a:pt x="687225" y="27000"/>
                </a:lnTo>
                <a:lnTo>
                  <a:pt x="687150" y="27150"/>
                </a:lnTo>
                <a:lnTo>
                  <a:pt x="687150" y="27600"/>
                </a:lnTo>
                <a:lnTo>
                  <a:pt x="687075" y="27750"/>
                </a:lnTo>
                <a:lnTo>
                  <a:pt x="687075" y="27975"/>
                </a:lnTo>
                <a:lnTo>
                  <a:pt x="687000" y="28200"/>
                </a:lnTo>
                <a:lnTo>
                  <a:pt x="687000" y="28575"/>
                </a:lnTo>
                <a:lnTo>
                  <a:pt x="686925" y="28800"/>
                </a:lnTo>
                <a:lnTo>
                  <a:pt x="686925" y="29175"/>
                </a:lnTo>
                <a:lnTo>
                  <a:pt x="686850" y="29400"/>
                </a:lnTo>
                <a:lnTo>
                  <a:pt x="686850" y="30000"/>
                </a:lnTo>
                <a:lnTo>
                  <a:pt x="686775" y="30225"/>
                </a:lnTo>
                <a:lnTo>
                  <a:pt x="686775" y="31050"/>
                </a:lnTo>
                <a:lnTo>
                  <a:pt x="686700" y="31275"/>
                </a:lnTo>
                <a:lnTo>
                  <a:pt x="686700" y="33150"/>
                </a:lnTo>
                <a:lnTo>
                  <a:pt x="686625" y="33375"/>
                </a:lnTo>
                <a:lnTo>
                  <a:pt x="686625" y="34050"/>
                </a:lnTo>
                <a:lnTo>
                  <a:pt x="686700" y="34200"/>
                </a:lnTo>
                <a:lnTo>
                  <a:pt x="686700" y="36150"/>
                </a:lnTo>
                <a:lnTo>
                  <a:pt x="686775" y="36300"/>
                </a:lnTo>
                <a:lnTo>
                  <a:pt x="686775" y="37200"/>
                </a:lnTo>
                <a:lnTo>
                  <a:pt x="686850" y="37350"/>
                </a:lnTo>
                <a:lnTo>
                  <a:pt x="686850" y="37800"/>
                </a:lnTo>
                <a:lnTo>
                  <a:pt x="686925" y="38025"/>
                </a:lnTo>
                <a:lnTo>
                  <a:pt x="686925" y="38625"/>
                </a:lnTo>
                <a:lnTo>
                  <a:pt x="687000" y="38850"/>
                </a:lnTo>
                <a:lnTo>
                  <a:pt x="687000" y="39075"/>
                </a:lnTo>
                <a:lnTo>
                  <a:pt x="687075" y="39300"/>
                </a:lnTo>
                <a:lnTo>
                  <a:pt x="687075" y="39675"/>
                </a:lnTo>
                <a:lnTo>
                  <a:pt x="687150" y="39900"/>
                </a:lnTo>
                <a:lnTo>
                  <a:pt x="687150" y="40125"/>
                </a:lnTo>
                <a:lnTo>
                  <a:pt x="687225" y="40275"/>
                </a:lnTo>
                <a:lnTo>
                  <a:pt x="687225" y="40500"/>
                </a:lnTo>
                <a:lnTo>
                  <a:pt x="687300" y="40725"/>
                </a:lnTo>
                <a:lnTo>
                  <a:pt x="687300" y="40950"/>
                </a:lnTo>
                <a:lnTo>
                  <a:pt x="687375" y="41100"/>
                </a:lnTo>
                <a:lnTo>
                  <a:pt x="687375" y="41325"/>
                </a:lnTo>
                <a:lnTo>
                  <a:pt x="687525" y="41925"/>
                </a:lnTo>
                <a:lnTo>
                  <a:pt x="687525" y="42150"/>
                </a:lnTo>
                <a:lnTo>
                  <a:pt x="687675" y="42525"/>
                </a:lnTo>
                <a:lnTo>
                  <a:pt x="687675" y="42750"/>
                </a:lnTo>
                <a:lnTo>
                  <a:pt x="687750" y="42975"/>
                </a:lnTo>
                <a:lnTo>
                  <a:pt x="687750" y="43125"/>
                </a:lnTo>
                <a:lnTo>
                  <a:pt x="687975" y="43725"/>
                </a:lnTo>
                <a:lnTo>
                  <a:pt x="687975" y="43950"/>
                </a:lnTo>
                <a:lnTo>
                  <a:pt x="688125" y="44325"/>
                </a:lnTo>
                <a:lnTo>
                  <a:pt x="688125" y="44550"/>
                </a:lnTo>
                <a:lnTo>
                  <a:pt x="688350" y="45075"/>
                </a:lnTo>
                <a:lnTo>
                  <a:pt x="688425" y="45300"/>
                </a:lnTo>
                <a:lnTo>
                  <a:pt x="688425" y="45450"/>
                </a:lnTo>
                <a:lnTo>
                  <a:pt x="688575" y="45900"/>
                </a:lnTo>
                <a:lnTo>
                  <a:pt x="689550" y="48300"/>
                </a:lnTo>
                <a:lnTo>
                  <a:pt x="690000" y="49350"/>
                </a:lnTo>
                <a:lnTo>
                  <a:pt x="690150" y="49650"/>
                </a:lnTo>
                <a:lnTo>
                  <a:pt x="690300" y="49800"/>
                </a:lnTo>
                <a:lnTo>
                  <a:pt x="690450" y="50175"/>
                </a:lnTo>
                <a:lnTo>
                  <a:pt x="685350" y="52500"/>
                </a:lnTo>
                <a:lnTo>
                  <a:pt x="685200" y="52275"/>
                </a:lnTo>
                <a:lnTo>
                  <a:pt x="685050" y="51900"/>
                </a:lnTo>
                <a:lnTo>
                  <a:pt x="684900" y="51675"/>
                </a:lnTo>
                <a:lnTo>
                  <a:pt x="684825" y="51525"/>
                </a:lnTo>
                <a:lnTo>
                  <a:pt x="684825" y="51450"/>
                </a:lnTo>
                <a:lnTo>
                  <a:pt x="684600" y="51075"/>
                </a:lnTo>
                <a:lnTo>
                  <a:pt x="684450" y="50700"/>
                </a:lnTo>
                <a:lnTo>
                  <a:pt x="684450" y="50625"/>
                </a:lnTo>
                <a:lnTo>
                  <a:pt x="684300" y="50475"/>
                </a:lnTo>
                <a:lnTo>
                  <a:pt x="684000" y="49650"/>
                </a:lnTo>
                <a:lnTo>
                  <a:pt x="684000" y="49575"/>
                </a:lnTo>
                <a:lnTo>
                  <a:pt x="683850" y="49425"/>
                </a:lnTo>
                <a:lnTo>
                  <a:pt x="683850" y="49350"/>
                </a:lnTo>
                <a:lnTo>
                  <a:pt x="683325" y="47925"/>
                </a:lnTo>
                <a:lnTo>
                  <a:pt x="683325" y="47850"/>
                </a:lnTo>
                <a:lnTo>
                  <a:pt x="682500" y="45450"/>
                </a:lnTo>
                <a:lnTo>
                  <a:pt x="682500" y="45225"/>
                </a:lnTo>
                <a:lnTo>
                  <a:pt x="682200" y="44325"/>
                </a:lnTo>
                <a:lnTo>
                  <a:pt x="682200" y="44100"/>
                </a:lnTo>
                <a:lnTo>
                  <a:pt x="682050" y="43650"/>
                </a:lnTo>
                <a:lnTo>
                  <a:pt x="682050" y="43425"/>
                </a:lnTo>
                <a:lnTo>
                  <a:pt x="681900" y="42975"/>
                </a:lnTo>
                <a:lnTo>
                  <a:pt x="681900" y="42675"/>
                </a:lnTo>
                <a:lnTo>
                  <a:pt x="681825" y="42525"/>
                </a:lnTo>
                <a:lnTo>
                  <a:pt x="681750" y="42225"/>
                </a:lnTo>
                <a:lnTo>
                  <a:pt x="681750" y="42000"/>
                </a:lnTo>
                <a:lnTo>
                  <a:pt x="681675" y="41775"/>
                </a:lnTo>
                <a:lnTo>
                  <a:pt x="681675" y="41550"/>
                </a:lnTo>
                <a:lnTo>
                  <a:pt x="681600" y="41325"/>
                </a:lnTo>
                <a:lnTo>
                  <a:pt x="681600" y="41100"/>
                </a:lnTo>
                <a:lnTo>
                  <a:pt x="681525" y="40875"/>
                </a:lnTo>
                <a:lnTo>
                  <a:pt x="681525" y="40650"/>
                </a:lnTo>
                <a:lnTo>
                  <a:pt x="681450" y="40425"/>
                </a:lnTo>
                <a:lnTo>
                  <a:pt x="681450" y="40125"/>
                </a:lnTo>
                <a:lnTo>
                  <a:pt x="681375" y="39900"/>
                </a:lnTo>
                <a:lnTo>
                  <a:pt x="681375" y="39675"/>
                </a:lnTo>
                <a:lnTo>
                  <a:pt x="681300" y="39450"/>
                </a:lnTo>
                <a:lnTo>
                  <a:pt x="681300" y="39000"/>
                </a:lnTo>
                <a:lnTo>
                  <a:pt x="681225" y="38775"/>
                </a:lnTo>
                <a:lnTo>
                  <a:pt x="681225" y="38250"/>
                </a:lnTo>
                <a:lnTo>
                  <a:pt x="681150" y="38025"/>
                </a:lnTo>
                <a:lnTo>
                  <a:pt x="681150" y="37575"/>
                </a:lnTo>
                <a:lnTo>
                  <a:pt x="681075" y="37350"/>
                </a:lnTo>
                <a:lnTo>
                  <a:pt x="681075" y="36375"/>
                </a:lnTo>
                <a:lnTo>
                  <a:pt x="681000" y="36150"/>
                </a:lnTo>
                <a:lnTo>
                  <a:pt x="681000" y="34050"/>
                </a:lnTo>
                <a:lnTo>
                  <a:pt x="680925" y="34050"/>
                </a:lnTo>
                <a:lnTo>
                  <a:pt x="680925" y="33375"/>
                </a:lnTo>
                <a:lnTo>
                  <a:pt x="681000" y="33150"/>
                </a:lnTo>
                <a:lnTo>
                  <a:pt x="681000" y="31200"/>
                </a:lnTo>
                <a:lnTo>
                  <a:pt x="681075" y="30975"/>
                </a:lnTo>
                <a:lnTo>
                  <a:pt x="681075" y="30075"/>
                </a:lnTo>
                <a:lnTo>
                  <a:pt x="681150" y="29850"/>
                </a:lnTo>
                <a:lnTo>
                  <a:pt x="681150" y="29100"/>
                </a:lnTo>
                <a:lnTo>
                  <a:pt x="681225" y="28950"/>
                </a:lnTo>
                <a:lnTo>
                  <a:pt x="681225" y="28425"/>
                </a:lnTo>
                <a:lnTo>
                  <a:pt x="681300" y="28200"/>
                </a:lnTo>
                <a:lnTo>
                  <a:pt x="681300" y="27975"/>
                </a:lnTo>
                <a:lnTo>
                  <a:pt x="681375" y="27750"/>
                </a:lnTo>
                <a:lnTo>
                  <a:pt x="681375" y="27300"/>
                </a:lnTo>
                <a:lnTo>
                  <a:pt x="681450" y="27075"/>
                </a:lnTo>
                <a:lnTo>
                  <a:pt x="681450" y="26850"/>
                </a:lnTo>
                <a:lnTo>
                  <a:pt x="681525" y="26625"/>
                </a:lnTo>
                <a:lnTo>
                  <a:pt x="681525" y="26400"/>
                </a:lnTo>
                <a:lnTo>
                  <a:pt x="681600" y="26175"/>
                </a:lnTo>
                <a:lnTo>
                  <a:pt x="681600" y="25950"/>
                </a:lnTo>
                <a:lnTo>
                  <a:pt x="681675" y="25725"/>
                </a:lnTo>
                <a:lnTo>
                  <a:pt x="681675" y="25500"/>
                </a:lnTo>
                <a:lnTo>
                  <a:pt x="681750" y="25275"/>
                </a:lnTo>
                <a:lnTo>
                  <a:pt x="681750" y="25050"/>
                </a:lnTo>
                <a:lnTo>
                  <a:pt x="681300" y="25350"/>
                </a:lnTo>
                <a:lnTo>
                  <a:pt x="680775" y="25875"/>
                </a:lnTo>
                <a:lnTo>
                  <a:pt x="680625" y="25950"/>
                </a:lnTo>
                <a:lnTo>
                  <a:pt x="680325" y="26250"/>
                </a:lnTo>
                <a:lnTo>
                  <a:pt x="679650" y="26700"/>
                </a:lnTo>
                <a:lnTo>
                  <a:pt x="679200" y="27150"/>
                </a:lnTo>
                <a:lnTo>
                  <a:pt x="679050" y="27225"/>
                </a:lnTo>
                <a:lnTo>
                  <a:pt x="679050" y="27300"/>
                </a:lnTo>
                <a:lnTo>
                  <a:pt x="678900" y="27375"/>
                </a:lnTo>
                <a:lnTo>
                  <a:pt x="678825" y="27375"/>
                </a:lnTo>
                <a:lnTo>
                  <a:pt x="678375" y="27825"/>
                </a:lnTo>
                <a:lnTo>
                  <a:pt x="678000" y="28050"/>
                </a:lnTo>
                <a:lnTo>
                  <a:pt x="677700" y="28350"/>
                </a:lnTo>
                <a:lnTo>
                  <a:pt x="677625" y="28350"/>
                </a:lnTo>
                <a:lnTo>
                  <a:pt x="677325" y="28650"/>
                </a:lnTo>
                <a:lnTo>
                  <a:pt x="677100" y="28725"/>
                </a:lnTo>
                <a:lnTo>
                  <a:pt x="677100" y="28800"/>
                </a:lnTo>
                <a:lnTo>
                  <a:pt x="676950" y="28875"/>
                </a:lnTo>
                <a:lnTo>
                  <a:pt x="676800" y="29025"/>
                </a:lnTo>
                <a:lnTo>
                  <a:pt x="676725" y="29025"/>
                </a:lnTo>
                <a:lnTo>
                  <a:pt x="676425" y="29325"/>
                </a:lnTo>
                <a:lnTo>
                  <a:pt x="676350" y="29325"/>
                </a:lnTo>
                <a:lnTo>
                  <a:pt x="676200" y="29400"/>
                </a:lnTo>
                <a:lnTo>
                  <a:pt x="676200" y="29475"/>
                </a:lnTo>
                <a:lnTo>
                  <a:pt x="676050" y="29550"/>
                </a:lnTo>
                <a:lnTo>
                  <a:pt x="675975" y="29550"/>
                </a:lnTo>
                <a:lnTo>
                  <a:pt x="675825" y="29700"/>
                </a:lnTo>
                <a:lnTo>
                  <a:pt x="675000" y="30225"/>
                </a:lnTo>
                <a:lnTo>
                  <a:pt x="674850" y="30375"/>
                </a:lnTo>
                <a:lnTo>
                  <a:pt x="674775" y="30375"/>
                </a:lnTo>
                <a:lnTo>
                  <a:pt x="674400" y="30600"/>
                </a:lnTo>
                <a:lnTo>
                  <a:pt x="674175" y="30675"/>
                </a:lnTo>
                <a:lnTo>
                  <a:pt x="674175" y="30750"/>
                </a:lnTo>
                <a:lnTo>
                  <a:pt x="673950" y="30825"/>
                </a:lnTo>
                <a:lnTo>
                  <a:pt x="673800" y="30975"/>
                </a:lnTo>
                <a:lnTo>
                  <a:pt x="673500" y="31050"/>
                </a:lnTo>
                <a:lnTo>
                  <a:pt x="673350" y="31200"/>
                </a:lnTo>
                <a:lnTo>
                  <a:pt x="673050" y="31275"/>
                </a:lnTo>
                <a:lnTo>
                  <a:pt x="672900" y="31425"/>
                </a:lnTo>
                <a:lnTo>
                  <a:pt x="672600" y="31500"/>
                </a:lnTo>
                <a:lnTo>
                  <a:pt x="672375" y="31650"/>
                </a:lnTo>
                <a:lnTo>
                  <a:pt x="671925" y="31800"/>
                </a:lnTo>
                <a:lnTo>
                  <a:pt x="671700" y="31950"/>
                </a:lnTo>
                <a:lnTo>
                  <a:pt x="670425" y="32325"/>
                </a:lnTo>
                <a:lnTo>
                  <a:pt x="670425" y="32400"/>
                </a:lnTo>
                <a:lnTo>
                  <a:pt x="670200" y="32400"/>
                </a:lnTo>
                <a:lnTo>
                  <a:pt x="670125" y="32475"/>
                </a:lnTo>
                <a:lnTo>
                  <a:pt x="669900" y="32475"/>
                </a:lnTo>
                <a:lnTo>
                  <a:pt x="669750" y="32550"/>
                </a:lnTo>
                <a:lnTo>
                  <a:pt x="669750" y="52500"/>
                </a:lnTo>
                <a:lnTo>
                  <a:pt x="664050" y="52500"/>
                </a:lnTo>
                <a:lnTo>
                  <a:pt x="664050" y="0"/>
                </a:lnTo>
                <a:lnTo>
                  <a:pt x="669750" y="0"/>
                </a:lnTo>
                <a:lnTo>
                  <a:pt x="669750" y="26925"/>
                </a:lnTo>
                <a:close/>
                <a:moveTo>
                  <a:pt x="700800" y="14250"/>
                </a:moveTo>
                <a:lnTo>
                  <a:pt x="700800" y="52500"/>
                </a:lnTo>
                <a:lnTo>
                  <a:pt x="695100" y="52500"/>
                </a:lnTo>
                <a:lnTo>
                  <a:pt x="695100" y="14250"/>
                </a:lnTo>
                <a:close/>
                <a:moveTo>
                  <a:pt x="707100" y="2475"/>
                </a:moveTo>
                <a:lnTo>
                  <a:pt x="707175" y="2100"/>
                </a:lnTo>
                <a:lnTo>
                  <a:pt x="707325" y="1725"/>
                </a:lnTo>
                <a:lnTo>
                  <a:pt x="708000" y="825"/>
                </a:lnTo>
                <a:lnTo>
                  <a:pt x="708675" y="375"/>
                </a:lnTo>
                <a:lnTo>
                  <a:pt x="709425" y="75"/>
                </a:lnTo>
                <a:lnTo>
                  <a:pt x="709875" y="0"/>
                </a:lnTo>
                <a:lnTo>
                  <a:pt x="734250" y="0"/>
                </a:lnTo>
                <a:lnTo>
                  <a:pt x="734700" y="75"/>
                </a:lnTo>
                <a:lnTo>
                  <a:pt x="735450" y="375"/>
                </a:lnTo>
                <a:lnTo>
                  <a:pt x="736125" y="825"/>
                </a:lnTo>
                <a:lnTo>
                  <a:pt x="736800" y="1725"/>
                </a:lnTo>
                <a:lnTo>
                  <a:pt x="736950" y="2100"/>
                </a:lnTo>
                <a:lnTo>
                  <a:pt x="737025" y="2475"/>
                </a:lnTo>
                <a:lnTo>
                  <a:pt x="737025" y="8250"/>
                </a:lnTo>
                <a:lnTo>
                  <a:pt x="730725" y="8250"/>
                </a:lnTo>
                <a:lnTo>
                  <a:pt x="730725" y="5700"/>
                </a:lnTo>
                <a:lnTo>
                  <a:pt x="713400" y="5700"/>
                </a:lnTo>
                <a:lnTo>
                  <a:pt x="713400" y="52500"/>
                </a:lnTo>
                <a:lnTo>
                  <a:pt x="707100" y="52500"/>
                </a:lnTo>
                <a:close/>
                <a:moveTo>
                  <a:pt x="758550" y="19575"/>
                </a:moveTo>
                <a:lnTo>
                  <a:pt x="758700" y="19425"/>
                </a:lnTo>
                <a:lnTo>
                  <a:pt x="758700" y="19350"/>
                </a:lnTo>
                <a:lnTo>
                  <a:pt x="758925" y="19125"/>
                </a:lnTo>
                <a:lnTo>
                  <a:pt x="759000" y="18975"/>
                </a:lnTo>
                <a:lnTo>
                  <a:pt x="759225" y="18750"/>
                </a:lnTo>
                <a:lnTo>
                  <a:pt x="759225" y="18675"/>
                </a:lnTo>
                <a:lnTo>
                  <a:pt x="759600" y="18300"/>
                </a:lnTo>
                <a:lnTo>
                  <a:pt x="759600" y="18225"/>
                </a:lnTo>
                <a:lnTo>
                  <a:pt x="759750" y="18075"/>
                </a:lnTo>
                <a:lnTo>
                  <a:pt x="759825" y="18075"/>
                </a:lnTo>
                <a:lnTo>
                  <a:pt x="759975" y="17850"/>
                </a:lnTo>
                <a:lnTo>
                  <a:pt x="760350" y="17475"/>
                </a:lnTo>
                <a:lnTo>
                  <a:pt x="760575" y="17325"/>
                </a:lnTo>
                <a:lnTo>
                  <a:pt x="760575" y="17250"/>
                </a:lnTo>
                <a:lnTo>
                  <a:pt x="760725" y="17100"/>
                </a:lnTo>
                <a:lnTo>
                  <a:pt x="760800" y="17100"/>
                </a:lnTo>
                <a:lnTo>
                  <a:pt x="760950" y="16950"/>
                </a:lnTo>
                <a:lnTo>
                  <a:pt x="761025" y="16950"/>
                </a:lnTo>
                <a:lnTo>
                  <a:pt x="761175" y="16800"/>
                </a:lnTo>
                <a:lnTo>
                  <a:pt x="761175" y="16725"/>
                </a:lnTo>
                <a:lnTo>
                  <a:pt x="761400" y="16650"/>
                </a:lnTo>
                <a:lnTo>
                  <a:pt x="761400" y="16575"/>
                </a:lnTo>
                <a:lnTo>
                  <a:pt x="761625" y="16425"/>
                </a:lnTo>
                <a:lnTo>
                  <a:pt x="761775" y="16275"/>
                </a:lnTo>
                <a:lnTo>
                  <a:pt x="761850" y="16275"/>
                </a:lnTo>
                <a:lnTo>
                  <a:pt x="762000" y="16125"/>
                </a:lnTo>
                <a:lnTo>
                  <a:pt x="762075" y="16125"/>
                </a:lnTo>
                <a:lnTo>
                  <a:pt x="762225" y="15975"/>
                </a:lnTo>
                <a:lnTo>
                  <a:pt x="762300" y="15975"/>
                </a:lnTo>
                <a:lnTo>
                  <a:pt x="762450" y="15900"/>
                </a:lnTo>
                <a:lnTo>
                  <a:pt x="762750" y="15675"/>
                </a:lnTo>
                <a:lnTo>
                  <a:pt x="762975" y="15600"/>
                </a:lnTo>
                <a:lnTo>
                  <a:pt x="763200" y="15450"/>
                </a:lnTo>
                <a:lnTo>
                  <a:pt x="763425" y="15375"/>
                </a:lnTo>
                <a:lnTo>
                  <a:pt x="763425" y="15300"/>
                </a:lnTo>
                <a:lnTo>
                  <a:pt x="763725" y="15225"/>
                </a:lnTo>
                <a:lnTo>
                  <a:pt x="764100" y="15000"/>
                </a:lnTo>
                <a:lnTo>
                  <a:pt x="764625" y="14850"/>
                </a:lnTo>
                <a:lnTo>
                  <a:pt x="764625" y="14775"/>
                </a:lnTo>
                <a:lnTo>
                  <a:pt x="766125" y="14325"/>
                </a:lnTo>
                <a:lnTo>
                  <a:pt x="766275" y="14250"/>
                </a:lnTo>
                <a:lnTo>
                  <a:pt x="766875" y="14100"/>
                </a:lnTo>
                <a:lnTo>
                  <a:pt x="767025" y="14025"/>
                </a:lnTo>
                <a:lnTo>
                  <a:pt x="767325" y="14025"/>
                </a:lnTo>
                <a:lnTo>
                  <a:pt x="767775" y="13875"/>
                </a:lnTo>
                <a:lnTo>
                  <a:pt x="768075" y="13875"/>
                </a:lnTo>
                <a:lnTo>
                  <a:pt x="768300" y="13800"/>
                </a:lnTo>
                <a:lnTo>
                  <a:pt x="768600" y="13800"/>
                </a:lnTo>
                <a:lnTo>
                  <a:pt x="768750" y="13725"/>
                </a:lnTo>
                <a:lnTo>
                  <a:pt x="769050" y="13725"/>
                </a:lnTo>
                <a:lnTo>
                  <a:pt x="769275" y="13650"/>
                </a:lnTo>
                <a:lnTo>
                  <a:pt x="769800" y="13650"/>
                </a:lnTo>
                <a:lnTo>
                  <a:pt x="770025" y="13575"/>
                </a:lnTo>
                <a:lnTo>
                  <a:pt x="770775" y="13575"/>
                </a:lnTo>
                <a:lnTo>
                  <a:pt x="771000" y="13500"/>
                </a:lnTo>
                <a:lnTo>
                  <a:pt x="773550" y="13500"/>
                </a:lnTo>
                <a:lnTo>
                  <a:pt x="773700" y="13575"/>
                </a:lnTo>
                <a:lnTo>
                  <a:pt x="774375" y="13575"/>
                </a:lnTo>
                <a:lnTo>
                  <a:pt x="774525" y="13650"/>
                </a:lnTo>
                <a:lnTo>
                  <a:pt x="774975" y="13650"/>
                </a:lnTo>
                <a:lnTo>
                  <a:pt x="775125" y="13725"/>
                </a:lnTo>
                <a:lnTo>
                  <a:pt x="775500" y="13725"/>
                </a:lnTo>
                <a:lnTo>
                  <a:pt x="775575" y="13800"/>
                </a:lnTo>
                <a:lnTo>
                  <a:pt x="775875" y="13800"/>
                </a:lnTo>
                <a:lnTo>
                  <a:pt x="775950" y="13875"/>
                </a:lnTo>
                <a:lnTo>
                  <a:pt x="776100" y="13875"/>
                </a:lnTo>
                <a:lnTo>
                  <a:pt x="776250" y="13950"/>
                </a:lnTo>
                <a:lnTo>
                  <a:pt x="776550" y="13950"/>
                </a:lnTo>
                <a:lnTo>
                  <a:pt x="776700" y="14025"/>
                </a:lnTo>
                <a:lnTo>
                  <a:pt x="776925" y="14025"/>
                </a:lnTo>
                <a:lnTo>
                  <a:pt x="777225" y="14175"/>
                </a:lnTo>
                <a:lnTo>
                  <a:pt x="777450" y="14175"/>
                </a:lnTo>
                <a:lnTo>
                  <a:pt x="777450" y="14250"/>
                </a:lnTo>
                <a:lnTo>
                  <a:pt x="777675" y="14250"/>
                </a:lnTo>
                <a:lnTo>
                  <a:pt x="777750" y="14325"/>
                </a:lnTo>
                <a:lnTo>
                  <a:pt x="777825" y="14325"/>
                </a:lnTo>
                <a:lnTo>
                  <a:pt x="778125" y="14475"/>
                </a:lnTo>
                <a:lnTo>
                  <a:pt x="778200" y="14475"/>
                </a:lnTo>
                <a:lnTo>
                  <a:pt x="778350" y="14550"/>
                </a:lnTo>
                <a:lnTo>
                  <a:pt x="778500" y="14550"/>
                </a:lnTo>
                <a:lnTo>
                  <a:pt x="778725" y="14700"/>
                </a:lnTo>
                <a:lnTo>
                  <a:pt x="778875" y="14700"/>
                </a:lnTo>
                <a:lnTo>
                  <a:pt x="778875" y="14775"/>
                </a:lnTo>
                <a:lnTo>
                  <a:pt x="779025" y="14775"/>
                </a:lnTo>
                <a:lnTo>
                  <a:pt x="779250" y="14925"/>
                </a:lnTo>
                <a:lnTo>
                  <a:pt x="779400" y="14925"/>
                </a:lnTo>
                <a:lnTo>
                  <a:pt x="779400" y="15000"/>
                </a:lnTo>
                <a:lnTo>
                  <a:pt x="779550" y="15000"/>
                </a:lnTo>
                <a:lnTo>
                  <a:pt x="779550" y="15075"/>
                </a:lnTo>
                <a:lnTo>
                  <a:pt x="779700" y="15075"/>
                </a:lnTo>
                <a:lnTo>
                  <a:pt x="779850" y="15225"/>
                </a:lnTo>
                <a:lnTo>
                  <a:pt x="779925" y="15225"/>
                </a:lnTo>
                <a:lnTo>
                  <a:pt x="780525" y="15525"/>
                </a:lnTo>
                <a:lnTo>
                  <a:pt x="780600" y="15525"/>
                </a:lnTo>
                <a:lnTo>
                  <a:pt x="780825" y="15750"/>
                </a:lnTo>
                <a:lnTo>
                  <a:pt x="780900" y="15750"/>
                </a:lnTo>
                <a:lnTo>
                  <a:pt x="781200" y="15900"/>
                </a:lnTo>
                <a:lnTo>
                  <a:pt x="781350" y="16050"/>
                </a:lnTo>
                <a:lnTo>
                  <a:pt x="781650" y="16200"/>
                </a:lnTo>
                <a:lnTo>
                  <a:pt x="781800" y="16350"/>
                </a:lnTo>
                <a:lnTo>
                  <a:pt x="782100" y="16500"/>
                </a:lnTo>
                <a:lnTo>
                  <a:pt x="782100" y="16575"/>
                </a:lnTo>
                <a:lnTo>
                  <a:pt x="782250" y="16650"/>
                </a:lnTo>
                <a:lnTo>
                  <a:pt x="782475" y="16875"/>
                </a:lnTo>
                <a:lnTo>
                  <a:pt x="782550" y="16875"/>
                </a:lnTo>
                <a:lnTo>
                  <a:pt x="782775" y="17100"/>
                </a:lnTo>
                <a:lnTo>
                  <a:pt x="782925" y="17175"/>
                </a:lnTo>
                <a:lnTo>
                  <a:pt x="782925" y="17250"/>
                </a:lnTo>
                <a:lnTo>
                  <a:pt x="783225" y="17400"/>
                </a:lnTo>
                <a:lnTo>
                  <a:pt x="783225" y="17475"/>
                </a:lnTo>
                <a:lnTo>
                  <a:pt x="783300" y="17550"/>
                </a:lnTo>
                <a:lnTo>
                  <a:pt x="783375" y="17550"/>
                </a:lnTo>
                <a:lnTo>
                  <a:pt x="783450" y="17700"/>
                </a:lnTo>
                <a:lnTo>
                  <a:pt x="783600" y="17775"/>
                </a:lnTo>
                <a:lnTo>
                  <a:pt x="783675" y="17925"/>
                </a:lnTo>
                <a:lnTo>
                  <a:pt x="783750" y="17925"/>
                </a:lnTo>
                <a:lnTo>
                  <a:pt x="783825" y="18000"/>
                </a:lnTo>
                <a:lnTo>
                  <a:pt x="783825" y="18075"/>
                </a:lnTo>
                <a:lnTo>
                  <a:pt x="783975" y="18150"/>
                </a:lnTo>
                <a:lnTo>
                  <a:pt x="784125" y="18300"/>
                </a:lnTo>
                <a:lnTo>
                  <a:pt x="784200" y="18450"/>
                </a:lnTo>
                <a:lnTo>
                  <a:pt x="784350" y="18525"/>
                </a:lnTo>
                <a:lnTo>
                  <a:pt x="784350" y="18600"/>
                </a:lnTo>
                <a:lnTo>
                  <a:pt x="784425" y="18675"/>
                </a:lnTo>
                <a:lnTo>
                  <a:pt x="784500" y="18675"/>
                </a:lnTo>
                <a:lnTo>
                  <a:pt x="784575" y="18825"/>
                </a:lnTo>
                <a:lnTo>
                  <a:pt x="784800" y="19050"/>
                </a:lnTo>
                <a:lnTo>
                  <a:pt x="784800" y="19125"/>
                </a:lnTo>
                <a:lnTo>
                  <a:pt x="784950" y="19200"/>
                </a:lnTo>
                <a:lnTo>
                  <a:pt x="785100" y="19500"/>
                </a:lnTo>
                <a:lnTo>
                  <a:pt x="785175" y="19500"/>
                </a:lnTo>
                <a:lnTo>
                  <a:pt x="785250" y="19575"/>
                </a:lnTo>
                <a:lnTo>
                  <a:pt x="785250" y="19650"/>
                </a:lnTo>
                <a:lnTo>
                  <a:pt x="785475" y="19875"/>
                </a:lnTo>
                <a:lnTo>
                  <a:pt x="785550" y="20025"/>
                </a:lnTo>
                <a:lnTo>
                  <a:pt x="785700" y="20175"/>
                </a:lnTo>
                <a:lnTo>
                  <a:pt x="785850" y="20475"/>
                </a:lnTo>
                <a:lnTo>
                  <a:pt x="786000" y="20625"/>
                </a:lnTo>
                <a:lnTo>
                  <a:pt x="786150" y="20925"/>
                </a:lnTo>
                <a:lnTo>
                  <a:pt x="786375" y="21150"/>
                </a:lnTo>
                <a:lnTo>
                  <a:pt x="786375" y="21225"/>
                </a:lnTo>
                <a:lnTo>
                  <a:pt x="786450" y="21300"/>
                </a:lnTo>
                <a:lnTo>
                  <a:pt x="786450" y="21375"/>
                </a:lnTo>
                <a:lnTo>
                  <a:pt x="786525" y="21450"/>
                </a:lnTo>
                <a:lnTo>
                  <a:pt x="786525" y="21525"/>
                </a:lnTo>
                <a:lnTo>
                  <a:pt x="786600" y="21600"/>
                </a:lnTo>
                <a:lnTo>
                  <a:pt x="786600" y="21675"/>
                </a:lnTo>
                <a:lnTo>
                  <a:pt x="786825" y="21900"/>
                </a:lnTo>
                <a:lnTo>
                  <a:pt x="786825" y="21975"/>
                </a:lnTo>
                <a:lnTo>
                  <a:pt x="786975" y="22200"/>
                </a:lnTo>
                <a:lnTo>
                  <a:pt x="786975" y="22275"/>
                </a:lnTo>
                <a:lnTo>
                  <a:pt x="787725" y="23775"/>
                </a:lnTo>
                <a:lnTo>
                  <a:pt x="787725" y="23850"/>
                </a:lnTo>
                <a:lnTo>
                  <a:pt x="787800" y="23925"/>
                </a:lnTo>
                <a:lnTo>
                  <a:pt x="787800" y="24000"/>
                </a:lnTo>
                <a:lnTo>
                  <a:pt x="788025" y="24450"/>
                </a:lnTo>
                <a:lnTo>
                  <a:pt x="788025" y="24600"/>
                </a:lnTo>
                <a:lnTo>
                  <a:pt x="788100" y="24600"/>
                </a:lnTo>
                <a:lnTo>
                  <a:pt x="788100" y="24825"/>
                </a:lnTo>
                <a:lnTo>
                  <a:pt x="788175" y="24900"/>
                </a:lnTo>
                <a:lnTo>
                  <a:pt x="788175" y="24975"/>
                </a:lnTo>
                <a:lnTo>
                  <a:pt x="788325" y="25275"/>
                </a:lnTo>
                <a:lnTo>
                  <a:pt x="788325" y="25425"/>
                </a:lnTo>
                <a:lnTo>
                  <a:pt x="788400" y="25425"/>
                </a:lnTo>
                <a:lnTo>
                  <a:pt x="788400" y="25575"/>
                </a:lnTo>
                <a:lnTo>
                  <a:pt x="788550" y="25950"/>
                </a:lnTo>
                <a:lnTo>
                  <a:pt x="788550" y="26100"/>
                </a:lnTo>
                <a:lnTo>
                  <a:pt x="788700" y="26400"/>
                </a:lnTo>
                <a:lnTo>
                  <a:pt x="788700" y="26625"/>
                </a:lnTo>
                <a:lnTo>
                  <a:pt x="788850" y="26925"/>
                </a:lnTo>
                <a:lnTo>
                  <a:pt x="788850" y="27150"/>
                </a:lnTo>
                <a:lnTo>
                  <a:pt x="788925" y="27300"/>
                </a:lnTo>
                <a:lnTo>
                  <a:pt x="788925" y="27450"/>
                </a:lnTo>
                <a:lnTo>
                  <a:pt x="789000" y="27600"/>
                </a:lnTo>
                <a:lnTo>
                  <a:pt x="789000" y="27825"/>
                </a:lnTo>
                <a:lnTo>
                  <a:pt x="789075" y="27975"/>
                </a:lnTo>
                <a:lnTo>
                  <a:pt x="789075" y="28125"/>
                </a:lnTo>
                <a:lnTo>
                  <a:pt x="789150" y="28275"/>
                </a:lnTo>
                <a:lnTo>
                  <a:pt x="789150" y="28500"/>
                </a:lnTo>
                <a:lnTo>
                  <a:pt x="789225" y="28650"/>
                </a:lnTo>
                <a:lnTo>
                  <a:pt x="789225" y="28800"/>
                </a:lnTo>
                <a:lnTo>
                  <a:pt x="789300" y="28950"/>
                </a:lnTo>
                <a:lnTo>
                  <a:pt x="789300" y="29325"/>
                </a:lnTo>
                <a:lnTo>
                  <a:pt x="789375" y="29475"/>
                </a:lnTo>
                <a:lnTo>
                  <a:pt x="789375" y="29850"/>
                </a:lnTo>
                <a:lnTo>
                  <a:pt x="789450" y="30000"/>
                </a:lnTo>
                <a:lnTo>
                  <a:pt x="789450" y="30375"/>
                </a:lnTo>
                <a:lnTo>
                  <a:pt x="789525" y="30525"/>
                </a:lnTo>
                <a:lnTo>
                  <a:pt x="789525" y="31125"/>
                </a:lnTo>
                <a:lnTo>
                  <a:pt x="789600" y="31275"/>
                </a:lnTo>
                <a:lnTo>
                  <a:pt x="789600" y="32475"/>
                </a:lnTo>
                <a:lnTo>
                  <a:pt x="789675" y="32625"/>
                </a:lnTo>
                <a:lnTo>
                  <a:pt x="789675" y="34125"/>
                </a:lnTo>
                <a:lnTo>
                  <a:pt x="789600" y="34275"/>
                </a:lnTo>
                <a:lnTo>
                  <a:pt x="789600" y="35475"/>
                </a:lnTo>
                <a:lnTo>
                  <a:pt x="789525" y="35625"/>
                </a:lnTo>
                <a:lnTo>
                  <a:pt x="789525" y="36225"/>
                </a:lnTo>
                <a:lnTo>
                  <a:pt x="789450" y="36375"/>
                </a:lnTo>
                <a:lnTo>
                  <a:pt x="789450" y="36750"/>
                </a:lnTo>
                <a:lnTo>
                  <a:pt x="789375" y="36900"/>
                </a:lnTo>
                <a:lnTo>
                  <a:pt x="789375" y="37275"/>
                </a:lnTo>
                <a:lnTo>
                  <a:pt x="789300" y="37425"/>
                </a:lnTo>
                <a:lnTo>
                  <a:pt x="789300" y="37800"/>
                </a:lnTo>
                <a:lnTo>
                  <a:pt x="789225" y="37950"/>
                </a:lnTo>
                <a:lnTo>
                  <a:pt x="789225" y="38100"/>
                </a:lnTo>
                <a:lnTo>
                  <a:pt x="789150" y="38250"/>
                </a:lnTo>
                <a:lnTo>
                  <a:pt x="789150" y="38475"/>
                </a:lnTo>
                <a:lnTo>
                  <a:pt x="789075" y="38625"/>
                </a:lnTo>
                <a:lnTo>
                  <a:pt x="789075" y="38775"/>
                </a:lnTo>
                <a:lnTo>
                  <a:pt x="789000" y="38925"/>
                </a:lnTo>
                <a:lnTo>
                  <a:pt x="789000" y="39150"/>
                </a:lnTo>
                <a:lnTo>
                  <a:pt x="788925" y="39300"/>
                </a:lnTo>
                <a:lnTo>
                  <a:pt x="788925" y="39450"/>
                </a:lnTo>
                <a:lnTo>
                  <a:pt x="788850" y="39600"/>
                </a:lnTo>
                <a:lnTo>
                  <a:pt x="788850" y="39825"/>
                </a:lnTo>
                <a:lnTo>
                  <a:pt x="788700" y="40125"/>
                </a:lnTo>
                <a:lnTo>
                  <a:pt x="788700" y="40350"/>
                </a:lnTo>
                <a:lnTo>
                  <a:pt x="788550" y="40650"/>
                </a:lnTo>
                <a:lnTo>
                  <a:pt x="788550" y="40800"/>
                </a:lnTo>
                <a:lnTo>
                  <a:pt x="788400" y="41175"/>
                </a:lnTo>
                <a:lnTo>
                  <a:pt x="788400" y="41325"/>
                </a:lnTo>
                <a:lnTo>
                  <a:pt x="788325" y="41325"/>
                </a:lnTo>
                <a:lnTo>
                  <a:pt x="788325" y="41475"/>
                </a:lnTo>
                <a:lnTo>
                  <a:pt x="788175" y="41775"/>
                </a:lnTo>
                <a:lnTo>
                  <a:pt x="788175" y="41850"/>
                </a:lnTo>
                <a:lnTo>
                  <a:pt x="788100" y="41925"/>
                </a:lnTo>
                <a:lnTo>
                  <a:pt x="788100" y="42150"/>
                </a:lnTo>
                <a:lnTo>
                  <a:pt x="788025" y="42150"/>
                </a:lnTo>
                <a:lnTo>
                  <a:pt x="788025" y="42300"/>
                </a:lnTo>
                <a:lnTo>
                  <a:pt x="787800" y="42750"/>
                </a:lnTo>
                <a:lnTo>
                  <a:pt x="787800" y="42825"/>
                </a:lnTo>
                <a:lnTo>
                  <a:pt x="787725" y="42900"/>
                </a:lnTo>
                <a:lnTo>
                  <a:pt x="787725" y="42975"/>
                </a:lnTo>
                <a:lnTo>
                  <a:pt x="786975" y="44475"/>
                </a:lnTo>
                <a:lnTo>
                  <a:pt x="786975" y="44550"/>
                </a:lnTo>
                <a:lnTo>
                  <a:pt x="786825" y="44775"/>
                </a:lnTo>
                <a:lnTo>
                  <a:pt x="786825" y="44850"/>
                </a:lnTo>
                <a:lnTo>
                  <a:pt x="786600" y="45075"/>
                </a:lnTo>
                <a:lnTo>
                  <a:pt x="786600" y="45150"/>
                </a:lnTo>
                <a:lnTo>
                  <a:pt x="786525" y="45225"/>
                </a:lnTo>
                <a:lnTo>
                  <a:pt x="786525" y="45300"/>
                </a:lnTo>
                <a:lnTo>
                  <a:pt x="786450" y="45375"/>
                </a:lnTo>
                <a:lnTo>
                  <a:pt x="786450" y="45450"/>
                </a:lnTo>
                <a:lnTo>
                  <a:pt x="786375" y="45525"/>
                </a:lnTo>
                <a:lnTo>
                  <a:pt x="786375" y="45600"/>
                </a:lnTo>
                <a:lnTo>
                  <a:pt x="786150" y="45825"/>
                </a:lnTo>
                <a:lnTo>
                  <a:pt x="786000" y="46125"/>
                </a:lnTo>
                <a:lnTo>
                  <a:pt x="785850" y="46275"/>
                </a:lnTo>
                <a:lnTo>
                  <a:pt x="785700" y="46575"/>
                </a:lnTo>
                <a:lnTo>
                  <a:pt x="785550" y="46725"/>
                </a:lnTo>
                <a:lnTo>
                  <a:pt x="785475" y="46875"/>
                </a:lnTo>
                <a:lnTo>
                  <a:pt x="785250" y="47100"/>
                </a:lnTo>
                <a:lnTo>
                  <a:pt x="785250" y="47175"/>
                </a:lnTo>
                <a:lnTo>
                  <a:pt x="785175" y="47250"/>
                </a:lnTo>
                <a:lnTo>
                  <a:pt x="785100" y="47250"/>
                </a:lnTo>
                <a:lnTo>
                  <a:pt x="784950" y="47550"/>
                </a:lnTo>
                <a:lnTo>
                  <a:pt x="784800" y="47625"/>
                </a:lnTo>
                <a:lnTo>
                  <a:pt x="784800" y="47700"/>
                </a:lnTo>
                <a:lnTo>
                  <a:pt x="784575" y="47925"/>
                </a:lnTo>
                <a:lnTo>
                  <a:pt x="784500" y="48075"/>
                </a:lnTo>
                <a:lnTo>
                  <a:pt x="784425" y="48075"/>
                </a:lnTo>
                <a:lnTo>
                  <a:pt x="784350" y="48150"/>
                </a:lnTo>
                <a:lnTo>
                  <a:pt x="784350" y="48225"/>
                </a:lnTo>
                <a:lnTo>
                  <a:pt x="784200" y="48300"/>
                </a:lnTo>
                <a:lnTo>
                  <a:pt x="784125" y="48450"/>
                </a:lnTo>
                <a:lnTo>
                  <a:pt x="783975" y="48600"/>
                </a:lnTo>
                <a:lnTo>
                  <a:pt x="783825" y="48675"/>
                </a:lnTo>
                <a:lnTo>
                  <a:pt x="783825" y="48750"/>
                </a:lnTo>
                <a:lnTo>
                  <a:pt x="783750" y="48825"/>
                </a:lnTo>
                <a:lnTo>
                  <a:pt x="783675" y="48825"/>
                </a:lnTo>
                <a:lnTo>
                  <a:pt x="783600" y="48975"/>
                </a:lnTo>
                <a:lnTo>
                  <a:pt x="783450" y="49050"/>
                </a:lnTo>
                <a:lnTo>
                  <a:pt x="783375" y="49200"/>
                </a:lnTo>
                <a:lnTo>
                  <a:pt x="783300" y="49200"/>
                </a:lnTo>
                <a:lnTo>
                  <a:pt x="783225" y="49275"/>
                </a:lnTo>
                <a:lnTo>
                  <a:pt x="783225" y="49350"/>
                </a:lnTo>
                <a:lnTo>
                  <a:pt x="782925" y="49500"/>
                </a:lnTo>
                <a:lnTo>
                  <a:pt x="782925" y="49575"/>
                </a:lnTo>
                <a:lnTo>
                  <a:pt x="782775" y="49650"/>
                </a:lnTo>
                <a:lnTo>
                  <a:pt x="782550" y="49875"/>
                </a:lnTo>
                <a:lnTo>
                  <a:pt x="782475" y="49875"/>
                </a:lnTo>
                <a:lnTo>
                  <a:pt x="782250" y="50100"/>
                </a:lnTo>
                <a:lnTo>
                  <a:pt x="782100" y="50175"/>
                </a:lnTo>
                <a:lnTo>
                  <a:pt x="782100" y="50250"/>
                </a:lnTo>
                <a:lnTo>
                  <a:pt x="781800" y="50400"/>
                </a:lnTo>
                <a:lnTo>
                  <a:pt x="781650" y="50550"/>
                </a:lnTo>
                <a:lnTo>
                  <a:pt x="781350" y="50700"/>
                </a:lnTo>
                <a:lnTo>
                  <a:pt x="781200" y="50850"/>
                </a:lnTo>
                <a:lnTo>
                  <a:pt x="780900" y="51000"/>
                </a:lnTo>
                <a:lnTo>
                  <a:pt x="780825" y="51000"/>
                </a:lnTo>
                <a:lnTo>
                  <a:pt x="780600" y="51225"/>
                </a:lnTo>
                <a:lnTo>
                  <a:pt x="780525" y="51225"/>
                </a:lnTo>
                <a:lnTo>
                  <a:pt x="779925" y="51525"/>
                </a:lnTo>
                <a:lnTo>
                  <a:pt x="779850" y="51525"/>
                </a:lnTo>
                <a:lnTo>
                  <a:pt x="779700" y="51675"/>
                </a:lnTo>
                <a:lnTo>
                  <a:pt x="779550" y="51675"/>
                </a:lnTo>
                <a:lnTo>
                  <a:pt x="779550" y="51750"/>
                </a:lnTo>
                <a:lnTo>
                  <a:pt x="779400" y="51750"/>
                </a:lnTo>
                <a:lnTo>
                  <a:pt x="779400" y="51825"/>
                </a:lnTo>
                <a:lnTo>
                  <a:pt x="779250" y="51825"/>
                </a:lnTo>
                <a:lnTo>
                  <a:pt x="779175" y="51900"/>
                </a:lnTo>
                <a:lnTo>
                  <a:pt x="779100" y="51900"/>
                </a:lnTo>
                <a:lnTo>
                  <a:pt x="779025" y="51975"/>
                </a:lnTo>
                <a:lnTo>
                  <a:pt x="778875" y="51975"/>
                </a:lnTo>
                <a:lnTo>
                  <a:pt x="778875" y="52050"/>
                </a:lnTo>
                <a:lnTo>
                  <a:pt x="778725" y="52050"/>
                </a:lnTo>
                <a:lnTo>
                  <a:pt x="778500" y="52200"/>
                </a:lnTo>
                <a:lnTo>
                  <a:pt x="778350" y="52200"/>
                </a:lnTo>
                <a:lnTo>
                  <a:pt x="777825" y="52425"/>
                </a:lnTo>
                <a:lnTo>
                  <a:pt x="777750" y="52425"/>
                </a:lnTo>
                <a:lnTo>
                  <a:pt x="777675" y="52500"/>
                </a:lnTo>
                <a:lnTo>
                  <a:pt x="777450" y="52500"/>
                </a:lnTo>
                <a:lnTo>
                  <a:pt x="777450" y="52575"/>
                </a:lnTo>
                <a:lnTo>
                  <a:pt x="777225" y="52575"/>
                </a:lnTo>
                <a:lnTo>
                  <a:pt x="776925" y="52725"/>
                </a:lnTo>
                <a:lnTo>
                  <a:pt x="776700" y="52725"/>
                </a:lnTo>
                <a:lnTo>
                  <a:pt x="776550" y="52800"/>
                </a:lnTo>
                <a:lnTo>
                  <a:pt x="776250" y="52800"/>
                </a:lnTo>
                <a:lnTo>
                  <a:pt x="776100" y="52875"/>
                </a:lnTo>
                <a:lnTo>
                  <a:pt x="775950" y="52875"/>
                </a:lnTo>
                <a:lnTo>
                  <a:pt x="775875" y="52950"/>
                </a:lnTo>
                <a:lnTo>
                  <a:pt x="775575" y="52950"/>
                </a:lnTo>
                <a:lnTo>
                  <a:pt x="775500" y="53025"/>
                </a:lnTo>
                <a:lnTo>
                  <a:pt x="775125" y="53025"/>
                </a:lnTo>
                <a:lnTo>
                  <a:pt x="774975" y="53100"/>
                </a:lnTo>
                <a:lnTo>
                  <a:pt x="774525" y="53100"/>
                </a:lnTo>
                <a:lnTo>
                  <a:pt x="774375" y="53175"/>
                </a:lnTo>
                <a:lnTo>
                  <a:pt x="773700" y="53175"/>
                </a:lnTo>
                <a:lnTo>
                  <a:pt x="773550" y="53250"/>
                </a:lnTo>
                <a:lnTo>
                  <a:pt x="771000" y="53250"/>
                </a:lnTo>
                <a:lnTo>
                  <a:pt x="770775" y="53175"/>
                </a:lnTo>
                <a:lnTo>
                  <a:pt x="770025" y="53175"/>
                </a:lnTo>
                <a:lnTo>
                  <a:pt x="769800" y="53100"/>
                </a:lnTo>
                <a:lnTo>
                  <a:pt x="769275" y="53100"/>
                </a:lnTo>
                <a:lnTo>
                  <a:pt x="769050" y="53025"/>
                </a:lnTo>
                <a:lnTo>
                  <a:pt x="768750" y="53025"/>
                </a:lnTo>
                <a:lnTo>
                  <a:pt x="768600" y="52950"/>
                </a:lnTo>
                <a:lnTo>
                  <a:pt x="768300" y="52950"/>
                </a:lnTo>
                <a:lnTo>
                  <a:pt x="768075" y="52875"/>
                </a:lnTo>
                <a:lnTo>
                  <a:pt x="767775" y="52875"/>
                </a:lnTo>
                <a:lnTo>
                  <a:pt x="767325" y="52725"/>
                </a:lnTo>
                <a:lnTo>
                  <a:pt x="767025" y="52725"/>
                </a:lnTo>
                <a:lnTo>
                  <a:pt x="766875" y="52650"/>
                </a:lnTo>
                <a:lnTo>
                  <a:pt x="766275" y="52500"/>
                </a:lnTo>
                <a:lnTo>
                  <a:pt x="766125" y="52425"/>
                </a:lnTo>
                <a:lnTo>
                  <a:pt x="764625" y="51975"/>
                </a:lnTo>
                <a:lnTo>
                  <a:pt x="764625" y="51900"/>
                </a:lnTo>
                <a:lnTo>
                  <a:pt x="764100" y="51750"/>
                </a:lnTo>
                <a:lnTo>
                  <a:pt x="763725" y="51525"/>
                </a:lnTo>
                <a:lnTo>
                  <a:pt x="763425" y="51450"/>
                </a:lnTo>
                <a:lnTo>
                  <a:pt x="763425" y="51375"/>
                </a:lnTo>
                <a:lnTo>
                  <a:pt x="763200" y="51300"/>
                </a:lnTo>
                <a:lnTo>
                  <a:pt x="762975" y="51150"/>
                </a:lnTo>
                <a:lnTo>
                  <a:pt x="762750" y="51075"/>
                </a:lnTo>
                <a:lnTo>
                  <a:pt x="762450" y="50850"/>
                </a:lnTo>
                <a:lnTo>
                  <a:pt x="762300" y="50775"/>
                </a:lnTo>
                <a:lnTo>
                  <a:pt x="762225" y="50775"/>
                </a:lnTo>
                <a:lnTo>
                  <a:pt x="762075" y="50625"/>
                </a:lnTo>
                <a:lnTo>
                  <a:pt x="762000" y="50625"/>
                </a:lnTo>
                <a:lnTo>
                  <a:pt x="761850" y="50475"/>
                </a:lnTo>
                <a:lnTo>
                  <a:pt x="761775" y="50475"/>
                </a:lnTo>
                <a:lnTo>
                  <a:pt x="761625" y="50325"/>
                </a:lnTo>
                <a:lnTo>
                  <a:pt x="761400" y="50175"/>
                </a:lnTo>
                <a:lnTo>
                  <a:pt x="761400" y="50100"/>
                </a:lnTo>
                <a:lnTo>
                  <a:pt x="761175" y="50025"/>
                </a:lnTo>
                <a:lnTo>
                  <a:pt x="761175" y="49950"/>
                </a:lnTo>
                <a:lnTo>
                  <a:pt x="761025" y="49800"/>
                </a:lnTo>
                <a:lnTo>
                  <a:pt x="760950" y="49800"/>
                </a:lnTo>
                <a:lnTo>
                  <a:pt x="760800" y="49650"/>
                </a:lnTo>
                <a:lnTo>
                  <a:pt x="760725" y="49650"/>
                </a:lnTo>
                <a:lnTo>
                  <a:pt x="760575" y="49500"/>
                </a:lnTo>
                <a:lnTo>
                  <a:pt x="760575" y="49425"/>
                </a:lnTo>
                <a:lnTo>
                  <a:pt x="760350" y="49275"/>
                </a:lnTo>
                <a:lnTo>
                  <a:pt x="759975" y="48900"/>
                </a:lnTo>
                <a:lnTo>
                  <a:pt x="759825" y="48675"/>
                </a:lnTo>
                <a:lnTo>
                  <a:pt x="759750" y="48675"/>
                </a:lnTo>
                <a:lnTo>
                  <a:pt x="759600" y="48525"/>
                </a:lnTo>
                <a:lnTo>
                  <a:pt x="759600" y="48450"/>
                </a:lnTo>
                <a:lnTo>
                  <a:pt x="759225" y="48075"/>
                </a:lnTo>
                <a:lnTo>
                  <a:pt x="759225" y="48000"/>
                </a:lnTo>
                <a:lnTo>
                  <a:pt x="758700" y="47400"/>
                </a:lnTo>
                <a:lnTo>
                  <a:pt x="758700" y="47325"/>
                </a:lnTo>
                <a:lnTo>
                  <a:pt x="758550" y="47175"/>
                </a:lnTo>
                <a:lnTo>
                  <a:pt x="758550" y="47100"/>
                </a:lnTo>
                <a:lnTo>
                  <a:pt x="758400" y="46950"/>
                </a:lnTo>
                <a:lnTo>
                  <a:pt x="763275" y="44175"/>
                </a:lnTo>
                <a:lnTo>
                  <a:pt x="763350" y="44325"/>
                </a:lnTo>
                <a:lnTo>
                  <a:pt x="763500" y="44475"/>
                </a:lnTo>
                <a:lnTo>
                  <a:pt x="763650" y="44775"/>
                </a:lnTo>
                <a:lnTo>
                  <a:pt x="764025" y="45150"/>
                </a:lnTo>
                <a:lnTo>
                  <a:pt x="764100" y="45300"/>
                </a:lnTo>
                <a:lnTo>
                  <a:pt x="764400" y="45600"/>
                </a:lnTo>
                <a:lnTo>
                  <a:pt x="764550" y="45675"/>
                </a:lnTo>
                <a:lnTo>
                  <a:pt x="764775" y="45900"/>
                </a:lnTo>
                <a:lnTo>
                  <a:pt x="764925" y="45975"/>
                </a:lnTo>
                <a:lnTo>
                  <a:pt x="765000" y="46125"/>
                </a:lnTo>
                <a:lnTo>
                  <a:pt x="765225" y="46275"/>
                </a:lnTo>
                <a:lnTo>
                  <a:pt x="766725" y="47100"/>
                </a:lnTo>
                <a:lnTo>
                  <a:pt x="766875" y="47100"/>
                </a:lnTo>
                <a:lnTo>
                  <a:pt x="767325" y="47325"/>
                </a:lnTo>
                <a:lnTo>
                  <a:pt x="767475" y="47325"/>
                </a:lnTo>
                <a:lnTo>
                  <a:pt x="767625" y="47400"/>
                </a:lnTo>
                <a:lnTo>
                  <a:pt x="767775" y="47400"/>
                </a:lnTo>
                <a:lnTo>
                  <a:pt x="768075" y="47550"/>
                </a:lnTo>
                <a:lnTo>
                  <a:pt x="768300" y="47550"/>
                </a:lnTo>
                <a:lnTo>
                  <a:pt x="768450" y="47625"/>
                </a:lnTo>
                <a:lnTo>
                  <a:pt x="768600" y="47625"/>
                </a:lnTo>
                <a:lnTo>
                  <a:pt x="768750" y="47700"/>
                </a:lnTo>
                <a:lnTo>
                  <a:pt x="768975" y="47700"/>
                </a:lnTo>
                <a:lnTo>
                  <a:pt x="769125" y="47775"/>
                </a:lnTo>
                <a:lnTo>
                  <a:pt x="769500" y="47775"/>
                </a:lnTo>
                <a:lnTo>
                  <a:pt x="769650" y="47850"/>
                </a:lnTo>
                <a:lnTo>
                  <a:pt x="770025" y="47850"/>
                </a:lnTo>
                <a:lnTo>
                  <a:pt x="770175" y="47925"/>
                </a:lnTo>
                <a:lnTo>
                  <a:pt x="770925" y="47925"/>
                </a:lnTo>
                <a:lnTo>
                  <a:pt x="771150" y="48000"/>
                </a:lnTo>
                <a:lnTo>
                  <a:pt x="773325" y="48000"/>
                </a:lnTo>
                <a:lnTo>
                  <a:pt x="773400" y="47925"/>
                </a:lnTo>
                <a:lnTo>
                  <a:pt x="774075" y="47925"/>
                </a:lnTo>
                <a:lnTo>
                  <a:pt x="774225" y="47850"/>
                </a:lnTo>
                <a:lnTo>
                  <a:pt x="774450" y="47850"/>
                </a:lnTo>
                <a:lnTo>
                  <a:pt x="774600" y="47775"/>
                </a:lnTo>
                <a:lnTo>
                  <a:pt x="774825" y="47775"/>
                </a:lnTo>
                <a:lnTo>
                  <a:pt x="774975" y="47700"/>
                </a:lnTo>
                <a:lnTo>
                  <a:pt x="775200" y="47700"/>
                </a:lnTo>
                <a:lnTo>
                  <a:pt x="775275" y="47625"/>
                </a:lnTo>
                <a:lnTo>
                  <a:pt x="775425" y="47625"/>
                </a:lnTo>
                <a:lnTo>
                  <a:pt x="775500" y="47550"/>
                </a:lnTo>
                <a:lnTo>
                  <a:pt x="775650" y="47550"/>
                </a:lnTo>
                <a:lnTo>
                  <a:pt x="775800" y="47475"/>
                </a:lnTo>
                <a:lnTo>
                  <a:pt x="776025" y="47475"/>
                </a:lnTo>
                <a:lnTo>
                  <a:pt x="776175" y="47325"/>
                </a:lnTo>
                <a:lnTo>
                  <a:pt x="776325" y="47325"/>
                </a:lnTo>
                <a:lnTo>
                  <a:pt x="776400" y="47250"/>
                </a:lnTo>
                <a:lnTo>
                  <a:pt x="776550" y="47250"/>
                </a:lnTo>
                <a:lnTo>
                  <a:pt x="776625" y="47175"/>
                </a:lnTo>
                <a:lnTo>
                  <a:pt x="776775" y="47175"/>
                </a:lnTo>
                <a:lnTo>
                  <a:pt x="776925" y="47025"/>
                </a:lnTo>
                <a:lnTo>
                  <a:pt x="777075" y="47025"/>
                </a:lnTo>
                <a:lnTo>
                  <a:pt x="777375" y="46800"/>
                </a:lnTo>
                <a:lnTo>
                  <a:pt x="777450" y="46800"/>
                </a:lnTo>
                <a:lnTo>
                  <a:pt x="777600" y="46725"/>
                </a:lnTo>
                <a:lnTo>
                  <a:pt x="777750" y="46575"/>
                </a:lnTo>
                <a:lnTo>
                  <a:pt x="777900" y="46575"/>
                </a:lnTo>
                <a:lnTo>
                  <a:pt x="778125" y="46350"/>
                </a:lnTo>
                <a:lnTo>
                  <a:pt x="778275" y="46275"/>
                </a:lnTo>
                <a:lnTo>
                  <a:pt x="778350" y="46275"/>
                </a:lnTo>
                <a:lnTo>
                  <a:pt x="778500" y="46125"/>
                </a:lnTo>
                <a:lnTo>
                  <a:pt x="778650" y="46050"/>
                </a:lnTo>
                <a:lnTo>
                  <a:pt x="778875" y="45825"/>
                </a:lnTo>
                <a:lnTo>
                  <a:pt x="779025" y="45750"/>
                </a:lnTo>
                <a:lnTo>
                  <a:pt x="779475" y="45300"/>
                </a:lnTo>
                <a:lnTo>
                  <a:pt x="779625" y="45225"/>
                </a:lnTo>
                <a:lnTo>
                  <a:pt x="779775" y="45075"/>
                </a:lnTo>
                <a:lnTo>
                  <a:pt x="779850" y="44925"/>
                </a:lnTo>
                <a:lnTo>
                  <a:pt x="780225" y="44550"/>
                </a:lnTo>
                <a:lnTo>
                  <a:pt x="780300" y="44400"/>
                </a:lnTo>
                <a:lnTo>
                  <a:pt x="780525" y="44175"/>
                </a:lnTo>
                <a:lnTo>
                  <a:pt x="780600" y="44025"/>
                </a:lnTo>
                <a:lnTo>
                  <a:pt x="780750" y="43875"/>
                </a:lnTo>
                <a:lnTo>
                  <a:pt x="780825" y="43725"/>
                </a:lnTo>
                <a:lnTo>
                  <a:pt x="781200" y="43275"/>
                </a:lnTo>
                <a:lnTo>
                  <a:pt x="781425" y="42900"/>
                </a:lnTo>
                <a:lnTo>
                  <a:pt x="781575" y="42750"/>
                </a:lnTo>
                <a:lnTo>
                  <a:pt x="781650" y="42600"/>
                </a:lnTo>
                <a:lnTo>
                  <a:pt x="781650" y="42525"/>
                </a:lnTo>
                <a:lnTo>
                  <a:pt x="781950" y="42075"/>
                </a:lnTo>
                <a:lnTo>
                  <a:pt x="782025" y="41925"/>
                </a:lnTo>
                <a:lnTo>
                  <a:pt x="782025" y="41850"/>
                </a:lnTo>
                <a:lnTo>
                  <a:pt x="782175" y="41550"/>
                </a:lnTo>
                <a:lnTo>
                  <a:pt x="782250" y="41475"/>
                </a:lnTo>
                <a:lnTo>
                  <a:pt x="782250" y="41325"/>
                </a:lnTo>
                <a:lnTo>
                  <a:pt x="782325" y="41250"/>
                </a:lnTo>
                <a:lnTo>
                  <a:pt x="782475" y="40950"/>
                </a:lnTo>
                <a:lnTo>
                  <a:pt x="782475" y="40875"/>
                </a:lnTo>
                <a:lnTo>
                  <a:pt x="782625" y="40650"/>
                </a:lnTo>
                <a:lnTo>
                  <a:pt x="782625" y="40500"/>
                </a:lnTo>
                <a:lnTo>
                  <a:pt x="782775" y="40275"/>
                </a:lnTo>
                <a:lnTo>
                  <a:pt x="782775" y="40125"/>
                </a:lnTo>
                <a:lnTo>
                  <a:pt x="783000" y="39600"/>
                </a:lnTo>
                <a:lnTo>
                  <a:pt x="783000" y="39450"/>
                </a:lnTo>
                <a:lnTo>
                  <a:pt x="783075" y="39375"/>
                </a:lnTo>
                <a:lnTo>
                  <a:pt x="783075" y="39225"/>
                </a:lnTo>
                <a:lnTo>
                  <a:pt x="783150" y="39075"/>
                </a:lnTo>
                <a:lnTo>
                  <a:pt x="783150" y="38925"/>
                </a:lnTo>
                <a:lnTo>
                  <a:pt x="783225" y="38850"/>
                </a:lnTo>
                <a:lnTo>
                  <a:pt x="783225" y="38700"/>
                </a:lnTo>
                <a:lnTo>
                  <a:pt x="783300" y="38550"/>
                </a:lnTo>
                <a:lnTo>
                  <a:pt x="783300" y="38400"/>
                </a:lnTo>
                <a:lnTo>
                  <a:pt x="783450" y="38025"/>
                </a:lnTo>
                <a:lnTo>
                  <a:pt x="783450" y="37725"/>
                </a:lnTo>
                <a:lnTo>
                  <a:pt x="783600" y="37350"/>
                </a:lnTo>
                <a:lnTo>
                  <a:pt x="783600" y="37050"/>
                </a:lnTo>
                <a:lnTo>
                  <a:pt x="783675" y="36900"/>
                </a:lnTo>
                <a:lnTo>
                  <a:pt x="783675" y="36675"/>
                </a:lnTo>
                <a:lnTo>
                  <a:pt x="783750" y="36525"/>
                </a:lnTo>
                <a:lnTo>
                  <a:pt x="783750" y="36075"/>
                </a:lnTo>
                <a:lnTo>
                  <a:pt x="783825" y="35925"/>
                </a:lnTo>
                <a:lnTo>
                  <a:pt x="783825" y="35400"/>
                </a:lnTo>
                <a:lnTo>
                  <a:pt x="783900" y="35250"/>
                </a:lnTo>
                <a:lnTo>
                  <a:pt x="783900" y="34200"/>
                </a:lnTo>
                <a:lnTo>
                  <a:pt x="783975" y="34125"/>
                </a:lnTo>
                <a:lnTo>
                  <a:pt x="783975" y="32625"/>
                </a:lnTo>
                <a:lnTo>
                  <a:pt x="783900" y="32550"/>
                </a:lnTo>
                <a:lnTo>
                  <a:pt x="783900" y="31500"/>
                </a:lnTo>
                <a:lnTo>
                  <a:pt x="783825" y="31350"/>
                </a:lnTo>
                <a:lnTo>
                  <a:pt x="783825" y="30825"/>
                </a:lnTo>
                <a:lnTo>
                  <a:pt x="783750" y="30675"/>
                </a:lnTo>
                <a:lnTo>
                  <a:pt x="783750" y="30225"/>
                </a:lnTo>
                <a:lnTo>
                  <a:pt x="783675" y="30075"/>
                </a:lnTo>
                <a:lnTo>
                  <a:pt x="783675" y="29850"/>
                </a:lnTo>
                <a:lnTo>
                  <a:pt x="783600" y="29700"/>
                </a:lnTo>
                <a:lnTo>
                  <a:pt x="783600" y="29400"/>
                </a:lnTo>
                <a:lnTo>
                  <a:pt x="783450" y="29025"/>
                </a:lnTo>
                <a:lnTo>
                  <a:pt x="783450" y="28725"/>
                </a:lnTo>
                <a:lnTo>
                  <a:pt x="783300" y="28350"/>
                </a:lnTo>
                <a:lnTo>
                  <a:pt x="783300" y="28200"/>
                </a:lnTo>
                <a:lnTo>
                  <a:pt x="783225" y="28050"/>
                </a:lnTo>
                <a:lnTo>
                  <a:pt x="783225" y="27900"/>
                </a:lnTo>
                <a:lnTo>
                  <a:pt x="783150" y="27825"/>
                </a:lnTo>
                <a:lnTo>
                  <a:pt x="783150" y="27675"/>
                </a:lnTo>
                <a:lnTo>
                  <a:pt x="783075" y="27525"/>
                </a:lnTo>
                <a:lnTo>
                  <a:pt x="783075" y="27375"/>
                </a:lnTo>
                <a:lnTo>
                  <a:pt x="783000" y="27300"/>
                </a:lnTo>
                <a:lnTo>
                  <a:pt x="783000" y="27150"/>
                </a:lnTo>
                <a:lnTo>
                  <a:pt x="782775" y="26625"/>
                </a:lnTo>
                <a:lnTo>
                  <a:pt x="782775" y="26475"/>
                </a:lnTo>
                <a:lnTo>
                  <a:pt x="782625" y="26250"/>
                </a:lnTo>
                <a:lnTo>
                  <a:pt x="782625" y="26100"/>
                </a:lnTo>
                <a:lnTo>
                  <a:pt x="782550" y="26025"/>
                </a:lnTo>
                <a:lnTo>
                  <a:pt x="782475" y="25875"/>
                </a:lnTo>
                <a:lnTo>
                  <a:pt x="782475" y="25800"/>
                </a:lnTo>
                <a:lnTo>
                  <a:pt x="782325" y="25500"/>
                </a:lnTo>
                <a:lnTo>
                  <a:pt x="782250" y="25425"/>
                </a:lnTo>
                <a:lnTo>
                  <a:pt x="782250" y="25275"/>
                </a:lnTo>
                <a:lnTo>
                  <a:pt x="782175" y="25200"/>
                </a:lnTo>
                <a:lnTo>
                  <a:pt x="781950" y="24675"/>
                </a:lnTo>
                <a:lnTo>
                  <a:pt x="781725" y="24375"/>
                </a:lnTo>
                <a:lnTo>
                  <a:pt x="781575" y="24000"/>
                </a:lnTo>
                <a:lnTo>
                  <a:pt x="781425" y="23850"/>
                </a:lnTo>
                <a:lnTo>
                  <a:pt x="781200" y="23475"/>
                </a:lnTo>
                <a:lnTo>
                  <a:pt x="781050" y="23325"/>
                </a:lnTo>
                <a:lnTo>
                  <a:pt x="780975" y="23175"/>
                </a:lnTo>
                <a:lnTo>
                  <a:pt x="780825" y="23025"/>
                </a:lnTo>
                <a:lnTo>
                  <a:pt x="780525" y="22575"/>
                </a:lnTo>
                <a:lnTo>
                  <a:pt x="780300" y="22350"/>
                </a:lnTo>
                <a:lnTo>
                  <a:pt x="780225" y="22200"/>
                </a:lnTo>
                <a:lnTo>
                  <a:pt x="779850" y="21825"/>
                </a:lnTo>
                <a:lnTo>
                  <a:pt x="779775" y="21675"/>
                </a:lnTo>
                <a:lnTo>
                  <a:pt x="779625" y="21525"/>
                </a:lnTo>
                <a:lnTo>
                  <a:pt x="779475" y="21450"/>
                </a:lnTo>
                <a:lnTo>
                  <a:pt x="779025" y="21000"/>
                </a:lnTo>
                <a:lnTo>
                  <a:pt x="778875" y="20925"/>
                </a:lnTo>
                <a:lnTo>
                  <a:pt x="778650" y="20700"/>
                </a:lnTo>
                <a:lnTo>
                  <a:pt x="778500" y="20625"/>
                </a:lnTo>
                <a:lnTo>
                  <a:pt x="778350" y="20475"/>
                </a:lnTo>
                <a:lnTo>
                  <a:pt x="778275" y="20475"/>
                </a:lnTo>
                <a:lnTo>
                  <a:pt x="778125" y="20400"/>
                </a:lnTo>
                <a:lnTo>
                  <a:pt x="777900" y="20175"/>
                </a:lnTo>
                <a:lnTo>
                  <a:pt x="777750" y="20175"/>
                </a:lnTo>
                <a:lnTo>
                  <a:pt x="777600" y="20025"/>
                </a:lnTo>
                <a:lnTo>
                  <a:pt x="777450" y="19950"/>
                </a:lnTo>
                <a:lnTo>
                  <a:pt x="777375" y="19950"/>
                </a:lnTo>
                <a:lnTo>
                  <a:pt x="777075" y="19725"/>
                </a:lnTo>
                <a:lnTo>
                  <a:pt x="776925" y="19725"/>
                </a:lnTo>
                <a:lnTo>
                  <a:pt x="776775" y="19575"/>
                </a:lnTo>
                <a:lnTo>
                  <a:pt x="776625" y="19575"/>
                </a:lnTo>
                <a:lnTo>
                  <a:pt x="776550" y="19500"/>
                </a:lnTo>
                <a:lnTo>
                  <a:pt x="776400" y="19500"/>
                </a:lnTo>
                <a:lnTo>
                  <a:pt x="776325" y="19425"/>
                </a:lnTo>
                <a:lnTo>
                  <a:pt x="776175" y="19425"/>
                </a:lnTo>
                <a:lnTo>
                  <a:pt x="776025" y="19275"/>
                </a:lnTo>
                <a:lnTo>
                  <a:pt x="775800" y="19275"/>
                </a:lnTo>
                <a:lnTo>
                  <a:pt x="775650" y="19200"/>
                </a:lnTo>
                <a:lnTo>
                  <a:pt x="775500" y="19200"/>
                </a:lnTo>
                <a:lnTo>
                  <a:pt x="775425" y="19125"/>
                </a:lnTo>
                <a:lnTo>
                  <a:pt x="775275" y="19125"/>
                </a:lnTo>
                <a:lnTo>
                  <a:pt x="775200" y="19050"/>
                </a:lnTo>
                <a:lnTo>
                  <a:pt x="774975" y="19050"/>
                </a:lnTo>
                <a:lnTo>
                  <a:pt x="774825" y="18975"/>
                </a:lnTo>
                <a:lnTo>
                  <a:pt x="774600" y="18975"/>
                </a:lnTo>
                <a:lnTo>
                  <a:pt x="774450" y="18900"/>
                </a:lnTo>
                <a:lnTo>
                  <a:pt x="774225" y="18900"/>
                </a:lnTo>
                <a:lnTo>
                  <a:pt x="774075" y="18825"/>
                </a:lnTo>
                <a:lnTo>
                  <a:pt x="773400" y="18825"/>
                </a:lnTo>
                <a:lnTo>
                  <a:pt x="773325" y="18750"/>
                </a:lnTo>
                <a:lnTo>
                  <a:pt x="771150" y="18750"/>
                </a:lnTo>
                <a:lnTo>
                  <a:pt x="770925" y="18825"/>
                </a:lnTo>
                <a:lnTo>
                  <a:pt x="770175" y="18825"/>
                </a:lnTo>
                <a:lnTo>
                  <a:pt x="770025" y="18900"/>
                </a:lnTo>
                <a:lnTo>
                  <a:pt x="769650" y="18900"/>
                </a:lnTo>
                <a:lnTo>
                  <a:pt x="769500" y="18975"/>
                </a:lnTo>
                <a:lnTo>
                  <a:pt x="769125" y="18975"/>
                </a:lnTo>
                <a:lnTo>
                  <a:pt x="768975" y="19050"/>
                </a:lnTo>
                <a:lnTo>
                  <a:pt x="768750" y="19050"/>
                </a:lnTo>
                <a:lnTo>
                  <a:pt x="768600" y="19125"/>
                </a:lnTo>
                <a:lnTo>
                  <a:pt x="768450" y="19125"/>
                </a:lnTo>
                <a:lnTo>
                  <a:pt x="768300" y="19200"/>
                </a:lnTo>
                <a:lnTo>
                  <a:pt x="768075" y="19200"/>
                </a:lnTo>
                <a:lnTo>
                  <a:pt x="767775" y="19350"/>
                </a:lnTo>
                <a:lnTo>
                  <a:pt x="767625" y="19350"/>
                </a:lnTo>
                <a:lnTo>
                  <a:pt x="767475" y="19425"/>
                </a:lnTo>
                <a:lnTo>
                  <a:pt x="767325" y="19425"/>
                </a:lnTo>
                <a:lnTo>
                  <a:pt x="766875" y="19650"/>
                </a:lnTo>
                <a:lnTo>
                  <a:pt x="766725" y="19650"/>
                </a:lnTo>
                <a:lnTo>
                  <a:pt x="765225" y="20475"/>
                </a:lnTo>
                <a:lnTo>
                  <a:pt x="765000" y="20625"/>
                </a:lnTo>
                <a:lnTo>
                  <a:pt x="764925" y="20775"/>
                </a:lnTo>
                <a:lnTo>
                  <a:pt x="764775" y="20850"/>
                </a:lnTo>
                <a:lnTo>
                  <a:pt x="764550" y="21075"/>
                </a:lnTo>
                <a:lnTo>
                  <a:pt x="764400" y="21150"/>
                </a:lnTo>
                <a:lnTo>
                  <a:pt x="764100" y="21450"/>
                </a:lnTo>
                <a:lnTo>
                  <a:pt x="764025" y="21600"/>
                </a:lnTo>
                <a:lnTo>
                  <a:pt x="763650" y="21975"/>
                </a:lnTo>
                <a:lnTo>
                  <a:pt x="763500" y="22275"/>
                </a:lnTo>
                <a:lnTo>
                  <a:pt x="763350" y="22425"/>
                </a:lnTo>
                <a:lnTo>
                  <a:pt x="763275" y="22575"/>
                </a:lnTo>
                <a:lnTo>
                  <a:pt x="758400" y="19800"/>
                </a:lnTo>
                <a:lnTo>
                  <a:pt x="758550" y="19650"/>
                </a:lnTo>
                <a:close/>
                <a:moveTo>
                  <a:pt x="793275" y="47625"/>
                </a:moveTo>
                <a:lnTo>
                  <a:pt x="793875" y="47625"/>
                </a:lnTo>
                <a:lnTo>
                  <a:pt x="793950" y="47550"/>
                </a:lnTo>
                <a:lnTo>
                  <a:pt x="794325" y="47550"/>
                </a:lnTo>
                <a:lnTo>
                  <a:pt x="794400" y="47475"/>
                </a:lnTo>
                <a:lnTo>
                  <a:pt x="794625" y="47475"/>
                </a:lnTo>
                <a:lnTo>
                  <a:pt x="794625" y="47400"/>
                </a:lnTo>
                <a:lnTo>
                  <a:pt x="794775" y="47400"/>
                </a:lnTo>
                <a:lnTo>
                  <a:pt x="794775" y="47325"/>
                </a:lnTo>
                <a:lnTo>
                  <a:pt x="794925" y="47325"/>
                </a:lnTo>
                <a:lnTo>
                  <a:pt x="794925" y="47250"/>
                </a:lnTo>
                <a:lnTo>
                  <a:pt x="795075" y="47250"/>
                </a:lnTo>
                <a:lnTo>
                  <a:pt x="795075" y="47175"/>
                </a:lnTo>
                <a:lnTo>
                  <a:pt x="795150" y="47175"/>
                </a:lnTo>
                <a:lnTo>
                  <a:pt x="795300" y="47025"/>
                </a:lnTo>
                <a:lnTo>
                  <a:pt x="795375" y="47025"/>
                </a:lnTo>
                <a:lnTo>
                  <a:pt x="795375" y="46950"/>
                </a:lnTo>
                <a:lnTo>
                  <a:pt x="795450" y="46950"/>
                </a:lnTo>
                <a:lnTo>
                  <a:pt x="795525" y="46875"/>
                </a:lnTo>
                <a:lnTo>
                  <a:pt x="795525" y="46800"/>
                </a:lnTo>
                <a:lnTo>
                  <a:pt x="795600" y="46800"/>
                </a:lnTo>
                <a:lnTo>
                  <a:pt x="795675" y="46725"/>
                </a:lnTo>
                <a:lnTo>
                  <a:pt x="795675" y="46650"/>
                </a:lnTo>
                <a:lnTo>
                  <a:pt x="795750" y="46650"/>
                </a:lnTo>
                <a:lnTo>
                  <a:pt x="795900" y="46500"/>
                </a:lnTo>
                <a:lnTo>
                  <a:pt x="795900" y="46425"/>
                </a:lnTo>
                <a:lnTo>
                  <a:pt x="796050" y="46275"/>
                </a:lnTo>
                <a:lnTo>
                  <a:pt x="796050" y="46200"/>
                </a:lnTo>
                <a:lnTo>
                  <a:pt x="796275" y="45975"/>
                </a:lnTo>
                <a:lnTo>
                  <a:pt x="796275" y="45900"/>
                </a:lnTo>
                <a:lnTo>
                  <a:pt x="796500" y="45600"/>
                </a:lnTo>
                <a:lnTo>
                  <a:pt x="796500" y="45525"/>
                </a:lnTo>
                <a:lnTo>
                  <a:pt x="796575" y="45450"/>
                </a:lnTo>
                <a:lnTo>
                  <a:pt x="796650" y="45300"/>
                </a:lnTo>
                <a:lnTo>
                  <a:pt x="796650" y="45225"/>
                </a:lnTo>
                <a:lnTo>
                  <a:pt x="796875" y="44925"/>
                </a:lnTo>
                <a:lnTo>
                  <a:pt x="796875" y="44775"/>
                </a:lnTo>
                <a:lnTo>
                  <a:pt x="797100" y="44475"/>
                </a:lnTo>
                <a:lnTo>
                  <a:pt x="797175" y="44325"/>
                </a:lnTo>
                <a:lnTo>
                  <a:pt x="797175" y="44250"/>
                </a:lnTo>
                <a:lnTo>
                  <a:pt x="797325" y="43950"/>
                </a:lnTo>
                <a:lnTo>
                  <a:pt x="797400" y="43875"/>
                </a:lnTo>
                <a:lnTo>
                  <a:pt x="797400" y="43725"/>
                </a:lnTo>
                <a:lnTo>
                  <a:pt x="797700" y="43200"/>
                </a:lnTo>
                <a:lnTo>
                  <a:pt x="797700" y="43050"/>
                </a:lnTo>
                <a:lnTo>
                  <a:pt x="798000" y="42525"/>
                </a:lnTo>
                <a:lnTo>
                  <a:pt x="798000" y="42375"/>
                </a:lnTo>
                <a:lnTo>
                  <a:pt x="798075" y="42375"/>
                </a:lnTo>
                <a:lnTo>
                  <a:pt x="798075" y="42225"/>
                </a:lnTo>
                <a:lnTo>
                  <a:pt x="799275" y="39825"/>
                </a:lnTo>
                <a:lnTo>
                  <a:pt x="799350" y="39825"/>
                </a:lnTo>
                <a:lnTo>
                  <a:pt x="799425" y="39675"/>
                </a:lnTo>
                <a:lnTo>
                  <a:pt x="799425" y="39600"/>
                </a:lnTo>
                <a:lnTo>
                  <a:pt x="799500" y="39525"/>
                </a:lnTo>
                <a:lnTo>
                  <a:pt x="799500" y="39450"/>
                </a:lnTo>
                <a:lnTo>
                  <a:pt x="799575" y="39450"/>
                </a:lnTo>
                <a:lnTo>
                  <a:pt x="799575" y="39375"/>
                </a:lnTo>
                <a:lnTo>
                  <a:pt x="799725" y="39225"/>
                </a:lnTo>
                <a:lnTo>
                  <a:pt x="799725" y="39150"/>
                </a:lnTo>
                <a:lnTo>
                  <a:pt x="799800" y="39075"/>
                </a:lnTo>
                <a:lnTo>
                  <a:pt x="799800" y="39000"/>
                </a:lnTo>
                <a:lnTo>
                  <a:pt x="799875" y="39000"/>
                </a:lnTo>
                <a:lnTo>
                  <a:pt x="799875" y="38925"/>
                </a:lnTo>
                <a:lnTo>
                  <a:pt x="799950" y="38850"/>
                </a:lnTo>
                <a:lnTo>
                  <a:pt x="799950" y="38775"/>
                </a:lnTo>
                <a:lnTo>
                  <a:pt x="800475" y="38175"/>
                </a:lnTo>
                <a:lnTo>
                  <a:pt x="800475" y="38100"/>
                </a:lnTo>
                <a:lnTo>
                  <a:pt x="800550" y="38025"/>
                </a:lnTo>
                <a:lnTo>
                  <a:pt x="800625" y="38025"/>
                </a:lnTo>
                <a:lnTo>
                  <a:pt x="800775" y="37725"/>
                </a:lnTo>
                <a:lnTo>
                  <a:pt x="800850" y="37725"/>
                </a:lnTo>
                <a:lnTo>
                  <a:pt x="800925" y="37650"/>
                </a:lnTo>
                <a:lnTo>
                  <a:pt x="800925" y="37575"/>
                </a:lnTo>
                <a:lnTo>
                  <a:pt x="801225" y="37275"/>
                </a:lnTo>
                <a:lnTo>
                  <a:pt x="801225" y="37200"/>
                </a:lnTo>
                <a:lnTo>
                  <a:pt x="801375" y="37125"/>
                </a:lnTo>
                <a:lnTo>
                  <a:pt x="801825" y="36675"/>
                </a:lnTo>
                <a:lnTo>
                  <a:pt x="801825" y="36600"/>
                </a:lnTo>
                <a:lnTo>
                  <a:pt x="801975" y="36525"/>
                </a:lnTo>
                <a:lnTo>
                  <a:pt x="802425" y="36075"/>
                </a:lnTo>
                <a:lnTo>
                  <a:pt x="802500" y="36075"/>
                </a:lnTo>
                <a:lnTo>
                  <a:pt x="802950" y="35700"/>
                </a:lnTo>
                <a:lnTo>
                  <a:pt x="803325" y="35475"/>
                </a:lnTo>
                <a:lnTo>
                  <a:pt x="803325" y="35400"/>
                </a:lnTo>
                <a:lnTo>
                  <a:pt x="803625" y="35250"/>
                </a:lnTo>
                <a:lnTo>
                  <a:pt x="803775" y="35100"/>
                </a:lnTo>
                <a:lnTo>
                  <a:pt x="803850" y="35100"/>
                </a:lnTo>
                <a:lnTo>
                  <a:pt x="804075" y="34875"/>
                </a:lnTo>
                <a:lnTo>
                  <a:pt x="804225" y="34875"/>
                </a:lnTo>
                <a:lnTo>
                  <a:pt x="804225" y="34800"/>
                </a:lnTo>
                <a:lnTo>
                  <a:pt x="804525" y="34650"/>
                </a:lnTo>
                <a:lnTo>
                  <a:pt x="804600" y="34575"/>
                </a:lnTo>
                <a:lnTo>
                  <a:pt x="804975" y="34425"/>
                </a:lnTo>
                <a:lnTo>
                  <a:pt x="804975" y="34350"/>
                </a:lnTo>
                <a:lnTo>
                  <a:pt x="805125" y="34275"/>
                </a:lnTo>
                <a:lnTo>
                  <a:pt x="805200" y="34275"/>
                </a:lnTo>
                <a:lnTo>
                  <a:pt x="805275" y="34200"/>
                </a:lnTo>
                <a:lnTo>
                  <a:pt x="805350" y="34200"/>
                </a:lnTo>
                <a:lnTo>
                  <a:pt x="805575" y="34050"/>
                </a:lnTo>
                <a:lnTo>
                  <a:pt x="805650" y="34050"/>
                </a:lnTo>
                <a:lnTo>
                  <a:pt x="805725" y="33975"/>
                </a:lnTo>
                <a:lnTo>
                  <a:pt x="805875" y="33900"/>
                </a:lnTo>
                <a:lnTo>
                  <a:pt x="805950" y="33900"/>
                </a:lnTo>
                <a:lnTo>
                  <a:pt x="806175" y="33750"/>
                </a:lnTo>
                <a:lnTo>
                  <a:pt x="806250" y="33750"/>
                </a:lnTo>
                <a:lnTo>
                  <a:pt x="806325" y="33675"/>
                </a:lnTo>
                <a:lnTo>
                  <a:pt x="806625" y="33600"/>
                </a:lnTo>
                <a:lnTo>
                  <a:pt x="806775" y="33525"/>
                </a:lnTo>
                <a:lnTo>
                  <a:pt x="806775" y="33450"/>
                </a:lnTo>
                <a:lnTo>
                  <a:pt x="807000" y="33375"/>
                </a:lnTo>
                <a:lnTo>
                  <a:pt x="806775" y="33300"/>
                </a:lnTo>
                <a:lnTo>
                  <a:pt x="806775" y="33225"/>
                </a:lnTo>
                <a:lnTo>
                  <a:pt x="806625" y="33150"/>
                </a:lnTo>
                <a:lnTo>
                  <a:pt x="806325" y="33075"/>
                </a:lnTo>
                <a:lnTo>
                  <a:pt x="806250" y="33000"/>
                </a:lnTo>
                <a:lnTo>
                  <a:pt x="806175" y="33000"/>
                </a:lnTo>
                <a:lnTo>
                  <a:pt x="805950" y="32850"/>
                </a:lnTo>
                <a:lnTo>
                  <a:pt x="805875" y="32850"/>
                </a:lnTo>
                <a:lnTo>
                  <a:pt x="805650" y="32700"/>
                </a:lnTo>
                <a:lnTo>
                  <a:pt x="805575" y="32700"/>
                </a:lnTo>
                <a:lnTo>
                  <a:pt x="805500" y="32625"/>
                </a:lnTo>
                <a:lnTo>
                  <a:pt x="804975" y="32400"/>
                </a:lnTo>
                <a:lnTo>
                  <a:pt x="804975" y="32325"/>
                </a:lnTo>
                <a:lnTo>
                  <a:pt x="804600" y="32175"/>
                </a:lnTo>
                <a:lnTo>
                  <a:pt x="804525" y="32100"/>
                </a:lnTo>
                <a:lnTo>
                  <a:pt x="804225" y="31950"/>
                </a:lnTo>
                <a:lnTo>
                  <a:pt x="804225" y="31875"/>
                </a:lnTo>
                <a:lnTo>
                  <a:pt x="804075" y="31875"/>
                </a:lnTo>
                <a:lnTo>
                  <a:pt x="803850" y="31650"/>
                </a:lnTo>
                <a:lnTo>
                  <a:pt x="803775" y="31650"/>
                </a:lnTo>
                <a:lnTo>
                  <a:pt x="803625" y="31500"/>
                </a:lnTo>
                <a:lnTo>
                  <a:pt x="803325" y="31350"/>
                </a:lnTo>
                <a:lnTo>
                  <a:pt x="803325" y="31275"/>
                </a:lnTo>
                <a:lnTo>
                  <a:pt x="802950" y="31050"/>
                </a:lnTo>
                <a:lnTo>
                  <a:pt x="802500" y="30675"/>
                </a:lnTo>
                <a:lnTo>
                  <a:pt x="802425" y="30675"/>
                </a:lnTo>
                <a:lnTo>
                  <a:pt x="801975" y="30225"/>
                </a:lnTo>
                <a:lnTo>
                  <a:pt x="801825" y="30150"/>
                </a:lnTo>
                <a:lnTo>
                  <a:pt x="801825" y="30075"/>
                </a:lnTo>
                <a:lnTo>
                  <a:pt x="801375" y="29625"/>
                </a:lnTo>
                <a:lnTo>
                  <a:pt x="801225" y="29550"/>
                </a:lnTo>
                <a:lnTo>
                  <a:pt x="801225" y="29475"/>
                </a:lnTo>
                <a:lnTo>
                  <a:pt x="800925" y="29175"/>
                </a:lnTo>
                <a:lnTo>
                  <a:pt x="800925" y="29100"/>
                </a:lnTo>
                <a:lnTo>
                  <a:pt x="800850" y="29025"/>
                </a:lnTo>
                <a:lnTo>
                  <a:pt x="800775" y="29025"/>
                </a:lnTo>
                <a:lnTo>
                  <a:pt x="800625" y="28725"/>
                </a:lnTo>
                <a:lnTo>
                  <a:pt x="800550" y="28725"/>
                </a:lnTo>
                <a:lnTo>
                  <a:pt x="800475" y="28650"/>
                </a:lnTo>
                <a:lnTo>
                  <a:pt x="800475" y="28575"/>
                </a:lnTo>
                <a:lnTo>
                  <a:pt x="799950" y="27975"/>
                </a:lnTo>
                <a:lnTo>
                  <a:pt x="799950" y="27900"/>
                </a:lnTo>
                <a:lnTo>
                  <a:pt x="799875" y="27825"/>
                </a:lnTo>
                <a:lnTo>
                  <a:pt x="799875" y="27750"/>
                </a:lnTo>
                <a:lnTo>
                  <a:pt x="799800" y="27750"/>
                </a:lnTo>
                <a:lnTo>
                  <a:pt x="799800" y="27675"/>
                </a:lnTo>
                <a:lnTo>
                  <a:pt x="799725" y="27600"/>
                </a:lnTo>
                <a:lnTo>
                  <a:pt x="799725" y="27525"/>
                </a:lnTo>
                <a:lnTo>
                  <a:pt x="799575" y="27375"/>
                </a:lnTo>
                <a:lnTo>
                  <a:pt x="799575" y="27300"/>
                </a:lnTo>
                <a:lnTo>
                  <a:pt x="799500" y="27300"/>
                </a:lnTo>
                <a:lnTo>
                  <a:pt x="799500" y="27225"/>
                </a:lnTo>
                <a:lnTo>
                  <a:pt x="799425" y="27150"/>
                </a:lnTo>
                <a:lnTo>
                  <a:pt x="799425" y="27075"/>
                </a:lnTo>
                <a:lnTo>
                  <a:pt x="799350" y="26925"/>
                </a:lnTo>
                <a:lnTo>
                  <a:pt x="799275" y="26925"/>
                </a:lnTo>
                <a:lnTo>
                  <a:pt x="798075" y="24525"/>
                </a:lnTo>
                <a:lnTo>
                  <a:pt x="798075" y="24375"/>
                </a:lnTo>
                <a:lnTo>
                  <a:pt x="798000" y="24375"/>
                </a:lnTo>
                <a:lnTo>
                  <a:pt x="798000" y="24225"/>
                </a:lnTo>
                <a:lnTo>
                  <a:pt x="797700" y="23700"/>
                </a:lnTo>
                <a:lnTo>
                  <a:pt x="797700" y="23550"/>
                </a:lnTo>
                <a:lnTo>
                  <a:pt x="797400" y="23025"/>
                </a:lnTo>
                <a:lnTo>
                  <a:pt x="797400" y="22875"/>
                </a:lnTo>
                <a:lnTo>
                  <a:pt x="797325" y="22800"/>
                </a:lnTo>
                <a:lnTo>
                  <a:pt x="797100" y="22275"/>
                </a:lnTo>
                <a:lnTo>
                  <a:pt x="796875" y="21975"/>
                </a:lnTo>
                <a:lnTo>
                  <a:pt x="796875" y="21825"/>
                </a:lnTo>
                <a:lnTo>
                  <a:pt x="796650" y="21525"/>
                </a:lnTo>
                <a:lnTo>
                  <a:pt x="796650" y="21450"/>
                </a:lnTo>
                <a:lnTo>
                  <a:pt x="796500" y="21225"/>
                </a:lnTo>
                <a:lnTo>
                  <a:pt x="796500" y="21150"/>
                </a:lnTo>
                <a:lnTo>
                  <a:pt x="796275" y="20850"/>
                </a:lnTo>
                <a:lnTo>
                  <a:pt x="796275" y="20775"/>
                </a:lnTo>
                <a:lnTo>
                  <a:pt x="796050" y="20550"/>
                </a:lnTo>
                <a:lnTo>
                  <a:pt x="796050" y="20475"/>
                </a:lnTo>
                <a:lnTo>
                  <a:pt x="795900" y="20325"/>
                </a:lnTo>
                <a:lnTo>
                  <a:pt x="795900" y="20250"/>
                </a:lnTo>
                <a:lnTo>
                  <a:pt x="795750" y="20100"/>
                </a:lnTo>
                <a:lnTo>
                  <a:pt x="795675" y="20100"/>
                </a:lnTo>
                <a:lnTo>
                  <a:pt x="795675" y="20025"/>
                </a:lnTo>
                <a:lnTo>
                  <a:pt x="795600" y="19950"/>
                </a:lnTo>
                <a:lnTo>
                  <a:pt x="795525" y="19950"/>
                </a:lnTo>
                <a:lnTo>
                  <a:pt x="795525" y="19875"/>
                </a:lnTo>
                <a:lnTo>
                  <a:pt x="795450" y="19800"/>
                </a:lnTo>
                <a:lnTo>
                  <a:pt x="795375" y="19800"/>
                </a:lnTo>
                <a:lnTo>
                  <a:pt x="795375" y="19725"/>
                </a:lnTo>
                <a:lnTo>
                  <a:pt x="795300" y="19725"/>
                </a:lnTo>
                <a:lnTo>
                  <a:pt x="795150" y="19575"/>
                </a:lnTo>
                <a:lnTo>
                  <a:pt x="795075" y="19575"/>
                </a:lnTo>
                <a:lnTo>
                  <a:pt x="795075" y="19500"/>
                </a:lnTo>
                <a:lnTo>
                  <a:pt x="794925" y="19500"/>
                </a:lnTo>
                <a:lnTo>
                  <a:pt x="794925" y="19425"/>
                </a:lnTo>
                <a:lnTo>
                  <a:pt x="794775" y="19425"/>
                </a:lnTo>
                <a:lnTo>
                  <a:pt x="794775" y="19350"/>
                </a:lnTo>
                <a:lnTo>
                  <a:pt x="794625" y="19350"/>
                </a:lnTo>
                <a:lnTo>
                  <a:pt x="794625" y="19275"/>
                </a:lnTo>
                <a:lnTo>
                  <a:pt x="794400" y="19275"/>
                </a:lnTo>
                <a:lnTo>
                  <a:pt x="794325" y="19200"/>
                </a:lnTo>
                <a:lnTo>
                  <a:pt x="793950" y="19200"/>
                </a:lnTo>
                <a:lnTo>
                  <a:pt x="793875" y="19125"/>
                </a:lnTo>
                <a:lnTo>
                  <a:pt x="793275" y="19125"/>
                </a:lnTo>
                <a:lnTo>
                  <a:pt x="793350" y="14250"/>
                </a:lnTo>
                <a:lnTo>
                  <a:pt x="794250" y="14250"/>
                </a:lnTo>
                <a:lnTo>
                  <a:pt x="794250" y="14325"/>
                </a:lnTo>
                <a:lnTo>
                  <a:pt x="794925" y="14325"/>
                </a:lnTo>
                <a:lnTo>
                  <a:pt x="795075" y="14400"/>
                </a:lnTo>
                <a:lnTo>
                  <a:pt x="795375" y="14400"/>
                </a:lnTo>
                <a:lnTo>
                  <a:pt x="795525" y="14475"/>
                </a:lnTo>
                <a:lnTo>
                  <a:pt x="795750" y="14475"/>
                </a:lnTo>
                <a:lnTo>
                  <a:pt x="795750" y="14550"/>
                </a:lnTo>
                <a:lnTo>
                  <a:pt x="795975" y="14550"/>
                </a:lnTo>
                <a:lnTo>
                  <a:pt x="796125" y="14625"/>
                </a:lnTo>
                <a:lnTo>
                  <a:pt x="796350" y="14625"/>
                </a:lnTo>
                <a:lnTo>
                  <a:pt x="796575" y="14775"/>
                </a:lnTo>
                <a:lnTo>
                  <a:pt x="796800" y="14775"/>
                </a:lnTo>
                <a:lnTo>
                  <a:pt x="796950" y="14850"/>
                </a:lnTo>
                <a:lnTo>
                  <a:pt x="797025" y="14850"/>
                </a:lnTo>
                <a:lnTo>
                  <a:pt x="797100" y="14925"/>
                </a:lnTo>
                <a:lnTo>
                  <a:pt x="797175" y="14925"/>
                </a:lnTo>
                <a:lnTo>
                  <a:pt x="797400" y="15075"/>
                </a:lnTo>
                <a:lnTo>
                  <a:pt x="797475" y="15075"/>
                </a:lnTo>
                <a:lnTo>
                  <a:pt x="797550" y="15150"/>
                </a:lnTo>
                <a:lnTo>
                  <a:pt x="797700" y="15150"/>
                </a:lnTo>
                <a:lnTo>
                  <a:pt x="797700" y="15225"/>
                </a:lnTo>
                <a:lnTo>
                  <a:pt x="797850" y="15300"/>
                </a:lnTo>
                <a:lnTo>
                  <a:pt x="797925" y="15300"/>
                </a:lnTo>
                <a:lnTo>
                  <a:pt x="798000" y="15375"/>
                </a:lnTo>
                <a:lnTo>
                  <a:pt x="798075" y="15375"/>
                </a:lnTo>
                <a:lnTo>
                  <a:pt x="798225" y="15450"/>
                </a:lnTo>
                <a:lnTo>
                  <a:pt x="798225" y="15525"/>
                </a:lnTo>
                <a:lnTo>
                  <a:pt x="798375" y="15525"/>
                </a:lnTo>
                <a:lnTo>
                  <a:pt x="798375" y="15600"/>
                </a:lnTo>
                <a:lnTo>
                  <a:pt x="798450" y="15600"/>
                </a:lnTo>
                <a:lnTo>
                  <a:pt x="798525" y="15675"/>
                </a:lnTo>
                <a:lnTo>
                  <a:pt x="798600" y="15675"/>
                </a:lnTo>
                <a:lnTo>
                  <a:pt x="798825" y="15900"/>
                </a:lnTo>
                <a:lnTo>
                  <a:pt x="798900" y="15900"/>
                </a:lnTo>
                <a:lnTo>
                  <a:pt x="799125" y="16125"/>
                </a:lnTo>
                <a:lnTo>
                  <a:pt x="799200" y="16125"/>
                </a:lnTo>
                <a:lnTo>
                  <a:pt x="799425" y="16350"/>
                </a:lnTo>
                <a:lnTo>
                  <a:pt x="799500" y="16350"/>
                </a:lnTo>
                <a:lnTo>
                  <a:pt x="799575" y="16425"/>
                </a:lnTo>
                <a:lnTo>
                  <a:pt x="799575" y="16500"/>
                </a:lnTo>
                <a:lnTo>
                  <a:pt x="799725" y="16575"/>
                </a:lnTo>
                <a:lnTo>
                  <a:pt x="799800" y="16725"/>
                </a:lnTo>
                <a:lnTo>
                  <a:pt x="799875" y="16725"/>
                </a:lnTo>
                <a:lnTo>
                  <a:pt x="799950" y="16800"/>
                </a:lnTo>
                <a:lnTo>
                  <a:pt x="799950" y="16875"/>
                </a:lnTo>
                <a:lnTo>
                  <a:pt x="800100" y="16950"/>
                </a:lnTo>
                <a:lnTo>
                  <a:pt x="800175" y="17100"/>
                </a:lnTo>
                <a:lnTo>
                  <a:pt x="800250" y="17100"/>
                </a:lnTo>
                <a:lnTo>
                  <a:pt x="800400" y="17325"/>
                </a:lnTo>
                <a:lnTo>
                  <a:pt x="800475" y="17325"/>
                </a:lnTo>
                <a:lnTo>
                  <a:pt x="800625" y="17550"/>
                </a:lnTo>
                <a:lnTo>
                  <a:pt x="800625" y="17625"/>
                </a:lnTo>
                <a:lnTo>
                  <a:pt x="800850" y="17850"/>
                </a:lnTo>
                <a:lnTo>
                  <a:pt x="801000" y="18075"/>
                </a:lnTo>
                <a:lnTo>
                  <a:pt x="801000" y="18150"/>
                </a:lnTo>
                <a:lnTo>
                  <a:pt x="801075" y="18225"/>
                </a:lnTo>
                <a:lnTo>
                  <a:pt x="801150" y="18225"/>
                </a:lnTo>
                <a:lnTo>
                  <a:pt x="801150" y="18300"/>
                </a:lnTo>
                <a:lnTo>
                  <a:pt x="801450" y="18750"/>
                </a:lnTo>
                <a:lnTo>
                  <a:pt x="801450" y="18825"/>
                </a:lnTo>
                <a:lnTo>
                  <a:pt x="801525" y="18900"/>
                </a:lnTo>
                <a:lnTo>
                  <a:pt x="801750" y="19350"/>
                </a:lnTo>
                <a:lnTo>
                  <a:pt x="801825" y="19425"/>
                </a:lnTo>
                <a:lnTo>
                  <a:pt x="801825" y="19500"/>
                </a:lnTo>
                <a:lnTo>
                  <a:pt x="801900" y="19575"/>
                </a:lnTo>
                <a:lnTo>
                  <a:pt x="801900" y="19650"/>
                </a:lnTo>
                <a:lnTo>
                  <a:pt x="801975" y="19725"/>
                </a:lnTo>
                <a:lnTo>
                  <a:pt x="802200" y="20175"/>
                </a:lnTo>
                <a:lnTo>
                  <a:pt x="802275" y="20250"/>
                </a:lnTo>
                <a:lnTo>
                  <a:pt x="802275" y="20325"/>
                </a:lnTo>
                <a:lnTo>
                  <a:pt x="802350" y="20400"/>
                </a:lnTo>
                <a:lnTo>
                  <a:pt x="802575" y="20850"/>
                </a:lnTo>
                <a:lnTo>
                  <a:pt x="802575" y="21000"/>
                </a:lnTo>
                <a:lnTo>
                  <a:pt x="802650" y="21075"/>
                </a:lnTo>
                <a:lnTo>
                  <a:pt x="802650" y="21150"/>
                </a:lnTo>
                <a:lnTo>
                  <a:pt x="802725" y="21225"/>
                </a:lnTo>
                <a:lnTo>
                  <a:pt x="802950" y="21675"/>
                </a:lnTo>
                <a:lnTo>
                  <a:pt x="802950" y="21825"/>
                </a:lnTo>
                <a:lnTo>
                  <a:pt x="803325" y="22500"/>
                </a:lnTo>
                <a:lnTo>
                  <a:pt x="803325" y="22650"/>
                </a:lnTo>
                <a:lnTo>
                  <a:pt x="803700" y="23325"/>
                </a:lnTo>
                <a:lnTo>
                  <a:pt x="803700" y="23475"/>
                </a:lnTo>
                <a:lnTo>
                  <a:pt x="803775" y="23550"/>
                </a:lnTo>
                <a:lnTo>
                  <a:pt x="804075" y="24150"/>
                </a:lnTo>
                <a:lnTo>
                  <a:pt x="804075" y="24225"/>
                </a:lnTo>
                <a:lnTo>
                  <a:pt x="804225" y="24450"/>
                </a:lnTo>
                <a:lnTo>
                  <a:pt x="804225" y="24600"/>
                </a:lnTo>
                <a:lnTo>
                  <a:pt x="804300" y="24600"/>
                </a:lnTo>
                <a:lnTo>
                  <a:pt x="804300" y="24675"/>
                </a:lnTo>
                <a:lnTo>
                  <a:pt x="804375" y="24750"/>
                </a:lnTo>
                <a:lnTo>
                  <a:pt x="804375" y="24900"/>
                </a:lnTo>
                <a:lnTo>
                  <a:pt x="804450" y="24900"/>
                </a:lnTo>
                <a:lnTo>
                  <a:pt x="804450" y="25050"/>
                </a:lnTo>
                <a:lnTo>
                  <a:pt x="804525" y="25050"/>
                </a:lnTo>
                <a:lnTo>
                  <a:pt x="804525" y="25200"/>
                </a:lnTo>
                <a:lnTo>
                  <a:pt x="804600" y="25275"/>
                </a:lnTo>
                <a:lnTo>
                  <a:pt x="804600" y="25350"/>
                </a:lnTo>
                <a:lnTo>
                  <a:pt x="804675" y="25425"/>
                </a:lnTo>
                <a:lnTo>
                  <a:pt x="804675" y="25500"/>
                </a:lnTo>
                <a:lnTo>
                  <a:pt x="804750" y="25575"/>
                </a:lnTo>
                <a:lnTo>
                  <a:pt x="804750" y="25650"/>
                </a:lnTo>
                <a:lnTo>
                  <a:pt x="804825" y="25725"/>
                </a:lnTo>
                <a:lnTo>
                  <a:pt x="804825" y="25800"/>
                </a:lnTo>
                <a:lnTo>
                  <a:pt x="804900" y="25875"/>
                </a:lnTo>
                <a:lnTo>
                  <a:pt x="804900" y="25950"/>
                </a:lnTo>
                <a:lnTo>
                  <a:pt x="804975" y="26025"/>
                </a:lnTo>
                <a:lnTo>
                  <a:pt x="804975" y="26100"/>
                </a:lnTo>
                <a:lnTo>
                  <a:pt x="805050" y="26175"/>
                </a:lnTo>
                <a:lnTo>
                  <a:pt x="805050" y="26250"/>
                </a:lnTo>
                <a:lnTo>
                  <a:pt x="805125" y="26325"/>
                </a:lnTo>
                <a:lnTo>
                  <a:pt x="805125" y="26400"/>
                </a:lnTo>
                <a:lnTo>
                  <a:pt x="805200" y="26475"/>
                </a:lnTo>
                <a:lnTo>
                  <a:pt x="805200" y="26550"/>
                </a:lnTo>
                <a:lnTo>
                  <a:pt x="805275" y="26625"/>
                </a:lnTo>
                <a:lnTo>
                  <a:pt x="805275" y="26700"/>
                </a:lnTo>
                <a:lnTo>
                  <a:pt x="805350" y="26775"/>
                </a:lnTo>
                <a:lnTo>
                  <a:pt x="805875" y="27825"/>
                </a:lnTo>
                <a:lnTo>
                  <a:pt x="805950" y="27825"/>
                </a:lnTo>
                <a:lnTo>
                  <a:pt x="806100" y="28125"/>
                </a:lnTo>
                <a:lnTo>
                  <a:pt x="806175" y="28200"/>
                </a:lnTo>
                <a:lnTo>
                  <a:pt x="806175" y="28275"/>
                </a:lnTo>
                <a:lnTo>
                  <a:pt x="806325" y="28425"/>
                </a:lnTo>
                <a:lnTo>
                  <a:pt x="806325" y="28500"/>
                </a:lnTo>
                <a:lnTo>
                  <a:pt x="806400" y="28575"/>
                </a:lnTo>
                <a:lnTo>
                  <a:pt x="806400" y="28650"/>
                </a:lnTo>
                <a:lnTo>
                  <a:pt x="806475" y="28725"/>
                </a:lnTo>
                <a:lnTo>
                  <a:pt x="806550" y="28725"/>
                </a:lnTo>
                <a:lnTo>
                  <a:pt x="806700" y="29025"/>
                </a:lnTo>
                <a:lnTo>
                  <a:pt x="806775" y="29100"/>
                </a:lnTo>
                <a:lnTo>
                  <a:pt x="806775" y="29175"/>
                </a:lnTo>
                <a:lnTo>
                  <a:pt x="806850" y="29175"/>
                </a:lnTo>
                <a:lnTo>
                  <a:pt x="806850" y="29250"/>
                </a:lnTo>
                <a:lnTo>
                  <a:pt x="807000" y="29325"/>
                </a:lnTo>
                <a:lnTo>
                  <a:pt x="807150" y="29625"/>
                </a:lnTo>
                <a:lnTo>
                  <a:pt x="807225" y="29625"/>
                </a:lnTo>
                <a:lnTo>
                  <a:pt x="807375" y="29775"/>
                </a:lnTo>
                <a:lnTo>
                  <a:pt x="807375" y="29850"/>
                </a:lnTo>
                <a:lnTo>
                  <a:pt x="807450" y="29925"/>
                </a:lnTo>
                <a:lnTo>
                  <a:pt x="807525" y="29925"/>
                </a:lnTo>
                <a:lnTo>
                  <a:pt x="807675" y="30150"/>
                </a:lnTo>
                <a:lnTo>
                  <a:pt x="807675" y="14250"/>
                </a:lnTo>
                <a:lnTo>
                  <a:pt x="813375" y="14250"/>
                </a:lnTo>
                <a:lnTo>
                  <a:pt x="813375" y="30150"/>
                </a:lnTo>
                <a:lnTo>
                  <a:pt x="813525" y="30075"/>
                </a:lnTo>
                <a:lnTo>
                  <a:pt x="813600" y="29925"/>
                </a:lnTo>
                <a:lnTo>
                  <a:pt x="813675" y="29925"/>
                </a:lnTo>
                <a:lnTo>
                  <a:pt x="813750" y="29850"/>
                </a:lnTo>
                <a:lnTo>
                  <a:pt x="813750" y="29775"/>
                </a:lnTo>
                <a:lnTo>
                  <a:pt x="813900" y="29625"/>
                </a:lnTo>
                <a:lnTo>
                  <a:pt x="813975" y="29475"/>
                </a:lnTo>
                <a:lnTo>
                  <a:pt x="814050" y="29475"/>
                </a:lnTo>
                <a:lnTo>
                  <a:pt x="814125" y="29325"/>
                </a:lnTo>
                <a:lnTo>
                  <a:pt x="814275" y="29250"/>
                </a:lnTo>
                <a:lnTo>
                  <a:pt x="814275" y="29100"/>
                </a:lnTo>
                <a:lnTo>
                  <a:pt x="814425" y="29025"/>
                </a:lnTo>
                <a:lnTo>
                  <a:pt x="814575" y="28725"/>
                </a:lnTo>
                <a:lnTo>
                  <a:pt x="814650" y="28725"/>
                </a:lnTo>
                <a:lnTo>
                  <a:pt x="814650" y="28650"/>
                </a:lnTo>
                <a:lnTo>
                  <a:pt x="814800" y="28500"/>
                </a:lnTo>
                <a:lnTo>
                  <a:pt x="814800" y="28425"/>
                </a:lnTo>
                <a:lnTo>
                  <a:pt x="814875" y="28350"/>
                </a:lnTo>
                <a:lnTo>
                  <a:pt x="814875" y="28275"/>
                </a:lnTo>
                <a:lnTo>
                  <a:pt x="815025" y="28125"/>
                </a:lnTo>
                <a:lnTo>
                  <a:pt x="815325" y="27525"/>
                </a:lnTo>
                <a:lnTo>
                  <a:pt x="815400" y="27525"/>
                </a:lnTo>
                <a:lnTo>
                  <a:pt x="815775" y="26775"/>
                </a:lnTo>
                <a:lnTo>
                  <a:pt x="815850" y="26700"/>
                </a:lnTo>
                <a:lnTo>
                  <a:pt x="815850" y="26625"/>
                </a:lnTo>
                <a:lnTo>
                  <a:pt x="815925" y="26550"/>
                </a:lnTo>
                <a:lnTo>
                  <a:pt x="815925" y="26475"/>
                </a:lnTo>
                <a:lnTo>
                  <a:pt x="816000" y="26400"/>
                </a:lnTo>
                <a:lnTo>
                  <a:pt x="816000" y="26325"/>
                </a:lnTo>
                <a:lnTo>
                  <a:pt x="816075" y="26250"/>
                </a:lnTo>
                <a:lnTo>
                  <a:pt x="816075" y="26175"/>
                </a:lnTo>
                <a:lnTo>
                  <a:pt x="816150" y="26100"/>
                </a:lnTo>
                <a:lnTo>
                  <a:pt x="816150" y="26025"/>
                </a:lnTo>
                <a:lnTo>
                  <a:pt x="816225" y="25950"/>
                </a:lnTo>
                <a:lnTo>
                  <a:pt x="816225" y="25875"/>
                </a:lnTo>
                <a:lnTo>
                  <a:pt x="816300" y="25800"/>
                </a:lnTo>
                <a:lnTo>
                  <a:pt x="816300" y="25650"/>
                </a:lnTo>
                <a:lnTo>
                  <a:pt x="816375" y="25575"/>
                </a:lnTo>
                <a:lnTo>
                  <a:pt x="816375" y="25500"/>
                </a:lnTo>
                <a:lnTo>
                  <a:pt x="816450" y="25425"/>
                </a:lnTo>
                <a:lnTo>
                  <a:pt x="816450" y="25350"/>
                </a:lnTo>
                <a:lnTo>
                  <a:pt x="816525" y="25275"/>
                </a:lnTo>
                <a:lnTo>
                  <a:pt x="816525" y="25200"/>
                </a:lnTo>
                <a:lnTo>
                  <a:pt x="816600" y="25125"/>
                </a:lnTo>
                <a:lnTo>
                  <a:pt x="816600" y="25050"/>
                </a:lnTo>
                <a:lnTo>
                  <a:pt x="816750" y="24825"/>
                </a:lnTo>
                <a:lnTo>
                  <a:pt x="816750" y="24675"/>
                </a:lnTo>
                <a:lnTo>
                  <a:pt x="816825" y="24675"/>
                </a:lnTo>
                <a:lnTo>
                  <a:pt x="816825" y="24525"/>
                </a:lnTo>
                <a:lnTo>
                  <a:pt x="816900" y="24525"/>
                </a:lnTo>
                <a:lnTo>
                  <a:pt x="816900" y="24375"/>
                </a:lnTo>
                <a:lnTo>
                  <a:pt x="816975" y="24300"/>
                </a:lnTo>
                <a:lnTo>
                  <a:pt x="816975" y="24225"/>
                </a:lnTo>
                <a:lnTo>
                  <a:pt x="817050" y="24150"/>
                </a:lnTo>
                <a:lnTo>
                  <a:pt x="817350" y="23550"/>
                </a:lnTo>
                <a:lnTo>
                  <a:pt x="817350" y="23475"/>
                </a:lnTo>
                <a:lnTo>
                  <a:pt x="817650" y="22875"/>
                </a:lnTo>
                <a:lnTo>
                  <a:pt x="817725" y="22800"/>
                </a:lnTo>
                <a:lnTo>
                  <a:pt x="817725" y="22650"/>
                </a:lnTo>
                <a:lnTo>
                  <a:pt x="817875" y="22425"/>
                </a:lnTo>
                <a:lnTo>
                  <a:pt x="817875" y="22350"/>
                </a:lnTo>
                <a:lnTo>
                  <a:pt x="818025" y="22050"/>
                </a:lnTo>
                <a:lnTo>
                  <a:pt x="818100" y="21975"/>
                </a:lnTo>
                <a:lnTo>
                  <a:pt x="818100" y="21825"/>
                </a:lnTo>
                <a:lnTo>
                  <a:pt x="818400" y="21225"/>
                </a:lnTo>
                <a:lnTo>
                  <a:pt x="818475" y="21150"/>
                </a:lnTo>
                <a:lnTo>
                  <a:pt x="818475" y="21000"/>
                </a:lnTo>
                <a:lnTo>
                  <a:pt x="818775" y="20400"/>
                </a:lnTo>
                <a:lnTo>
                  <a:pt x="818850" y="20325"/>
                </a:lnTo>
                <a:lnTo>
                  <a:pt x="818850" y="20250"/>
                </a:lnTo>
                <a:lnTo>
                  <a:pt x="819000" y="20025"/>
                </a:lnTo>
                <a:lnTo>
                  <a:pt x="819000" y="19875"/>
                </a:lnTo>
                <a:lnTo>
                  <a:pt x="819075" y="19875"/>
                </a:lnTo>
                <a:lnTo>
                  <a:pt x="819075" y="19725"/>
                </a:lnTo>
                <a:lnTo>
                  <a:pt x="819150" y="19725"/>
                </a:lnTo>
                <a:lnTo>
                  <a:pt x="819150" y="19575"/>
                </a:lnTo>
                <a:lnTo>
                  <a:pt x="819225" y="19575"/>
                </a:lnTo>
                <a:lnTo>
                  <a:pt x="819225" y="19500"/>
                </a:lnTo>
                <a:lnTo>
                  <a:pt x="819300" y="19500"/>
                </a:lnTo>
                <a:lnTo>
                  <a:pt x="819300" y="19350"/>
                </a:lnTo>
                <a:lnTo>
                  <a:pt x="819375" y="19350"/>
                </a:lnTo>
                <a:lnTo>
                  <a:pt x="819375" y="19200"/>
                </a:lnTo>
                <a:lnTo>
                  <a:pt x="819450" y="19200"/>
                </a:lnTo>
                <a:lnTo>
                  <a:pt x="819450" y="19050"/>
                </a:lnTo>
                <a:lnTo>
                  <a:pt x="819525" y="19050"/>
                </a:lnTo>
                <a:lnTo>
                  <a:pt x="819525" y="18900"/>
                </a:lnTo>
                <a:lnTo>
                  <a:pt x="819600" y="18900"/>
                </a:lnTo>
                <a:lnTo>
                  <a:pt x="819675" y="18825"/>
                </a:lnTo>
                <a:lnTo>
                  <a:pt x="819675" y="18750"/>
                </a:lnTo>
                <a:lnTo>
                  <a:pt x="819975" y="18300"/>
                </a:lnTo>
                <a:lnTo>
                  <a:pt x="819975" y="18225"/>
                </a:lnTo>
                <a:lnTo>
                  <a:pt x="820200" y="18000"/>
                </a:lnTo>
                <a:lnTo>
                  <a:pt x="820350" y="17775"/>
                </a:lnTo>
                <a:lnTo>
                  <a:pt x="820350" y="17700"/>
                </a:lnTo>
                <a:lnTo>
                  <a:pt x="820425" y="17625"/>
                </a:lnTo>
                <a:lnTo>
                  <a:pt x="820500" y="17625"/>
                </a:lnTo>
                <a:lnTo>
                  <a:pt x="820500" y="17550"/>
                </a:lnTo>
                <a:lnTo>
                  <a:pt x="820650" y="17325"/>
                </a:lnTo>
                <a:lnTo>
                  <a:pt x="820725" y="17325"/>
                </a:lnTo>
                <a:lnTo>
                  <a:pt x="820800" y="17250"/>
                </a:lnTo>
                <a:lnTo>
                  <a:pt x="820800" y="17175"/>
                </a:lnTo>
                <a:lnTo>
                  <a:pt x="820875" y="17100"/>
                </a:lnTo>
                <a:lnTo>
                  <a:pt x="820950" y="17100"/>
                </a:lnTo>
                <a:lnTo>
                  <a:pt x="821025" y="16950"/>
                </a:lnTo>
                <a:lnTo>
                  <a:pt x="821250" y="16725"/>
                </a:lnTo>
                <a:lnTo>
                  <a:pt x="821325" y="16725"/>
                </a:lnTo>
                <a:lnTo>
                  <a:pt x="821400" y="16575"/>
                </a:lnTo>
                <a:lnTo>
                  <a:pt x="821625" y="16350"/>
                </a:lnTo>
                <a:lnTo>
                  <a:pt x="821700" y="16350"/>
                </a:lnTo>
                <a:lnTo>
                  <a:pt x="821925" y="16125"/>
                </a:lnTo>
                <a:lnTo>
                  <a:pt x="822000" y="16125"/>
                </a:lnTo>
                <a:lnTo>
                  <a:pt x="822225" y="15900"/>
                </a:lnTo>
                <a:lnTo>
                  <a:pt x="822300" y="15900"/>
                </a:lnTo>
                <a:lnTo>
                  <a:pt x="822525" y="15675"/>
                </a:lnTo>
                <a:lnTo>
                  <a:pt x="822600" y="15675"/>
                </a:lnTo>
                <a:lnTo>
                  <a:pt x="822675" y="15600"/>
                </a:lnTo>
                <a:lnTo>
                  <a:pt x="822750" y="15600"/>
                </a:lnTo>
                <a:lnTo>
                  <a:pt x="822750" y="15525"/>
                </a:lnTo>
                <a:lnTo>
                  <a:pt x="822825" y="15525"/>
                </a:lnTo>
                <a:lnTo>
                  <a:pt x="822900" y="15450"/>
                </a:lnTo>
                <a:lnTo>
                  <a:pt x="823050" y="15375"/>
                </a:lnTo>
                <a:lnTo>
                  <a:pt x="823125" y="15375"/>
                </a:lnTo>
                <a:lnTo>
                  <a:pt x="823350" y="15225"/>
                </a:lnTo>
                <a:lnTo>
                  <a:pt x="823425" y="15225"/>
                </a:lnTo>
                <a:lnTo>
                  <a:pt x="823425" y="15150"/>
                </a:lnTo>
                <a:lnTo>
                  <a:pt x="823575" y="15150"/>
                </a:lnTo>
                <a:lnTo>
                  <a:pt x="823650" y="15075"/>
                </a:lnTo>
                <a:lnTo>
                  <a:pt x="823725" y="15075"/>
                </a:lnTo>
                <a:lnTo>
                  <a:pt x="823725" y="15000"/>
                </a:lnTo>
                <a:lnTo>
                  <a:pt x="824025" y="14925"/>
                </a:lnTo>
                <a:lnTo>
                  <a:pt x="824100" y="14850"/>
                </a:lnTo>
                <a:lnTo>
                  <a:pt x="824175" y="14850"/>
                </a:lnTo>
                <a:lnTo>
                  <a:pt x="824325" y="14775"/>
                </a:lnTo>
                <a:lnTo>
                  <a:pt x="824550" y="14775"/>
                </a:lnTo>
                <a:lnTo>
                  <a:pt x="824550" y="14700"/>
                </a:lnTo>
                <a:lnTo>
                  <a:pt x="824700" y="14700"/>
                </a:lnTo>
                <a:lnTo>
                  <a:pt x="824775" y="14625"/>
                </a:lnTo>
                <a:lnTo>
                  <a:pt x="825000" y="14625"/>
                </a:lnTo>
                <a:lnTo>
                  <a:pt x="825150" y="14550"/>
                </a:lnTo>
                <a:lnTo>
                  <a:pt x="825300" y="14550"/>
                </a:lnTo>
                <a:lnTo>
                  <a:pt x="825375" y="14475"/>
                </a:lnTo>
                <a:lnTo>
                  <a:pt x="825600" y="14475"/>
                </a:lnTo>
                <a:lnTo>
                  <a:pt x="825750" y="14400"/>
                </a:lnTo>
                <a:lnTo>
                  <a:pt x="826050" y="14400"/>
                </a:lnTo>
                <a:lnTo>
                  <a:pt x="826200" y="14325"/>
                </a:lnTo>
                <a:lnTo>
                  <a:pt x="826875" y="14325"/>
                </a:lnTo>
                <a:lnTo>
                  <a:pt x="826875" y="14250"/>
                </a:lnTo>
                <a:lnTo>
                  <a:pt x="827775" y="14250"/>
                </a:lnTo>
                <a:lnTo>
                  <a:pt x="827850" y="19125"/>
                </a:lnTo>
                <a:lnTo>
                  <a:pt x="827175" y="19125"/>
                </a:lnTo>
                <a:lnTo>
                  <a:pt x="827100" y="19200"/>
                </a:lnTo>
                <a:lnTo>
                  <a:pt x="826725" y="19200"/>
                </a:lnTo>
                <a:lnTo>
                  <a:pt x="826725" y="19275"/>
                </a:lnTo>
                <a:lnTo>
                  <a:pt x="826500" y="19275"/>
                </a:lnTo>
                <a:lnTo>
                  <a:pt x="826425" y="19350"/>
                </a:lnTo>
                <a:lnTo>
                  <a:pt x="826350" y="19350"/>
                </a:lnTo>
                <a:lnTo>
                  <a:pt x="826275" y="19425"/>
                </a:lnTo>
                <a:lnTo>
                  <a:pt x="826200" y="19425"/>
                </a:lnTo>
                <a:lnTo>
                  <a:pt x="826125" y="19500"/>
                </a:lnTo>
                <a:lnTo>
                  <a:pt x="826050" y="19500"/>
                </a:lnTo>
                <a:lnTo>
                  <a:pt x="825900" y="19650"/>
                </a:lnTo>
                <a:lnTo>
                  <a:pt x="825825" y="19650"/>
                </a:lnTo>
                <a:lnTo>
                  <a:pt x="825825" y="19725"/>
                </a:lnTo>
                <a:lnTo>
                  <a:pt x="825750" y="19725"/>
                </a:lnTo>
                <a:lnTo>
                  <a:pt x="825225" y="20250"/>
                </a:lnTo>
                <a:lnTo>
                  <a:pt x="825225" y="20325"/>
                </a:lnTo>
                <a:lnTo>
                  <a:pt x="825000" y="20550"/>
                </a:lnTo>
                <a:lnTo>
                  <a:pt x="825000" y="20625"/>
                </a:lnTo>
                <a:lnTo>
                  <a:pt x="824775" y="20850"/>
                </a:lnTo>
                <a:lnTo>
                  <a:pt x="824775" y="20925"/>
                </a:lnTo>
                <a:lnTo>
                  <a:pt x="824625" y="21150"/>
                </a:lnTo>
                <a:lnTo>
                  <a:pt x="824625" y="21225"/>
                </a:lnTo>
                <a:lnTo>
                  <a:pt x="824400" y="21525"/>
                </a:lnTo>
                <a:lnTo>
                  <a:pt x="824400" y="21600"/>
                </a:lnTo>
                <a:lnTo>
                  <a:pt x="824250" y="21825"/>
                </a:lnTo>
                <a:lnTo>
                  <a:pt x="824175" y="21975"/>
                </a:lnTo>
                <a:lnTo>
                  <a:pt x="824175" y="22050"/>
                </a:lnTo>
                <a:lnTo>
                  <a:pt x="824025" y="22275"/>
                </a:lnTo>
                <a:lnTo>
                  <a:pt x="823950" y="22425"/>
                </a:lnTo>
                <a:lnTo>
                  <a:pt x="823950" y="22500"/>
                </a:lnTo>
                <a:lnTo>
                  <a:pt x="823650" y="23025"/>
                </a:lnTo>
                <a:lnTo>
                  <a:pt x="823650" y="23175"/>
                </a:lnTo>
                <a:lnTo>
                  <a:pt x="823500" y="23400"/>
                </a:lnTo>
                <a:lnTo>
                  <a:pt x="823350" y="23700"/>
                </a:lnTo>
                <a:lnTo>
                  <a:pt x="823350" y="23850"/>
                </a:lnTo>
                <a:lnTo>
                  <a:pt x="823275" y="23925"/>
                </a:lnTo>
                <a:lnTo>
                  <a:pt x="823275" y="24000"/>
                </a:lnTo>
                <a:lnTo>
                  <a:pt x="823200" y="24075"/>
                </a:lnTo>
                <a:lnTo>
                  <a:pt x="822975" y="24525"/>
                </a:lnTo>
                <a:lnTo>
                  <a:pt x="822975" y="24675"/>
                </a:lnTo>
                <a:lnTo>
                  <a:pt x="821925" y="26775"/>
                </a:lnTo>
                <a:lnTo>
                  <a:pt x="821850" y="26775"/>
                </a:lnTo>
                <a:lnTo>
                  <a:pt x="821700" y="27075"/>
                </a:lnTo>
                <a:lnTo>
                  <a:pt x="821700" y="27150"/>
                </a:lnTo>
                <a:lnTo>
                  <a:pt x="821625" y="27225"/>
                </a:lnTo>
                <a:lnTo>
                  <a:pt x="821625" y="27300"/>
                </a:lnTo>
                <a:lnTo>
                  <a:pt x="821550" y="27300"/>
                </a:lnTo>
                <a:lnTo>
                  <a:pt x="821475" y="27375"/>
                </a:lnTo>
                <a:lnTo>
                  <a:pt x="821475" y="27450"/>
                </a:lnTo>
                <a:lnTo>
                  <a:pt x="821400" y="27525"/>
                </a:lnTo>
                <a:lnTo>
                  <a:pt x="821400" y="27600"/>
                </a:lnTo>
                <a:lnTo>
                  <a:pt x="821250" y="27750"/>
                </a:lnTo>
                <a:lnTo>
                  <a:pt x="821250" y="27825"/>
                </a:lnTo>
                <a:lnTo>
                  <a:pt x="821025" y="28050"/>
                </a:lnTo>
                <a:lnTo>
                  <a:pt x="821025" y="28125"/>
                </a:lnTo>
                <a:lnTo>
                  <a:pt x="820875" y="28350"/>
                </a:lnTo>
                <a:lnTo>
                  <a:pt x="820800" y="28350"/>
                </a:lnTo>
                <a:lnTo>
                  <a:pt x="820650" y="28575"/>
                </a:lnTo>
                <a:lnTo>
                  <a:pt x="820650" y="28650"/>
                </a:lnTo>
                <a:lnTo>
                  <a:pt x="820500" y="28725"/>
                </a:lnTo>
                <a:lnTo>
                  <a:pt x="820350" y="29025"/>
                </a:lnTo>
                <a:lnTo>
                  <a:pt x="820275" y="29025"/>
                </a:lnTo>
                <a:lnTo>
                  <a:pt x="820125" y="29175"/>
                </a:lnTo>
                <a:lnTo>
                  <a:pt x="820125" y="29250"/>
                </a:lnTo>
                <a:lnTo>
                  <a:pt x="819150" y="30225"/>
                </a:lnTo>
                <a:lnTo>
                  <a:pt x="819075" y="30225"/>
                </a:lnTo>
                <a:lnTo>
                  <a:pt x="819000" y="30375"/>
                </a:lnTo>
                <a:lnTo>
                  <a:pt x="818925" y="30375"/>
                </a:lnTo>
                <a:lnTo>
                  <a:pt x="818775" y="30525"/>
                </a:lnTo>
                <a:lnTo>
                  <a:pt x="818775" y="30600"/>
                </a:lnTo>
                <a:lnTo>
                  <a:pt x="818475" y="30750"/>
                </a:lnTo>
                <a:lnTo>
                  <a:pt x="818475" y="30825"/>
                </a:lnTo>
                <a:lnTo>
                  <a:pt x="817800" y="31275"/>
                </a:lnTo>
                <a:lnTo>
                  <a:pt x="817800" y="31350"/>
                </a:lnTo>
                <a:lnTo>
                  <a:pt x="817500" y="31500"/>
                </a:lnTo>
                <a:lnTo>
                  <a:pt x="817350" y="31650"/>
                </a:lnTo>
                <a:lnTo>
                  <a:pt x="817275" y="31650"/>
                </a:lnTo>
                <a:lnTo>
                  <a:pt x="817050" y="31875"/>
                </a:lnTo>
                <a:lnTo>
                  <a:pt x="816900" y="31875"/>
                </a:lnTo>
                <a:lnTo>
                  <a:pt x="816900" y="31950"/>
                </a:lnTo>
                <a:lnTo>
                  <a:pt x="816525" y="32100"/>
                </a:lnTo>
                <a:lnTo>
                  <a:pt x="816525" y="32175"/>
                </a:lnTo>
                <a:lnTo>
                  <a:pt x="816150" y="32325"/>
                </a:lnTo>
                <a:lnTo>
                  <a:pt x="816150" y="32400"/>
                </a:lnTo>
                <a:lnTo>
                  <a:pt x="816000" y="32475"/>
                </a:lnTo>
                <a:lnTo>
                  <a:pt x="815925" y="32475"/>
                </a:lnTo>
                <a:lnTo>
                  <a:pt x="815625" y="32625"/>
                </a:lnTo>
                <a:lnTo>
                  <a:pt x="815550" y="32700"/>
                </a:lnTo>
                <a:lnTo>
                  <a:pt x="815475" y="32700"/>
                </a:lnTo>
                <a:lnTo>
                  <a:pt x="815250" y="32850"/>
                </a:lnTo>
                <a:lnTo>
                  <a:pt x="815175" y="32850"/>
                </a:lnTo>
                <a:lnTo>
                  <a:pt x="814950" y="33000"/>
                </a:lnTo>
                <a:lnTo>
                  <a:pt x="814875" y="33000"/>
                </a:lnTo>
                <a:lnTo>
                  <a:pt x="814575" y="33150"/>
                </a:lnTo>
                <a:lnTo>
                  <a:pt x="814500" y="33150"/>
                </a:lnTo>
                <a:lnTo>
                  <a:pt x="814125" y="33375"/>
                </a:lnTo>
                <a:lnTo>
                  <a:pt x="814500" y="33600"/>
                </a:lnTo>
                <a:lnTo>
                  <a:pt x="814575" y="33600"/>
                </a:lnTo>
                <a:lnTo>
                  <a:pt x="814875" y="33750"/>
                </a:lnTo>
                <a:lnTo>
                  <a:pt x="814950" y="33750"/>
                </a:lnTo>
                <a:lnTo>
                  <a:pt x="815175" y="33900"/>
                </a:lnTo>
                <a:lnTo>
                  <a:pt x="815250" y="33900"/>
                </a:lnTo>
                <a:lnTo>
                  <a:pt x="815325" y="33975"/>
                </a:lnTo>
                <a:lnTo>
                  <a:pt x="815475" y="34050"/>
                </a:lnTo>
                <a:lnTo>
                  <a:pt x="815550" y="34050"/>
                </a:lnTo>
                <a:lnTo>
                  <a:pt x="815625" y="34125"/>
                </a:lnTo>
                <a:lnTo>
                  <a:pt x="816150" y="34350"/>
                </a:lnTo>
                <a:lnTo>
                  <a:pt x="816150" y="34425"/>
                </a:lnTo>
                <a:lnTo>
                  <a:pt x="816525" y="34575"/>
                </a:lnTo>
                <a:lnTo>
                  <a:pt x="816525" y="34650"/>
                </a:lnTo>
                <a:lnTo>
                  <a:pt x="816900" y="34800"/>
                </a:lnTo>
                <a:lnTo>
                  <a:pt x="816900" y="34875"/>
                </a:lnTo>
                <a:lnTo>
                  <a:pt x="817050" y="34875"/>
                </a:lnTo>
                <a:lnTo>
                  <a:pt x="817275" y="35100"/>
                </a:lnTo>
                <a:lnTo>
                  <a:pt x="817350" y="35100"/>
                </a:lnTo>
                <a:lnTo>
                  <a:pt x="817500" y="35250"/>
                </a:lnTo>
                <a:lnTo>
                  <a:pt x="817800" y="35400"/>
                </a:lnTo>
                <a:lnTo>
                  <a:pt x="817800" y="35475"/>
                </a:lnTo>
                <a:lnTo>
                  <a:pt x="818475" y="35925"/>
                </a:lnTo>
                <a:lnTo>
                  <a:pt x="818475" y="36000"/>
                </a:lnTo>
                <a:lnTo>
                  <a:pt x="818775" y="36150"/>
                </a:lnTo>
                <a:lnTo>
                  <a:pt x="818775" y="36225"/>
                </a:lnTo>
                <a:lnTo>
                  <a:pt x="818925" y="36375"/>
                </a:lnTo>
                <a:lnTo>
                  <a:pt x="819000" y="36375"/>
                </a:lnTo>
                <a:lnTo>
                  <a:pt x="819075" y="36525"/>
                </a:lnTo>
                <a:lnTo>
                  <a:pt x="819150" y="36525"/>
                </a:lnTo>
                <a:lnTo>
                  <a:pt x="820125" y="37500"/>
                </a:lnTo>
                <a:lnTo>
                  <a:pt x="820125" y="37575"/>
                </a:lnTo>
                <a:lnTo>
                  <a:pt x="820275" y="37725"/>
                </a:lnTo>
                <a:lnTo>
                  <a:pt x="820350" y="37725"/>
                </a:lnTo>
                <a:lnTo>
                  <a:pt x="820500" y="38025"/>
                </a:lnTo>
                <a:lnTo>
                  <a:pt x="820650" y="38100"/>
                </a:lnTo>
                <a:lnTo>
                  <a:pt x="820650" y="38175"/>
                </a:lnTo>
                <a:lnTo>
                  <a:pt x="820800" y="38400"/>
                </a:lnTo>
                <a:lnTo>
                  <a:pt x="820875" y="38400"/>
                </a:lnTo>
                <a:lnTo>
                  <a:pt x="821025" y="38625"/>
                </a:lnTo>
                <a:lnTo>
                  <a:pt x="821025" y="38700"/>
                </a:lnTo>
                <a:lnTo>
                  <a:pt x="821250" y="38925"/>
                </a:lnTo>
                <a:lnTo>
                  <a:pt x="821250" y="39000"/>
                </a:lnTo>
                <a:lnTo>
                  <a:pt x="821400" y="39150"/>
                </a:lnTo>
                <a:lnTo>
                  <a:pt x="821400" y="39225"/>
                </a:lnTo>
                <a:lnTo>
                  <a:pt x="821475" y="39300"/>
                </a:lnTo>
                <a:lnTo>
                  <a:pt x="821475" y="39375"/>
                </a:lnTo>
                <a:lnTo>
                  <a:pt x="821550" y="39450"/>
                </a:lnTo>
                <a:lnTo>
                  <a:pt x="821625" y="39450"/>
                </a:lnTo>
                <a:lnTo>
                  <a:pt x="821625" y="39525"/>
                </a:lnTo>
                <a:lnTo>
                  <a:pt x="821700" y="39600"/>
                </a:lnTo>
                <a:lnTo>
                  <a:pt x="821700" y="39675"/>
                </a:lnTo>
                <a:lnTo>
                  <a:pt x="821850" y="39975"/>
                </a:lnTo>
                <a:lnTo>
                  <a:pt x="821925" y="39975"/>
                </a:lnTo>
                <a:lnTo>
                  <a:pt x="822975" y="42075"/>
                </a:lnTo>
                <a:lnTo>
                  <a:pt x="822975" y="42225"/>
                </a:lnTo>
                <a:lnTo>
                  <a:pt x="823200" y="42675"/>
                </a:lnTo>
                <a:lnTo>
                  <a:pt x="823275" y="42750"/>
                </a:lnTo>
                <a:lnTo>
                  <a:pt x="823275" y="42825"/>
                </a:lnTo>
                <a:lnTo>
                  <a:pt x="823350" y="42900"/>
                </a:lnTo>
                <a:lnTo>
                  <a:pt x="823350" y="43050"/>
                </a:lnTo>
                <a:lnTo>
                  <a:pt x="823650" y="43575"/>
                </a:lnTo>
                <a:lnTo>
                  <a:pt x="823650" y="43725"/>
                </a:lnTo>
                <a:lnTo>
                  <a:pt x="823800" y="43950"/>
                </a:lnTo>
                <a:lnTo>
                  <a:pt x="823950" y="44250"/>
                </a:lnTo>
                <a:lnTo>
                  <a:pt x="823950" y="44325"/>
                </a:lnTo>
                <a:lnTo>
                  <a:pt x="824100" y="44550"/>
                </a:lnTo>
                <a:lnTo>
                  <a:pt x="824175" y="44700"/>
                </a:lnTo>
                <a:lnTo>
                  <a:pt x="824175" y="44775"/>
                </a:lnTo>
                <a:lnTo>
                  <a:pt x="824400" y="45150"/>
                </a:lnTo>
                <a:lnTo>
                  <a:pt x="824400" y="45225"/>
                </a:lnTo>
                <a:lnTo>
                  <a:pt x="824625" y="45525"/>
                </a:lnTo>
                <a:lnTo>
                  <a:pt x="824625" y="45600"/>
                </a:lnTo>
                <a:lnTo>
                  <a:pt x="824700" y="45675"/>
                </a:lnTo>
                <a:lnTo>
                  <a:pt x="824775" y="45825"/>
                </a:lnTo>
                <a:lnTo>
                  <a:pt x="824775" y="45900"/>
                </a:lnTo>
                <a:lnTo>
                  <a:pt x="825000" y="46125"/>
                </a:lnTo>
                <a:lnTo>
                  <a:pt x="825000" y="46200"/>
                </a:lnTo>
                <a:lnTo>
                  <a:pt x="825225" y="46425"/>
                </a:lnTo>
                <a:lnTo>
                  <a:pt x="825225" y="46500"/>
                </a:lnTo>
                <a:lnTo>
                  <a:pt x="825750" y="47025"/>
                </a:lnTo>
                <a:lnTo>
                  <a:pt x="825825" y="47025"/>
                </a:lnTo>
                <a:lnTo>
                  <a:pt x="825825" y="47100"/>
                </a:lnTo>
                <a:lnTo>
                  <a:pt x="825900" y="47100"/>
                </a:lnTo>
                <a:lnTo>
                  <a:pt x="826050" y="47250"/>
                </a:lnTo>
                <a:lnTo>
                  <a:pt x="826125" y="47250"/>
                </a:lnTo>
                <a:lnTo>
                  <a:pt x="826200" y="47325"/>
                </a:lnTo>
                <a:lnTo>
                  <a:pt x="826275" y="47325"/>
                </a:lnTo>
                <a:lnTo>
                  <a:pt x="826500" y="47475"/>
                </a:lnTo>
                <a:lnTo>
                  <a:pt x="826725" y="47475"/>
                </a:lnTo>
                <a:lnTo>
                  <a:pt x="826725" y="47550"/>
                </a:lnTo>
                <a:lnTo>
                  <a:pt x="827100" y="47550"/>
                </a:lnTo>
                <a:lnTo>
                  <a:pt x="827175" y="47625"/>
                </a:lnTo>
                <a:lnTo>
                  <a:pt x="827850" y="47625"/>
                </a:lnTo>
                <a:lnTo>
                  <a:pt x="827775" y="52500"/>
                </a:lnTo>
                <a:lnTo>
                  <a:pt x="826875" y="52500"/>
                </a:lnTo>
                <a:lnTo>
                  <a:pt x="826875" y="52425"/>
                </a:lnTo>
                <a:lnTo>
                  <a:pt x="826200" y="52425"/>
                </a:lnTo>
                <a:lnTo>
                  <a:pt x="826050" y="52350"/>
                </a:lnTo>
                <a:lnTo>
                  <a:pt x="825750" y="52350"/>
                </a:lnTo>
                <a:lnTo>
                  <a:pt x="825600" y="52275"/>
                </a:lnTo>
                <a:lnTo>
                  <a:pt x="825375" y="52275"/>
                </a:lnTo>
                <a:lnTo>
                  <a:pt x="825300" y="52200"/>
                </a:lnTo>
                <a:lnTo>
                  <a:pt x="825150" y="52200"/>
                </a:lnTo>
                <a:lnTo>
                  <a:pt x="825000" y="52125"/>
                </a:lnTo>
                <a:lnTo>
                  <a:pt x="824775" y="52125"/>
                </a:lnTo>
                <a:lnTo>
                  <a:pt x="824700" y="52050"/>
                </a:lnTo>
                <a:lnTo>
                  <a:pt x="824550" y="52050"/>
                </a:lnTo>
                <a:lnTo>
                  <a:pt x="824550" y="51975"/>
                </a:lnTo>
                <a:lnTo>
                  <a:pt x="824325" y="51975"/>
                </a:lnTo>
                <a:lnTo>
                  <a:pt x="824175" y="51900"/>
                </a:lnTo>
                <a:lnTo>
                  <a:pt x="824100" y="51900"/>
                </a:lnTo>
                <a:lnTo>
                  <a:pt x="824025" y="51825"/>
                </a:lnTo>
                <a:lnTo>
                  <a:pt x="823725" y="51750"/>
                </a:lnTo>
                <a:lnTo>
                  <a:pt x="823725" y="51675"/>
                </a:lnTo>
                <a:lnTo>
                  <a:pt x="823650" y="51675"/>
                </a:lnTo>
                <a:lnTo>
                  <a:pt x="823575" y="51600"/>
                </a:lnTo>
                <a:lnTo>
                  <a:pt x="823425" y="51600"/>
                </a:lnTo>
                <a:lnTo>
                  <a:pt x="823425" y="51525"/>
                </a:lnTo>
                <a:lnTo>
                  <a:pt x="823350" y="51525"/>
                </a:lnTo>
                <a:lnTo>
                  <a:pt x="823275" y="51450"/>
                </a:lnTo>
                <a:lnTo>
                  <a:pt x="823200" y="51450"/>
                </a:lnTo>
                <a:lnTo>
                  <a:pt x="823125" y="51375"/>
                </a:lnTo>
                <a:lnTo>
                  <a:pt x="823050" y="51375"/>
                </a:lnTo>
                <a:lnTo>
                  <a:pt x="822825" y="51225"/>
                </a:lnTo>
                <a:lnTo>
                  <a:pt x="822750" y="51225"/>
                </a:lnTo>
                <a:lnTo>
                  <a:pt x="822750" y="51150"/>
                </a:lnTo>
                <a:lnTo>
                  <a:pt x="822675" y="51150"/>
                </a:lnTo>
                <a:lnTo>
                  <a:pt x="822600" y="51075"/>
                </a:lnTo>
                <a:lnTo>
                  <a:pt x="822525" y="51075"/>
                </a:lnTo>
                <a:lnTo>
                  <a:pt x="822300" y="50850"/>
                </a:lnTo>
                <a:lnTo>
                  <a:pt x="822225" y="50850"/>
                </a:lnTo>
                <a:lnTo>
                  <a:pt x="822000" y="50625"/>
                </a:lnTo>
                <a:lnTo>
                  <a:pt x="821925" y="50625"/>
                </a:lnTo>
                <a:lnTo>
                  <a:pt x="821700" y="50400"/>
                </a:lnTo>
                <a:lnTo>
                  <a:pt x="821625" y="50400"/>
                </a:lnTo>
                <a:lnTo>
                  <a:pt x="821400" y="50175"/>
                </a:lnTo>
                <a:lnTo>
                  <a:pt x="821325" y="50025"/>
                </a:lnTo>
                <a:lnTo>
                  <a:pt x="821250" y="50025"/>
                </a:lnTo>
                <a:lnTo>
                  <a:pt x="821025" y="49800"/>
                </a:lnTo>
                <a:lnTo>
                  <a:pt x="820950" y="49650"/>
                </a:lnTo>
                <a:lnTo>
                  <a:pt x="820875" y="49650"/>
                </a:lnTo>
                <a:lnTo>
                  <a:pt x="820800" y="49575"/>
                </a:lnTo>
                <a:lnTo>
                  <a:pt x="820800" y="49500"/>
                </a:lnTo>
                <a:lnTo>
                  <a:pt x="820725" y="49425"/>
                </a:lnTo>
                <a:lnTo>
                  <a:pt x="820650" y="49425"/>
                </a:lnTo>
                <a:lnTo>
                  <a:pt x="820500" y="49200"/>
                </a:lnTo>
                <a:lnTo>
                  <a:pt x="820500" y="49125"/>
                </a:lnTo>
                <a:lnTo>
                  <a:pt x="820425" y="49125"/>
                </a:lnTo>
                <a:lnTo>
                  <a:pt x="820350" y="49050"/>
                </a:lnTo>
                <a:lnTo>
                  <a:pt x="820350" y="48975"/>
                </a:lnTo>
                <a:lnTo>
                  <a:pt x="820200" y="48750"/>
                </a:lnTo>
                <a:lnTo>
                  <a:pt x="819975" y="48525"/>
                </a:lnTo>
                <a:lnTo>
                  <a:pt x="819975" y="48450"/>
                </a:lnTo>
                <a:lnTo>
                  <a:pt x="819675" y="48000"/>
                </a:lnTo>
                <a:lnTo>
                  <a:pt x="819675" y="47925"/>
                </a:lnTo>
                <a:lnTo>
                  <a:pt x="819600" y="47850"/>
                </a:lnTo>
                <a:lnTo>
                  <a:pt x="819525" y="47850"/>
                </a:lnTo>
                <a:lnTo>
                  <a:pt x="819525" y="47700"/>
                </a:lnTo>
                <a:lnTo>
                  <a:pt x="819450" y="47700"/>
                </a:lnTo>
                <a:lnTo>
                  <a:pt x="819450" y="47550"/>
                </a:lnTo>
                <a:lnTo>
                  <a:pt x="819375" y="47550"/>
                </a:lnTo>
                <a:lnTo>
                  <a:pt x="819375" y="47400"/>
                </a:lnTo>
                <a:lnTo>
                  <a:pt x="819300" y="47400"/>
                </a:lnTo>
                <a:lnTo>
                  <a:pt x="819300" y="47250"/>
                </a:lnTo>
                <a:lnTo>
                  <a:pt x="819225" y="47250"/>
                </a:lnTo>
                <a:lnTo>
                  <a:pt x="819225" y="47175"/>
                </a:lnTo>
                <a:lnTo>
                  <a:pt x="819150" y="47175"/>
                </a:lnTo>
                <a:lnTo>
                  <a:pt x="819150" y="47025"/>
                </a:lnTo>
                <a:lnTo>
                  <a:pt x="819075" y="47025"/>
                </a:lnTo>
                <a:lnTo>
                  <a:pt x="819075" y="46875"/>
                </a:lnTo>
                <a:lnTo>
                  <a:pt x="819000" y="46875"/>
                </a:lnTo>
                <a:lnTo>
                  <a:pt x="819000" y="46725"/>
                </a:lnTo>
                <a:lnTo>
                  <a:pt x="818850" y="46500"/>
                </a:lnTo>
                <a:lnTo>
                  <a:pt x="818850" y="46425"/>
                </a:lnTo>
                <a:lnTo>
                  <a:pt x="818775" y="46350"/>
                </a:lnTo>
                <a:lnTo>
                  <a:pt x="818475" y="45750"/>
                </a:lnTo>
                <a:lnTo>
                  <a:pt x="818475" y="45600"/>
                </a:lnTo>
                <a:lnTo>
                  <a:pt x="818400" y="45525"/>
                </a:lnTo>
                <a:lnTo>
                  <a:pt x="818100" y="44925"/>
                </a:lnTo>
                <a:lnTo>
                  <a:pt x="818100" y="44775"/>
                </a:lnTo>
                <a:lnTo>
                  <a:pt x="818025" y="44700"/>
                </a:lnTo>
                <a:lnTo>
                  <a:pt x="817725" y="44100"/>
                </a:lnTo>
                <a:lnTo>
                  <a:pt x="817725" y="43950"/>
                </a:lnTo>
                <a:lnTo>
                  <a:pt x="817650" y="43875"/>
                </a:lnTo>
                <a:lnTo>
                  <a:pt x="817350" y="43275"/>
                </a:lnTo>
                <a:lnTo>
                  <a:pt x="817350" y="43200"/>
                </a:lnTo>
                <a:lnTo>
                  <a:pt x="817050" y="42600"/>
                </a:lnTo>
                <a:lnTo>
                  <a:pt x="816975" y="42525"/>
                </a:lnTo>
                <a:lnTo>
                  <a:pt x="816975" y="42450"/>
                </a:lnTo>
                <a:lnTo>
                  <a:pt x="816900" y="42375"/>
                </a:lnTo>
                <a:lnTo>
                  <a:pt x="816900" y="42225"/>
                </a:lnTo>
                <a:lnTo>
                  <a:pt x="816825" y="42225"/>
                </a:lnTo>
                <a:lnTo>
                  <a:pt x="816825" y="42075"/>
                </a:lnTo>
                <a:lnTo>
                  <a:pt x="816750" y="42075"/>
                </a:lnTo>
                <a:lnTo>
                  <a:pt x="816750" y="41925"/>
                </a:lnTo>
                <a:lnTo>
                  <a:pt x="816675" y="41850"/>
                </a:lnTo>
                <a:lnTo>
                  <a:pt x="816675" y="41775"/>
                </a:lnTo>
                <a:lnTo>
                  <a:pt x="816600" y="41700"/>
                </a:lnTo>
                <a:lnTo>
                  <a:pt x="816600" y="41625"/>
                </a:lnTo>
                <a:lnTo>
                  <a:pt x="816525" y="41550"/>
                </a:lnTo>
                <a:lnTo>
                  <a:pt x="816525" y="41475"/>
                </a:lnTo>
                <a:lnTo>
                  <a:pt x="816450" y="41400"/>
                </a:lnTo>
                <a:lnTo>
                  <a:pt x="816450" y="41325"/>
                </a:lnTo>
                <a:lnTo>
                  <a:pt x="816300" y="41100"/>
                </a:lnTo>
                <a:lnTo>
                  <a:pt x="816300" y="40950"/>
                </a:lnTo>
                <a:lnTo>
                  <a:pt x="816225" y="40875"/>
                </a:lnTo>
                <a:lnTo>
                  <a:pt x="816225" y="40800"/>
                </a:lnTo>
                <a:lnTo>
                  <a:pt x="816150" y="40725"/>
                </a:lnTo>
                <a:lnTo>
                  <a:pt x="816150" y="40650"/>
                </a:lnTo>
                <a:lnTo>
                  <a:pt x="816075" y="40575"/>
                </a:lnTo>
                <a:lnTo>
                  <a:pt x="816075" y="40500"/>
                </a:lnTo>
                <a:lnTo>
                  <a:pt x="816000" y="40425"/>
                </a:lnTo>
                <a:lnTo>
                  <a:pt x="816000" y="40350"/>
                </a:lnTo>
                <a:lnTo>
                  <a:pt x="815925" y="40275"/>
                </a:lnTo>
                <a:lnTo>
                  <a:pt x="815925" y="40200"/>
                </a:lnTo>
                <a:lnTo>
                  <a:pt x="815850" y="40125"/>
                </a:lnTo>
                <a:lnTo>
                  <a:pt x="815850" y="40050"/>
                </a:lnTo>
                <a:lnTo>
                  <a:pt x="815775" y="39975"/>
                </a:lnTo>
                <a:lnTo>
                  <a:pt x="815400" y="39225"/>
                </a:lnTo>
                <a:lnTo>
                  <a:pt x="815325" y="39225"/>
                </a:lnTo>
                <a:lnTo>
                  <a:pt x="815025" y="38625"/>
                </a:lnTo>
                <a:lnTo>
                  <a:pt x="814875" y="38475"/>
                </a:lnTo>
                <a:lnTo>
                  <a:pt x="814875" y="38400"/>
                </a:lnTo>
                <a:lnTo>
                  <a:pt x="814800" y="38325"/>
                </a:lnTo>
                <a:lnTo>
                  <a:pt x="814800" y="38250"/>
                </a:lnTo>
                <a:lnTo>
                  <a:pt x="814650" y="38100"/>
                </a:lnTo>
                <a:lnTo>
                  <a:pt x="814650" y="38025"/>
                </a:lnTo>
                <a:lnTo>
                  <a:pt x="814575" y="38025"/>
                </a:lnTo>
                <a:lnTo>
                  <a:pt x="814425" y="37725"/>
                </a:lnTo>
                <a:lnTo>
                  <a:pt x="814275" y="37650"/>
                </a:lnTo>
                <a:lnTo>
                  <a:pt x="814275" y="37500"/>
                </a:lnTo>
                <a:lnTo>
                  <a:pt x="814125" y="37425"/>
                </a:lnTo>
                <a:lnTo>
                  <a:pt x="814050" y="37275"/>
                </a:lnTo>
                <a:lnTo>
                  <a:pt x="813975" y="37275"/>
                </a:lnTo>
                <a:lnTo>
                  <a:pt x="813900" y="37125"/>
                </a:lnTo>
                <a:lnTo>
                  <a:pt x="813750" y="36975"/>
                </a:lnTo>
                <a:lnTo>
                  <a:pt x="813750" y="36900"/>
                </a:lnTo>
                <a:lnTo>
                  <a:pt x="813675" y="36825"/>
                </a:lnTo>
                <a:lnTo>
                  <a:pt x="813600" y="36825"/>
                </a:lnTo>
                <a:lnTo>
                  <a:pt x="813525" y="36675"/>
                </a:lnTo>
                <a:lnTo>
                  <a:pt x="813375" y="36600"/>
                </a:lnTo>
                <a:lnTo>
                  <a:pt x="813375" y="52500"/>
                </a:lnTo>
                <a:lnTo>
                  <a:pt x="807675" y="52500"/>
                </a:lnTo>
                <a:lnTo>
                  <a:pt x="807675" y="36600"/>
                </a:lnTo>
                <a:lnTo>
                  <a:pt x="807525" y="36825"/>
                </a:lnTo>
                <a:lnTo>
                  <a:pt x="807450" y="36825"/>
                </a:lnTo>
                <a:lnTo>
                  <a:pt x="807375" y="36900"/>
                </a:lnTo>
                <a:lnTo>
                  <a:pt x="807375" y="36975"/>
                </a:lnTo>
                <a:lnTo>
                  <a:pt x="807225" y="37125"/>
                </a:lnTo>
                <a:lnTo>
                  <a:pt x="807150" y="37125"/>
                </a:lnTo>
                <a:lnTo>
                  <a:pt x="807000" y="37425"/>
                </a:lnTo>
                <a:lnTo>
                  <a:pt x="806850" y="37500"/>
                </a:lnTo>
                <a:lnTo>
                  <a:pt x="806850" y="37575"/>
                </a:lnTo>
                <a:lnTo>
                  <a:pt x="806775" y="37575"/>
                </a:lnTo>
                <a:lnTo>
                  <a:pt x="806775" y="37650"/>
                </a:lnTo>
                <a:lnTo>
                  <a:pt x="806700" y="37725"/>
                </a:lnTo>
                <a:lnTo>
                  <a:pt x="806550" y="38025"/>
                </a:lnTo>
                <a:lnTo>
                  <a:pt x="806475" y="38025"/>
                </a:lnTo>
                <a:lnTo>
                  <a:pt x="806400" y="38100"/>
                </a:lnTo>
                <a:lnTo>
                  <a:pt x="806400" y="38175"/>
                </a:lnTo>
                <a:lnTo>
                  <a:pt x="806325" y="38250"/>
                </a:lnTo>
                <a:lnTo>
                  <a:pt x="806325" y="38325"/>
                </a:lnTo>
                <a:lnTo>
                  <a:pt x="806175" y="38475"/>
                </a:lnTo>
                <a:lnTo>
                  <a:pt x="806175" y="38550"/>
                </a:lnTo>
                <a:lnTo>
                  <a:pt x="806100" y="38625"/>
                </a:lnTo>
                <a:lnTo>
                  <a:pt x="805950" y="38925"/>
                </a:lnTo>
                <a:lnTo>
                  <a:pt x="805875" y="38925"/>
                </a:lnTo>
                <a:lnTo>
                  <a:pt x="805350" y="39975"/>
                </a:lnTo>
                <a:lnTo>
                  <a:pt x="805275" y="40050"/>
                </a:lnTo>
                <a:lnTo>
                  <a:pt x="805275" y="40125"/>
                </a:lnTo>
                <a:lnTo>
                  <a:pt x="805200" y="40200"/>
                </a:lnTo>
                <a:lnTo>
                  <a:pt x="805200" y="40275"/>
                </a:lnTo>
                <a:lnTo>
                  <a:pt x="805125" y="40350"/>
                </a:lnTo>
                <a:lnTo>
                  <a:pt x="805125" y="40425"/>
                </a:lnTo>
                <a:lnTo>
                  <a:pt x="805050" y="40500"/>
                </a:lnTo>
                <a:lnTo>
                  <a:pt x="805050" y="40575"/>
                </a:lnTo>
                <a:lnTo>
                  <a:pt x="804975" y="40650"/>
                </a:lnTo>
                <a:lnTo>
                  <a:pt x="804975" y="40725"/>
                </a:lnTo>
                <a:lnTo>
                  <a:pt x="804900" y="40800"/>
                </a:lnTo>
                <a:lnTo>
                  <a:pt x="804900" y="40875"/>
                </a:lnTo>
                <a:lnTo>
                  <a:pt x="804825" y="40950"/>
                </a:lnTo>
                <a:lnTo>
                  <a:pt x="804825" y="41025"/>
                </a:lnTo>
                <a:lnTo>
                  <a:pt x="804750" y="41100"/>
                </a:lnTo>
                <a:lnTo>
                  <a:pt x="804750" y="41175"/>
                </a:lnTo>
                <a:lnTo>
                  <a:pt x="804675" y="41250"/>
                </a:lnTo>
                <a:lnTo>
                  <a:pt x="804675" y="41325"/>
                </a:lnTo>
                <a:lnTo>
                  <a:pt x="804600" y="41400"/>
                </a:lnTo>
                <a:lnTo>
                  <a:pt x="804600" y="41475"/>
                </a:lnTo>
                <a:lnTo>
                  <a:pt x="804525" y="41550"/>
                </a:lnTo>
                <a:lnTo>
                  <a:pt x="804525" y="41700"/>
                </a:lnTo>
                <a:lnTo>
                  <a:pt x="804450" y="41700"/>
                </a:lnTo>
                <a:lnTo>
                  <a:pt x="804450" y="41850"/>
                </a:lnTo>
                <a:lnTo>
                  <a:pt x="804375" y="41850"/>
                </a:lnTo>
                <a:lnTo>
                  <a:pt x="804375" y="42000"/>
                </a:lnTo>
                <a:lnTo>
                  <a:pt x="804300" y="42075"/>
                </a:lnTo>
                <a:lnTo>
                  <a:pt x="804300" y="42150"/>
                </a:lnTo>
                <a:lnTo>
                  <a:pt x="804225" y="42150"/>
                </a:lnTo>
                <a:lnTo>
                  <a:pt x="804225" y="42300"/>
                </a:lnTo>
                <a:lnTo>
                  <a:pt x="804150" y="42375"/>
                </a:lnTo>
                <a:lnTo>
                  <a:pt x="804150" y="42450"/>
                </a:lnTo>
                <a:lnTo>
                  <a:pt x="804075" y="42525"/>
                </a:lnTo>
                <a:lnTo>
                  <a:pt x="804075" y="42600"/>
                </a:lnTo>
                <a:lnTo>
                  <a:pt x="803775" y="43200"/>
                </a:lnTo>
                <a:lnTo>
                  <a:pt x="803700" y="43275"/>
                </a:lnTo>
                <a:lnTo>
                  <a:pt x="803700" y="43425"/>
                </a:lnTo>
                <a:lnTo>
                  <a:pt x="803325" y="44100"/>
                </a:lnTo>
                <a:lnTo>
                  <a:pt x="803325" y="44250"/>
                </a:lnTo>
                <a:lnTo>
                  <a:pt x="802950" y="44925"/>
                </a:lnTo>
                <a:lnTo>
                  <a:pt x="802950" y="45075"/>
                </a:lnTo>
                <a:lnTo>
                  <a:pt x="802725" y="45525"/>
                </a:lnTo>
                <a:lnTo>
                  <a:pt x="802650" y="45600"/>
                </a:lnTo>
                <a:lnTo>
                  <a:pt x="802650" y="45675"/>
                </a:lnTo>
                <a:lnTo>
                  <a:pt x="802575" y="45750"/>
                </a:lnTo>
                <a:lnTo>
                  <a:pt x="802575" y="45900"/>
                </a:lnTo>
                <a:lnTo>
                  <a:pt x="802350" y="46350"/>
                </a:lnTo>
                <a:lnTo>
                  <a:pt x="802275" y="46425"/>
                </a:lnTo>
                <a:lnTo>
                  <a:pt x="802275" y="46500"/>
                </a:lnTo>
                <a:lnTo>
                  <a:pt x="802200" y="46575"/>
                </a:lnTo>
                <a:lnTo>
                  <a:pt x="801975" y="47025"/>
                </a:lnTo>
                <a:lnTo>
                  <a:pt x="801900" y="47100"/>
                </a:lnTo>
                <a:lnTo>
                  <a:pt x="801900" y="47175"/>
                </a:lnTo>
                <a:lnTo>
                  <a:pt x="801825" y="47250"/>
                </a:lnTo>
                <a:lnTo>
                  <a:pt x="801825" y="47325"/>
                </a:lnTo>
                <a:lnTo>
                  <a:pt x="801750" y="47400"/>
                </a:lnTo>
                <a:lnTo>
                  <a:pt x="801525" y="47850"/>
                </a:lnTo>
                <a:lnTo>
                  <a:pt x="801450" y="47925"/>
                </a:lnTo>
                <a:lnTo>
                  <a:pt x="801450" y="48000"/>
                </a:lnTo>
                <a:lnTo>
                  <a:pt x="801150" y="48450"/>
                </a:lnTo>
                <a:lnTo>
                  <a:pt x="801150" y="48525"/>
                </a:lnTo>
                <a:lnTo>
                  <a:pt x="801075" y="48525"/>
                </a:lnTo>
                <a:lnTo>
                  <a:pt x="801000" y="48600"/>
                </a:lnTo>
                <a:lnTo>
                  <a:pt x="801000" y="48675"/>
                </a:lnTo>
                <a:lnTo>
                  <a:pt x="800850" y="48900"/>
                </a:lnTo>
                <a:lnTo>
                  <a:pt x="800625" y="49125"/>
                </a:lnTo>
                <a:lnTo>
                  <a:pt x="800625" y="49200"/>
                </a:lnTo>
                <a:lnTo>
                  <a:pt x="800475" y="49425"/>
                </a:lnTo>
                <a:lnTo>
                  <a:pt x="800400" y="49425"/>
                </a:lnTo>
                <a:lnTo>
                  <a:pt x="800325" y="49500"/>
                </a:lnTo>
                <a:lnTo>
                  <a:pt x="800325" y="49575"/>
                </a:lnTo>
                <a:lnTo>
                  <a:pt x="800250" y="49650"/>
                </a:lnTo>
                <a:lnTo>
                  <a:pt x="800175" y="49650"/>
                </a:lnTo>
                <a:lnTo>
                  <a:pt x="800100" y="49800"/>
                </a:lnTo>
                <a:lnTo>
                  <a:pt x="799950" y="49875"/>
                </a:lnTo>
                <a:lnTo>
                  <a:pt x="799950" y="49950"/>
                </a:lnTo>
                <a:lnTo>
                  <a:pt x="799875" y="50025"/>
                </a:lnTo>
                <a:lnTo>
                  <a:pt x="799800" y="50025"/>
                </a:lnTo>
                <a:lnTo>
                  <a:pt x="799725" y="50175"/>
                </a:lnTo>
                <a:lnTo>
                  <a:pt x="799575" y="50250"/>
                </a:lnTo>
                <a:lnTo>
                  <a:pt x="799575" y="50325"/>
                </a:lnTo>
                <a:lnTo>
                  <a:pt x="799500" y="50400"/>
                </a:lnTo>
                <a:lnTo>
                  <a:pt x="799425" y="50400"/>
                </a:lnTo>
                <a:lnTo>
                  <a:pt x="799200" y="50625"/>
                </a:lnTo>
                <a:lnTo>
                  <a:pt x="799125" y="50625"/>
                </a:lnTo>
                <a:lnTo>
                  <a:pt x="798900" y="50850"/>
                </a:lnTo>
                <a:lnTo>
                  <a:pt x="798825" y="50850"/>
                </a:lnTo>
                <a:lnTo>
                  <a:pt x="798600" y="51075"/>
                </a:lnTo>
                <a:lnTo>
                  <a:pt x="798525" y="51075"/>
                </a:lnTo>
                <a:lnTo>
                  <a:pt x="798450" y="51150"/>
                </a:lnTo>
                <a:lnTo>
                  <a:pt x="798375" y="51150"/>
                </a:lnTo>
                <a:lnTo>
                  <a:pt x="798375" y="51225"/>
                </a:lnTo>
                <a:lnTo>
                  <a:pt x="798225" y="51225"/>
                </a:lnTo>
                <a:lnTo>
                  <a:pt x="798225" y="51300"/>
                </a:lnTo>
                <a:lnTo>
                  <a:pt x="797700" y="51525"/>
                </a:lnTo>
                <a:lnTo>
                  <a:pt x="797700" y="51600"/>
                </a:lnTo>
                <a:lnTo>
                  <a:pt x="797550" y="51600"/>
                </a:lnTo>
                <a:lnTo>
                  <a:pt x="797475" y="51675"/>
                </a:lnTo>
                <a:lnTo>
                  <a:pt x="797400" y="51675"/>
                </a:lnTo>
                <a:lnTo>
                  <a:pt x="797325" y="51750"/>
                </a:lnTo>
                <a:lnTo>
                  <a:pt x="797175" y="51825"/>
                </a:lnTo>
                <a:lnTo>
                  <a:pt x="797100" y="51825"/>
                </a:lnTo>
                <a:lnTo>
                  <a:pt x="797025" y="51900"/>
                </a:lnTo>
                <a:lnTo>
                  <a:pt x="796950" y="51900"/>
                </a:lnTo>
                <a:lnTo>
                  <a:pt x="796800" y="51975"/>
                </a:lnTo>
                <a:lnTo>
                  <a:pt x="796575" y="51975"/>
                </a:lnTo>
                <a:lnTo>
                  <a:pt x="796350" y="52125"/>
                </a:lnTo>
                <a:lnTo>
                  <a:pt x="796125" y="52125"/>
                </a:lnTo>
                <a:lnTo>
                  <a:pt x="795975" y="52200"/>
                </a:lnTo>
                <a:lnTo>
                  <a:pt x="795750" y="52200"/>
                </a:lnTo>
                <a:lnTo>
                  <a:pt x="795750" y="52275"/>
                </a:lnTo>
                <a:lnTo>
                  <a:pt x="795525" y="52275"/>
                </a:lnTo>
                <a:lnTo>
                  <a:pt x="795375" y="52350"/>
                </a:lnTo>
                <a:lnTo>
                  <a:pt x="795075" y="52350"/>
                </a:lnTo>
                <a:lnTo>
                  <a:pt x="794925" y="52425"/>
                </a:lnTo>
                <a:lnTo>
                  <a:pt x="794250" y="52425"/>
                </a:lnTo>
                <a:lnTo>
                  <a:pt x="794250" y="52500"/>
                </a:lnTo>
                <a:lnTo>
                  <a:pt x="793350" y="52500"/>
                </a:lnTo>
                <a:close/>
                <a:moveTo>
                  <a:pt x="839550" y="23250"/>
                </a:moveTo>
                <a:lnTo>
                  <a:pt x="839700" y="23775"/>
                </a:lnTo>
                <a:lnTo>
                  <a:pt x="839700" y="24000"/>
                </a:lnTo>
                <a:lnTo>
                  <a:pt x="839925" y="24750"/>
                </a:lnTo>
                <a:lnTo>
                  <a:pt x="839925" y="24975"/>
                </a:lnTo>
                <a:lnTo>
                  <a:pt x="840075" y="25500"/>
                </a:lnTo>
                <a:lnTo>
                  <a:pt x="840075" y="25725"/>
                </a:lnTo>
                <a:lnTo>
                  <a:pt x="840225" y="26250"/>
                </a:lnTo>
                <a:lnTo>
                  <a:pt x="840225" y="26475"/>
                </a:lnTo>
                <a:lnTo>
                  <a:pt x="840375" y="26925"/>
                </a:lnTo>
                <a:lnTo>
                  <a:pt x="840375" y="27225"/>
                </a:lnTo>
                <a:lnTo>
                  <a:pt x="840450" y="27450"/>
                </a:lnTo>
                <a:lnTo>
                  <a:pt x="840450" y="27675"/>
                </a:lnTo>
                <a:lnTo>
                  <a:pt x="840525" y="27900"/>
                </a:lnTo>
                <a:lnTo>
                  <a:pt x="840525" y="28200"/>
                </a:lnTo>
                <a:lnTo>
                  <a:pt x="840600" y="28425"/>
                </a:lnTo>
                <a:lnTo>
                  <a:pt x="840600" y="28875"/>
                </a:lnTo>
                <a:lnTo>
                  <a:pt x="840675" y="29100"/>
                </a:lnTo>
                <a:lnTo>
                  <a:pt x="840675" y="29625"/>
                </a:lnTo>
                <a:lnTo>
                  <a:pt x="840750" y="29850"/>
                </a:lnTo>
                <a:lnTo>
                  <a:pt x="840750" y="30300"/>
                </a:lnTo>
                <a:lnTo>
                  <a:pt x="840825" y="30525"/>
                </a:lnTo>
                <a:lnTo>
                  <a:pt x="840825" y="31275"/>
                </a:lnTo>
                <a:lnTo>
                  <a:pt x="840900" y="31500"/>
                </a:lnTo>
                <a:lnTo>
                  <a:pt x="840900" y="32700"/>
                </a:lnTo>
                <a:lnTo>
                  <a:pt x="840975" y="32925"/>
                </a:lnTo>
                <a:lnTo>
                  <a:pt x="840975" y="35250"/>
                </a:lnTo>
                <a:lnTo>
                  <a:pt x="840900" y="35475"/>
                </a:lnTo>
                <a:lnTo>
                  <a:pt x="840900" y="36825"/>
                </a:lnTo>
                <a:lnTo>
                  <a:pt x="840825" y="37050"/>
                </a:lnTo>
                <a:lnTo>
                  <a:pt x="840825" y="37725"/>
                </a:lnTo>
                <a:lnTo>
                  <a:pt x="840750" y="37950"/>
                </a:lnTo>
                <a:lnTo>
                  <a:pt x="840750" y="38400"/>
                </a:lnTo>
                <a:lnTo>
                  <a:pt x="840675" y="38625"/>
                </a:lnTo>
                <a:lnTo>
                  <a:pt x="840675" y="39075"/>
                </a:lnTo>
                <a:lnTo>
                  <a:pt x="840600" y="39300"/>
                </a:lnTo>
                <a:lnTo>
                  <a:pt x="840600" y="39750"/>
                </a:lnTo>
                <a:lnTo>
                  <a:pt x="840525" y="39975"/>
                </a:lnTo>
                <a:lnTo>
                  <a:pt x="840525" y="40200"/>
                </a:lnTo>
                <a:lnTo>
                  <a:pt x="840450" y="40425"/>
                </a:lnTo>
                <a:lnTo>
                  <a:pt x="840450" y="40650"/>
                </a:lnTo>
                <a:lnTo>
                  <a:pt x="840375" y="40800"/>
                </a:lnTo>
                <a:lnTo>
                  <a:pt x="840375" y="41025"/>
                </a:lnTo>
                <a:lnTo>
                  <a:pt x="840300" y="41250"/>
                </a:lnTo>
                <a:lnTo>
                  <a:pt x="840300" y="41475"/>
                </a:lnTo>
                <a:lnTo>
                  <a:pt x="840225" y="41700"/>
                </a:lnTo>
                <a:lnTo>
                  <a:pt x="840225" y="41925"/>
                </a:lnTo>
                <a:lnTo>
                  <a:pt x="840150" y="42150"/>
                </a:lnTo>
                <a:lnTo>
                  <a:pt x="840150" y="42375"/>
                </a:lnTo>
                <a:lnTo>
                  <a:pt x="840000" y="42750"/>
                </a:lnTo>
                <a:lnTo>
                  <a:pt x="840000" y="42975"/>
                </a:lnTo>
                <a:lnTo>
                  <a:pt x="839850" y="43425"/>
                </a:lnTo>
                <a:lnTo>
                  <a:pt x="839850" y="43650"/>
                </a:lnTo>
                <a:lnTo>
                  <a:pt x="839700" y="44025"/>
                </a:lnTo>
                <a:lnTo>
                  <a:pt x="839700" y="44250"/>
                </a:lnTo>
                <a:lnTo>
                  <a:pt x="839550" y="44625"/>
                </a:lnTo>
                <a:lnTo>
                  <a:pt x="839550" y="44850"/>
                </a:lnTo>
                <a:lnTo>
                  <a:pt x="839475" y="44850"/>
                </a:lnTo>
                <a:lnTo>
                  <a:pt x="839475" y="45075"/>
                </a:lnTo>
                <a:lnTo>
                  <a:pt x="839250" y="45675"/>
                </a:lnTo>
                <a:lnTo>
                  <a:pt x="839250" y="45900"/>
                </a:lnTo>
                <a:lnTo>
                  <a:pt x="838875" y="46875"/>
                </a:lnTo>
                <a:lnTo>
                  <a:pt x="838875" y="46950"/>
                </a:lnTo>
                <a:lnTo>
                  <a:pt x="838800" y="47100"/>
                </a:lnTo>
                <a:lnTo>
                  <a:pt x="838800" y="47325"/>
                </a:lnTo>
                <a:lnTo>
                  <a:pt x="838725" y="47325"/>
                </a:lnTo>
                <a:lnTo>
                  <a:pt x="838725" y="47550"/>
                </a:lnTo>
                <a:lnTo>
                  <a:pt x="838500" y="48075"/>
                </a:lnTo>
                <a:lnTo>
                  <a:pt x="838500" y="48150"/>
                </a:lnTo>
                <a:lnTo>
                  <a:pt x="837750" y="50025"/>
                </a:lnTo>
                <a:lnTo>
                  <a:pt x="837750" y="50100"/>
                </a:lnTo>
                <a:lnTo>
                  <a:pt x="837675" y="50250"/>
                </a:lnTo>
                <a:lnTo>
                  <a:pt x="837600" y="50250"/>
                </a:lnTo>
                <a:lnTo>
                  <a:pt x="837075" y="51600"/>
                </a:lnTo>
                <a:lnTo>
                  <a:pt x="836925" y="51750"/>
                </a:lnTo>
                <a:lnTo>
                  <a:pt x="836625" y="52500"/>
                </a:lnTo>
                <a:lnTo>
                  <a:pt x="830850" y="50175"/>
                </a:lnTo>
                <a:lnTo>
                  <a:pt x="832275" y="47025"/>
                </a:lnTo>
                <a:lnTo>
                  <a:pt x="832275" y="46875"/>
                </a:lnTo>
                <a:lnTo>
                  <a:pt x="832350" y="46650"/>
                </a:lnTo>
                <a:lnTo>
                  <a:pt x="832650" y="45975"/>
                </a:lnTo>
                <a:lnTo>
                  <a:pt x="832650" y="45825"/>
                </a:lnTo>
                <a:lnTo>
                  <a:pt x="832875" y="45300"/>
                </a:lnTo>
                <a:lnTo>
                  <a:pt x="832950" y="45075"/>
                </a:lnTo>
                <a:lnTo>
                  <a:pt x="832950" y="44925"/>
                </a:lnTo>
                <a:lnTo>
                  <a:pt x="833175" y="44400"/>
                </a:lnTo>
                <a:lnTo>
                  <a:pt x="833175" y="44250"/>
                </a:lnTo>
                <a:lnTo>
                  <a:pt x="833325" y="43875"/>
                </a:lnTo>
                <a:lnTo>
                  <a:pt x="833325" y="43650"/>
                </a:lnTo>
                <a:lnTo>
                  <a:pt x="833475" y="43350"/>
                </a:lnTo>
                <a:lnTo>
                  <a:pt x="833475" y="43125"/>
                </a:lnTo>
                <a:lnTo>
                  <a:pt x="833550" y="42975"/>
                </a:lnTo>
                <a:lnTo>
                  <a:pt x="833550" y="42750"/>
                </a:lnTo>
                <a:lnTo>
                  <a:pt x="833625" y="42600"/>
                </a:lnTo>
                <a:lnTo>
                  <a:pt x="833700" y="42375"/>
                </a:lnTo>
                <a:lnTo>
                  <a:pt x="833700" y="42225"/>
                </a:lnTo>
                <a:lnTo>
                  <a:pt x="833775" y="42075"/>
                </a:lnTo>
                <a:lnTo>
                  <a:pt x="833775" y="41850"/>
                </a:lnTo>
                <a:lnTo>
                  <a:pt x="833850" y="41700"/>
                </a:lnTo>
                <a:lnTo>
                  <a:pt x="833850" y="41475"/>
                </a:lnTo>
                <a:lnTo>
                  <a:pt x="833925" y="41325"/>
                </a:lnTo>
                <a:lnTo>
                  <a:pt x="833925" y="41100"/>
                </a:lnTo>
                <a:lnTo>
                  <a:pt x="834000" y="40950"/>
                </a:lnTo>
                <a:lnTo>
                  <a:pt x="834000" y="40725"/>
                </a:lnTo>
                <a:lnTo>
                  <a:pt x="834075" y="40575"/>
                </a:lnTo>
                <a:lnTo>
                  <a:pt x="834075" y="40350"/>
                </a:lnTo>
                <a:lnTo>
                  <a:pt x="834150" y="40200"/>
                </a:lnTo>
                <a:lnTo>
                  <a:pt x="834150" y="39975"/>
                </a:lnTo>
                <a:lnTo>
                  <a:pt x="834225" y="39825"/>
                </a:lnTo>
                <a:lnTo>
                  <a:pt x="834225" y="39375"/>
                </a:lnTo>
                <a:lnTo>
                  <a:pt x="834300" y="39225"/>
                </a:lnTo>
                <a:lnTo>
                  <a:pt x="834300" y="39000"/>
                </a:lnTo>
                <a:lnTo>
                  <a:pt x="834375" y="38850"/>
                </a:lnTo>
                <a:lnTo>
                  <a:pt x="834375" y="38475"/>
                </a:lnTo>
                <a:lnTo>
                  <a:pt x="834450" y="38250"/>
                </a:lnTo>
                <a:lnTo>
                  <a:pt x="834450" y="37650"/>
                </a:lnTo>
                <a:lnTo>
                  <a:pt x="834525" y="37500"/>
                </a:lnTo>
                <a:lnTo>
                  <a:pt x="834525" y="36675"/>
                </a:lnTo>
                <a:lnTo>
                  <a:pt x="834600" y="36525"/>
                </a:lnTo>
                <a:lnTo>
                  <a:pt x="834600" y="35325"/>
                </a:lnTo>
                <a:lnTo>
                  <a:pt x="834675" y="35100"/>
                </a:lnTo>
                <a:lnTo>
                  <a:pt x="834675" y="33075"/>
                </a:lnTo>
                <a:lnTo>
                  <a:pt x="834600" y="32850"/>
                </a:lnTo>
                <a:lnTo>
                  <a:pt x="834600" y="31650"/>
                </a:lnTo>
                <a:lnTo>
                  <a:pt x="834525" y="31425"/>
                </a:lnTo>
                <a:lnTo>
                  <a:pt x="834525" y="30825"/>
                </a:lnTo>
                <a:lnTo>
                  <a:pt x="834450" y="30600"/>
                </a:lnTo>
                <a:lnTo>
                  <a:pt x="834450" y="29925"/>
                </a:lnTo>
                <a:lnTo>
                  <a:pt x="834375" y="29775"/>
                </a:lnTo>
                <a:lnTo>
                  <a:pt x="834375" y="29325"/>
                </a:lnTo>
                <a:lnTo>
                  <a:pt x="834300" y="29100"/>
                </a:lnTo>
                <a:lnTo>
                  <a:pt x="834300" y="28875"/>
                </a:lnTo>
                <a:lnTo>
                  <a:pt x="834225" y="28725"/>
                </a:lnTo>
                <a:lnTo>
                  <a:pt x="834225" y="28500"/>
                </a:lnTo>
                <a:lnTo>
                  <a:pt x="834150" y="28275"/>
                </a:lnTo>
                <a:lnTo>
                  <a:pt x="834150" y="27825"/>
                </a:lnTo>
                <a:lnTo>
                  <a:pt x="834075" y="27600"/>
                </a:lnTo>
                <a:lnTo>
                  <a:pt x="834075" y="27375"/>
                </a:lnTo>
                <a:lnTo>
                  <a:pt x="833925" y="27000"/>
                </a:lnTo>
                <a:lnTo>
                  <a:pt x="833925" y="26775"/>
                </a:lnTo>
                <a:lnTo>
                  <a:pt x="833850" y="26550"/>
                </a:lnTo>
                <a:lnTo>
                  <a:pt x="833850" y="26325"/>
                </a:lnTo>
                <a:lnTo>
                  <a:pt x="833700" y="25875"/>
                </a:lnTo>
                <a:lnTo>
                  <a:pt x="833700" y="25650"/>
                </a:lnTo>
                <a:lnTo>
                  <a:pt x="833550" y="25275"/>
                </a:lnTo>
                <a:lnTo>
                  <a:pt x="833550" y="25050"/>
                </a:lnTo>
                <a:lnTo>
                  <a:pt x="833325" y="24375"/>
                </a:lnTo>
                <a:lnTo>
                  <a:pt x="833325" y="24150"/>
                </a:lnTo>
                <a:lnTo>
                  <a:pt x="832875" y="22800"/>
                </a:lnTo>
                <a:lnTo>
                  <a:pt x="832875" y="22575"/>
                </a:lnTo>
                <a:lnTo>
                  <a:pt x="832425" y="21225"/>
                </a:lnTo>
                <a:lnTo>
                  <a:pt x="832275" y="21000"/>
                </a:lnTo>
                <a:lnTo>
                  <a:pt x="831825" y="19650"/>
                </a:lnTo>
                <a:lnTo>
                  <a:pt x="831675" y="19425"/>
                </a:lnTo>
                <a:lnTo>
                  <a:pt x="831525" y="18975"/>
                </a:lnTo>
                <a:lnTo>
                  <a:pt x="831375" y="18675"/>
                </a:lnTo>
                <a:lnTo>
                  <a:pt x="831375" y="18300"/>
                </a:lnTo>
                <a:lnTo>
                  <a:pt x="831300" y="17925"/>
                </a:lnTo>
                <a:lnTo>
                  <a:pt x="831450" y="17175"/>
                </a:lnTo>
                <a:lnTo>
                  <a:pt x="831750" y="16500"/>
                </a:lnTo>
                <a:lnTo>
                  <a:pt x="831975" y="16200"/>
                </a:lnTo>
                <a:lnTo>
                  <a:pt x="832575" y="15750"/>
                </a:lnTo>
                <a:lnTo>
                  <a:pt x="832950" y="15525"/>
                </a:lnTo>
                <a:lnTo>
                  <a:pt x="833625" y="15225"/>
                </a:lnTo>
                <a:lnTo>
                  <a:pt x="834075" y="15150"/>
                </a:lnTo>
                <a:lnTo>
                  <a:pt x="834675" y="15150"/>
                </a:lnTo>
                <a:lnTo>
                  <a:pt x="834750" y="15075"/>
                </a:lnTo>
                <a:lnTo>
                  <a:pt x="835425" y="15075"/>
                </a:lnTo>
                <a:lnTo>
                  <a:pt x="835500" y="15150"/>
                </a:lnTo>
                <a:lnTo>
                  <a:pt x="836175" y="15150"/>
                </a:lnTo>
                <a:lnTo>
                  <a:pt x="836325" y="15225"/>
                </a:lnTo>
                <a:lnTo>
                  <a:pt x="836625" y="15225"/>
                </a:lnTo>
                <a:lnTo>
                  <a:pt x="836775" y="15300"/>
                </a:lnTo>
                <a:lnTo>
                  <a:pt x="837075" y="15300"/>
                </a:lnTo>
                <a:lnTo>
                  <a:pt x="837225" y="15375"/>
                </a:lnTo>
                <a:lnTo>
                  <a:pt x="837300" y="15375"/>
                </a:lnTo>
                <a:lnTo>
                  <a:pt x="837375" y="15450"/>
                </a:lnTo>
                <a:lnTo>
                  <a:pt x="837600" y="15450"/>
                </a:lnTo>
                <a:lnTo>
                  <a:pt x="837675" y="15525"/>
                </a:lnTo>
                <a:lnTo>
                  <a:pt x="837900" y="15525"/>
                </a:lnTo>
                <a:lnTo>
                  <a:pt x="838050" y="15600"/>
                </a:lnTo>
                <a:lnTo>
                  <a:pt x="838125" y="15600"/>
                </a:lnTo>
                <a:lnTo>
                  <a:pt x="838200" y="15675"/>
                </a:lnTo>
                <a:lnTo>
                  <a:pt x="838500" y="15750"/>
                </a:lnTo>
                <a:lnTo>
                  <a:pt x="838800" y="15900"/>
                </a:lnTo>
                <a:lnTo>
                  <a:pt x="838875" y="15900"/>
                </a:lnTo>
                <a:lnTo>
                  <a:pt x="839175" y="16050"/>
                </a:lnTo>
                <a:lnTo>
                  <a:pt x="839250" y="16050"/>
                </a:lnTo>
                <a:lnTo>
                  <a:pt x="839400" y="16125"/>
                </a:lnTo>
                <a:lnTo>
                  <a:pt x="839400" y="16200"/>
                </a:lnTo>
                <a:lnTo>
                  <a:pt x="839925" y="16425"/>
                </a:lnTo>
                <a:lnTo>
                  <a:pt x="840000" y="16425"/>
                </a:lnTo>
                <a:lnTo>
                  <a:pt x="840075" y="16500"/>
                </a:lnTo>
                <a:lnTo>
                  <a:pt x="840150" y="16500"/>
                </a:lnTo>
                <a:lnTo>
                  <a:pt x="840300" y="16575"/>
                </a:lnTo>
                <a:lnTo>
                  <a:pt x="840300" y="16650"/>
                </a:lnTo>
                <a:lnTo>
                  <a:pt x="840825" y="16875"/>
                </a:lnTo>
                <a:lnTo>
                  <a:pt x="840825" y="16950"/>
                </a:lnTo>
                <a:lnTo>
                  <a:pt x="841125" y="17100"/>
                </a:lnTo>
                <a:lnTo>
                  <a:pt x="841200" y="17100"/>
                </a:lnTo>
                <a:lnTo>
                  <a:pt x="841350" y="17250"/>
                </a:lnTo>
                <a:lnTo>
                  <a:pt x="841650" y="17400"/>
                </a:lnTo>
                <a:lnTo>
                  <a:pt x="841650" y="17475"/>
                </a:lnTo>
                <a:lnTo>
                  <a:pt x="842025" y="17625"/>
                </a:lnTo>
                <a:lnTo>
                  <a:pt x="842475" y="18000"/>
                </a:lnTo>
                <a:lnTo>
                  <a:pt x="842625" y="18075"/>
                </a:lnTo>
                <a:lnTo>
                  <a:pt x="842700" y="18075"/>
                </a:lnTo>
                <a:lnTo>
                  <a:pt x="842850" y="18225"/>
                </a:lnTo>
                <a:lnTo>
                  <a:pt x="843000" y="18300"/>
                </a:lnTo>
                <a:lnTo>
                  <a:pt x="843450" y="18675"/>
                </a:lnTo>
                <a:lnTo>
                  <a:pt x="843525" y="18675"/>
                </a:lnTo>
                <a:lnTo>
                  <a:pt x="843675" y="18750"/>
                </a:lnTo>
                <a:lnTo>
                  <a:pt x="843825" y="18900"/>
                </a:lnTo>
                <a:lnTo>
                  <a:pt x="844500" y="19350"/>
                </a:lnTo>
                <a:lnTo>
                  <a:pt x="844950" y="19725"/>
                </a:lnTo>
                <a:lnTo>
                  <a:pt x="845175" y="19800"/>
                </a:lnTo>
                <a:lnTo>
                  <a:pt x="845625" y="20175"/>
                </a:lnTo>
                <a:lnTo>
                  <a:pt x="846150" y="20475"/>
                </a:lnTo>
                <a:lnTo>
                  <a:pt x="846300" y="20625"/>
                </a:lnTo>
                <a:lnTo>
                  <a:pt x="846825" y="20925"/>
                </a:lnTo>
                <a:lnTo>
                  <a:pt x="846975" y="21075"/>
                </a:lnTo>
                <a:lnTo>
                  <a:pt x="847200" y="21150"/>
                </a:lnTo>
                <a:lnTo>
                  <a:pt x="847350" y="21300"/>
                </a:lnTo>
                <a:lnTo>
                  <a:pt x="847875" y="21600"/>
                </a:lnTo>
                <a:lnTo>
                  <a:pt x="848025" y="21750"/>
                </a:lnTo>
                <a:lnTo>
                  <a:pt x="848400" y="21900"/>
                </a:lnTo>
                <a:lnTo>
                  <a:pt x="848550" y="22050"/>
                </a:lnTo>
                <a:lnTo>
                  <a:pt x="848775" y="22125"/>
                </a:lnTo>
                <a:lnTo>
                  <a:pt x="848925" y="22275"/>
                </a:lnTo>
                <a:lnTo>
                  <a:pt x="849300" y="22425"/>
                </a:lnTo>
                <a:lnTo>
                  <a:pt x="849675" y="22650"/>
                </a:lnTo>
                <a:lnTo>
                  <a:pt x="850200" y="22875"/>
                </a:lnTo>
                <a:lnTo>
                  <a:pt x="850350" y="23025"/>
                </a:lnTo>
                <a:lnTo>
                  <a:pt x="851925" y="23625"/>
                </a:lnTo>
                <a:lnTo>
                  <a:pt x="851925" y="0"/>
                </a:lnTo>
                <a:lnTo>
                  <a:pt x="858225" y="0"/>
                </a:lnTo>
                <a:lnTo>
                  <a:pt x="858225" y="52500"/>
                </a:lnTo>
                <a:lnTo>
                  <a:pt x="851925" y="52500"/>
                </a:lnTo>
                <a:lnTo>
                  <a:pt x="851925" y="29700"/>
                </a:lnTo>
                <a:lnTo>
                  <a:pt x="850800" y="29400"/>
                </a:lnTo>
                <a:lnTo>
                  <a:pt x="850800" y="29325"/>
                </a:lnTo>
                <a:lnTo>
                  <a:pt x="849975" y="29100"/>
                </a:lnTo>
                <a:lnTo>
                  <a:pt x="849450" y="28875"/>
                </a:lnTo>
                <a:lnTo>
                  <a:pt x="848925" y="28725"/>
                </a:lnTo>
                <a:lnTo>
                  <a:pt x="848700" y="28575"/>
                </a:lnTo>
                <a:lnTo>
                  <a:pt x="848400" y="28500"/>
                </a:lnTo>
                <a:lnTo>
                  <a:pt x="847725" y="28125"/>
                </a:lnTo>
                <a:lnTo>
                  <a:pt x="847425" y="28050"/>
                </a:lnTo>
                <a:lnTo>
                  <a:pt x="847200" y="27900"/>
                </a:lnTo>
                <a:lnTo>
                  <a:pt x="846975" y="27825"/>
                </a:lnTo>
                <a:lnTo>
                  <a:pt x="846750" y="27675"/>
                </a:lnTo>
                <a:lnTo>
                  <a:pt x="846525" y="27600"/>
                </a:lnTo>
                <a:lnTo>
                  <a:pt x="846300" y="27450"/>
                </a:lnTo>
                <a:lnTo>
                  <a:pt x="846075" y="27375"/>
                </a:lnTo>
                <a:lnTo>
                  <a:pt x="846075" y="27300"/>
                </a:lnTo>
                <a:lnTo>
                  <a:pt x="845850" y="27225"/>
                </a:lnTo>
                <a:lnTo>
                  <a:pt x="845625" y="27075"/>
                </a:lnTo>
                <a:lnTo>
                  <a:pt x="845400" y="27000"/>
                </a:lnTo>
                <a:lnTo>
                  <a:pt x="845400" y="26925"/>
                </a:lnTo>
                <a:lnTo>
                  <a:pt x="845175" y="26850"/>
                </a:lnTo>
                <a:lnTo>
                  <a:pt x="844800" y="26625"/>
                </a:lnTo>
                <a:lnTo>
                  <a:pt x="844725" y="26625"/>
                </a:lnTo>
                <a:lnTo>
                  <a:pt x="844575" y="26475"/>
                </a:lnTo>
                <a:lnTo>
                  <a:pt x="844500" y="26475"/>
                </a:lnTo>
                <a:lnTo>
                  <a:pt x="844350" y="26325"/>
                </a:lnTo>
                <a:lnTo>
                  <a:pt x="844125" y="26250"/>
                </a:lnTo>
                <a:lnTo>
                  <a:pt x="844125" y="26175"/>
                </a:lnTo>
                <a:lnTo>
                  <a:pt x="843900" y="26100"/>
                </a:lnTo>
                <a:lnTo>
                  <a:pt x="843750" y="25950"/>
                </a:lnTo>
                <a:lnTo>
                  <a:pt x="843525" y="25800"/>
                </a:lnTo>
                <a:lnTo>
                  <a:pt x="843300" y="25725"/>
                </a:lnTo>
                <a:lnTo>
                  <a:pt x="843150" y="25575"/>
                </a:lnTo>
                <a:lnTo>
                  <a:pt x="842550" y="25200"/>
                </a:lnTo>
                <a:lnTo>
                  <a:pt x="842400" y="25050"/>
                </a:lnTo>
                <a:lnTo>
                  <a:pt x="842175" y="24975"/>
                </a:lnTo>
                <a:lnTo>
                  <a:pt x="842025" y="24825"/>
                </a:lnTo>
                <a:lnTo>
                  <a:pt x="841650" y="24600"/>
                </a:lnTo>
                <a:lnTo>
                  <a:pt x="841500" y="24450"/>
                </a:lnTo>
                <a:lnTo>
                  <a:pt x="841125" y="24225"/>
                </a:lnTo>
                <a:lnTo>
                  <a:pt x="840975" y="24075"/>
                </a:lnTo>
                <a:lnTo>
                  <a:pt x="840750" y="24000"/>
                </a:lnTo>
                <a:lnTo>
                  <a:pt x="840450" y="23700"/>
                </a:lnTo>
                <a:lnTo>
                  <a:pt x="840300" y="23625"/>
                </a:lnTo>
                <a:lnTo>
                  <a:pt x="840150" y="23475"/>
                </a:lnTo>
                <a:lnTo>
                  <a:pt x="839925" y="23400"/>
                </a:lnTo>
                <a:lnTo>
                  <a:pt x="839775" y="23250"/>
                </a:lnTo>
                <a:lnTo>
                  <a:pt x="839475" y="23100"/>
                </a:lnTo>
                <a:close/>
                <a:moveTo>
                  <a:pt x="881400" y="19575"/>
                </a:moveTo>
                <a:lnTo>
                  <a:pt x="881550" y="19425"/>
                </a:lnTo>
                <a:lnTo>
                  <a:pt x="881550" y="19350"/>
                </a:lnTo>
                <a:lnTo>
                  <a:pt x="881775" y="19125"/>
                </a:lnTo>
                <a:lnTo>
                  <a:pt x="881850" y="18975"/>
                </a:lnTo>
                <a:lnTo>
                  <a:pt x="882075" y="18750"/>
                </a:lnTo>
                <a:lnTo>
                  <a:pt x="882075" y="18675"/>
                </a:lnTo>
                <a:lnTo>
                  <a:pt x="882450" y="18300"/>
                </a:lnTo>
                <a:lnTo>
                  <a:pt x="882450" y="18225"/>
                </a:lnTo>
                <a:lnTo>
                  <a:pt x="882600" y="18075"/>
                </a:lnTo>
                <a:lnTo>
                  <a:pt x="882675" y="18075"/>
                </a:lnTo>
                <a:lnTo>
                  <a:pt x="882825" y="17850"/>
                </a:lnTo>
                <a:lnTo>
                  <a:pt x="883200" y="17475"/>
                </a:lnTo>
                <a:lnTo>
                  <a:pt x="883425" y="17325"/>
                </a:lnTo>
                <a:lnTo>
                  <a:pt x="883425" y="17250"/>
                </a:lnTo>
                <a:lnTo>
                  <a:pt x="883575" y="17100"/>
                </a:lnTo>
                <a:lnTo>
                  <a:pt x="883650" y="17100"/>
                </a:lnTo>
                <a:lnTo>
                  <a:pt x="883800" y="16950"/>
                </a:lnTo>
                <a:lnTo>
                  <a:pt x="883875" y="16950"/>
                </a:lnTo>
                <a:lnTo>
                  <a:pt x="884025" y="16800"/>
                </a:lnTo>
                <a:lnTo>
                  <a:pt x="884025" y="16725"/>
                </a:lnTo>
                <a:lnTo>
                  <a:pt x="884250" y="16650"/>
                </a:lnTo>
                <a:lnTo>
                  <a:pt x="884250" y="16575"/>
                </a:lnTo>
                <a:lnTo>
                  <a:pt x="884475" y="16425"/>
                </a:lnTo>
                <a:lnTo>
                  <a:pt x="884625" y="16275"/>
                </a:lnTo>
                <a:lnTo>
                  <a:pt x="884700" y="16275"/>
                </a:lnTo>
                <a:lnTo>
                  <a:pt x="884850" y="16125"/>
                </a:lnTo>
                <a:lnTo>
                  <a:pt x="884925" y="16125"/>
                </a:lnTo>
                <a:lnTo>
                  <a:pt x="885075" y="15975"/>
                </a:lnTo>
                <a:lnTo>
                  <a:pt x="885150" y="15975"/>
                </a:lnTo>
                <a:lnTo>
                  <a:pt x="885300" y="15900"/>
                </a:lnTo>
                <a:lnTo>
                  <a:pt x="885600" y="15675"/>
                </a:lnTo>
                <a:lnTo>
                  <a:pt x="885825" y="15600"/>
                </a:lnTo>
                <a:lnTo>
                  <a:pt x="886050" y="15450"/>
                </a:lnTo>
                <a:lnTo>
                  <a:pt x="886275" y="15375"/>
                </a:lnTo>
                <a:lnTo>
                  <a:pt x="886275" y="15300"/>
                </a:lnTo>
                <a:lnTo>
                  <a:pt x="886575" y="15225"/>
                </a:lnTo>
                <a:lnTo>
                  <a:pt x="886950" y="15000"/>
                </a:lnTo>
                <a:lnTo>
                  <a:pt x="887475" y="14850"/>
                </a:lnTo>
                <a:lnTo>
                  <a:pt x="887475" y="14775"/>
                </a:lnTo>
                <a:lnTo>
                  <a:pt x="888975" y="14325"/>
                </a:lnTo>
                <a:lnTo>
                  <a:pt x="889125" y="14250"/>
                </a:lnTo>
                <a:lnTo>
                  <a:pt x="889725" y="14100"/>
                </a:lnTo>
                <a:lnTo>
                  <a:pt x="889875" y="14025"/>
                </a:lnTo>
                <a:lnTo>
                  <a:pt x="890175" y="14025"/>
                </a:lnTo>
                <a:lnTo>
                  <a:pt x="890625" y="13875"/>
                </a:lnTo>
                <a:lnTo>
                  <a:pt x="890925" y="13875"/>
                </a:lnTo>
                <a:lnTo>
                  <a:pt x="891150" y="13800"/>
                </a:lnTo>
                <a:lnTo>
                  <a:pt x="891450" y="13800"/>
                </a:lnTo>
                <a:lnTo>
                  <a:pt x="891600" y="13725"/>
                </a:lnTo>
                <a:lnTo>
                  <a:pt x="891900" y="13725"/>
                </a:lnTo>
                <a:lnTo>
                  <a:pt x="892125" y="13650"/>
                </a:lnTo>
                <a:lnTo>
                  <a:pt x="892650" y="13650"/>
                </a:lnTo>
                <a:lnTo>
                  <a:pt x="892875" y="13575"/>
                </a:lnTo>
                <a:lnTo>
                  <a:pt x="893625" y="13575"/>
                </a:lnTo>
                <a:lnTo>
                  <a:pt x="893850" y="13500"/>
                </a:lnTo>
                <a:lnTo>
                  <a:pt x="896400" y="13500"/>
                </a:lnTo>
                <a:lnTo>
                  <a:pt x="896550" y="13575"/>
                </a:lnTo>
                <a:lnTo>
                  <a:pt x="897225" y="13575"/>
                </a:lnTo>
                <a:lnTo>
                  <a:pt x="897375" y="13650"/>
                </a:lnTo>
                <a:lnTo>
                  <a:pt x="897825" y="13650"/>
                </a:lnTo>
                <a:lnTo>
                  <a:pt x="897975" y="13725"/>
                </a:lnTo>
                <a:lnTo>
                  <a:pt x="898350" y="13725"/>
                </a:lnTo>
                <a:lnTo>
                  <a:pt x="898425" y="13800"/>
                </a:lnTo>
                <a:lnTo>
                  <a:pt x="898725" y="13800"/>
                </a:lnTo>
                <a:lnTo>
                  <a:pt x="898800" y="13875"/>
                </a:lnTo>
                <a:lnTo>
                  <a:pt x="898950" y="13875"/>
                </a:lnTo>
                <a:lnTo>
                  <a:pt x="899100" y="13950"/>
                </a:lnTo>
                <a:lnTo>
                  <a:pt x="899400" y="13950"/>
                </a:lnTo>
                <a:lnTo>
                  <a:pt x="899550" y="14025"/>
                </a:lnTo>
                <a:lnTo>
                  <a:pt x="899775" y="14025"/>
                </a:lnTo>
                <a:lnTo>
                  <a:pt x="900075" y="14175"/>
                </a:lnTo>
                <a:lnTo>
                  <a:pt x="900300" y="14175"/>
                </a:lnTo>
                <a:lnTo>
                  <a:pt x="900300" y="14250"/>
                </a:lnTo>
                <a:lnTo>
                  <a:pt x="900525" y="14250"/>
                </a:lnTo>
                <a:lnTo>
                  <a:pt x="900600" y="14325"/>
                </a:lnTo>
                <a:lnTo>
                  <a:pt x="900675" y="14325"/>
                </a:lnTo>
                <a:lnTo>
                  <a:pt x="900975" y="14475"/>
                </a:lnTo>
                <a:lnTo>
                  <a:pt x="901050" y="14475"/>
                </a:lnTo>
                <a:lnTo>
                  <a:pt x="901200" y="14550"/>
                </a:lnTo>
                <a:lnTo>
                  <a:pt x="901350" y="14550"/>
                </a:lnTo>
                <a:lnTo>
                  <a:pt x="901575" y="14700"/>
                </a:lnTo>
                <a:lnTo>
                  <a:pt x="901725" y="14700"/>
                </a:lnTo>
                <a:lnTo>
                  <a:pt x="901725" y="14775"/>
                </a:lnTo>
                <a:lnTo>
                  <a:pt x="901875" y="14775"/>
                </a:lnTo>
                <a:lnTo>
                  <a:pt x="902100" y="14925"/>
                </a:lnTo>
                <a:lnTo>
                  <a:pt x="902250" y="14925"/>
                </a:lnTo>
                <a:lnTo>
                  <a:pt x="902250" y="15000"/>
                </a:lnTo>
                <a:lnTo>
                  <a:pt x="902400" y="15000"/>
                </a:lnTo>
                <a:lnTo>
                  <a:pt x="902400" y="15075"/>
                </a:lnTo>
                <a:lnTo>
                  <a:pt x="902550" y="15075"/>
                </a:lnTo>
                <a:lnTo>
                  <a:pt x="902700" y="15225"/>
                </a:lnTo>
                <a:lnTo>
                  <a:pt x="902775" y="15225"/>
                </a:lnTo>
                <a:lnTo>
                  <a:pt x="903375" y="15525"/>
                </a:lnTo>
                <a:lnTo>
                  <a:pt x="903450" y="15525"/>
                </a:lnTo>
                <a:lnTo>
                  <a:pt x="903675" y="15750"/>
                </a:lnTo>
                <a:lnTo>
                  <a:pt x="903750" y="15750"/>
                </a:lnTo>
                <a:lnTo>
                  <a:pt x="904050" y="15900"/>
                </a:lnTo>
                <a:lnTo>
                  <a:pt x="904200" y="16050"/>
                </a:lnTo>
                <a:lnTo>
                  <a:pt x="904500" y="16200"/>
                </a:lnTo>
                <a:lnTo>
                  <a:pt x="904650" y="16350"/>
                </a:lnTo>
                <a:lnTo>
                  <a:pt x="904950" y="16500"/>
                </a:lnTo>
                <a:lnTo>
                  <a:pt x="904950" y="16575"/>
                </a:lnTo>
                <a:lnTo>
                  <a:pt x="905100" y="16650"/>
                </a:lnTo>
                <a:lnTo>
                  <a:pt x="905325" y="16875"/>
                </a:lnTo>
                <a:lnTo>
                  <a:pt x="905400" y="16875"/>
                </a:lnTo>
                <a:lnTo>
                  <a:pt x="905625" y="17100"/>
                </a:lnTo>
                <a:lnTo>
                  <a:pt x="905775" y="17175"/>
                </a:lnTo>
                <a:lnTo>
                  <a:pt x="905775" y="17250"/>
                </a:lnTo>
                <a:lnTo>
                  <a:pt x="906075" y="17400"/>
                </a:lnTo>
                <a:lnTo>
                  <a:pt x="906075" y="17475"/>
                </a:lnTo>
                <a:lnTo>
                  <a:pt x="906150" y="17550"/>
                </a:lnTo>
                <a:lnTo>
                  <a:pt x="906225" y="17550"/>
                </a:lnTo>
                <a:lnTo>
                  <a:pt x="906300" y="17700"/>
                </a:lnTo>
                <a:lnTo>
                  <a:pt x="906450" y="17775"/>
                </a:lnTo>
                <a:lnTo>
                  <a:pt x="906525" y="17925"/>
                </a:lnTo>
                <a:lnTo>
                  <a:pt x="906600" y="17925"/>
                </a:lnTo>
                <a:lnTo>
                  <a:pt x="906675" y="18000"/>
                </a:lnTo>
                <a:lnTo>
                  <a:pt x="906675" y="18075"/>
                </a:lnTo>
                <a:lnTo>
                  <a:pt x="906825" y="18150"/>
                </a:lnTo>
                <a:lnTo>
                  <a:pt x="906975" y="18300"/>
                </a:lnTo>
                <a:lnTo>
                  <a:pt x="907050" y="18450"/>
                </a:lnTo>
                <a:lnTo>
                  <a:pt x="907200" y="18525"/>
                </a:lnTo>
                <a:lnTo>
                  <a:pt x="907200" y="18600"/>
                </a:lnTo>
                <a:lnTo>
                  <a:pt x="907275" y="18675"/>
                </a:lnTo>
                <a:lnTo>
                  <a:pt x="907350" y="18675"/>
                </a:lnTo>
                <a:lnTo>
                  <a:pt x="907425" y="18825"/>
                </a:lnTo>
                <a:lnTo>
                  <a:pt x="907650" y="19050"/>
                </a:lnTo>
                <a:lnTo>
                  <a:pt x="907650" y="19125"/>
                </a:lnTo>
                <a:lnTo>
                  <a:pt x="907800" y="19200"/>
                </a:lnTo>
                <a:lnTo>
                  <a:pt x="907950" y="19500"/>
                </a:lnTo>
                <a:lnTo>
                  <a:pt x="908025" y="19500"/>
                </a:lnTo>
                <a:lnTo>
                  <a:pt x="908100" y="19575"/>
                </a:lnTo>
                <a:lnTo>
                  <a:pt x="908100" y="19650"/>
                </a:lnTo>
                <a:lnTo>
                  <a:pt x="908325" y="19875"/>
                </a:lnTo>
                <a:lnTo>
                  <a:pt x="908400" y="20025"/>
                </a:lnTo>
                <a:lnTo>
                  <a:pt x="908550" y="20175"/>
                </a:lnTo>
                <a:lnTo>
                  <a:pt x="908700" y="20475"/>
                </a:lnTo>
                <a:lnTo>
                  <a:pt x="908850" y="20625"/>
                </a:lnTo>
                <a:lnTo>
                  <a:pt x="909000" y="20925"/>
                </a:lnTo>
                <a:lnTo>
                  <a:pt x="909225" y="21150"/>
                </a:lnTo>
                <a:lnTo>
                  <a:pt x="909225" y="21225"/>
                </a:lnTo>
                <a:lnTo>
                  <a:pt x="909300" y="21300"/>
                </a:lnTo>
                <a:lnTo>
                  <a:pt x="909300" y="21375"/>
                </a:lnTo>
                <a:lnTo>
                  <a:pt x="909375" y="21450"/>
                </a:lnTo>
                <a:lnTo>
                  <a:pt x="909375" y="21525"/>
                </a:lnTo>
                <a:lnTo>
                  <a:pt x="909450" y="21600"/>
                </a:lnTo>
                <a:lnTo>
                  <a:pt x="909450" y="21675"/>
                </a:lnTo>
                <a:lnTo>
                  <a:pt x="909675" y="21900"/>
                </a:lnTo>
                <a:lnTo>
                  <a:pt x="909675" y="21975"/>
                </a:lnTo>
                <a:lnTo>
                  <a:pt x="909825" y="22200"/>
                </a:lnTo>
                <a:lnTo>
                  <a:pt x="909825" y="22275"/>
                </a:lnTo>
                <a:lnTo>
                  <a:pt x="910575" y="23775"/>
                </a:lnTo>
                <a:lnTo>
                  <a:pt x="910575" y="23850"/>
                </a:lnTo>
                <a:lnTo>
                  <a:pt x="910650" y="23925"/>
                </a:lnTo>
                <a:lnTo>
                  <a:pt x="910650" y="24000"/>
                </a:lnTo>
                <a:lnTo>
                  <a:pt x="910875" y="24450"/>
                </a:lnTo>
                <a:lnTo>
                  <a:pt x="910875" y="24600"/>
                </a:lnTo>
                <a:lnTo>
                  <a:pt x="910950" y="24600"/>
                </a:lnTo>
                <a:lnTo>
                  <a:pt x="910950" y="24825"/>
                </a:lnTo>
                <a:lnTo>
                  <a:pt x="911025" y="24900"/>
                </a:lnTo>
                <a:lnTo>
                  <a:pt x="911025" y="24975"/>
                </a:lnTo>
                <a:lnTo>
                  <a:pt x="911175" y="25275"/>
                </a:lnTo>
                <a:lnTo>
                  <a:pt x="911175" y="25425"/>
                </a:lnTo>
                <a:lnTo>
                  <a:pt x="911250" y="25425"/>
                </a:lnTo>
                <a:lnTo>
                  <a:pt x="911250" y="25575"/>
                </a:lnTo>
                <a:lnTo>
                  <a:pt x="911400" y="25950"/>
                </a:lnTo>
                <a:lnTo>
                  <a:pt x="911400" y="26100"/>
                </a:lnTo>
                <a:lnTo>
                  <a:pt x="911550" y="26400"/>
                </a:lnTo>
                <a:lnTo>
                  <a:pt x="911550" y="26625"/>
                </a:lnTo>
                <a:lnTo>
                  <a:pt x="911700" y="26925"/>
                </a:lnTo>
                <a:lnTo>
                  <a:pt x="911700" y="27150"/>
                </a:lnTo>
                <a:lnTo>
                  <a:pt x="911775" y="27300"/>
                </a:lnTo>
                <a:lnTo>
                  <a:pt x="911775" y="27450"/>
                </a:lnTo>
                <a:lnTo>
                  <a:pt x="911850" y="27600"/>
                </a:lnTo>
                <a:lnTo>
                  <a:pt x="911850" y="27825"/>
                </a:lnTo>
                <a:lnTo>
                  <a:pt x="911925" y="27975"/>
                </a:lnTo>
                <a:lnTo>
                  <a:pt x="911925" y="28125"/>
                </a:lnTo>
                <a:lnTo>
                  <a:pt x="912000" y="28275"/>
                </a:lnTo>
                <a:lnTo>
                  <a:pt x="912000" y="28500"/>
                </a:lnTo>
                <a:lnTo>
                  <a:pt x="912075" y="28650"/>
                </a:lnTo>
                <a:lnTo>
                  <a:pt x="912075" y="28800"/>
                </a:lnTo>
                <a:lnTo>
                  <a:pt x="912150" y="28950"/>
                </a:lnTo>
                <a:lnTo>
                  <a:pt x="912150" y="29325"/>
                </a:lnTo>
                <a:lnTo>
                  <a:pt x="912225" y="29475"/>
                </a:lnTo>
                <a:lnTo>
                  <a:pt x="912225" y="29850"/>
                </a:lnTo>
                <a:lnTo>
                  <a:pt x="912300" y="30000"/>
                </a:lnTo>
                <a:lnTo>
                  <a:pt x="912300" y="30375"/>
                </a:lnTo>
                <a:lnTo>
                  <a:pt x="912375" y="30525"/>
                </a:lnTo>
                <a:lnTo>
                  <a:pt x="912375" y="31125"/>
                </a:lnTo>
                <a:lnTo>
                  <a:pt x="912450" y="31275"/>
                </a:lnTo>
                <a:lnTo>
                  <a:pt x="912450" y="32475"/>
                </a:lnTo>
                <a:lnTo>
                  <a:pt x="912525" y="32625"/>
                </a:lnTo>
                <a:lnTo>
                  <a:pt x="912525" y="34125"/>
                </a:lnTo>
                <a:lnTo>
                  <a:pt x="912450" y="34275"/>
                </a:lnTo>
                <a:lnTo>
                  <a:pt x="912450" y="35475"/>
                </a:lnTo>
                <a:lnTo>
                  <a:pt x="912375" y="35625"/>
                </a:lnTo>
                <a:lnTo>
                  <a:pt x="912375" y="36225"/>
                </a:lnTo>
                <a:lnTo>
                  <a:pt x="912300" y="36375"/>
                </a:lnTo>
                <a:lnTo>
                  <a:pt x="912300" y="36750"/>
                </a:lnTo>
                <a:lnTo>
                  <a:pt x="912225" y="36900"/>
                </a:lnTo>
                <a:lnTo>
                  <a:pt x="912225" y="37275"/>
                </a:lnTo>
                <a:lnTo>
                  <a:pt x="912150" y="37425"/>
                </a:lnTo>
                <a:lnTo>
                  <a:pt x="912150" y="37800"/>
                </a:lnTo>
                <a:lnTo>
                  <a:pt x="912075" y="37950"/>
                </a:lnTo>
                <a:lnTo>
                  <a:pt x="912075" y="38100"/>
                </a:lnTo>
                <a:lnTo>
                  <a:pt x="912000" y="38250"/>
                </a:lnTo>
                <a:lnTo>
                  <a:pt x="912000" y="38475"/>
                </a:lnTo>
                <a:lnTo>
                  <a:pt x="911925" y="38625"/>
                </a:lnTo>
                <a:lnTo>
                  <a:pt x="911925" y="38775"/>
                </a:lnTo>
                <a:lnTo>
                  <a:pt x="911850" y="38925"/>
                </a:lnTo>
                <a:lnTo>
                  <a:pt x="911850" y="39150"/>
                </a:lnTo>
                <a:lnTo>
                  <a:pt x="911775" y="39300"/>
                </a:lnTo>
                <a:lnTo>
                  <a:pt x="911775" y="39450"/>
                </a:lnTo>
                <a:lnTo>
                  <a:pt x="911700" y="39600"/>
                </a:lnTo>
                <a:lnTo>
                  <a:pt x="911700" y="39825"/>
                </a:lnTo>
                <a:lnTo>
                  <a:pt x="911550" y="40125"/>
                </a:lnTo>
                <a:lnTo>
                  <a:pt x="911550" y="40350"/>
                </a:lnTo>
                <a:lnTo>
                  <a:pt x="911400" y="40650"/>
                </a:lnTo>
                <a:lnTo>
                  <a:pt x="911400" y="40800"/>
                </a:lnTo>
                <a:lnTo>
                  <a:pt x="911250" y="41175"/>
                </a:lnTo>
                <a:lnTo>
                  <a:pt x="911250" y="41325"/>
                </a:lnTo>
                <a:lnTo>
                  <a:pt x="911175" y="41325"/>
                </a:lnTo>
                <a:lnTo>
                  <a:pt x="911175" y="41475"/>
                </a:lnTo>
                <a:lnTo>
                  <a:pt x="911025" y="41775"/>
                </a:lnTo>
                <a:lnTo>
                  <a:pt x="911025" y="41850"/>
                </a:lnTo>
                <a:lnTo>
                  <a:pt x="910950" y="41925"/>
                </a:lnTo>
                <a:lnTo>
                  <a:pt x="910950" y="42150"/>
                </a:lnTo>
                <a:lnTo>
                  <a:pt x="910875" y="42150"/>
                </a:lnTo>
                <a:lnTo>
                  <a:pt x="910875" y="42300"/>
                </a:lnTo>
                <a:lnTo>
                  <a:pt x="910650" y="42750"/>
                </a:lnTo>
                <a:lnTo>
                  <a:pt x="910650" y="42825"/>
                </a:lnTo>
                <a:lnTo>
                  <a:pt x="910575" y="42900"/>
                </a:lnTo>
                <a:lnTo>
                  <a:pt x="910575" y="42975"/>
                </a:lnTo>
                <a:lnTo>
                  <a:pt x="909825" y="44475"/>
                </a:lnTo>
                <a:lnTo>
                  <a:pt x="909825" y="44550"/>
                </a:lnTo>
                <a:lnTo>
                  <a:pt x="909675" y="44775"/>
                </a:lnTo>
                <a:lnTo>
                  <a:pt x="909675" y="44850"/>
                </a:lnTo>
                <a:lnTo>
                  <a:pt x="909450" y="45075"/>
                </a:lnTo>
                <a:lnTo>
                  <a:pt x="909450" y="45150"/>
                </a:lnTo>
                <a:lnTo>
                  <a:pt x="909375" y="45225"/>
                </a:lnTo>
                <a:lnTo>
                  <a:pt x="909375" y="45300"/>
                </a:lnTo>
                <a:lnTo>
                  <a:pt x="909300" y="45375"/>
                </a:lnTo>
                <a:lnTo>
                  <a:pt x="909300" y="45450"/>
                </a:lnTo>
                <a:lnTo>
                  <a:pt x="909225" y="45525"/>
                </a:lnTo>
                <a:lnTo>
                  <a:pt x="909225" y="45600"/>
                </a:lnTo>
                <a:lnTo>
                  <a:pt x="909000" y="45825"/>
                </a:lnTo>
                <a:lnTo>
                  <a:pt x="908850" y="46125"/>
                </a:lnTo>
                <a:lnTo>
                  <a:pt x="908700" y="46275"/>
                </a:lnTo>
                <a:lnTo>
                  <a:pt x="908550" y="46575"/>
                </a:lnTo>
                <a:lnTo>
                  <a:pt x="908400" y="46725"/>
                </a:lnTo>
                <a:lnTo>
                  <a:pt x="908325" y="46875"/>
                </a:lnTo>
                <a:lnTo>
                  <a:pt x="908100" y="47100"/>
                </a:lnTo>
                <a:lnTo>
                  <a:pt x="908100" y="47175"/>
                </a:lnTo>
                <a:lnTo>
                  <a:pt x="908025" y="47250"/>
                </a:lnTo>
                <a:lnTo>
                  <a:pt x="907950" y="47250"/>
                </a:lnTo>
                <a:lnTo>
                  <a:pt x="907800" y="47550"/>
                </a:lnTo>
                <a:lnTo>
                  <a:pt x="907650" y="47625"/>
                </a:lnTo>
                <a:lnTo>
                  <a:pt x="907650" y="47700"/>
                </a:lnTo>
                <a:lnTo>
                  <a:pt x="907425" y="47925"/>
                </a:lnTo>
                <a:lnTo>
                  <a:pt x="907350" y="48075"/>
                </a:lnTo>
                <a:lnTo>
                  <a:pt x="907275" y="48075"/>
                </a:lnTo>
                <a:lnTo>
                  <a:pt x="907200" y="48150"/>
                </a:lnTo>
                <a:lnTo>
                  <a:pt x="907200" y="48225"/>
                </a:lnTo>
                <a:lnTo>
                  <a:pt x="907050" y="48300"/>
                </a:lnTo>
                <a:lnTo>
                  <a:pt x="906975" y="48450"/>
                </a:lnTo>
                <a:lnTo>
                  <a:pt x="906825" y="48600"/>
                </a:lnTo>
                <a:lnTo>
                  <a:pt x="906675" y="48675"/>
                </a:lnTo>
                <a:lnTo>
                  <a:pt x="906675" y="48750"/>
                </a:lnTo>
                <a:lnTo>
                  <a:pt x="906600" y="48825"/>
                </a:lnTo>
                <a:lnTo>
                  <a:pt x="906525" y="48825"/>
                </a:lnTo>
                <a:lnTo>
                  <a:pt x="906450" y="48975"/>
                </a:lnTo>
                <a:lnTo>
                  <a:pt x="906300" y="49050"/>
                </a:lnTo>
                <a:lnTo>
                  <a:pt x="906225" y="49200"/>
                </a:lnTo>
                <a:lnTo>
                  <a:pt x="906150" y="49200"/>
                </a:lnTo>
                <a:lnTo>
                  <a:pt x="906075" y="49275"/>
                </a:lnTo>
                <a:lnTo>
                  <a:pt x="906075" y="49350"/>
                </a:lnTo>
                <a:lnTo>
                  <a:pt x="905775" y="49500"/>
                </a:lnTo>
                <a:lnTo>
                  <a:pt x="905775" y="49575"/>
                </a:lnTo>
                <a:lnTo>
                  <a:pt x="905625" y="49650"/>
                </a:lnTo>
                <a:lnTo>
                  <a:pt x="905400" y="49875"/>
                </a:lnTo>
                <a:lnTo>
                  <a:pt x="905325" y="49875"/>
                </a:lnTo>
                <a:lnTo>
                  <a:pt x="905100" y="50100"/>
                </a:lnTo>
                <a:lnTo>
                  <a:pt x="904950" y="50175"/>
                </a:lnTo>
                <a:lnTo>
                  <a:pt x="904950" y="50250"/>
                </a:lnTo>
                <a:lnTo>
                  <a:pt x="904650" y="50400"/>
                </a:lnTo>
                <a:lnTo>
                  <a:pt x="904500" y="50550"/>
                </a:lnTo>
                <a:lnTo>
                  <a:pt x="904200" y="50700"/>
                </a:lnTo>
                <a:lnTo>
                  <a:pt x="904050" y="50850"/>
                </a:lnTo>
                <a:lnTo>
                  <a:pt x="903750" y="51000"/>
                </a:lnTo>
                <a:lnTo>
                  <a:pt x="903675" y="51000"/>
                </a:lnTo>
                <a:lnTo>
                  <a:pt x="903450" y="51225"/>
                </a:lnTo>
                <a:lnTo>
                  <a:pt x="903375" y="51225"/>
                </a:lnTo>
                <a:lnTo>
                  <a:pt x="902775" y="51525"/>
                </a:lnTo>
                <a:lnTo>
                  <a:pt x="902700" y="51525"/>
                </a:lnTo>
                <a:lnTo>
                  <a:pt x="902550" y="51675"/>
                </a:lnTo>
                <a:lnTo>
                  <a:pt x="902400" y="51675"/>
                </a:lnTo>
                <a:lnTo>
                  <a:pt x="902400" y="51750"/>
                </a:lnTo>
                <a:lnTo>
                  <a:pt x="902250" y="51750"/>
                </a:lnTo>
                <a:lnTo>
                  <a:pt x="902250" y="51825"/>
                </a:lnTo>
                <a:lnTo>
                  <a:pt x="902100" y="51825"/>
                </a:lnTo>
                <a:lnTo>
                  <a:pt x="902025" y="51900"/>
                </a:lnTo>
                <a:lnTo>
                  <a:pt x="901950" y="51900"/>
                </a:lnTo>
                <a:lnTo>
                  <a:pt x="901875" y="51975"/>
                </a:lnTo>
                <a:lnTo>
                  <a:pt x="901725" y="51975"/>
                </a:lnTo>
                <a:lnTo>
                  <a:pt x="901725" y="52050"/>
                </a:lnTo>
                <a:lnTo>
                  <a:pt x="901575" y="52050"/>
                </a:lnTo>
                <a:lnTo>
                  <a:pt x="901350" y="52200"/>
                </a:lnTo>
                <a:lnTo>
                  <a:pt x="901200" y="52200"/>
                </a:lnTo>
                <a:lnTo>
                  <a:pt x="900675" y="52425"/>
                </a:lnTo>
                <a:lnTo>
                  <a:pt x="900600" y="52425"/>
                </a:lnTo>
                <a:lnTo>
                  <a:pt x="900525" y="52500"/>
                </a:lnTo>
                <a:lnTo>
                  <a:pt x="900300" y="52500"/>
                </a:lnTo>
                <a:lnTo>
                  <a:pt x="900300" y="52575"/>
                </a:lnTo>
                <a:lnTo>
                  <a:pt x="900075" y="52575"/>
                </a:lnTo>
                <a:lnTo>
                  <a:pt x="899775" y="52725"/>
                </a:lnTo>
                <a:lnTo>
                  <a:pt x="899550" y="52725"/>
                </a:lnTo>
                <a:lnTo>
                  <a:pt x="899400" y="52800"/>
                </a:lnTo>
                <a:lnTo>
                  <a:pt x="899100" y="52800"/>
                </a:lnTo>
                <a:lnTo>
                  <a:pt x="898950" y="52875"/>
                </a:lnTo>
                <a:lnTo>
                  <a:pt x="898800" y="52875"/>
                </a:lnTo>
                <a:lnTo>
                  <a:pt x="898725" y="52950"/>
                </a:lnTo>
                <a:lnTo>
                  <a:pt x="898425" y="52950"/>
                </a:lnTo>
                <a:lnTo>
                  <a:pt x="898350" y="53025"/>
                </a:lnTo>
                <a:lnTo>
                  <a:pt x="897975" y="53025"/>
                </a:lnTo>
                <a:lnTo>
                  <a:pt x="897825" y="53100"/>
                </a:lnTo>
                <a:lnTo>
                  <a:pt x="897375" y="53100"/>
                </a:lnTo>
                <a:lnTo>
                  <a:pt x="897225" y="53175"/>
                </a:lnTo>
                <a:lnTo>
                  <a:pt x="896550" y="53175"/>
                </a:lnTo>
                <a:lnTo>
                  <a:pt x="896400" y="53250"/>
                </a:lnTo>
                <a:lnTo>
                  <a:pt x="893850" y="53250"/>
                </a:lnTo>
                <a:lnTo>
                  <a:pt x="893625" y="53175"/>
                </a:lnTo>
                <a:lnTo>
                  <a:pt x="892875" y="53175"/>
                </a:lnTo>
                <a:lnTo>
                  <a:pt x="892650" y="53100"/>
                </a:lnTo>
                <a:lnTo>
                  <a:pt x="892125" y="53100"/>
                </a:lnTo>
                <a:lnTo>
                  <a:pt x="891900" y="53025"/>
                </a:lnTo>
                <a:lnTo>
                  <a:pt x="891600" y="53025"/>
                </a:lnTo>
                <a:lnTo>
                  <a:pt x="891450" y="52950"/>
                </a:lnTo>
                <a:lnTo>
                  <a:pt x="891150" y="52950"/>
                </a:lnTo>
                <a:lnTo>
                  <a:pt x="890925" y="52875"/>
                </a:lnTo>
                <a:lnTo>
                  <a:pt x="890625" y="52875"/>
                </a:lnTo>
                <a:lnTo>
                  <a:pt x="890175" y="52725"/>
                </a:lnTo>
                <a:lnTo>
                  <a:pt x="889875" y="52725"/>
                </a:lnTo>
                <a:lnTo>
                  <a:pt x="889725" y="52650"/>
                </a:lnTo>
                <a:lnTo>
                  <a:pt x="889125" y="52500"/>
                </a:lnTo>
                <a:lnTo>
                  <a:pt x="888975" y="52425"/>
                </a:lnTo>
                <a:lnTo>
                  <a:pt x="887475" y="51975"/>
                </a:lnTo>
                <a:lnTo>
                  <a:pt x="887475" y="51900"/>
                </a:lnTo>
                <a:lnTo>
                  <a:pt x="886950" y="51750"/>
                </a:lnTo>
                <a:lnTo>
                  <a:pt x="886575" y="51525"/>
                </a:lnTo>
                <a:lnTo>
                  <a:pt x="886275" y="51450"/>
                </a:lnTo>
                <a:lnTo>
                  <a:pt x="886275" y="51375"/>
                </a:lnTo>
                <a:lnTo>
                  <a:pt x="886050" y="51300"/>
                </a:lnTo>
                <a:lnTo>
                  <a:pt x="885825" y="51150"/>
                </a:lnTo>
                <a:lnTo>
                  <a:pt x="885600" y="51075"/>
                </a:lnTo>
                <a:lnTo>
                  <a:pt x="885300" y="50850"/>
                </a:lnTo>
                <a:lnTo>
                  <a:pt x="885150" y="50775"/>
                </a:lnTo>
                <a:lnTo>
                  <a:pt x="885075" y="50775"/>
                </a:lnTo>
                <a:lnTo>
                  <a:pt x="884925" y="50625"/>
                </a:lnTo>
                <a:lnTo>
                  <a:pt x="884850" y="50625"/>
                </a:lnTo>
                <a:lnTo>
                  <a:pt x="884700" y="50475"/>
                </a:lnTo>
                <a:lnTo>
                  <a:pt x="884625" y="50475"/>
                </a:lnTo>
                <a:lnTo>
                  <a:pt x="884475" y="50325"/>
                </a:lnTo>
                <a:lnTo>
                  <a:pt x="884250" y="50175"/>
                </a:lnTo>
                <a:lnTo>
                  <a:pt x="884250" y="50100"/>
                </a:lnTo>
                <a:lnTo>
                  <a:pt x="884025" y="50025"/>
                </a:lnTo>
                <a:lnTo>
                  <a:pt x="884025" y="49950"/>
                </a:lnTo>
                <a:lnTo>
                  <a:pt x="883875" y="49800"/>
                </a:lnTo>
                <a:lnTo>
                  <a:pt x="883800" y="49800"/>
                </a:lnTo>
                <a:lnTo>
                  <a:pt x="883650" y="49650"/>
                </a:lnTo>
                <a:lnTo>
                  <a:pt x="883575" y="49650"/>
                </a:lnTo>
                <a:lnTo>
                  <a:pt x="883425" y="49500"/>
                </a:lnTo>
                <a:lnTo>
                  <a:pt x="883425" y="49425"/>
                </a:lnTo>
                <a:lnTo>
                  <a:pt x="883200" y="49275"/>
                </a:lnTo>
                <a:lnTo>
                  <a:pt x="882825" y="48900"/>
                </a:lnTo>
                <a:lnTo>
                  <a:pt x="882675" y="48675"/>
                </a:lnTo>
                <a:lnTo>
                  <a:pt x="882600" y="48675"/>
                </a:lnTo>
                <a:lnTo>
                  <a:pt x="882450" y="48525"/>
                </a:lnTo>
                <a:lnTo>
                  <a:pt x="882450" y="48450"/>
                </a:lnTo>
                <a:lnTo>
                  <a:pt x="882075" y="48075"/>
                </a:lnTo>
                <a:lnTo>
                  <a:pt x="882075" y="48000"/>
                </a:lnTo>
                <a:lnTo>
                  <a:pt x="881550" y="47400"/>
                </a:lnTo>
                <a:lnTo>
                  <a:pt x="881550" y="47325"/>
                </a:lnTo>
                <a:lnTo>
                  <a:pt x="881400" y="47175"/>
                </a:lnTo>
                <a:lnTo>
                  <a:pt x="881400" y="47100"/>
                </a:lnTo>
                <a:lnTo>
                  <a:pt x="881250" y="46950"/>
                </a:lnTo>
                <a:lnTo>
                  <a:pt x="886125" y="44175"/>
                </a:lnTo>
                <a:lnTo>
                  <a:pt x="886200" y="44325"/>
                </a:lnTo>
                <a:lnTo>
                  <a:pt x="886350" y="44475"/>
                </a:lnTo>
                <a:lnTo>
                  <a:pt x="886500" y="44775"/>
                </a:lnTo>
                <a:lnTo>
                  <a:pt x="886875" y="45150"/>
                </a:lnTo>
                <a:lnTo>
                  <a:pt x="886950" y="45300"/>
                </a:lnTo>
                <a:lnTo>
                  <a:pt x="887250" y="45600"/>
                </a:lnTo>
                <a:lnTo>
                  <a:pt x="887400" y="45675"/>
                </a:lnTo>
                <a:lnTo>
                  <a:pt x="887625" y="45900"/>
                </a:lnTo>
                <a:lnTo>
                  <a:pt x="887775" y="45975"/>
                </a:lnTo>
                <a:lnTo>
                  <a:pt x="887850" y="46125"/>
                </a:lnTo>
                <a:lnTo>
                  <a:pt x="888075" y="46275"/>
                </a:lnTo>
                <a:lnTo>
                  <a:pt x="889575" y="47100"/>
                </a:lnTo>
                <a:lnTo>
                  <a:pt x="889725" y="47100"/>
                </a:lnTo>
                <a:lnTo>
                  <a:pt x="890175" y="47325"/>
                </a:lnTo>
                <a:lnTo>
                  <a:pt x="890325" y="47325"/>
                </a:lnTo>
                <a:lnTo>
                  <a:pt x="890475" y="47400"/>
                </a:lnTo>
                <a:lnTo>
                  <a:pt x="890625" y="47400"/>
                </a:lnTo>
                <a:lnTo>
                  <a:pt x="890925" y="47550"/>
                </a:lnTo>
                <a:lnTo>
                  <a:pt x="891150" y="47550"/>
                </a:lnTo>
                <a:lnTo>
                  <a:pt x="891300" y="47625"/>
                </a:lnTo>
                <a:lnTo>
                  <a:pt x="891450" y="47625"/>
                </a:lnTo>
                <a:lnTo>
                  <a:pt x="891600" y="47700"/>
                </a:lnTo>
                <a:lnTo>
                  <a:pt x="891825" y="47700"/>
                </a:lnTo>
                <a:lnTo>
                  <a:pt x="891975" y="47775"/>
                </a:lnTo>
                <a:lnTo>
                  <a:pt x="892350" y="47775"/>
                </a:lnTo>
                <a:lnTo>
                  <a:pt x="892500" y="47850"/>
                </a:lnTo>
                <a:lnTo>
                  <a:pt x="892875" y="47850"/>
                </a:lnTo>
                <a:lnTo>
                  <a:pt x="893025" y="47925"/>
                </a:lnTo>
                <a:lnTo>
                  <a:pt x="893775" y="47925"/>
                </a:lnTo>
                <a:lnTo>
                  <a:pt x="894000" y="48000"/>
                </a:lnTo>
                <a:lnTo>
                  <a:pt x="896175" y="48000"/>
                </a:lnTo>
                <a:lnTo>
                  <a:pt x="896250" y="47925"/>
                </a:lnTo>
                <a:lnTo>
                  <a:pt x="896925" y="47925"/>
                </a:lnTo>
                <a:lnTo>
                  <a:pt x="897075" y="47850"/>
                </a:lnTo>
                <a:lnTo>
                  <a:pt x="897300" y="47850"/>
                </a:lnTo>
                <a:lnTo>
                  <a:pt x="897450" y="47775"/>
                </a:lnTo>
                <a:lnTo>
                  <a:pt x="897675" y="47775"/>
                </a:lnTo>
                <a:lnTo>
                  <a:pt x="897825" y="47700"/>
                </a:lnTo>
                <a:lnTo>
                  <a:pt x="898050" y="47700"/>
                </a:lnTo>
                <a:lnTo>
                  <a:pt x="898125" y="47625"/>
                </a:lnTo>
                <a:lnTo>
                  <a:pt x="898275" y="47625"/>
                </a:lnTo>
                <a:lnTo>
                  <a:pt x="898350" y="47550"/>
                </a:lnTo>
                <a:lnTo>
                  <a:pt x="898500" y="47550"/>
                </a:lnTo>
                <a:lnTo>
                  <a:pt x="898650" y="47475"/>
                </a:lnTo>
                <a:lnTo>
                  <a:pt x="898875" y="47475"/>
                </a:lnTo>
                <a:lnTo>
                  <a:pt x="899025" y="47325"/>
                </a:lnTo>
                <a:lnTo>
                  <a:pt x="899175" y="47325"/>
                </a:lnTo>
                <a:lnTo>
                  <a:pt x="899250" y="47250"/>
                </a:lnTo>
                <a:lnTo>
                  <a:pt x="899400" y="47250"/>
                </a:lnTo>
                <a:lnTo>
                  <a:pt x="899475" y="47175"/>
                </a:lnTo>
                <a:lnTo>
                  <a:pt x="899625" y="47175"/>
                </a:lnTo>
                <a:lnTo>
                  <a:pt x="899775" y="47025"/>
                </a:lnTo>
                <a:lnTo>
                  <a:pt x="899925" y="47025"/>
                </a:lnTo>
                <a:lnTo>
                  <a:pt x="900225" y="46800"/>
                </a:lnTo>
                <a:lnTo>
                  <a:pt x="900300" y="46800"/>
                </a:lnTo>
                <a:lnTo>
                  <a:pt x="900450" y="46725"/>
                </a:lnTo>
                <a:lnTo>
                  <a:pt x="900600" y="46575"/>
                </a:lnTo>
                <a:lnTo>
                  <a:pt x="900750" y="46575"/>
                </a:lnTo>
                <a:lnTo>
                  <a:pt x="900975" y="46350"/>
                </a:lnTo>
                <a:lnTo>
                  <a:pt x="901125" y="46275"/>
                </a:lnTo>
                <a:lnTo>
                  <a:pt x="901200" y="46275"/>
                </a:lnTo>
                <a:lnTo>
                  <a:pt x="901350" y="46125"/>
                </a:lnTo>
                <a:lnTo>
                  <a:pt x="901500" y="46050"/>
                </a:lnTo>
                <a:lnTo>
                  <a:pt x="901725" y="45825"/>
                </a:lnTo>
                <a:lnTo>
                  <a:pt x="901875" y="45750"/>
                </a:lnTo>
                <a:lnTo>
                  <a:pt x="902325" y="45300"/>
                </a:lnTo>
                <a:lnTo>
                  <a:pt x="902475" y="45225"/>
                </a:lnTo>
                <a:lnTo>
                  <a:pt x="902625" y="45075"/>
                </a:lnTo>
                <a:lnTo>
                  <a:pt x="902700" y="44925"/>
                </a:lnTo>
                <a:lnTo>
                  <a:pt x="903075" y="44550"/>
                </a:lnTo>
                <a:lnTo>
                  <a:pt x="903150" y="44400"/>
                </a:lnTo>
                <a:lnTo>
                  <a:pt x="903375" y="44175"/>
                </a:lnTo>
                <a:lnTo>
                  <a:pt x="903450" y="44025"/>
                </a:lnTo>
                <a:lnTo>
                  <a:pt x="903600" y="43875"/>
                </a:lnTo>
                <a:lnTo>
                  <a:pt x="903675" y="43725"/>
                </a:lnTo>
                <a:lnTo>
                  <a:pt x="904050" y="43275"/>
                </a:lnTo>
                <a:lnTo>
                  <a:pt x="904275" y="42900"/>
                </a:lnTo>
                <a:lnTo>
                  <a:pt x="904425" y="42750"/>
                </a:lnTo>
                <a:lnTo>
                  <a:pt x="904500" y="42600"/>
                </a:lnTo>
                <a:lnTo>
                  <a:pt x="904500" y="42525"/>
                </a:lnTo>
                <a:lnTo>
                  <a:pt x="904800" y="42075"/>
                </a:lnTo>
                <a:lnTo>
                  <a:pt x="904875" y="41925"/>
                </a:lnTo>
                <a:lnTo>
                  <a:pt x="904875" y="41850"/>
                </a:lnTo>
                <a:lnTo>
                  <a:pt x="905025" y="41550"/>
                </a:lnTo>
                <a:lnTo>
                  <a:pt x="905100" y="41475"/>
                </a:lnTo>
                <a:lnTo>
                  <a:pt x="905100" y="41325"/>
                </a:lnTo>
                <a:lnTo>
                  <a:pt x="905175" y="41250"/>
                </a:lnTo>
                <a:lnTo>
                  <a:pt x="905325" y="40950"/>
                </a:lnTo>
                <a:lnTo>
                  <a:pt x="905325" y="40875"/>
                </a:lnTo>
                <a:lnTo>
                  <a:pt x="905475" y="40650"/>
                </a:lnTo>
                <a:lnTo>
                  <a:pt x="905475" y="40500"/>
                </a:lnTo>
                <a:lnTo>
                  <a:pt x="905625" y="40275"/>
                </a:lnTo>
                <a:lnTo>
                  <a:pt x="905625" y="40125"/>
                </a:lnTo>
                <a:lnTo>
                  <a:pt x="905850" y="39600"/>
                </a:lnTo>
                <a:lnTo>
                  <a:pt x="905850" y="39450"/>
                </a:lnTo>
                <a:lnTo>
                  <a:pt x="905925" y="39375"/>
                </a:lnTo>
                <a:lnTo>
                  <a:pt x="905925" y="39225"/>
                </a:lnTo>
                <a:lnTo>
                  <a:pt x="906000" y="39075"/>
                </a:lnTo>
                <a:lnTo>
                  <a:pt x="906000" y="38925"/>
                </a:lnTo>
                <a:lnTo>
                  <a:pt x="906075" y="38850"/>
                </a:lnTo>
                <a:lnTo>
                  <a:pt x="906075" y="38700"/>
                </a:lnTo>
                <a:lnTo>
                  <a:pt x="906150" y="38550"/>
                </a:lnTo>
                <a:lnTo>
                  <a:pt x="906150" y="38400"/>
                </a:lnTo>
                <a:lnTo>
                  <a:pt x="906300" y="38025"/>
                </a:lnTo>
                <a:lnTo>
                  <a:pt x="906300" y="37725"/>
                </a:lnTo>
                <a:lnTo>
                  <a:pt x="906450" y="37350"/>
                </a:lnTo>
                <a:lnTo>
                  <a:pt x="906450" y="37050"/>
                </a:lnTo>
                <a:lnTo>
                  <a:pt x="906525" y="36900"/>
                </a:lnTo>
                <a:lnTo>
                  <a:pt x="906525" y="36675"/>
                </a:lnTo>
                <a:lnTo>
                  <a:pt x="906600" y="36525"/>
                </a:lnTo>
                <a:lnTo>
                  <a:pt x="906600" y="36075"/>
                </a:lnTo>
                <a:lnTo>
                  <a:pt x="906675" y="35925"/>
                </a:lnTo>
                <a:lnTo>
                  <a:pt x="906675" y="35400"/>
                </a:lnTo>
                <a:lnTo>
                  <a:pt x="906750" y="35250"/>
                </a:lnTo>
                <a:lnTo>
                  <a:pt x="906750" y="34200"/>
                </a:lnTo>
                <a:lnTo>
                  <a:pt x="906825" y="34125"/>
                </a:lnTo>
                <a:lnTo>
                  <a:pt x="906825" y="32625"/>
                </a:lnTo>
                <a:lnTo>
                  <a:pt x="906750" y="32550"/>
                </a:lnTo>
                <a:lnTo>
                  <a:pt x="906750" y="31500"/>
                </a:lnTo>
                <a:lnTo>
                  <a:pt x="906675" y="31350"/>
                </a:lnTo>
                <a:lnTo>
                  <a:pt x="906675" y="30825"/>
                </a:lnTo>
                <a:lnTo>
                  <a:pt x="906600" y="30675"/>
                </a:lnTo>
                <a:lnTo>
                  <a:pt x="906600" y="30225"/>
                </a:lnTo>
                <a:lnTo>
                  <a:pt x="906525" y="30075"/>
                </a:lnTo>
                <a:lnTo>
                  <a:pt x="906525" y="29850"/>
                </a:lnTo>
                <a:lnTo>
                  <a:pt x="906450" y="29700"/>
                </a:lnTo>
                <a:lnTo>
                  <a:pt x="906450" y="29400"/>
                </a:lnTo>
                <a:lnTo>
                  <a:pt x="906300" y="29025"/>
                </a:lnTo>
                <a:lnTo>
                  <a:pt x="906300" y="28725"/>
                </a:lnTo>
                <a:lnTo>
                  <a:pt x="906150" y="28350"/>
                </a:lnTo>
                <a:lnTo>
                  <a:pt x="906150" y="28200"/>
                </a:lnTo>
                <a:lnTo>
                  <a:pt x="906075" y="28050"/>
                </a:lnTo>
                <a:lnTo>
                  <a:pt x="906075" y="27900"/>
                </a:lnTo>
                <a:lnTo>
                  <a:pt x="906000" y="27825"/>
                </a:lnTo>
                <a:lnTo>
                  <a:pt x="906000" y="27675"/>
                </a:lnTo>
                <a:lnTo>
                  <a:pt x="905925" y="27525"/>
                </a:lnTo>
                <a:lnTo>
                  <a:pt x="905925" y="27375"/>
                </a:lnTo>
                <a:lnTo>
                  <a:pt x="905850" y="27300"/>
                </a:lnTo>
                <a:lnTo>
                  <a:pt x="905850" y="27150"/>
                </a:lnTo>
                <a:lnTo>
                  <a:pt x="905625" y="26625"/>
                </a:lnTo>
                <a:lnTo>
                  <a:pt x="905625" y="26475"/>
                </a:lnTo>
                <a:lnTo>
                  <a:pt x="905475" y="26250"/>
                </a:lnTo>
                <a:lnTo>
                  <a:pt x="905475" y="26100"/>
                </a:lnTo>
                <a:lnTo>
                  <a:pt x="905400" y="26025"/>
                </a:lnTo>
                <a:lnTo>
                  <a:pt x="905325" y="25875"/>
                </a:lnTo>
                <a:lnTo>
                  <a:pt x="905325" y="25800"/>
                </a:lnTo>
                <a:lnTo>
                  <a:pt x="905175" y="25500"/>
                </a:lnTo>
                <a:lnTo>
                  <a:pt x="905100" y="25425"/>
                </a:lnTo>
                <a:lnTo>
                  <a:pt x="905100" y="25275"/>
                </a:lnTo>
                <a:lnTo>
                  <a:pt x="905025" y="25200"/>
                </a:lnTo>
                <a:lnTo>
                  <a:pt x="904800" y="24675"/>
                </a:lnTo>
                <a:lnTo>
                  <a:pt x="904575" y="24375"/>
                </a:lnTo>
                <a:lnTo>
                  <a:pt x="904425" y="24000"/>
                </a:lnTo>
                <a:lnTo>
                  <a:pt x="904275" y="23850"/>
                </a:lnTo>
                <a:lnTo>
                  <a:pt x="904050" y="23475"/>
                </a:lnTo>
                <a:lnTo>
                  <a:pt x="903900" y="23325"/>
                </a:lnTo>
                <a:lnTo>
                  <a:pt x="903825" y="23175"/>
                </a:lnTo>
                <a:lnTo>
                  <a:pt x="903675" y="23025"/>
                </a:lnTo>
                <a:lnTo>
                  <a:pt x="903375" y="22575"/>
                </a:lnTo>
                <a:lnTo>
                  <a:pt x="903150" y="22350"/>
                </a:lnTo>
                <a:lnTo>
                  <a:pt x="903075" y="22200"/>
                </a:lnTo>
                <a:lnTo>
                  <a:pt x="902700" y="21825"/>
                </a:lnTo>
                <a:lnTo>
                  <a:pt x="902625" y="21675"/>
                </a:lnTo>
                <a:lnTo>
                  <a:pt x="902475" y="21525"/>
                </a:lnTo>
                <a:lnTo>
                  <a:pt x="902325" y="21450"/>
                </a:lnTo>
                <a:lnTo>
                  <a:pt x="901875" y="21000"/>
                </a:lnTo>
                <a:lnTo>
                  <a:pt x="901725" y="20925"/>
                </a:lnTo>
                <a:lnTo>
                  <a:pt x="901500" y="20700"/>
                </a:lnTo>
                <a:lnTo>
                  <a:pt x="901350" y="20625"/>
                </a:lnTo>
                <a:lnTo>
                  <a:pt x="901200" y="20475"/>
                </a:lnTo>
                <a:lnTo>
                  <a:pt x="901125" y="20475"/>
                </a:lnTo>
                <a:lnTo>
                  <a:pt x="900975" y="20400"/>
                </a:lnTo>
                <a:lnTo>
                  <a:pt x="900750" y="20175"/>
                </a:lnTo>
                <a:lnTo>
                  <a:pt x="900600" y="20175"/>
                </a:lnTo>
                <a:lnTo>
                  <a:pt x="900450" y="20025"/>
                </a:lnTo>
                <a:lnTo>
                  <a:pt x="900300" y="19950"/>
                </a:lnTo>
                <a:lnTo>
                  <a:pt x="900225" y="19950"/>
                </a:lnTo>
                <a:lnTo>
                  <a:pt x="899925" y="19725"/>
                </a:lnTo>
                <a:lnTo>
                  <a:pt x="899775" y="19725"/>
                </a:lnTo>
                <a:lnTo>
                  <a:pt x="899625" y="19575"/>
                </a:lnTo>
                <a:lnTo>
                  <a:pt x="899475" y="19575"/>
                </a:lnTo>
                <a:lnTo>
                  <a:pt x="899400" y="19500"/>
                </a:lnTo>
                <a:lnTo>
                  <a:pt x="899250" y="19500"/>
                </a:lnTo>
                <a:lnTo>
                  <a:pt x="899175" y="19425"/>
                </a:lnTo>
                <a:lnTo>
                  <a:pt x="899025" y="19425"/>
                </a:lnTo>
                <a:lnTo>
                  <a:pt x="898875" y="19275"/>
                </a:lnTo>
                <a:lnTo>
                  <a:pt x="898650" y="19275"/>
                </a:lnTo>
                <a:lnTo>
                  <a:pt x="898500" y="19200"/>
                </a:lnTo>
                <a:lnTo>
                  <a:pt x="898350" y="19200"/>
                </a:lnTo>
                <a:lnTo>
                  <a:pt x="898275" y="19125"/>
                </a:lnTo>
                <a:lnTo>
                  <a:pt x="898125" y="19125"/>
                </a:lnTo>
                <a:lnTo>
                  <a:pt x="898050" y="19050"/>
                </a:lnTo>
                <a:lnTo>
                  <a:pt x="897825" y="19050"/>
                </a:lnTo>
                <a:lnTo>
                  <a:pt x="897675" y="18975"/>
                </a:lnTo>
                <a:lnTo>
                  <a:pt x="897450" y="18975"/>
                </a:lnTo>
                <a:lnTo>
                  <a:pt x="897300" y="18900"/>
                </a:lnTo>
                <a:lnTo>
                  <a:pt x="897075" y="18900"/>
                </a:lnTo>
                <a:lnTo>
                  <a:pt x="896925" y="18825"/>
                </a:lnTo>
                <a:lnTo>
                  <a:pt x="896250" y="18825"/>
                </a:lnTo>
                <a:lnTo>
                  <a:pt x="896175" y="18750"/>
                </a:lnTo>
                <a:lnTo>
                  <a:pt x="894000" y="18750"/>
                </a:lnTo>
                <a:lnTo>
                  <a:pt x="893775" y="18825"/>
                </a:lnTo>
                <a:lnTo>
                  <a:pt x="893025" y="18825"/>
                </a:lnTo>
                <a:lnTo>
                  <a:pt x="892875" y="18900"/>
                </a:lnTo>
                <a:lnTo>
                  <a:pt x="892500" y="18900"/>
                </a:lnTo>
                <a:lnTo>
                  <a:pt x="892350" y="18975"/>
                </a:lnTo>
                <a:lnTo>
                  <a:pt x="891975" y="18975"/>
                </a:lnTo>
                <a:lnTo>
                  <a:pt x="891825" y="19050"/>
                </a:lnTo>
                <a:lnTo>
                  <a:pt x="891600" y="19050"/>
                </a:lnTo>
                <a:lnTo>
                  <a:pt x="891450" y="19125"/>
                </a:lnTo>
                <a:lnTo>
                  <a:pt x="891300" y="19125"/>
                </a:lnTo>
                <a:lnTo>
                  <a:pt x="891150" y="19200"/>
                </a:lnTo>
                <a:lnTo>
                  <a:pt x="890925" y="19200"/>
                </a:lnTo>
                <a:lnTo>
                  <a:pt x="890625" y="19350"/>
                </a:lnTo>
                <a:lnTo>
                  <a:pt x="890475" y="19350"/>
                </a:lnTo>
                <a:lnTo>
                  <a:pt x="890325" y="19425"/>
                </a:lnTo>
                <a:lnTo>
                  <a:pt x="890175" y="19425"/>
                </a:lnTo>
                <a:lnTo>
                  <a:pt x="889725" y="19650"/>
                </a:lnTo>
                <a:lnTo>
                  <a:pt x="889575" y="19650"/>
                </a:lnTo>
                <a:lnTo>
                  <a:pt x="888075" y="20475"/>
                </a:lnTo>
                <a:lnTo>
                  <a:pt x="887850" y="20625"/>
                </a:lnTo>
                <a:lnTo>
                  <a:pt x="887775" y="20775"/>
                </a:lnTo>
                <a:lnTo>
                  <a:pt x="887625" y="20850"/>
                </a:lnTo>
                <a:lnTo>
                  <a:pt x="887400" y="21075"/>
                </a:lnTo>
                <a:lnTo>
                  <a:pt x="887250" y="21150"/>
                </a:lnTo>
                <a:lnTo>
                  <a:pt x="886950" y="21450"/>
                </a:lnTo>
                <a:lnTo>
                  <a:pt x="886875" y="21600"/>
                </a:lnTo>
                <a:lnTo>
                  <a:pt x="886500" y="21975"/>
                </a:lnTo>
                <a:lnTo>
                  <a:pt x="886350" y="22275"/>
                </a:lnTo>
                <a:lnTo>
                  <a:pt x="886200" y="22425"/>
                </a:lnTo>
                <a:lnTo>
                  <a:pt x="886125" y="22575"/>
                </a:lnTo>
                <a:lnTo>
                  <a:pt x="881250" y="19800"/>
                </a:lnTo>
                <a:lnTo>
                  <a:pt x="881400" y="19650"/>
                </a:lnTo>
                <a:close/>
                <a:moveTo>
                  <a:pt x="916875" y="14550"/>
                </a:moveTo>
                <a:lnTo>
                  <a:pt x="917325" y="14550"/>
                </a:lnTo>
                <a:lnTo>
                  <a:pt x="917400" y="14475"/>
                </a:lnTo>
                <a:lnTo>
                  <a:pt x="917850" y="14475"/>
                </a:lnTo>
                <a:lnTo>
                  <a:pt x="918000" y="14400"/>
                </a:lnTo>
                <a:lnTo>
                  <a:pt x="918750" y="14400"/>
                </a:lnTo>
                <a:lnTo>
                  <a:pt x="918900" y="14325"/>
                </a:lnTo>
                <a:lnTo>
                  <a:pt x="919800" y="14325"/>
                </a:lnTo>
                <a:lnTo>
                  <a:pt x="920025" y="14250"/>
                </a:lnTo>
                <a:lnTo>
                  <a:pt x="922950" y="14250"/>
                </a:lnTo>
                <a:lnTo>
                  <a:pt x="923175" y="14325"/>
                </a:lnTo>
                <a:lnTo>
                  <a:pt x="924000" y="14325"/>
                </a:lnTo>
                <a:lnTo>
                  <a:pt x="924150" y="14400"/>
                </a:lnTo>
                <a:lnTo>
                  <a:pt x="924750" y="14400"/>
                </a:lnTo>
                <a:lnTo>
                  <a:pt x="924975" y="14475"/>
                </a:lnTo>
                <a:lnTo>
                  <a:pt x="925350" y="14475"/>
                </a:lnTo>
                <a:lnTo>
                  <a:pt x="925500" y="14550"/>
                </a:lnTo>
                <a:lnTo>
                  <a:pt x="925950" y="14550"/>
                </a:lnTo>
                <a:lnTo>
                  <a:pt x="926100" y="14625"/>
                </a:lnTo>
                <a:lnTo>
                  <a:pt x="926325" y="14625"/>
                </a:lnTo>
                <a:lnTo>
                  <a:pt x="926475" y="14700"/>
                </a:lnTo>
                <a:lnTo>
                  <a:pt x="926700" y="14700"/>
                </a:lnTo>
                <a:lnTo>
                  <a:pt x="926850" y="14775"/>
                </a:lnTo>
                <a:lnTo>
                  <a:pt x="927225" y="14775"/>
                </a:lnTo>
                <a:lnTo>
                  <a:pt x="927225" y="14850"/>
                </a:lnTo>
                <a:lnTo>
                  <a:pt x="927450" y="14850"/>
                </a:lnTo>
                <a:lnTo>
                  <a:pt x="927600" y="14925"/>
                </a:lnTo>
                <a:lnTo>
                  <a:pt x="928125" y="15000"/>
                </a:lnTo>
                <a:lnTo>
                  <a:pt x="928275" y="15075"/>
                </a:lnTo>
                <a:lnTo>
                  <a:pt x="928500" y="15075"/>
                </a:lnTo>
                <a:lnTo>
                  <a:pt x="928500" y="15150"/>
                </a:lnTo>
                <a:lnTo>
                  <a:pt x="928650" y="15150"/>
                </a:lnTo>
                <a:lnTo>
                  <a:pt x="928800" y="15225"/>
                </a:lnTo>
                <a:lnTo>
                  <a:pt x="929025" y="15225"/>
                </a:lnTo>
                <a:lnTo>
                  <a:pt x="929025" y="15300"/>
                </a:lnTo>
                <a:lnTo>
                  <a:pt x="929175" y="15300"/>
                </a:lnTo>
                <a:lnTo>
                  <a:pt x="929550" y="15450"/>
                </a:lnTo>
                <a:lnTo>
                  <a:pt x="929700" y="15450"/>
                </a:lnTo>
                <a:lnTo>
                  <a:pt x="930225" y="15675"/>
                </a:lnTo>
                <a:lnTo>
                  <a:pt x="930375" y="15675"/>
                </a:lnTo>
                <a:lnTo>
                  <a:pt x="930375" y="15750"/>
                </a:lnTo>
                <a:lnTo>
                  <a:pt x="930525" y="15750"/>
                </a:lnTo>
                <a:lnTo>
                  <a:pt x="931350" y="16125"/>
                </a:lnTo>
                <a:lnTo>
                  <a:pt x="931500" y="16125"/>
                </a:lnTo>
                <a:lnTo>
                  <a:pt x="931500" y="16200"/>
                </a:lnTo>
                <a:lnTo>
                  <a:pt x="931650" y="16200"/>
                </a:lnTo>
                <a:lnTo>
                  <a:pt x="932550" y="16650"/>
                </a:lnTo>
                <a:lnTo>
                  <a:pt x="932625" y="16650"/>
                </a:lnTo>
                <a:lnTo>
                  <a:pt x="932700" y="16725"/>
                </a:lnTo>
                <a:lnTo>
                  <a:pt x="933150" y="16950"/>
                </a:lnTo>
                <a:lnTo>
                  <a:pt x="933150" y="17025"/>
                </a:lnTo>
                <a:lnTo>
                  <a:pt x="933300" y="17025"/>
                </a:lnTo>
                <a:lnTo>
                  <a:pt x="933300" y="17100"/>
                </a:lnTo>
                <a:lnTo>
                  <a:pt x="933900" y="17400"/>
                </a:lnTo>
                <a:lnTo>
                  <a:pt x="933975" y="17475"/>
                </a:lnTo>
                <a:lnTo>
                  <a:pt x="934050" y="17475"/>
                </a:lnTo>
                <a:lnTo>
                  <a:pt x="934125" y="17550"/>
                </a:lnTo>
                <a:lnTo>
                  <a:pt x="934200" y="17550"/>
                </a:lnTo>
                <a:lnTo>
                  <a:pt x="934275" y="17625"/>
                </a:lnTo>
                <a:lnTo>
                  <a:pt x="934275" y="17700"/>
                </a:lnTo>
                <a:lnTo>
                  <a:pt x="934725" y="17925"/>
                </a:lnTo>
                <a:lnTo>
                  <a:pt x="934800" y="18000"/>
                </a:lnTo>
                <a:lnTo>
                  <a:pt x="934875" y="18000"/>
                </a:lnTo>
                <a:lnTo>
                  <a:pt x="934950" y="18075"/>
                </a:lnTo>
                <a:lnTo>
                  <a:pt x="934950" y="18150"/>
                </a:lnTo>
                <a:lnTo>
                  <a:pt x="935250" y="18300"/>
                </a:lnTo>
                <a:lnTo>
                  <a:pt x="935475" y="18525"/>
                </a:lnTo>
                <a:lnTo>
                  <a:pt x="935700" y="18675"/>
                </a:lnTo>
                <a:lnTo>
                  <a:pt x="935775" y="18675"/>
                </a:lnTo>
                <a:lnTo>
                  <a:pt x="935850" y="18825"/>
                </a:lnTo>
                <a:lnTo>
                  <a:pt x="936000" y="18900"/>
                </a:lnTo>
                <a:lnTo>
                  <a:pt x="936300" y="19200"/>
                </a:lnTo>
                <a:lnTo>
                  <a:pt x="936375" y="19200"/>
                </a:lnTo>
                <a:lnTo>
                  <a:pt x="936450" y="19275"/>
                </a:lnTo>
                <a:lnTo>
                  <a:pt x="936450" y="19350"/>
                </a:lnTo>
                <a:lnTo>
                  <a:pt x="936525" y="19425"/>
                </a:lnTo>
                <a:lnTo>
                  <a:pt x="936600" y="19425"/>
                </a:lnTo>
                <a:lnTo>
                  <a:pt x="936750" y="19650"/>
                </a:lnTo>
                <a:lnTo>
                  <a:pt x="936825" y="19650"/>
                </a:lnTo>
                <a:lnTo>
                  <a:pt x="937425" y="20250"/>
                </a:lnTo>
                <a:lnTo>
                  <a:pt x="937425" y="20325"/>
                </a:lnTo>
                <a:lnTo>
                  <a:pt x="937575" y="20400"/>
                </a:lnTo>
                <a:lnTo>
                  <a:pt x="937650" y="20475"/>
                </a:lnTo>
                <a:lnTo>
                  <a:pt x="937650" y="20550"/>
                </a:lnTo>
                <a:lnTo>
                  <a:pt x="937875" y="20700"/>
                </a:lnTo>
                <a:lnTo>
                  <a:pt x="937875" y="20775"/>
                </a:lnTo>
                <a:lnTo>
                  <a:pt x="938250" y="21150"/>
                </a:lnTo>
                <a:lnTo>
                  <a:pt x="938250" y="21225"/>
                </a:lnTo>
                <a:lnTo>
                  <a:pt x="938400" y="21450"/>
                </a:lnTo>
                <a:lnTo>
                  <a:pt x="938475" y="21450"/>
                </a:lnTo>
                <a:lnTo>
                  <a:pt x="938550" y="21525"/>
                </a:lnTo>
                <a:lnTo>
                  <a:pt x="938850" y="22050"/>
                </a:lnTo>
                <a:lnTo>
                  <a:pt x="938925" y="22050"/>
                </a:lnTo>
                <a:lnTo>
                  <a:pt x="939000" y="22125"/>
                </a:lnTo>
                <a:lnTo>
                  <a:pt x="939000" y="22200"/>
                </a:lnTo>
                <a:lnTo>
                  <a:pt x="939225" y="22500"/>
                </a:lnTo>
                <a:lnTo>
                  <a:pt x="939375" y="22800"/>
                </a:lnTo>
                <a:lnTo>
                  <a:pt x="939675" y="23250"/>
                </a:lnTo>
                <a:lnTo>
                  <a:pt x="939675" y="23325"/>
                </a:lnTo>
                <a:lnTo>
                  <a:pt x="939900" y="23625"/>
                </a:lnTo>
                <a:lnTo>
                  <a:pt x="939900" y="23700"/>
                </a:lnTo>
                <a:lnTo>
                  <a:pt x="940200" y="24150"/>
                </a:lnTo>
                <a:lnTo>
                  <a:pt x="940200" y="24300"/>
                </a:lnTo>
                <a:lnTo>
                  <a:pt x="940275" y="24300"/>
                </a:lnTo>
                <a:lnTo>
                  <a:pt x="940275" y="24450"/>
                </a:lnTo>
                <a:lnTo>
                  <a:pt x="940425" y="24675"/>
                </a:lnTo>
                <a:lnTo>
                  <a:pt x="940425" y="24750"/>
                </a:lnTo>
                <a:lnTo>
                  <a:pt x="940500" y="24825"/>
                </a:lnTo>
                <a:lnTo>
                  <a:pt x="940500" y="24975"/>
                </a:lnTo>
                <a:lnTo>
                  <a:pt x="940575" y="24975"/>
                </a:lnTo>
                <a:lnTo>
                  <a:pt x="940575" y="25125"/>
                </a:lnTo>
                <a:lnTo>
                  <a:pt x="940725" y="25350"/>
                </a:lnTo>
                <a:lnTo>
                  <a:pt x="940725" y="25500"/>
                </a:lnTo>
                <a:lnTo>
                  <a:pt x="940800" y="25500"/>
                </a:lnTo>
                <a:lnTo>
                  <a:pt x="940800" y="25650"/>
                </a:lnTo>
                <a:lnTo>
                  <a:pt x="940875" y="25800"/>
                </a:lnTo>
                <a:lnTo>
                  <a:pt x="940875" y="25875"/>
                </a:lnTo>
                <a:lnTo>
                  <a:pt x="940950" y="25950"/>
                </a:lnTo>
                <a:lnTo>
                  <a:pt x="940950" y="26100"/>
                </a:lnTo>
                <a:lnTo>
                  <a:pt x="941025" y="26175"/>
                </a:lnTo>
                <a:lnTo>
                  <a:pt x="941025" y="26325"/>
                </a:lnTo>
                <a:lnTo>
                  <a:pt x="941100" y="26475"/>
                </a:lnTo>
                <a:lnTo>
                  <a:pt x="941100" y="26625"/>
                </a:lnTo>
                <a:lnTo>
                  <a:pt x="941175" y="26625"/>
                </a:lnTo>
                <a:lnTo>
                  <a:pt x="941175" y="26775"/>
                </a:lnTo>
                <a:lnTo>
                  <a:pt x="941250" y="26850"/>
                </a:lnTo>
                <a:lnTo>
                  <a:pt x="941250" y="27000"/>
                </a:lnTo>
                <a:lnTo>
                  <a:pt x="941325" y="27150"/>
                </a:lnTo>
                <a:lnTo>
                  <a:pt x="941325" y="27300"/>
                </a:lnTo>
                <a:lnTo>
                  <a:pt x="941400" y="27450"/>
                </a:lnTo>
                <a:lnTo>
                  <a:pt x="941400" y="27675"/>
                </a:lnTo>
                <a:lnTo>
                  <a:pt x="941475" y="27750"/>
                </a:lnTo>
                <a:lnTo>
                  <a:pt x="941475" y="27975"/>
                </a:lnTo>
                <a:lnTo>
                  <a:pt x="941550" y="28125"/>
                </a:lnTo>
                <a:lnTo>
                  <a:pt x="941550" y="28425"/>
                </a:lnTo>
                <a:lnTo>
                  <a:pt x="941625" y="28575"/>
                </a:lnTo>
                <a:lnTo>
                  <a:pt x="941625" y="28875"/>
                </a:lnTo>
                <a:lnTo>
                  <a:pt x="941700" y="28950"/>
                </a:lnTo>
                <a:lnTo>
                  <a:pt x="941700" y="29400"/>
                </a:lnTo>
                <a:lnTo>
                  <a:pt x="941775" y="29400"/>
                </a:lnTo>
                <a:lnTo>
                  <a:pt x="941775" y="30150"/>
                </a:lnTo>
                <a:lnTo>
                  <a:pt x="941850" y="30300"/>
                </a:lnTo>
                <a:lnTo>
                  <a:pt x="941850" y="32625"/>
                </a:lnTo>
                <a:lnTo>
                  <a:pt x="941775" y="32700"/>
                </a:lnTo>
                <a:lnTo>
                  <a:pt x="941775" y="33450"/>
                </a:lnTo>
                <a:lnTo>
                  <a:pt x="941700" y="33450"/>
                </a:lnTo>
                <a:lnTo>
                  <a:pt x="941700" y="33900"/>
                </a:lnTo>
                <a:lnTo>
                  <a:pt x="941625" y="34050"/>
                </a:lnTo>
                <a:lnTo>
                  <a:pt x="941625" y="34425"/>
                </a:lnTo>
                <a:lnTo>
                  <a:pt x="941550" y="34500"/>
                </a:lnTo>
                <a:lnTo>
                  <a:pt x="941550" y="34725"/>
                </a:lnTo>
                <a:lnTo>
                  <a:pt x="941475" y="34875"/>
                </a:lnTo>
                <a:lnTo>
                  <a:pt x="941475" y="35175"/>
                </a:lnTo>
                <a:lnTo>
                  <a:pt x="941400" y="35325"/>
                </a:lnTo>
                <a:lnTo>
                  <a:pt x="941400" y="35475"/>
                </a:lnTo>
                <a:lnTo>
                  <a:pt x="941325" y="35625"/>
                </a:lnTo>
                <a:lnTo>
                  <a:pt x="941325" y="35775"/>
                </a:lnTo>
                <a:lnTo>
                  <a:pt x="941250" y="35850"/>
                </a:lnTo>
                <a:lnTo>
                  <a:pt x="941250" y="36075"/>
                </a:lnTo>
                <a:lnTo>
                  <a:pt x="941175" y="36150"/>
                </a:lnTo>
                <a:lnTo>
                  <a:pt x="941175" y="36300"/>
                </a:lnTo>
                <a:lnTo>
                  <a:pt x="941100" y="36450"/>
                </a:lnTo>
                <a:lnTo>
                  <a:pt x="941100" y="36600"/>
                </a:lnTo>
                <a:lnTo>
                  <a:pt x="941025" y="36600"/>
                </a:lnTo>
                <a:lnTo>
                  <a:pt x="941025" y="36750"/>
                </a:lnTo>
                <a:lnTo>
                  <a:pt x="940950" y="36900"/>
                </a:lnTo>
                <a:lnTo>
                  <a:pt x="940950" y="37050"/>
                </a:lnTo>
                <a:lnTo>
                  <a:pt x="940800" y="37275"/>
                </a:lnTo>
                <a:lnTo>
                  <a:pt x="940800" y="37500"/>
                </a:lnTo>
                <a:lnTo>
                  <a:pt x="940650" y="37725"/>
                </a:lnTo>
                <a:lnTo>
                  <a:pt x="940650" y="37875"/>
                </a:lnTo>
                <a:lnTo>
                  <a:pt x="940575" y="37875"/>
                </a:lnTo>
                <a:lnTo>
                  <a:pt x="940575" y="38025"/>
                </a:lnTo>
                <a:lnTo>
                  <a:pt x="940425" y="38250"/>
                </a:lnTo>
                <a:lnTo>
                  <a:pt x="940425" y="38325"/>
                </a:lnTo>
                <a:lnTo>
                  <a:pt x="940350" y="38400"/>
                </a:lnTo>
                <a:lnTo>
                  <a:pt x="940350" y="38550"/>
                </a:lnTo>
                <a:lnTo>
                  <a:pt x="940050" y="39150"/>
                </a:lnTo>
                <a:lnTo>
                  <a:pt x="939975" y="39225"/>
                </a:lnTo>
                <a:lnTo>
                  <a:pt x="939975" y="39300"/>
                </a:lnTo>
                <a:lnTo>
                  <a:pt x="939825" y="39525"/>
                </a:lnTo>
                <a:lnTo>
                  <a:pt x="939825" y="39675"/>
                </a:lnTo>
                <a:lnTo>
                  <a:pt x="939750" y="39675"/>
                </a:lnTo>
                <a:lnTo>
                  <a:pt x="939750" y="39825"/>
                </a:lnTo>
                <a:lnTo>
                  <a:pt x="939675" y="39825"/>
                </a:lnTo>
                <a:lnTo>
                  <a:pt x="939675" y="39900"/>
                </a:lnTo>
                <a:lnTo>
                  <a:pt x="939600" y="39975"/>
                </a:lnTo>
                <a:lnTo>
                  <a:pt x="939600" y="40050"/>
                </a:lnTo>
                <a:lnTo>
                  <a:pt x="939525" y="40125"/>
                </a:lnTo>
                <a:lnTo>
                  <a:pt x="939525" y="40200"/>
                </a:lnTo>
                <a:lnTo>
                  <a:pt x="939450" y="40200"/>
                </a:lnTo>
                <a:lnTo>
                  <a:pt x="939450" y="40350"/>
                </a:lnTo>
                <a:lnTo>
                  <a:pt x="939375" y="40350"/>
                </a:lnTo>
                <a:lnTo>
                  <a:pt x="939375" y="40500"/>
                </a:lnTo>
                <a:lnTo>
                  <a:pt x="939300" y="40500"/>
                </a:lnTo>
                <a:lnTo>
                  <a:pt x="939225" y="40575"/>
                </a:lnTo>
                <a:lnTo>
                  <a:pt x="939225" y="40650"/>
                </a:lnTo>
                <a:lnTo>
                  <a:pt x="939150" y="40725"/>
                </a:lnTo>
                <a:lnTo>
                  <a:pt x="938925" y="41175"/>
                </a:lnTo>
                <a:lnTo>
                  <a:pt x="938850" y="41250"/>
                </a:lnTo>
                <a:lnTo>
                  <a:pt x="938850" y="41325"/>
                </a:lnTo>
                <a:lnTo>
                  <a:pt x="938700" y="41550"/>
                </a:lnTo>
                <a:lnTo>
                  <a:pt x="938625" y="41550"/>
                </a:lnTo>
                <a:lnTo>
                  <a:pt x="938325" y="42075"/>
                </a:lnTo>
                <a:lnTo>
                  <a:pt x="938175" y="42150"/>
                </a:lnTo>
                <a:lnTo>
                  <a:pt x="938175" y="42225"/>
                </a:lnTo>
                <a:lnTo>
                  <a:pt x="938100" y="42300"/>
                </a:lnTo>
                <a:lnTo>
                  <a:pt x="937950" y="42600"/>
                </a:lnTo>
                <a:lnTo>
                  <a:pt x="937875" y="42600"/>
                </a:lnTo>
                <a:lnTo>
                  <a:pt x="937800" y="42675"/>
                </a:lnTo>
                <a:lnTo>
                  <a:pt x="937650" y="42975"/>
                </a:lnTo>
                <a:lnTo>
                  <a:pt x="937575" y="42975"/>
                </a:lnTo>
                <a:lnTo>
                  <a:pt x="937500" y="43050"/>
                </a:lnTo>
                <a:lnTo>
                  <a:pt x="937425" y="43200"/>
                </a:lnTo>
                <a:lnTo>
                  <a:pt x="937200" y="43425"/>
                </a:lnTo>
                <a:lnTo>
                  <a:pt x="937125" y="43575"/>
                </a:lnTo>
                <a:lnTo>
                  <a:pt x="937050" y="43575"/>
                </a:lnTo>
                <a:lnTo>
                  <a:pt x="936975" y="43650"/>
                </a:lnTo>
                <a:lnTo>
                  <a:pt x="936975" y="43725"/>
                </a:lnTo>
                <a:lnTo>
                  <a:pt x="936900" y="43800"/>
                </a:lnTo>
                <a:lnTo>
                  <a:pt x="936825" y="43800"/>
                </a:lnTo>
                <a:lnTo>
                  <a:pt x="936750" y="43950"/>
                </a:lnTo>
                <a:lnTo>
                  <a:pt x="936300" y="44400"/>
                </a:lnTo>
                <a:lnTo>
                  <a:pt x="936225" y="44550"/>
                </a:lnTo>
                <a:lnTo>
                  <a:pt x="936150" y="44550"/>
                </a:lnTo>
                <a:lnTo>
                  <a:pt x="935700" y="45000"/>
                </a:lnTo>
                <a:lnTo>
                  <a:pt x="935550" y="45075"/>
                </a:lnTo>
                <a:lnTo>
                  <a:pt x="935550" y="45150"/>
                </a:lnTo>
                <a:lnTo>
                  <a:pt x="935325" y="45300"/>
                </a:lnTo>
                <a:lnTo>
                  <a:pt x="935325" y="45375"/>
                </a:lnTo>
                <a:lnTo>
                  <a:pt x="935175" y="45450"/>
                </a:lnTo>
                <a:lnTo>
                  <a:pt x="935100" y="45525"/>
                </a:lnTo>
                <a:lnTo>
                  <a:pt x="935100" y="45600"/>
                </a:lnTo>
                <a:lnTo>
                  <a:pt x="934800" y="45750"/>
                </a:lnTo>
                <a:lnTo>
                  <a:pt x="934800" y="45825"/>
                </a:lnTo>
                <a:lnTo>
                  <a:pt x="934725" y="45900"/>
                </a:lnTo>
                <a:lnTo>
                  <a:pt x="934650" y="45900"/>
                </a:lnTo>
                <a:lnTo>
                  <a:pt x="934425" y="46125"/>
                </a:lnTo>
                <a:lnTo>
                  <a:pt x="933975" y="46425"/>
                </a:lnTo>
                <a:lnTo>
                  <a:pt x="933750" y="46650"/>
                </a:lnTo>
                <a:lnTo>
                  <a:pt x="933600" y="46725"/>
                </a:lnTo>
                <a:lnTo>
                  <a:pt x="933450" y="46875"/>
                </a:lnTo>
                <a:lnTo>
                  <a:pt x="933150" y="47025"/>
                </a:lnTo>
                <a:lnTo>
                  <a:pt x="933000" y="47175"/>
                </a:lnTo>
                <a:lnTo>
                  <a:pt x="932700" y="47325"/>
                </a:lnTo>
                <a:lnTo>
                  <a:pt x="932550" y="47475"/>
                </a:lnTo>
                <a:lnTo>
                  <a:pt x="932100" y="47700"/>
                </a:lnTo>
                <a:lnTo>
                  <a:pt x="932100" y="47775"/>
                </a:lnTo>
                <a:lnTo>
                  <a:pt x="931500" y="48075"/>
                </a:lnTo>
                <a:lnTo>
                  <a:pt x="931500" y="48150"/>
                </a:lnTo>
                <a:lnTo>
                  <a:pt x="930675" y="48525"/>
                </a:lnTo>
                <a:lnTo>
                  <a:pt x="930675" y="48600"/>
                </a:lnTo>
                <a:lnTo>
                  <a:pt x="930375" y="48750"/>
                </a:lnTo>
                <a:lnTo>
                  <a:pt x="930300" y="48750"/>
                </a:lnTo>
                <a:lnTo>
                  <a:pt x="929700" y="49050"/>
                </a:lnTo>
                <a:lnTo>
                  <a:pt x="929625" y="49050"/>
                </a:lnTo>
                <a:lnTo>
                  <a:pt x="929175" y="49275"/>
                </a:lnTo>
                <a:lnTo>
                  <a:pt x="928950" y="49350"/>
                </a:lnTo>
                <a:lnTo>
                  <a:pt x="928950" y="49425"/>
                </a:lnTo>
                <a:lnTo>
                  <a:pt x="928800" y="49425"/>
                </a:lnTo>
                <a:lnTo>
                  <a:pt x="928800" y="49500"/>
                </a:lnTo>
                <a:lnTo>
                  <a:pt x="928650" y="49500"/>
                </a:lnTo>
                <a:lnTo>
                  <a:pt x="928650" y="49575"/>
                </a:lnTo>
                <a:lnTo>
                  <a:pt x="928425" y="49575"/>
                </a:lnTo>
                <a:lnTo>
                  <a:pt x="928425" y="49650"/>
                </a:lnTo>
                <a:lnTo>
                  <a:pt x="928275" y="49650"/>
                </a:lnTo>
                <a:lnTo>
                  <a:pt x="928275" y="49725"/>
                </a:lnTo>
                <a:lnTo>
                  <a:pt x="928125" y="49725"/>
                </a:lnTo>
                <a:lnTo>
                  <a:pt x="928050" y="49800"/>
                </a:lnTo>
                <a:lnTo>
                  <a:pt x="927900" y="49800"/>
                </a:lnTo>
                <a:lnTo>
                  <a:pt x="927750" y="49875"/>
                </a:lnTo>
                <a:lnTo>
                  <a:pt x="927675" y="49875"/>
                </a:lnTo>
                <a:lnTo>
                  <a:pt x="926625" y="50325"/>
                </a:lnTo>
                <a:lnTo>
                  <a:pt x="926400" y="50400"/>
                </a:lnTo>
                <a:lnTo>
                  <a:pt x="926175" y="50400"/>
                </a:lnTo>
                <a:lnTo>
                  <a:pt x="925875" y="50550"/>
                </a:lnTo>
                <a:lnTo>
                  <a:pt x="925800" y="50550"/>
                </a:lnTo>
                <a:lnTo>
                  <a:pt x="925425" y="50700"/>
                </a:lnTo>
                <a:lnTo>
                  <a:pt x="925200" y="50700"/>
                </a:lnTo>
                <a:lnTo>
                  <a:pt x="924675" y="50925"/>
                </a:lnTo>
                <a:lnTo>
                  <a:pt x="924750" y="50925"/>
                </a:lnTo>
                <a:lnTo>
                  <a:pt x="925200" y="51450"/>
                </a:lnTo>
                <a:lnTo>
                  <a:pt x="925425" y="51600"/>
                </a:lnTo>
                <a:lnTo>
                  <a:pt x="926325" y="52500"/>
                </a:lnTo>
                <a:lnTo>
                  <a:pt x="926550" y="52650"/>
                </a:lnTo>
                <a:lnTo>
                  <a:pt x="927300" y="53400"/>
                </a:lnTo>
                <a:lnTo>
                  <a:pt x="927525" y="53550"/>
                </a:lnTo>
                <a:lnTo>
                  <a:pt x="928125" y="54150"/>
                </a:lnTo>
                <a:lnTo>
                  <a:pt x="928275" y="54375"/>
                </a:lnTo>
                <a:lnTo>
                  <a:pt x="928425" y="54525"/>
                </a:lnTo>
                <a:lnTo>
                  <a:pt x="928650" y="54675"/>
                </a:lnTo>
                <a:lnTo>
                  <a:pt x="929400" y="55425"/>
                </a:lnTo>
                <a:lnTo>
                  <a:pt x="929625" y="55575"/>
                </a:lnTo>
                <a:lnTo>
                  <a:pt x="930375" y="56325"/>
                </a:lnTo>
                <a:lnTo>
                  <a:pt x="930600" y="56475"/>
                </a:lnTo>
                <a:lnTo>
                  <a:pt x="932475" y="58350"/>
                </a:lnTo>
                <a:lnTo>
                  <a:pt x="932700" y="58500"/>
                </a:lnTo>
                <a:lnTo>
                  <a:pt x="933450" y="59250"/>
                </a:lnTo>
                <a:lnTo>
                  <a:pt x="933675" y="59400"/>
                </a:lnTo>
                <a:lnTo>
                  <a:pt x="934575" y="60300"/>
                </a:lnTo>
                <a:lnTo>
                  <a:pt x="934800" y="60450"/>
                </a:lnTo>
                <a:lnTo>
                  <a:pt x="934950" y="60600"/>
                </a:lnTo>
                <a:lnTo>
                  <a:pt x="935100" y="60825"/>
                </a:lnTo>
                <a:lnTo>
                  <a:pt x="935550" y="61275"/>
                </a:lnTo>
                <a:lnTo>
                  <a:pt x="935775" y="61425"/>
                </a:lnTo>
                <a:lnTo>
                  <a:pt x="936675" y="62325"/>
                </a:lnTo>
                <a:lnTo>
                  <a:pt x="936900" y="62475"/>
                </a:lnTo>
                <a:lnTo>
                  <a:pt x="937500" y="63075"/>
                </a:lnTo>
                <a:lnTo>
                  <a:pt x="933450" y="66750"/>
                </a:lnTo>
                <a:lnTo>
                  <a:pt x="932325" y="65700"/>
                </a:lnTo>
                <a:lnTo>
                  <a:pt x="932100" y="65550"/>
                </a:lnTo>
                <a:lnTo>
                  <a:pt x="931800" y="65250"/>
                </a:lnTo>
                <a:lnTo>
                  <a:pt x="931650" y="65025"/>
                </a:lnTo>
                <a:lnTo>
                  <a:pt x="931200" y="64575"/>
                </a:lnTo>
                <a:lnTo>
                  <a:pt x="930975" y="64425"/>
                </a:lnTo>
                <a:lnTo>
                  <a:pt x="930225" y="63675"/>
                </a:lnTo>
                <a:lnTo>
                  <a:pt x="930000" y="63525"/>
                </a:lnTo>
                <a:lnTo>
                  <a:pt x="929250" y="62775"/>
                </a:lnTo>
                <a:lnTo>
                  <a:pt x="929025" y="62625"/>
                </a:lnTo>
                <a:lnTo>
                  <a:pt x="928575" y="62175"/>
                </a:lnTo>
                <a:lnTo>
                  <a:pt x="928425" y="61950"/>
                </a:lnTo>
                <a:lnTo>
                  <a:pt x="928125" y="61650"/>
                </a:lnTo>
                <a:lnTo>
                  <a:pt x="927900" y="61500"/>
                </a:lnTo>
                <a:lnTo>
                  <a:pt x="927150" y="60750"/>
                </a:lnTo>
                <a:lnTo>
                  <a:pt x="926925" y="60600"/>
                </a:lnTo>
                <a:lnTo>
                  <a:pt x="926025" y="59700"/>
                </a:lnTo>
                <a:lnTo>
                  <a:pt x="925800" y="59550"/>
                </a:lnTo>
                <a:lnTo>
                  <a:pt x="925200" y="58950"/>
                </a:lnTo>
                <a:lnTo>
                  <a:pt x="925050" y="58725"/>
                </a:lnTo>
                <a:lnTo>
                  <a:pt x="924825" y="58575"/>
                </a:lnTo>
                <a:lnTo>
                  <a:pt x="924075" y="57825"/>
                </a:lnTo>
                <a:lnTo>
                  <a:pt x="923850" y="57675"/>
                </a:lnTo>
                <a:lnTo>
                  <a:pt x="922950" y="56775"/>
                </a:lnTo>
                <a:lnTo>
                  <a:pt x="922725" y="56625"/>
                </a:lnTo>
                <a:lnTo>
                  <a:pt x="921975" y="55875"/>
                </a:lnTo>
                <a:lnTo>
                  <a:pt x="921750" y="55725"/>
                </a:lnTo>
                <a:lnTo>
                  <a:pt x="921600" y="55500"/>
                </a:lnTo>
                <a:lnTo>
                  <a:pt x="921000" y="54900"/>
                </a:lnTo>
                <a:lnTo>
                  <a:pt x="920775" y="54750"/>
                </a:lnTo>
                <a:lnTo>
                  <a:pt x="919875" y="53850"/>
                </a:lnTo>
                <a:lnTo>
                  <a:pt x="919650" y="53700"/>
                </a:lnTo>
                <a:lnTo>
                  <a:pt x="918900" y="52950"/>
                </a:lnTo>
                <a:lnTo>
                  <a:pt x="918675" y="52800"/>
                </a:lnTo>
                <a:lnTo>
                  <a:pt x="918225" y="52275"/>
                </a:lnTo>
                <a:lnTo>
                  <a:pt x="917775" y="51825"/>
                </a:lnTo>
                <a:lnTo>
                  <a:pt x="916950" y="51075"/>
                </a:lnTo>
                <a:lnTo>
                  <a:pt x="916650" y="50850"/>
                </a:lnTo>
                <a:lnTo>
                  <a:pt x="916200" y="49875"/>
                </a:lnTo>
                <a:lnTo>
                  <a:pt x="916125" y="49575"/>
                </a:lnTo>
                <a:lnTo>
                  <a:pt x="916125" y="48900"/>
                </a:lnTo>
                <a:lnTo>
                  <a:pt x="916200" y="48525"/>
                </a:lnTo>
                <a:lnTo>
                  <a:pt x="916500" y="47925"/>
                </a:lnTo>
                <a:lnTo>
                  <a:pt x="916725" y="47625"/>
                </a:lnTo>
                <a:lnTo>
                  <a:pt x="917025" y="47400"/>
                </a:lnTo>
                <a:lnTo>
                  <a:pt x="917250" y="47175"/>
                </a:lnTo>
                <a:lnTo>
                  <a:pt x="917925" y="46800"/>
                </a:lnTo>
                <a:lnTo>
                  <a:pt x="918675" y="46650"/>
                </a:lnTo>
                <a:lnTo>
                  <a:pt x="918825" y="46650"/>
                </a:lnTo>
                <a:lnTo>
                  <a:pt x="919050" y="46575"/>
                </a:lnTo>
                <a:lnTo>
                  <a:pt x="919425" y="46575"/>
                </a:lnTo>
                <a:lnTo>
                  <a:pt x="919575" y="46500"/>
                </a:lnTo>
                <a:lnTo>
                  <a:pt x="919950" y="46500"/>
                </a:lnTo>
                <a:lnTo>
                  <a:pt x="920175" y="46425"/>
                </a:lnTo>
                <a:lnTo>
                  <a:pt x="920475" y="46425"/>
                </a:lnTo>
                <a:lnTo>
                  <a:pt x="920700" y="46350"/>
                </a:lnTo>
                <a:lnTo>
                  <a:pt x="921225" y="46275"/>
                </a:lnTo>
                <a:lnTo>
                  <a:pt x="921375" y="46200"/>
                </a:lnTo>
                <a:lnTo>
                  <a:pt x="921750" y="46200"/>
                </a:lnTo>
                <a:lnTo>
                  <a:pt x="921900" y="46125"/>
                </a:lnTo>
                <a:lnTo>
                  <a:pt x="922425" y="46050"/>
                </a:lnTo>
                <a:lnTo>
                  <a:pt x="922725" y="45900"/>
                </a:lnTo>
                <a:lnTo>
                  <a:pt x="922875" y="45900"/>
                </a:lnTo>
                <a:lnTo>
                  <a:pt x="923100" y="45825"/>
                </a:lnTo>
                <a:lnTo>
                  <a:pt x="923250" y="45825"/>
                </a:lnTo>
                <a:lnTo>
                  <a:pt x="923400" y="45750"/>
                </a:lnTo>
                <a:lnTo>
                  <a:pt x="923550" y="45750"/>
                </a:lnTo>
                <a:lnTo>
                  <a:pt x="923850" y="45600"/>
                </a:lnTo>
                <a:lnTo>
                  <a:pt x="924000" y="45600"/>
                </a:lnTo>
                <a:lnTo>
                  <a:pt x="924300" y="45450"/>
                </a:lnTo>
                <a:lnTo>
                  <a:pt x="924450" y="45450"/>
                </a:lnTo>
                <a:lnTo>
                  <a:pt x="924750" y="45300"/>
                </a:lnTo>
                <a:lnTo>
                  <a:pt x="924900" y="45300"/>
                </a:lnTo>
                <a:lnTo>
                  <a:pt x="925200" y="45150"/>
                </a:lnTo>
                <a:lnTo>
                  <a:pt x="925350" y="45150"/>
                </a:lnTo>
                <a:lnTo>
                  <a:pt x="925800" y="44925"/>
                </a:lnTo>
                <a:lnTo>
                  <a:pt x="925950" y="44925"/>
                </a:lnTo>
                <a:lnTo>
                  <a:pt x="926400" y="44700"/>
                </a:lnTo>
                <a:lnTo>
                  <a:pt x="926475" y="44625"/>
                </a:lnTo>
                <a:lnTo>
                  <a:pt x="926625" y="44625"/>
                </a:lnTo>
                <a:lnTo>
                  <a:pt x="927450" y="44175"/>
                </a:lnTo>
                <a:lnTo>
                  <a:pt x="927600" y="44175"/>
                </a:lnTo>
                <a:lnTo>
                  <a:pt x="927675" y="44100"/>
                </a:lnTo>
                <a:lnTo>
                  <a:pt x="928725" y="43500"/>
                </a:lnTo>
                <a:lnTo>
                  <a:pt x="930075" y="42600"/>
                </a:lnTo>
                <a:lnTo>
                  <a:pt x="930225" y="42450"/>
                </a:lnTo>
                <a:lnTo>
                  <a:pt x="930900" y="42000"/>
                </a:lnTo>
                <a:lnTo>
                  <a:pt x="931425" y="41475"/>
                </a:lnTo>
                <a:lnTo>
                  <a:pt x="931575" y="41400"/>
                </a:lnTo>
                <a:lnTo>
                  <a:pt x="931800" y="41175"/>
                </a:lnTo>
                <a:lnTo>
                  <a:pt x="931875" y="41025"/>
                </a:lnTo>
                <a:lnTo>
                  <a:pt x="932025" y="40950"/>
                </a:lnTo>
                <a:lnTo>
                  <a:pt x="932325" y="40650"/>
                </a:lnTo>
                <a:lnTo>
                  <a:pt x="932475" y="40425"/>
                </a:lnTo>
                <a:lnTo>
                  <a:pt x="932625" y="40350"/>
                </a:lnTo>
                <a:lnTo>
                  <a:pt x="932775" y="40200"/>
                </a:lnTo>
                <a:lnTo>
                  <a:pt x="932850" y="40050"/>
                </a:lnTo>
                <a:lnTo>
                  <a:pt x="933075" y="39825"/>
                </a:lnTo>
                <a:lnTo>
                  <a:pt x="933150" y="39675"/>
                </a:lnTo>
                <a:lnTo>
                  <a:pt x="933375" y="39450"/>
                </a:lnTo>
                <a:lnTo>
                  <a:pt x="933450" y="39300"/>
                </a:lnTo>
                <a:lnTo>
                  <a:pt x="933600" y="39150"/>
                </a:lnTo>
                <a:lnTo>
                  <a:pt x="933600" y="39075"/>
                </a:lnTo>
                <a:lnTo>
                  <a:pt x="933675" y="38925"/>
                </a:lnTo>
                <a:lnTo>
                  <a:pt x="934050" y="38475"/>
                </a:lnTo>
                <a:lnTo>
                  <a:pt x="934050" y="38400"/>
                </a:lnTo>
                <a:lnTo>
                  <a:pt x="934125" y="38250"/>
                </a:lnTo>
                <a:lnTo>
                  <a:pt x="934275" y="38100"/>
                </a:lnTo>
                <a:lnTo>
                  <a:pt x="934350" y="37950"/>
                </a:lnTo>
                <a:lnTo>
                  <a:pt x="934350" y="37875"/>
                </a:lnTo>
                <a:lnTo>
                  <a:pt x="934575" y="37575"/>
                </a:lnTo>
                <a:lnTo>
                  <a:pt x="934575" y="37500"/>
                </a:lnTo>
                <a:lnTo>
                  <a:pt x="934725" y="37275"/>
                </a:lnTo>
                <a:lnTo>
                  <a:pt x="934725" y="37200"/>
                </a:lnTo>
                <a:lnTo>
                  <a:pt x="934875" y="36975"/>
                </a:lnTo>
                <a:lnTo>
                  <a:pt x="934875" y="36900"/>
                </a:lnTo>
                <a:lnTo>
                  <a:pt x="934950" y="36750"/>
                </a:lnTo>
                <a:lnTo>
                  <a:pt x="935025" y="36675"/>
                </a:lnTo>
                <a:lnTo>
                  <a:pt x="935100" y="36375"/>
                </a:lnTo>
                <a:lnTo>
                  <a:pt x="935175" y="36300"/>
                </a:lnTo>
                <a:lnTo>
                  <a:pt x="935250" y="36150"/>
                </a:lnTo>
                <a:lnTo>
                  <a:pt x="935250" y="36075"/>
                </a:lnTo>
                <a:lnTo>
                  <a:pt x="935325" y="36000"/>
                </a:lnTo>
                <a:lnTo>
                  <a:pt x="935325" y="35850"/>
                </a:lnTo>
                <a:lnTo>
                  <a:pt x="935400" y="35775"/>
                </a:lnTo>
                <a:lnTo>
                  <a:pt x="935400" y="35700"/>
                </a:lnTo>
                <a:lnTo>
                  <a:pt x="935550" y="35325"/>
                </a:lnTo>
                <a:lnTo>
                  <a:pt x="935550" y="35175"/>
                </a:lnTo>
                <a:lnTo>
                  <a:pt x="935625" y="35025"/>
                </a:lnTo>
                <a:lnTo>
                  <a:pt x="935625" y="34950"/>
                </a:lnTo>
                <a:lnTo>
                  <a:pt x="935700" y="34875"/>
                </a:lnTo>
                <a:lnTo>
                  <a:pt x="935700" y="34650"/>
                </a:lnTo>
                <a:lnTo>
                  <a:pt x="935775" y="34500"/>
                </a:lnTo>
                <a:lnTo>
                  <a:pt x="935775" y="34350"/>
                </a:lnTo>
                <a:lnTo>
                  <a:pt x="935850" y="34200"/>
                </a:lnTo>
                <a:lnTo>
                  <a:pt x="935850" y="34050"/>
                </a:lnTo>
                <a:lnTo>
                  <a:pt x="935925" y="33900"/>
                </a:lnTo>
                <a:lnTo>
                  <a:pt x="935925" y="33675"/>
                </a:lnTo>
                <a:lnTo>
                  <a:pt x="936000" y="33600"/>
                </a:lnTo>
                <a:lnTo>
                  <a:pt x="936000" y="33150"/>
                </a:lnTo>
                <a:lnTo>
                  <a:pt x="936075" y="33075"/>
                </a:lnTo>
                <a:lnTo>
                  <a:pt x="936075" y="32550"/>
                </a:lnTo>
                <a:lnTo>
                  <a:pt x="936150" y="32475"/>
                </a:lnTo>
                <a:lnTo>
                  <a:pt x="936150" y="30375"/>
                </a:lnTo>
                <a:lnTo>
                  <a:pt x="936075" y="30300"/>
                </a:lnTo>
                <a:lnTo>
                  <a:pt x="936075" y="29775"/>
                </a:lnTo>
                <a:lnTo>
                  <a:pt x="936000" y="29700"/>
                </a:lnTo>
                <a:lnTo>
                  <a:pt x="936000" y="29325"/>
                </a:lnTo>
                <a:lnTo>
                  <a:pt x="935925" y="29175"/>
                </a:lnTo>
                <a:lnTo>
                  <a:pt x="935925" y="29025"/>
                </a:lnTo>
                <a:lnTo>
                  <a:pt x="935850" y="28875"/>
                </a:lnTo>
                <a:lnTo>
                  <a:pt x="935850" y="28650"/>
                </a:lnTo>
                <a:lnTo>
                  <a:pt x="935775" y="28500"/>
                </a:lnTo>
                <a:lnTo>
                  <a:pt x="935775" y="28350"/>
                </a:lnTo>
                <a:lnTo>
                  <a:pt x="935700" y="28200"/>
                </a:lnTo>
                <a:lnTo>
                  <a:pt x="935700" y="28125"/>
                </a:lnTo>
                <a:lnTo>
                  <a:pt x="935625" y="28050"/>
                </a:lnTo>
                <a:lnTo>
                  <a:pt x="935625" y="27825"/>
                </a:lnTo>
                <a:lnTo>
                  <a:pt x="935550" y="27750"/>
                </a:lnTo>
                <a:lnTo>
                  <a:pt x="935475" y="27450"/>
                </a:lnTo>
                <a:lnTo>
                  <a:pt x="935325" y="27225"/>
                </a:lnTo>
                <a:lnTo>
                  <a:pt x="935325" y="27075"/>
                </a:lnTo>
                <a:lnTo>
                  <a:pt x="935175" y="26850"/>
                </a:lnTo>
                <a:lnTo>
                  <a:pt x="935175" y="26700"/>
                </a:lnTo>
                <a:lnTo>
                  <a:pt x="935100" y="26625"/>
                </a:lnTo>
                <a:lnTo>
                  <a:pt x="935100" y="26550"/>
                </a:lnTo>
                <a:lnTo>
                  <a:pt x="935025" y="26475"/>
                </a:lnTo>
                <a:lnTo>
                  <a:pt x="935025" y="26400"/>
                </a:lnTo>
                <a:lnTo>
                  <a:pt x="934875" y="26175"/>
                </a:lnTo>
                <a:lnTo>
                  <a:pt x="934875" y="26100"/>
                </a:lnTo>
                <a:lnTo>
                  <a:pt x="934725" y="25950"/>
                </a:lnTo>
                <a:lnTo>
                  <a:pt x="934725" y="25875"/>
                </a:lnTo>
                <a:lnTo>
                  <a:pt x="934575" y="25650"/>
                </a:lnTo>
                <a:lnTo>
                  <a:pt x="934575" y="25575"/>
                </a:lnTo>
                <a:lnTo>
                  <a:pt x="934425" y="25425"/>
                </a:lnTo>
                <a:lnTo>
                  <a:pt x="934425" y="25350"/>
                </a:lnTo>
                <a:lnTo>
                  <a:pt x="934200" y="25050"/>
                </a:lnTo>
                <a:lnTo>
                  <a:pt x="934200" y="24975"/>
                </a:lnTo>
                <a:lnTo>
                  <a:pt x="933900" y="24675"/>
                </a:lnTo>
                <a:lnTo>
                  <a:pt x="933900" y="24600"/>
                </a:lnTo>
                <a:lnTo>
                  <a:pt x="933600" y="24300"/>
                </a:lnTo>
                <a:lnTo>
                  <a:pt x="933525" y="24150"/>
                </a:lnTo>
                <a:lnTo>
                  <a:pt x="933525" y="24075"/>
                </a:lnTo>
                <a:lnTo>
                  <a:pt x="932625" y="23175"/>
                </a:lnTo>
                <a:lnTo>
                  <a:pt x="932550" y="23175"/>
                </a:lnTo>
                <a:lnTo>
                  <a:pt x="932100" y="22725"/>
                </a:lnTo>
                <a:lnTo>
                  <a:pt x="931950" y="22650"/>
                </a:lnTo>
                <a:lnTo>
                  <a:pt x="931725" y="22425"/>
                </a:lnTo>
                <a:lnTo>
                  <a:pt x="931650" y="22425"/>
                </a:lnTo>
                <a:lnTo>
                  <a:pt x="931500" y="22275"/>
                </a:lnTo>
                <a:lnTo>
                  <a:pt x="931350" y="22200"/>
                </a:lnTo>
                <a:lnTo>
                  <a:pt x="931125" y="21975"/>
                </a:lnTo>
                <a:lnTo>
                  <a:pt x="930975" y="21975"/>
                </a:lnTo>
                <a:lnTo>
                  <a:pt x="930750" y="21750"/>
                </a:lnTo>
                <a:lnTo>
                  <a:pt x="930600" y="21675"/>
                </a:lnTo>
                <a:lnTo>
                  <a:pt x="930525" y="21675"/>
                </a:lnTo>
                <a:lnTo>
                  <a:pt x="930225" y="21450"/>
                </a:lnTo>
                <a:lnTo>
                  <a:pt x="930150" y="21450"/>
                </a:lnTo>
                <a:lnTo>
                  <a:pt x="929925" y="21300"/>
                </a:lnTo>
                <a:lnTo>
                  <a:pt x="929850" y="21300"/>
                </a:lnTo>
                <a:lnTo>
                  <a:pt x="929625" y="21150"/>
                </a:lnTo>
                <a:lnTo>
                  <a:pt x="929250" y="21000"/>
                </a:lnTo>
                <a:lnTo>
                  <a:pt x="929175" y="20925"/>
                </a:lnTo>
                <a:lnTo>
                  <a:pt x="929100" y="20925"/>
                </a:lnTo>
                <a:lnTo>
                  <a:pt x="928575" y="20700"/>
                </a:lnTo>
                <a:lnTo>
                  <a:pt x="928500" y="20700"/>
                </a:lnTo>
                <a:lnTo>
                  <a:pt x="928275" y="20550"/>
                </a:lnTo>
                <a:lnTo>
                  <a:pt x="928125" y="20550"/>
                </a:lnTo>
                <a:lnTo>
                  <a:pt x="928050" y="20475"/>
                </a:lnTo>
                <a:lnTo>
                  <a:pt x="927900" y="20475"/>
                </a:lnTo>
                <a:lnTo>
                  <a:pt x="927525" y="20325"/>
                </a:lnTo>
                <a:lnTo>
                  <a:pt x="927375" y="20325"/>
                </a:lnTo>
                <a:lnTo>
                  <a:pt x="927300" y="20250"/>
                </a:lnTo>
                <a:lnTo>
                  <a:pt x="927150" y="20250"/>
                </a:lnTo>
                <a:lnTo>
                  <a:pt x="926775" y="20100"/>
                </a:lnTo>
                <a:lnTo>
                  <a:pt x="926625" y="20100"/>
                </a:lnTo>
                <a:lnTo>
                  <a:pt x="926475" y="20025"/>
                </a:lnTo>
                <a:lnTo>
                  <a:pt x="926250" y="20025"/>
                </a:lnTo>
                <a:lnTo>
                  <a:pt x="926100" y="19950"/>
                </a:lnTo>
                <a:lnTo>
                  <a:pt x="925950" y="19950"/>
                </a:lnTo>
                <a:lnTo>
                  <a:pt x="925800" y="19875"/>
                </a:lnTo>
                <a:lnTo>
                  <a:pt x="925575" y="19875"/>
                </a:lnTo>
                <a:lnTo>
                  <a:pt x="925425" y="19800"/>
                </a:lnTo>
                <a:lnTo>
                  <a:pt x="925125" y="19800"/>
                </a:lnTo>
                <a:lnTo>
                  <a:pt x="924975" y="19725"/>
                </a:lnTo>
                <a:lnTo>
                  <a:pt x="924525" y="19725"/>
                </a:lnTo>
                <a:lnTo>
                  <a:pt x="924375" y="19650"/>
                </a:lnTo>
                <a:lnTo>
                  <a:pt x="923925" y="19650"/>
                </a:lnTo>
                <a:lnTo>
                  <a:pt x="923775" y="19575"/>
                </a:lnTo>
                <a:lnTo>
                  <a:pt x="923025" y="19575"/>
                </a:lnTo>
                <a:lnTo>
                  <a:pt x="922875" y="19500"/>
                </a:lnTo>
                <a:lnTo>
                  <a:pt x="920325" y="19500"/>
                </a:lnTo>
                <a:lnTo>
                  <a:pt x="920100" y="19575"/>
                </a:lnTo>
                <a:lnTo>
                  <a:pt x="919200" y="19575"/>
                </a:lnTo>
                <a:lnTo>
                  <a:pt x="919050" y="19650"/>
                </a:lnTo>
                <a:lnTo>
                  <a:pt x="918450" y="19650"/>
                </a:lnTo>
                <a:lnTo>
                  <a:pt x="918300" y="19725"/>
                </a:lnTo>
                <a:lnTo>
                  <a:pt x="917925" y="19725"/>
                </a:lnTo>
                <a:lnTo>
                  <a:pt x="917700" y="19800"/>
                </a:lnTo>
                <a:lnTo>
                  <a:pt x="917550" y="19800"/>
                </a:lnTo>
                <a:lnTo>
                  <a:pt x="916650" y="14625"/>
                </a:lnTo>
                <a:close/>
                <a:moveTo>
                  <a:pt x="951750" y="14250"/>
                </a:moveTo>
                <a:lnTo>
                  <a:pt x="951750" y="15375"/>
                </a:lnTo>
                <a:lnTo>
                  <a:pt x="951825" y="15600"/>
                </a:lnTo>
                <a:lnTo>
                  <a:pt x="951825" y="16125"/>
                </a:lnTo>
                <a:lnTo>
                  <a:pt x="951900" y="16350"/>
                </a:lnTo>
                <a:lnTo>
                  <a:pt x="951900" y="16725"/>
                </a:lnTo>
                <a:lnTo>
                  <a:pt x="951975" y="16875"/>
                </a:lnTo>
                <a:lnTo>
                  <a:pt x="951975" y="17250"/>
                </a:lnTo>
                <a:lnTo>
                  <a:pt x="952050" y="17400"/>
                </a:lnTo>
                <a:lnTo>
                  <a:pt x="952125" y="17925"/>
                </a:lnTo>
                <a:lnTo>
                  <a:pt x="952200" y="18075"/>
                </a:lnTo>
                <a:lnTo>
                  <a:pt x="952200" y="18300"/>
                </a:lnTo>
                <a:lnTo>
                  <a:pt x="952350" y="18600"/>
                </a:lnTo>
                <a:lnTo>
                  <a:pt x="952350" y="18750"/>
                </a:lnTo>
                <a:lnTo>
                  <a:pt x="952500" y="19125"/>
                </a:lnTo>
                <a:lnTo>
                  <a:pt x="952500" y="19275"/>
                </a:lnTo>
                <a:lnTo>
                  <a:pt x="952650" y="19575"/>
                </a:lnTo>
                <a:lnTo>
                  <a:pt x="952650" y="19800"/>
                </a:lnTo>
                <a:lnTo>
                  <a:pt x="953025" y="20550"/>
                </a:lnTo>
                <a:lnTo>
                  <a:pt x="953175" y="20925"/>
                </a:lnTo>
                <a:lnTo>
                  <a:pt x="953175" y="21075"/>
                </a:lnTo>
                <a:lnTo>
                  <a:pt x="953325" y="21375"/>
                </a:lnTo>
                <a:lnTo>
                  <a:pt x="953475" y="21525"/>
                </a:lnTo>
                <a:lnTo>
                  <a:pt x="954000" y="22650"/>
                </a:lnTo>
                <a:lnTo>
                  <a:pt x="954150" y="22800"/>
                </a:lnTo>
                <a:lnTo>
                  <a:pt x="954375" y="23250"/>
                </a:lnTo>
                <a:lnTo>
                  <a:pt x="954525" y="23400"/>
                </a:lnTo>
                <a:lnTo>
                  <a:pt x="954675" y="23700"/>
                </a:lnTo>
                <a:lnTo>
                  <a:pt x="955050" y="24150"/>
                </a:lnTo>
                <a:lnTo>
                  <a:pt x="955200" y="24450"/>
                </a:lnTo>
                <a:lnTo>
                  <a:pt x="955350" y="24600"/>
                </a:lnTo>
                <a:lnTo>
                  <a:pt x="955575" y="24975"/>
                </a:lnTo>
                <a:lnTo>
                  <a:pt x="955725" y="25125"/>
                </a:lnTo>
                <a:lnTo>
                  <a:pt x="956025" y="25575"/>
                </a:lnTo>
                <a:lnTo>
                  <a:pt x="956325" y="25875"/>
                </a:lnTo>
                <a:lnTo>
                  <a:pt x="956400" y="26025"/>
                </a:lnTo>
                <a:lnTo>
                  <a:pt x="956850" y="26475"/>
                </a:lnTo>
                <a:lnTo>
                  <a:pt x="956925" y="26625"/>
                </a:lnTo>
                <a:lnTo>
                  <a:pt x="957975" y="27675"/>
                </a:lnTo>
                <a:lnTo>
                  <a:pt x="958050" y="27825"/>
                </a:lnTo>
                <a:lnTo>
                  <a:pt x="958500" y="28275"/>
                </a:lnTo>
                <a:lnTo>
                  <a:pt x="958725" y="28425"/>
                </a:lnTo>
                <a:lnTo>
                  <a:pt x="959775" y="29475"/>
                </a:lnTo>
                <a:lnTo>
                  <a:pt x="960000" y="29625"/>
                </a:lnTo>
                <a:lnTo>
                  <a:pt x="960450" y="30075"/>
                </a:lnTo>
                <a:lnTo>
                  <a:pt x="960675" y="30225"/>
                </a:lnTo>
                <a:lnTo>
                  <a:pt x="960975" y="30525"/>
                </a:lnTo>
                <a:lnTo>
                  <a:pt x="961200" y="30675"/>
                </a:lnTo>
                <a:lnTo>
                  <a:pt x="961500" y="30975"/>
                </a:lnTo>
                <a:lnTo>
                  <a:pt x="962100" y="31425"/>
                </a:lnTo>
                <a:lnTo>
                  <a:pt x="962325" y="31650"/>
                </a:lnTo>
                <a:lnTo>
                  <a:pt x="962550" y="31950"/>
                </a:lnTo>
                <a:lnTo>
                  <a:pt x="962850" y="32550"/>
                </a:lnTo>
                <a:lnTo>
                  <a:pt x="963000" y="33225"/>
                </a:lnTo>
                <a:lnTo>
                  <a:pt x="963000" y="33525"/>
                </a:lnTo>
                <a:lnTo>
                  <a:pt x="962850" y="34200"/>
                </a:lnTo>
                <a:lnTo>
                  <a:pt x="962550" y="34800"/>
                </a:lnTo>
                <a:lnTo>
                  <a:pt x="962325" y="35100"/>
                </a:lnTo>
                <a:lnTo>
                  <a:pt x="962100" y="35325"/>
                </a:lnTo>
                <a:lnTo>
                  <a:pt x="961875" y="35475"/>
                </a:lnTo>
                <a:lnTo>
                  <a:pt x="961725" y="35625"/>
                </a:lnTo>
                <a:lnTo>
                  <a:pt x="961500" y="35775"/>
                </a:lnTo>
                <a:lnTo>
                  <a:pt x="961200" y="36075"/>
                </a:lnTo>
                <a:lnTo>
                  <a:pt x="960975" y="36225"/>
                </a:lnTo>
                <a:lnTo>
                  <a:pt x="960675" y="36525"/>
                </a:lnTo>
                <a:lnTo>
                  <a:pt x="960450" y="36675"/>
                </a:lnTo>
                <a:lnTo>
                  <a:pt x="960000" y="37125"/>
                </a:lnTo>
                <a:lnTo>
                  <a:pt x="959775" y="37275"/>
                </a:lnTo>
                <a:lnTo>
                  <a:pt x="958725" y="38325"/>
                </a:lnTo>
                <a:lnTo>
                  <a:pt x="958500" y="38475"/>
                </a:lnTo>
                <a:lnTo>
                  <a:pt x="958050" y="38925"/>
                </a:lnTo>
                <a:lnTo>
                  <a:pt x="957975" y="39075"/>
                </a:lnTo>
                <a:lnTo>
                  <a:pt x="956925" y="40125"/>
                </a:lnTo>
                <a:lnTo>
                  <a:pt x="956850" y="40275"/>
                </a:lnTo>
                <a:lnTo>
                  <a:pt x="956400" y="40725"/>
                </a:lnTo>
                <a:lnTo>
                  <a:pt x="956325" y="40875"/>
                </a:lnTo>
                <a:lnTo>
                  <a:pt x="956025" y="41175"/>
                </a:lnTo>
                <a:lnTo>
                  <a:pt x="955950" y="41325"/>
                </a:lnTo>
                <a:lnTo>
                  <a:pt x="955575" y="41775"/>
                </a:lnTo>
                <a:lnTo>
                  <a:pt x="955350" y="42150"/>
                </a:lnTo>
                <a:lnTo>
                  <a:pt x="955200" y="42300"/>
                </a:lnTo>
                <a:lnTo>
                  <a:pt x="955050" y="42600"/>
                </a:lnTo>
                <a:lnTo>
                  <a:pt x="954900" y="42750"/>
                </a:lnTo>
                <a:lnTo>
                  <a:pt x="954825" y="42900"/>
                </a:lnTo>
                <a:lnTo>
                  <a:pt x="954675" y="43050"/>
                </a:lnTo>
                <a:lnTo>
                  <a:pt x="954525" y="43350"/>
                </a:lnTo>
                <a:lnTo>
                  <a:pt x="954375" y="43500"/>
                </a:lnTo>
                <a:lnTo>
                  <a:pt x="954150" y="43950"/>
                </a:lnTo>
                <a:lnTo>
                  <a:pt x="954000" y="44100"/>
                </a:lnTo>
                <a:lnTo>
                  <a:pt x="953475" y="45225"/>
                </a:lnTo>
                <a:lnTo>
                  <a:pt x="953325" y="45375"/>
                </a:lnTo>
                <a:lnTo>
                  <a:pt x="953175" y="45675"/>
                </a:lnTo>
                <a:lnTo>
                  <a:pt x="953175" y="45825"/>
                </a:lnTo>
                <a:lnTo>
                  <a:pt x="953025" y="46200"/>
                </a:lnTo>
                <a:lnTo>
                  <a:pt x="952650" y="46950"/>
                </a:lnTo>
                <a:lnTo>
                  <a:pt x="952650" y="47175"/>
                </a:lnTo>
                <a:lnTo>
                  <a:pt x="952500" y="47475"/>
                </a:lnTo>
                <a:lnTo>
                  <a:pt x="952500" y="47625"/>
                </a:lnTo>
                <a:lnTo>
                  <a:pt x="952350" y="48000"/>
                </a:lnTo>
                <a:lnTo>
                  <a:pt x="952350" y="48150"/>
                </a:lnTo>
                <a:lnTo>
                  <a:pt x="952200" y="48450"/>
                </a:lnTo>
                <a:lnTo>
                  <a:pt x="952200" y="48675"/>
                </a:lnTo>
                <a:lnTo>
                  <a:pt x="952125" y="48825"/>
                </a:lnTo>
                <a:lnTo>
                  <a:pt x="952050" y="49350"/>
                </a:lnTo>
                <a:lnTo>
                  <a:pt x="951975" y="49500"/>
                </a:lnTo>
                <a:lnTo>
                  <a:pt x="951975" y="49875"/>
                </a:lnTo>
                <a:lnTo>
                  <a:pt x="951900" y="50025"/>
                </a:lnTo>
                <a:lnTo>
                  <a:pt x="951900" y="50400"/>
                </a:lnTo>
                <a:lnTo>
                  <a:pt x="951825" y="50625"/>
                </a:lnTo>
                <a:lnTo>
                  <a:pt x="951825" y="51150"/>
                </a:lnTo>
                <a:lnTo>
                  <a:pt x="951750" y="51375"/>
                </a:lnTo>
                <a:lnTo>
                  <a:pt x="951750" y="52500"/>
                </a:lnTo>
                <a:lnTo>
                  <a:pt x="946050" y="52500"/>
                </a:lnTo>
                <a:lnTo>
                  <a:pt x="946050" y="51225"/>
                </a:lnTo>
                <a:lnTo>
                  <a:pt x="946125" y="51075"/>
                </a:lnTo>
                <a:lnTo>
                  <a:pt x="946125" y="50325"/>
                </a:lnTo>
                <a:lnTo>
                  <a:pt x="946200" y="50100"/>
                </a:lnTo>
                <a:lnTo>
                  <a:pt x="946200" y="49650"/>
                </a:lnTo>
                <a:lnTo>
                  <a:pt x="946275" y="49575"/>
                </a:lnTo>
                <a:lnTo>
                  <a:pt x="946275" y="49125"/>
                </a:lnTo>
                <a:lnTo>
                  <a:pt x="946350" y="48900"/>
                </a:lnTo>
                <a:lnTo>
                  <a:pt x="946350" y="48675"/>
                </a:lnTo>
                <a:lnTo>
                  <a:pt x="946500" y="48225"/>
                </a:lnTo>
                <a:lnTo>
                  <a:pt x="946500" y="48000"/>
                </a:lnTo>
                <a:lnTo>
                  <a:pt x="946650" y="47550"/>
                </a:lnTo>
                <a:lnTo>
                  <a:pt x="946650" y="47325"/>
                </a:lnTo>
                <a:lnTo>
                  <a:pt x="946875" y="46650"/>
                </a:lnTo>
                <a:lnTo>
                  <a:pt x="946875" y="46425"/>
                </a:lnTo>
                <a:lnTo>
                  <a:pt x="946950" y="46425"/>
                </a:lnTo>
                <a:lnTo>
                  <a:pt x="946950" y="46200"/>
                </a:lnTo>
                <a:lnTo>
                  <a:pt x="947475" y="44700"/>
                </a:lnTo>
                <a:lnTo>
                  <a:pt x="947550" y="44700"/>
                </a:lnTo>
                <a:lnTo>
                  <a:pt x="947925" y="43650"/>
                </a:lnTo>
                <a:lnTo>
                  <a:pt x="948000" y="43650"/>
                </a:lnTo>
                <a:lnTo>
                  <a:pt x="948150" y="43275"/>
                </a:lnTo>
                <a:lnTo>
                  <a:pt x="948150" y="43200"/>
                </a:lnTo>
                <a:lnTo>
                  <a:pt x="948375" y="42825"/>
                </a:lnTo>
                <a:lnTo>
                  <a:pt x="948525" y="42450"/>
                </a:lnTo>
                <a:lnTo>
                  <a:pt x="948600" y="42450"/>
                </a:lnTo>
                <a:lnTo>
                  <a:pt x="948750" y="42075"/>
                </a:lnTo>
                <a:lnTo>
                  <a:pt x="948750" y="42000"/>
                </a:lnTo>
                <a:lnTo>
                  <a:pt x="948900" y="41850"/>
                </a:lnTo>
                <a:lnTo>
                  <a:pt x="948975" y="41625"/>
                </a:lnTo>
                <a:lnTo>
                  <a:pt x="949125" y="41475"/>
                </a:lnTo>
                <a:lnTo>
                  <a:pt x="949125" y="41400"/>
                </a:lnTo>
                <a:lnTo>
                  <a:pt x="949200" y="41250"/>
                </a:lnTo>
                <a:lnTo>
                  <a:pt x="949275" y="41250"/>
                </a:lnTo>
                <a:lnTo>
                  <a:pt x="949350" y="41025"/>
                </a:lnTo>
                <a:lnTo>
                  <a:pt x="949500" y="40875"/>
                </a:lnTo>
                <a:lnTo>
                  <a:pt x="949575" y="40650"/>
                </a:lnTo>
                <a:lnTo>
                  <a:pt x="949725" y="40500"/>
                </a:lnTo>
                <a:lnTo>
                  <a:pt x="949875" y="40275"/>
                </a:lnTo>
                <a:lnTo>
                  <a:pt x="949950" y="40125"/>
                </a:lnTo>
                <a:lnTo>
                  <a:pt x="949950" y="40050"/>
                </a:lnTo>
                <a:lnTo>
                  <a:pt x="950250" y="39750"/>
                </a:lnTo>
                <a:lnTo>
                  <a:pt x="950250" y="39675"/>
                </a:lnTo>
                <a:lnTo>
                  <a:pt x="950400" y="39525"/>
                </a:lnTo>
                <a:lnTo>
                  <a:pt x="950475" y="39375"/>
                </a:lnTo>
                <a:lnTo>
                  <a:pt x="950475" y="39300"/>
                </a:lnTo>
                <a:lnTo>
                  <a:pt x="950775" y="39000"/>
                </a:lnTo>
                <a:lnTo>
                  <a:pt x="950775" y="38925"/>
                </a:lnTo>
                <a:lnTo>
                  <a:pt x="951075" y="38625"/>
                </a:lnTo>
                <a:lnTo>
                  <a:pt x="951225" y="38400"/>
                </a:lnTo>
                <a:lnTo>
                  <a:pt x="951375" y="38250"/>
                </a:lnTo>
                <a:lnTo>
                  <a:pt x="951600" y="37875"/>
                </a:lnTo>
                <a:lnTo>
                  <a:pt x="951675" y="37875"/>
                </a:lnTo>
                <a:lnTo>
                  <a:pt x="951750" y="37725"/>
                </a:lnTo>
                <a:lnTo>
                  <a:pt x="951825" y="37725"/>
                </a:lnTo>
                <a:lnTo>
                  <a:pt x="951900" y="37500"/>
                </a:lnTo>
                <a:lnTo>
                  <a:pt x="951975" y="37500"/>
                </a:lnTo>
                <a:lnTo>
                  <a:pt x="952050" y="37350"/>
                </a:lnTo>
                <a:lnTo>
                  <a:pt x="952125" y="37350"/>
                </a:lnTo>
                <a:lnTo>
                  <a:pt x="952275" y="37200"/>
                </a:lnTo>
                <a:lnTo>
                  <a:pt x="952275" y="37125"/>
                </a:lnTo>
                <a:lnTo>
                  <a:pt x="952725" y="36675"/>
                </a:lnTo>
                <a:lnTo>
                  <a:pt x="952725" y="36600"/>
                </a:lnTo>
                <a:lnTo>
                  <a:pt x="953175" y="36150"/>
                </a:lnTo>
                <a:lnTo>
                  <a:pt x="953175" y="36075"/>
                </a:lnTo>
                <a:lnTo>
                  <a:pt x="953325" y="35925"/>
                </a:lnTo>
                <a:lnTo>
                  <a:pt x="953400" y="35925"/>
                </a:lnTo>
                <a:lnTo>
                  <a:pt x="953700" y="35625"/>
                </a:lnTo>
                <a:lnTo>
                  <a:pt x="953850" y="35400"/>
                </a:lnTo>
                <a:lnTo>
                  <a:pt x="954000" y="35250"/>
                </a:lnTo>
                <a:lnTo>
                  <a:pt x="954225" y="35100"/>
                </a:lnTo>
                <a:lnTo>
                  <a:pt x="954375" y="34950"/>
                </a:lnTo>
                <a:lnTo>
                  <a:pt x="954375" y="34875"/>
                </a:lnTo>
                <a:lnTo>
                  <a:pt x="954675" y="34575"/>
                </a:lnTo>
                <a:lnTo>
                  <a:pt x="954750" y="34575"/>
                </a:lnTo>
                <a:lnTo>
                  <a:pt x="955050" y="34275"/>
                </a:lnTo>
                <a:lnTo>
                  <a:pt x="955050" y="34200"/>
                </a:lnTo>
                <a:lnTo>
                  <a:pt x="955275" y="34050"/>
                </a:lnTo>
                <a:lnTo>
                  <a:pt x="955575" y="33750"/>
                </a:lnTo>
                <a:lnTo>
                  <a:pt x="955800" y="33600"/>
                </a:lnTo>
                <a:lnTo>
                  <a:pt x="955950" y="33375"/>
                </a:lnTo>
                <a:lnTo>
                  <a:pt x="955800" y="33150"/>
                </a:lnTo>
                <a:lnTo>
                  <a:pt x="955575" y="33000"/>
                </a:lnTo>
                <a:lnTo>
                  <a:pt x="955275" y="32700"/>
                </a:lnTo>
                <a:lnTo>
                  <a:pt x="955050" y="32550"/>
                </a:lnTo>
                <a:lnTo>
                  <a:pt x="955050" y="32475"/>
                </a:lnTo>
                <a:lnTo>
                  <a:pt x="954750" y="32175"/>
                </a:lnTo>
                <a:lnTo>
                  <a:pt x="954675" y="32175"/>
                </a:lnTo>
                <a:lnTo>
                  <a:pt x="954375" y="31875"/>
                </a:lnTo>
                <a:lnTo>
                  <a:pt x="954375" y="31800"/>
                </a:lnTo>
                <a:lnTo>
                  <a:pt x="954225" y="31650"/>
                </a:lnTo>
                <a:lnTo>
                  <a:pt x="954000" y="31500"/>
                </a:lnTo>
                <a:lnTo>
                  <a:pt x="953850" y="31350"/>
                </a:lnTo>
                <a:lnTo>
                  <a:pt x="953700" y="31125"/>
                </a:lnTo>
                <a:lnTo>
                  <a:pt x="953400" y="30825"/>
                </a:lnTo>
                <a:lnTo>
                  <a:pt x="953325" y="30825"/>
                </a:lnTo>
                <a:lnTo>
                  <a:pt x="953175" y="30675"/>
                </a:lnTo>
                <a:lnTo>
                  <a:pt x="953175" y="30600"/>
                </a:lnTo>
                <a:lnTo>
                  <a:pt x="952725" y="30150"/>
                </a:lnTo>
                <a:lnTo>
                  <a:pt x="952725" y="30075"/>
                </a:lnTo>
                <a:lnTo>
                  <a:pt x="952275" y="29625"/>
                </a:lnTo>
                <a:lnTo>
                  <a:pt x="952275" y="29550"/>
                </a:lnTo>
                <a:lnTo>
                  <a:pt x="952125" y="29400"/>
                </a:lnTo>
                <a:lnTo>
                  <a:pt x="952050" y="29400"/>
                </a:lnTo>
                <a:lnTo>
                  <a:pt x="951975" y="29250"/>
                </a:lnTo>
                <a:lnTo>
                  <a:pt x="951900" y="29250"/>
                </a:lnTo>
                <a:lnTo>
                  <a:pt x="951825" y="29025"/>
                </a:lnTo>
                <a:lnTo>
                  <a:pt x="951750" y="29025"/>
                </a:lnTo>
                <a:lnTo>
                  <a:pt x="951675" y="28875"/>
                </a:lnTo>
                <a:lnTo>
                  <a:pt x="951600" y="28875"/>
                </a:lnTo>
                <a:lnTo>
                  <a:pt x="951375" y="28500"/>
                </a:lnTo>
                <a:lnTo>
                  <a:pt x="951225" y="28350"/>
                </a:lnTo>
                <a:lnTo>
                  <a:pt x="951075" y="28125"/>
                </a:lnTo>
                <a:lnTo>
                  <a:pt x="950775" y="27825"/>
                </a:lnTo>
                <a:lnTo>
                  <a:pt x="950775" y="27750"/>
                </a:lnTo>
                <a:lnTo>
                  <a:pt x="950475" y="27450"/>
                </a:lnTo>
                <a:lnTo>
                  <a:pt x="950475" y="27375"/>
                </a:lnTo>
                <a:lnTo>
                  <a:pt x="950400" y="27225"/>
                </a:lnTo>
                <a:lnTo>
                  <a:pt x="950250" y="27075"/>
                </a:lnTo>
                <a:lnTo>
                  <a:pt x="950250" y="27000"/>
                </a:lnTo>
                <a:lnTo>
                  <a:pt x="949950" y="26700"/>
                </a:lnTo>
                <a:lnTo>
                  <a:pt x="949950" y="26625"/>
                </a:lnTo>
                <a:lnTo>
                  <a:pt x="949875" y="26475"/>
                </a:lnTo>
                <a:lnTo>
                  <a:pt x="949725" y="26250"/>
                </a:lnTo>
                <a:lnTo>
                  <a:pt x="949575" y="26100"/>
                </a:lnTo>
                <a:lnTo>
                  <a:pt x="949500" y="25875"/>
                </a:lnTo>
                <a:lnTo>
                  <a:pt x="949350" y="25725"/>
                </a:lnTo>
                <a:lnTo>
                  <a:pt x="949275" y="25500"/>
                </a:lnTo>
                <a:lnTo>
                  <a:pt x="949200" y="25500"/>
                </a:lnTo>
                <a:lnTo>
                  <a:pt x="949125" y="25350"/>
                </a:lnTo>
                <a:lnTo>
                  <a:pt x="949125" y="25275"/>
                </a:lnTo>
                <a:lnTo>
                  <a:pt x="948975" y="25125"/>
                </a:lnTo>
                <a:lnTo>
                  <a:pt x="948900" y="24900"/>
                </a:lnTo>
                <a:lnTo>
                  <a:pt x="948750" y="24750"/>
                </a:lnTo>
                <a:lnTo>
                  <a:pt x="948750" y="24675"/>
                </a:lnTo>
                <a:lnTo>
                  <a:pt x="948600" y="24300"/>
                </a:lnTo>
                <a:lnTo>
                  <a:pt x="948525" y="24300"/>
                </a:lnTo>
                <a:lnTo>
                  <a:pt x="948450" y="24150"/>
                </a:lnTo>
                <a:lnTo>
                  <a:pt x="948450" y="24075"/>
                </a:lnTo>
                <a:lnTo>
                  <a:pt x="948150" y="23550"/>
                </a:lnTo>
                <a:lnTo>
                  <a:pt x="948150" y="23475"/>
                </a:lnTo>
                <a:lnTo>
                  <a:pt x="948000" y="23100"/>
                </a:lnTo>
                <a:lnTo>
                  <a:pt x="947925" y="23100"/>
                </a:lnTo>
                <a:lnTo>
                  <a:pt x="947550" y="22050"/>
                </a:lnTo>
                <a:lnTo>
                  <a:pt x="947475" y="22050"/>
                </a:lnTo>
                <a:lnTo>
                  <a:pt x="947325" y="21675"/>
                </a:lnTo>
                <a:lnTo>
                  <a:pt x="947325" y="21600"/>
                </a:lnTo>
                <a:lnTo>
                  <a:pt x="946950" y="20550"/>
                </a:lnTo>
                <a:lnTo>
                  <a:pt x="946950" y="20325"/>
                </a:lnTo>
                <a:lnTo>
                  <a:pt x="946875" y="20325"/>
                </a:lnTo>
                <a:lnTo>
                  <a:pt x="946875" y="20100"/>
                </a:lnTo>
                <a:lnTo>
                  <a:pt x="946650" y="19425"/>
                </a:lnTo>
                <a:lnTo>
                  <a:pt x="946650" y="19200"/>
                </a:lnTo>
                <a:lnTo>
                  <a:pt x="946500" y="18750"/>
                </a:lnTo>
                <a:lnTo>
                  <a:pt x="946500" y="18525"/>
                </a:lnTo>
                <a:lnTo>
                  <a:pt x="946350" y="18075"/>
                </a:lnTo>
                <a:lnTo>
                  <a:pt x="946350" y="17850"/>
                </a:lnTo>
                <a:lnTo>
                  <a:pt x="946275" y="17625"/>
                </a:lnTo>
                <a:lnTo>
                  <a:pt x="946275" y="17175"/>
                </a:lnTo>
                <a:lnTo>
                  <a:pt x="946200" y="17100"/>
                </a:lnTo>
                <a:lnTo>
                  <a:pt x="946200" y="16650"/>
                </a:lnTo>
                <a:lnTo>
                  <a:pt x="946125" y="16425"/>
                </a:lnTo>
                <a:lnTo>
                  <a:pt x="946125" y="15675"/>
                </a:lnTo>
                <a:lnTo>
                  <a:pt x="946050" y="15525"/>
                </a:lnTo>
                <a:lnTo>
                  <a:pt x="946050" y="14250"/>
                </a:lnTo>
                <a:close/>
                <a:moveTo>
                  <a:pt x="982500" y="4875"/>
                </a:moveTo>
                <a:lnTo>
                  <a:pt x="982275" y="4950"/>
                </a:lnTo>
                <a:lnTo>
                  <a:pt x="982125" y="5100"/>
                </a:lnTo>
                <a:lnTo>
                  <a:pt x="981975" y="5175"/>
                </a:lnTo>
                <a:lnTo>
                  <a:pt x="981825" y="5325"/>
                </a:lnTo>
                <a:lnTo>
                  <a:pt x="981375" y="5625"/>
                </a:lnTo>
                <a:lnTo>
                  <a:pt x="981300" y="5775"/>
                </a:lnTo>
                <a:lnTo>
                  <a:pt x="981150" y="5850"/>
                </a:lnTo>
                <a:lnTo>
                  <a:pt x="980925" y="6075"/>
                </a:lnTo>
                <a:lnTo>
                  <a:pt x="980775" y="6150"/>
                </a:lnTo>
                <a:lnTo>
                  <a:pt x="980700" y="6300"/>
                </a:lnTo>
                <a:lnTo>
                  <a:pt x="980250" y="6750"/>
                </a:lnTo>
                <a:lnTo>
                  <a:pt x="980175" y="6900"/>
                </a:lnTo>
                <a:lnTo>
                  <a:pt x="979875" y="7200"/>
                </a:lnTo>
                <a:lnTo>
                  <a:pt x="979875" y="7275"/>
                </a:lnTo>
                <a:lnTo>
                  <a:pt x="979725" y="7500"/>
                </a:lnTo>
                <a:lnTo>
                  <a:pt x="979725" y="7575"/>
                </a:lnTo>
                <a:lnTo>
                  <a:pt x="979650" y="7650"/>
                </a:lnTo>
                <a:lnTo>
                  <a:pt x="979650" y="7725"/>
                </a:lnTo>
                <a:lnTo>
                  <a:pt x="979575" y="7800"/>
                </a:lnTo>
                <a:lnTo>
                  <a:pt x="979575" y="7875"/>
                </a:lnTo>
                <a:lnTo>
                  <a:pt x="979500" y="7950"/>
                </a:lnTo>
                <a:lnTo>
                  <a:pt x="979500" y="8025"/>
                </a:lnTo>
                <a:lnTo>
                  <a:pt x="979425" y="8100"/>
                </a:lnTo>
                <a:lnTo>
                  <a:pt x="979425" y="8400"/>
                </a:lnTo>
                <a:lnTo>
                  <a:pt x="979350" y="8475"/>
                </a:lnTo>
                <a:lnTo>
                  <a:pt x="979350" y="9075"/>
                </a:lnTo>
                <a:lnTo>
                  <a:pt x="979425" y="9150"/>
                </a:lnTo>
                <a:lnTo>
                  <a:pt x="979425" y="9375"/>
                </a:lnTo>
                <a:lnTo>
                  <a:pt x="979500" y="9450"/>
                </a:lnTo>
                <a:lnTo>
                  <a:pt x="979500" y="9675"/>
                </a:lnTo>
                <a:lnTo>
                  <a:pt x="979575" y="9825"/>
                </a:lnTo>
                <a:lnTo>
                  <a:pt x="979575" y="9900"/>
                </a:lnTo>
                <a:lnTo>
                  <a:pt x="979650" y="9975"/>
                </a:lnTo>
                <a:lnTo>
                  <a:pt x="979650" y="10050"/>
                </a:lnTo>
                <a:lnTo>
                  <a:pt x="979800" y="10275"/>
                </a:lnTo>
                <a:lnTo>
                  <a:pt x="979800" y="10425"/>
                </a:lnTo>
                <a:lnTo>
                  <a:pt x="980025" y="10650"/>
                </a:lnTo>
                <a:lnTo>
                  <a:pt x="980025" y="10800"/>
                </a:lnTo>
                <a:lnTo>
                  <a:pt x="980250" y="11025"/>
                </a:lnTo>
                <a:lnTo>
                  <a:pt x="980700" y="11700"/>
                </a:lnTo>
                <a:lnTo>
                  <a:pt x="981000" y="12000"/>
                </a:lnTo>
                <a:lnTo>
                  <a:pt x="981075" y="12150"/>
                </a:lnTo>
                <a:lnTo>
                  <a:pt x="981375" y="12450"/>
                </a:lnTo>
                <a:lnTo>
                  <a:pt x="981450" y="12600"/>
                </a:lnTo>
                <a:lnTo>
                  <a:pt x="981600" y="12675"/>
                </a:lnTo>
                <a:lnTo>
                  <a:pt x="981675" y="12825"/>
                </a:lnTo>
                <a:lnTo>
                  <a:pt x="981825" y="12900"/>
                </a:lnTo>
                <a:lnTo>
                  <a:pt x="981900" y="13050"/>
                </a:lnTo>
                <a:lnTo>
                  <a:pt x="982050" y="13200"/>
                </a:lnTo>
                <a:lnTo>
                  <a:pt x="982200" y="13275"/>
                </a:lnTo>
                <a:lnTo>
                  <a:pt x="982275" y="13425"/>
                </a:lnTo>
                <a:lnTo>
                  <a:pt x="982425" y="13500"/>
                </a:lnTo>
                <a:lnTo>
                  <a:pt x="982575" y="13650"/>
                </a:lnTo>
                <a:lnTo>
                  <a:pt x="982650" y="13800"/>
                </a:lnTo>
                <a:lnTo>
                  <a:pt x="982800" y="13875"/>
                </a:lnTo>
                <a:lnTo>
                  <a:pt x="983100" y="14175"/>
                </a:lnTo>
                <a:lnTo>
                  <a:pt x="983250" y="14250"/>
                </a:lnTo>
                <a:lnTo>
                  <a:pt x="983550" y="14550"/>
                </a:lnTo>
                <a:lnTo>
                  <a:pt x="983700" y="14625"/>
                </a:lnTo>
                <a:lnTo>
                  <a:pt x="983775" y="14775"/>
                </a:lnTo>
                <a:lnTo>
                  <a:pt x="983925" y="14925"/>
                </a:lnTo>
                <a:lnTo>
                  <a:pt x="984150" y="15000"/>
                </a:lnTo>
                <a:lnTo>
                  <a:pt x="984600" y="15450"/>
                </a:lnTo>
                <a:lnTo>
                  <a:pt x="984750" y="15525"/>
                </a:lnTo>
                <a:lnTo>
                  <a:pt x="985200" y="15975"/>
                </a:lnTo>
                <a:lnTo>
                  <a:pt x="985425" y="16050"/>
                </a:lnTo>
                <a:lnTo>
                  <a:pt x="985875" y="16500"/>
                </a:lnTo>
                <a:lnTo>
                  <a:pt x="986100" y="16575"/>
                </a:lnTo>
                <a:lnTo>
                  <a:pt x="986400" y="16875"/>
                </a:lnTo>
                <a:lnTo>
                  <a:pt x="986625" y="17025"/>
                </a:lnTo>
                <a:lnTo>
                  <a:pt x="986775" y="17175"/>
                </a:lnTo>
                <a:lnTo>
                  <a:pt x="987150" y="17400"/>
                </a:lnTo>
                <a:lnTo>
                  <a:pt x="987300" y="17550"/>
                </a:lnTo>
                <a:lnTo>
                  <a:pt x="987525" y="17700"/>
                </a:lnTo>
                <a:lnTo>
                  <a:pt x="987825" y="18000"/>
                </a:lnTo>
                <a:lnTo>
                  <a:pt x="987900" y="18000"/>
                </a:lnTo>
                <a:lnTo>
                  <a:pt x="988050" y="18150"/>
                </a:lnTo>
                <a:lnTo>
                  <a:pt x="988125" y="18150"/>
                </a:lnTo>
                <a:lnTo>
                  <a:pt x="988725" y="18675"/>
                </a:lnTo>
                <a:lnTo>
                  <a:pt x="988875" y="18750"/>
                </a:lnTo>
                <a:lnTo>
                  <a:pt x="988875" y="18825"/>
                </a:lnTo>
                <a:lnTo>
                  <a:pt x="989025" y="18975"/>
                </a:lnTo>
                <a:lnTo>
                  <a:pt x="989100" y="18975"/>
                </a:lnTo>
                <a:lnTo>
                  <a:pt x="990600" y="20475"/>
                </a:lnTo>
                <a:lnTo>
                  <a:pt x="990600" y="20550"/>
                </a:lnTo>
                <a:lnTo>
                  <a:pt x="991125" y="21075"/>
                </a:lnTo>
                <a:lnTo>
                  <a:pt x="991200" y="21225"/>
                </a:lnTo>
                <a:lnTo>
                  <a:pt x="991275" y="21225"/>
                </a:lnTo>
                <a:lnTo>
                  <a:pt x="991500" y="21600"/>
                </a:lnTo>
                <a:lnTo>
                  <a:pt x="991575" y="21600"/>
                </a:lnTo>
                <a:lnTo>
                  <a:pt x="991650" y="21750"/>
                </a:lnTo>
                <a:lnTo>
                  <a:pt x="991650" y="21825"/>
                </a:lnTo>
                <a:lnTo>
                  <a:pt x="991950" y="22125"/>
                </a:lnTo>
                <a:lnTo>
                  <a:pt x="991950" y="22200"/>
                </a:lnTo>
                <a:lnTo>
                  <a:pt x="992250" y="22500"/>
                </a:lnTo>
                <a:lnTo>
                  <a:pt x="992250" y="22575"/>
                </a:lnTo>
                <a:lnTo>
                  <a:pt x="992325" y="22725"/>
                </a:lnTo>
                <a:lnTo>
                  <a:pt x="992400" y="22725"/>
                </a:lnTo>
                <a:lnTo>
                  <a:pt x="992475" y="22875"/>
                </a:lnTo>
                <a:lnTo>
                  <a:pt x="992475" y="22950"/>
                </a:lnTo>
                <a:lnTo>
                  <a:pt x="992625" y="23100"/>
                </a:lnTo>
                <a:lnTo>
                  <a:pt x="992775" y="23325"/>
                </a:lnTo>
                <a:lnTo>
                  <a:pt x="993000" y="23700"/>
                </a:lnTo>
                <a:lnTo>
                  <a:pt x="993075" y="23850"/>
                </a:lnTo>
                <a:lnTo>
                  <a:pt x="993075" y="23925"/>
                </a:lnTo>
                <a:lnTo>
                  <a:pt x="993225" y="24075"/>
                </a:lnTo>
                <a:lnTo>
                  <a:pt x="993300" y="24300"/>
                </a:lnTo>
                <a:lnTo>
                  <a:pt x="993450" y="24450"/>
                </a:lnTo>
                <a:lnTo>
                  <a:pt x="993525" y="24675"/>
                </a:lnTo>
                <a:lnTo>
                  <a:pt x="993675" y="24825"/>
                </a:lnTo>
                <a:lnTo>
                  <a:pt x="993675" y="24900"/>
                </a:lnTo>
                <a:lnTo>
                  <a:pt x="993825" y="25275"/>
                </a:lnTo>
                <a:lnTo>
                  <a:pt x="993975" y="25425"/>
                </a:lnTo>
                <a:lnTo>
                  <a:pt x="993975" y="25500"/>
                </a:lnTo>
                <a:lnTo>
                  <a:pt x="994200" y="26100"/>
                </a:lnTo>
                <a:lnTo>
                  <a:pt x="994275" y="26100"/>
                </a:lnTo>
                <a:lnTo>
                  <a:pt x="994350" y="26250"/>
                </a:lnTo>
                <a:lnTo>
                  <a:pt x="994350" y="26325"/>
                </a:lnTo>
                <a:lnTo>
                  <a:pt x="994950" y="27900"/>
                </a:lnTo>
                <a:lnTo>
                  <a:pt x="994950" y="27975"/>
                </a:lnTo>
                <a:lnTo>
                  <a:pt x="995175" y="28575"/>
                </a:lnTo>
                <a:lnTo>
                  <a:pt x="995175" y="28725"/>
                </a:lnTo>
                <a:lnTo>
                  <a:pt x="995250" y="28800"/>
                </a:lnTo>
                <a:lnTo>
                  <a:pt x="995250" y="29025"/>
                </a:lnTo>
                <a:lnTo>
                  <a:pt x="995475" y="29625"/>
                </a:lnTo>
                <a:lnTo>
                  <a:pt x="995475" y="29850"/>
                </a:lnTo>
                <a:lnTo>
                  <a:pt x="995550" y="30000"/>
                </a:lnTo>
                <a:lnTo>
                  <a:pt x="995550" y="30225"/>
                </a:lnTo>
                <a:lnTo>
                  <a:pt x="995625" y="30225"/>
                </a:lnTo>
                <a:lnTo>
                  <a:pt x="995625" y="30450"/>
                </a:lnTo>
                <a:lnTo>
                  <a:pt x="995700" y="30675"/>
                </a:lnTo>
                <a:lnTo>
                  <a:pt x="995700" y="30900"/>
                </a:lnTo>
                <a:lnTo>
                  <a:pt x="995775" y="31050"/>
                </a:lnTo>
                <a:lnTo>
                  <a:pt x="995775" y="31275"/>
                </a:lnTo>
                <a:lnTo>
                  <a:pt x="995850" y="31500"/>
                </a:lnTo>
                <a:lnTo>
                  <a:pt x="995850" y="31875"/>
                </a:lnTo>
                <a:lnTo>
                  <a:pt x="995925" y="31950"/>
                </a:lnTo>
                <a:lnTo>
                  <a:pt x="995925" y="32325"/>
                </a:lnTo>
                <a:lnTo>
                  <a:pt x="996000" y="32550"/>
                </a:lnTo>
                <a:lnTo>
                  <a:pt x="996000" y="33225"/>
                </a:lnTo>
                <a:lnTo>
                  <a:pt x="996075" y="33375"/>
                </a:lnTo>
                <a:lnTo>
                  <a:pt x="996075" y="36750"/>
                </a:lnTo>
                <a:lnTo>
                  <a:pt x="996000" y="36900"/>
                </a:lnTo>
                <a:lnTo>
                  <a:pt x="996000" y="37575"/>
                </a:lnTo>
                <a:lnTo>
                  <a:pt x="995925" y="37725"/>
                </a:lnTo>
                <a:lnTo>
                  <a:pt x="995925" y="38175"/>
                </a:lnTo>
                <a:lnTo>
                  <a:pt x="995850" y="38325"/>
                </a:lnTo>
                <a:lnTo>
                  <a:pt x="995850" y="38550"/>
                </a:lnTo>
                <a:lnTo>
                  <a:pt x="995775" y="38775"/>
                </a:lnTo>
                <a:lnTo>
                  <a:pt x="995775" y="39150"/>
                </a:lnTo>
                <a:lnTo>
                  <a:pt x="995700" y="39150"/>
                </a:lnTo>
                <a:lnTo>
                  <a:pt x="995700" y="39600"/>
                </a:lnTo>
                <a:lnTo>
                  <a:pt x="995625" y="39600"/>
                </a:lnTo>
                <a:lnTo>
                  <a:pt x="995625" y="39750"/>
                </a:lnTo>
                <a:lnTo>
                  <a:pt x="995550" y="39975"/>
                </a:lnTo>
                <a:lnTo>
                  <a:pt x="995550" y="40200"/>
                </a:lnTo>
                <a:lnTo>
                  <a:pt x="995475" y="40350"/>
                </a:lnTo>
                <a:lnTo>
                  <a:pt x="995475" y="40575"/>
                </a:lnTo>
                <a:lnTo>
                  <a:pt x="995400" y="40575"/>
                </a:lnTo>
                <a:lnTo>
                  <a:pt x="995400" y="40800"/>
                </a:lnTo>
                <a:lnTo>
                  <a:pt x="995325" y="40950"/>
                </a:lnTo>
                <a:lnTo>
                  <a:pt x="995325" y="41100"/>
                </a:lnTo>
                <a:lnTo>
                  <a:pt x="995250" y="41175"/>
                </a:lnTo>
                <a:lnTo>
                  <a:pt x="995250" y="41325"/>
                </a:lnTo>
                <a:lnTo>
                  <a:pt x="995025" y="41925"/>
                </a:lnTo>
                <a:lnTo>
                  <a:pt x="995025" y="42150"/>
                </a:lnTo>
                <a:lnTo>
                  <a:pt x="994875" y="42450"/>
                </a:lnTo>
                <a:lnTo>
                  <a:pt x="994875" y="42525"/>
                </a:lnTo>
                <a:lnTo>
                  <a:pt x="994725" y="42825"/>
                </a:lnTo>
                <a:lnTo>
                  <a:pt x="994725" y="42900"/>
                </a:lnTo>
                <a:lnTo>
                  <a:pt x="994575" y="43200"/>
                </a:lnTo>
                <a:lnTo>
                  <a:pt x="994575" y="43275"/>
                </a:lnTo>
                <a:lnTo>
                  <a:pt x="994200" y="44100"/>
                </a:lnTo>
                <a:lnTo>
                  <a:pt x="994200" y="44175"/>
                </a:lnTo>
                <a:lnTo>
                  <a:pt x="993975" y="44700"/>
                </a:lnTo>
                <a:lnTo>
                  <a:pt x="993900" y="44850"/>
                </a:lnTo>
                <a:lnTo>
                  <a:pt x="993825" y="44850"/>
                </a:lnTo>
                <a:lnTo>
                  <a:pt x="993750" y="45000"/>
                </a:lnTo>
                <a:lnTo>
                  <a:pt x="993750" y="45075"/>
                </a:lnTo>
                <a:lnTo>
                  <a:pt x="993525" y="45525"/>
                </a:lnTo>
                <a:lnTo>
                  <a:pt x="993450" y="45525"/>
                </a:lnTo>
                <a:lnTo>
                  <a:pt x="993375" y="45675"/>
                </a:lnTo>
                <a:lnTo>
                  <a:pt x="993375" y="45750"/>
                </a:lnTo>
                <a:lnTo>
                  <a:pt x="993225" y="46050"/>
                </a:lnTo>
                <a:lnTo>
                  <a:pt x="993075" y="46200"/>
                </a:lnTo>
                <a:lnTo>
                  <a:pt x="992925" y="46575"/>
                </a:lnTo>
                <a:lnTo>
                  <a:pt x="992850" y="46575"/>
                </a:lnTo>
                <a:lnTo>
                  <a:pt x="992700" y="46875"/>
                </a:lnTo>
                <a:lnTo>
                  <a:pt x="992550" y="47025"/>
                </a:lnTo>
                <a:lnTo>
                  <a:pt x="992475" y="47175"/>
                </a:lnTo>
                <a:lnTo>
                  <a:pt x="992475" y="47250"/>
                </a:lnTo>
                <a:lnTo>
                  <a:pt x="992325" y="47325"/>
                </a:lnTo>
                <a:lnTo>
                  <a:pt x="992325" y="47400"/>
                </a:lnTo>
                <a:lnTo>
                  <a:pt x="992250" y="47475"/>
                </a:lnTo>
                <a:lnTo>
                  <a:pt x="992250" y="47550"/>
                </a:lnTo>
                <a:lnTo>
                  <a:pt x="992100" y="47625"/>
                </a:lnTo>
                <a:lnTo>
                  <a:pt x="992100" y="47700"/>
                </a:lnTo>
                <a:lnTo>
                  <a:pt x="991950" y="47850"/>
                </a:lnTo>
                <a:lnTo>
                  <a:pt x="991650" y="48300"/>
                </a:lnTo>
                <a:lnTo>
                  <a:pt x="991575" y="48300"/>
                </a:lnTo>
                <a:lnTo>
                  <a:pt x="991500" y="48375"/>
                </a:lnTo>
                <a:lnTo>
                  <a:pt x="991500" y="48450"/>
                </a:lnTo>
                <a:lnTo>
                  <a:pt x="991350" y="48525"/>
                </a:lnTo>
                <a:lnTo>
                  <a:pt x="991350" y="48600"/>
                </a:lnTo>
                <a:lnTo>
                  <a:pt x="991125" y="48825"/>
                </a:lnTo>
                <a:lnTo>
                  <a:pt x="991125" y="48900"/>
                </a:lnTo>
                <a:lnTo>
                  <a:pt x="990975" y="48975"/>
                </a:lnTo>
                <a:lnTo>
                  <a:pt x="990975" y="49050"/>
                </a:lnTo>
                <a:lnTo>
                  <a:pt x="990825" y="49125"/>
                </a:lnTo>
                <a:lnTo>
                  <a:pt x="990750" y="49275"/>
                </a:lnTo>
                <a:lnTo>
                  <a:pt x="990675" y="49275"/>
                </a:lnTo>
                <a:lnTo>
                  <a:pt x="990600" y="49425"/>
                </a:lnTo>
                <a:lnTo>
                  <a:pt x="990525" y="49425"/>
                </a:lnTo>
                <a:lnTo>
                  <a:pt x="990450" y="49575"/>
                </a:lnTo>
                <a:lnTo>
                  <a:pt x="990375" y="49575"/>
                </a:lnTo>
                <a:lnTo>
                  <a:pt x="990300" y="49650"/>
                </a:lnTo>
                <a:lnTo>
                  <a:pt x="990300" y="49725"/>
                </a:lnTo>
                <a:lnTo>
                  <a:pt x="990150" y="49800"/>
                </a:lnTo>
                <a:lnTo>
                  <a:pt x="989850" y="50100"/>
                </a:lnTo>
                <a:lnTo>
                  <a:pt x="989700" y="50175"/>
                </a:lnTo>
                <a:lnTo>
                  <a:pt x="989700" y="50250"/>
                </a:lnTo>
                <a:lnTo>
                  <a:pt x="989400" y="50400"/>
                </a:lnTo>
                <a:lnTo>
                  <a:pt x="989400" y="50475"/>
                </a:lnTo>
                <a:lnTo>
                  <a:pt x="989250" y="50550"/>
                </a:lnTo>
                <a:lnTo>
                  <a:pt x="989175" y="50550"/>
                </a:lnTo>
                <a:lnTo>
                  <a:pt x="989100" y="50700"/>
                </a:lnTo>
                <a:lnTo>
                  <a:pt x="989025" y="50700"/>
                </a:lnTo>
                <a:lnTo>
                  <a:pt x="988800" y="50925"/>
                </a:lnTo>
                <a:lnTo>
                  <a:pt x="988725" y="50925"/>
                </a:lnTo>
                <a:lnTo>
                  <a:pt x="988575" y="51000"/>
                </a:lnTo>
                <a:lnTo>
                  <a:pt x="988575" y="51075"/>
                </a:lnTo>
                <a:lnTo>
                  <a:pt x="988275" y="51225"/>
                </a:lnTo>
                <a:lnTo>
                  <a:pt x="988200" y="51225"/>
                </a:lnTo>
                <a:lnTo>
                  <a:pt x="988125" y="51375"/>
                </a:lnTo>
                <a:lnTo>
                  <a:pt x="988050" y="51375"/>
                </a:lnTo>
                <a:lnTo>
                  <a:pt x="987750" y="51525"/>
                </a:lnTo>
                <a:lnTo>
                  <a:pt x="987750" y="51600"/>
                </a:lnTo>
                <a:lnTo>
                  <a:pt x="987600" y="51675"/>
                </a:lnTo>
                <a:lnTo>
                  <a:pt x="987525" y="51675"/>
                </a:lnTo>
                <a:lnTo>
                  <a:pt x="987225" y="51825"/>
                </a:lnTo>
                <a:lnTo>
                  <a:pt x="987150" y="51825"/>
                </a:lnTo>
                <a:lnTo>
                  <a:pt x="987000" y="51975"/>
                </a:lnTo>
                <a:lnTo>
                  <a:pt x="986850" y="51975"/>
                </a:lnTo>
                <a:lnTo>
                  <a:pt x="986850" y="52050"/>
                </a:lnTo>
                <a:lnTo>
                  <a:pt x="986700" y="52125"/>
                </a:lnTo>
                <a:lnTo>
                  <a:pt x="986625" y="52125"/>
                </a:lnTo>
                <a:lnTo>
                  <a:pt x="985575" y="52575"/>
                </a:lnTo>
                <a:lnTo>
                  <a:pt x="985500" y="52575"/>
                </a:lnTo>
                <a:lnTo>
                  <a:pt x="985350" y="52650"/>
                </a:lnTo>
                <a:lnTo>
                  <a:pt x="985125" y="52650"/>
                </a:lnTo>
                <a:lnTo>
                  <a:pt x="985125" y="52725"/>
                </a:lnTo>
                <a:lnTo>
                  <a:pt x="984900" y="52725"/>
                </a:lnTo>
                <a:lnTo>
                  <a:pt x="984525" y="52875"/>
                </a:lnTo>
                <a:lnTo>
                  <a:pt x="984375" y="52875"/>
                </a:lnTo>
                <a:lnTo>
                  <a:pt x="984300" y="52950"/>
                </a:lnTo>
                <a:lnTo>
                  <a:pt x="984075" y="52950"/>
                </a:lnTo>
                <a:lnTo>
                  <a:pt x="983925" y="53025"/>
                </a:lnTo>
                <a:lnTo>
                  <a:pt x="983700" y="53025"/>
                </a:lnTo>
                <a:lnTo>
                  <a:pt x="983550" y="53100"/>
                </a:lnTo>
                <a:lnTo>
                  <a:pt x="983100" y="53100"/>
                </a:lnTo>
                <a:lnTo>
                  <a:pt x="983025" y="53175"/>
                </a:lnTo>
                <a:lnTo>
                  <a:pt x="982425" y="53175"/>
                </a:lnTo>
                <a:lnTo>
                  <a:pt x="982275" y="53250"/>
                </a:lnTo>
                <a:lnTo>
                  <a:pt x="980175" y="53250"/>
                </a:lnTo>
                <a:lnTo>
                  <a:pt x="979950" y="53175"/>
                </a:lnTo>
                <a:lnTo>
                  <a:pt x="979350" y="53175"/>
                </a:lnTo>
                <a:lnTo>
                  <a:pt x="979125" y="53100"/>
                </a:lnTo>
                <a:lnTo>
                  <a:pt x="978825" y="53100"/>
                </a:lnTo>
                <a:lnTo>
                  <a:pt x="978600" y="53025"/>
                </a:lnTo>
                <a:lnTo>
                  <a:pt x="978375" y="53025"/>
                </a:lnTo>
                <a:lnTo>
                  <a:pt x="978300" y="52950"/>
                </a:lnTo>
                <a:lnTo>
                  <a:pt x="978000" y="52950"/>
                </a:lnTo>
                <a:lnTo>
                  <a:pt x="977850" y="52875"/>
                </a:lnTo>
                <a:lnTo>
                  <a:pt x="977550" y="52800"/>
                </a:lnTo>
                <a:lnTo>
                  <a:pt x="977325" y="52800"/>
                </a:lnTo>
                <a:lnTo>
                  <a:pt x="977250" y="52725"/>
                </a:lnTo>
                <a:lnTo>
                  <a:pt x="977025" y="52725"/>
                </a:lnTo>
                <a:lnTo>
                  <a:pt x="977025" y="52650"/>
                </a:lnTo>
                <a:lnTo>
                  <a:pt x="976725" y="52650"/>
                </a:lnTo>
                <a:lnTo>
                  <a:pt x="976500" y="52500"/>
                </a:lnTo>
                <a:lnTo>
                  <a:pt x="976275" y="52500"/>
                </a:lnTo>
                <a:lnTo>
                  <a:pt x="976275" y="52425"/>
                </a:lnTo>
                <a:lnTo>
                  <a:pt x="976050" y="52425"/>
                </a:lnTo>
                <a:lnTo>
                  <a:pt x="975825" y="52275"/>
                </a:lnTo>
                <a:lnTo>
                  <a:pt x="975300" y="52125"/>
                </a:lnTo>
                <a:lnTo>
                  <a:pt x="974925" y="51900"/>
                </a:lnTo>
                <a:lnTo>
                  <a:pt x="974625" y="51825"/>
                </a:lnTo>
                <a:lnTo>
                  <a:pt x="974475" y="51675"/>
                </a:lnTo>
                <a:lnTo>
                  <a:pt x="974175" y="51600"/>
                </a:lnTo>
                <a:lnTo>
                  <a:pt x="974025" y="51450"/>
                </a:lnTo>
                <a:lnTo>
                  <a:pt x="973950" y="51450"/>
                </a:lnTo>
                <a:lnTo>
                  <a:pt x="973800" y="51375"/>
                </a:lnTo>
                <a:lnTo>
                  <a:pt x="973575" y="51225"/>
                </a:lnTo>
                <a:lnTo>
                  <a:pt x="973425" y="51075"/>
                </a:lnTo>
                <a:lnTo>
                  <a:pt x="973350" y="51075"/>
                </a:lnTo>
                <a:lnTo>
                  <a:pt x="973200" y="51000"/>
                </a:lnTo>
                <a:lnTo>
                  <a:pt x="972975" y="50850"/>
                </a:lnTo>
                <a:lnTo>
                  <a:pt x="972825" y="50700"/>
                </a:lnTo>
                <a:lnTo>
                  <a:pt x="972750" y="50700"/>
                </a:lnTo>
                <a:lnTo>
                  <a:pt x="972450" y="50400"/>
                </a:lnTo>
                <a:lnTo>
                  <a:pt x="972375" y="50400"/>
                </a:lnTo>
                <a:lnTo>
                  <a:pt x="972225" y="50250"/>
                </a:lnTo>
                <a:lnTo>
                  <a:pt x="971850" y="50025"/>
                </a:lnTo>
                <a:lnTo>
                  <a:pt x="971850" y="49950"/>
                </a:lnTo>
                <a:lnTo>
                  <a:pt x="971700" y="49875"/>
                </a:lnTo>
                <a:lnTo>
                  <a:pt x="971700" y="49800"/>
                </a:lnTo>
                <a:lnTo>
                  <a:pt x="971550" y="49650"/>
                </a:lnTo>
                <a:lnTo>
                  <a:pt x="971475" y="49650"/>
                </a:lnTo>
                <a:lnTo>
                  <a:pt x="971400" y="49500"/>
                </a:lnTo>
                <a:lnTo>
                  <a:pt x="971325" y="49500"/>
                </a:lnTo>
                <a:lnTo>
                  <a:pt x="970875" y="49050"/>
                </a:lnTo>
                <a:lnTo>
                  <a:pt x="970875" y="48975"/>
                </a:lnTo>
                <a:lnTo>
                  <a:pt x="970725" y="48900"/>
                </a:lnTo>
                <a:lnTo>
                  <a:pt x="970725" y="48825"/>
                </a:lnTo>
                <a:lnTo>
                  <a:pt x="970275" y="48375"/>
                </a:lnTo>
                <a:lnTo>
                  <a:pt x="970275" y="48300"/>
                </a:lnTo>
                <a:lnTo>
                  <a:pt x="970125" y="48225"/>
                </a:lnTo>
                <a:lnTo>
                  <a:pt x="970125" y="48150"/>
                </a:lnTo>
                <a:lnTo>
                  <a:pt x="970050" y="48000"/>
                </a:lnTo>
                <a:lnTo>
                  <a:pt x="969975" y="48000"/>
                </a:lnTo>
                <a:lnTo>
                  <a:pt x="969900" y="47850"/>
                </a:lnTo>
                <a:lnTo>
                  <a:pt x="969750" y="47700"/>
                </a:lnTo>
                <a:lnTo>
                  <a:pt x="969750" y="47625"/>
                </a:lnTo>
                <a:lnTo>
                  <a:pt x="969600" y="47475"/>
                </a:lnTo>
                <a:lnTo>
                  <a:pt x="969300" y="46950"/>
                </a:lnTo>
                <a:lnTo>
                  <a:pt x="969150" y="46725"/>
                </a:lnTo>
                <a:lnTo>
                  <a:pt x="969000" y="46575"/>
                </a:lnTo>
                <a:lnTo>
                  <a:pt x="969000" y="46500"/>
                </a:lnTo>
                <a:lnTo>
                  <a:pt x="968850" y="46200"/>
                </a:lnTo>
                <a:lnTo>
                  <a:pt x="968775" y="46125"/>
                </a:lnTo>
                <a:lnTo>
                  <a:pt x="968550" y="45600"/>
                </a:lnTo>
                <a:lnTo>
                  <a:pt x="968475" y="45600"/>
                </a:lnTo>
                <a:lnTo>
                  <a:pt x="968400" y="45450"/>
                </a:lnTo>
                <a:lnTo>
                  <a:pt x="968400" y="45375"/>
                </a:lnTo>
                <a:lnTo>
                  <a:pt x="968175" y="44850"/>
                </a:lnTo>
                <a:lnTo>
                  <a:pt x="968175" y="44775"/>
                </a:lnTo>
                <a:lnTo>
                  <a:pt x="968100" y="44625"/>
                </a:lnTo>
                <a:lnTo>
                  <a:pt x="968025" y="44625"/>
                </a:lnTo>
                <a:lnTo>
                  <a:pt x="968025" y="44475"/>
                </a:lnTo>
                <a:lnTo>
                  <a:pt x="967950" y="44400"/>
                </a:lnTo>
                <a:lnTo>
                  <a:pt x="967725" y="43875"/>
                </a:lnTo>
                <a:lnTo>
                  <a:pt x="967725" y="43650"/>
                </a:lnTo>
                <a:lnTo>
                  <a:pt x="967650" y="43650"/>
                </a:lnTo>
                <a:lnTo>
                  <a:pt x="967650" y="43425"/>
                </a:lnTo>
                <a:lnTo>
                  <a:pt x="967575" y="43275"/>
                </a:lnTo>
                <a:lnTo>
                  <a:pt x="967575" y="43200"/>
                </a:lnTo>
                <a:lnTo>
                  <a:pt x="967350" y="42600"/>
                </a:lnTo>
                <a:lnTo>
                  <a:pt x="967350" y="42450"/>
                </a:lnTo>
                <a:lnTo>
                  <a:pt x="967275" y="42375"/>
                </a:lnTo>
                <a:lnTo>
                  <a:pt x="967275" y="42225"/>
                </a:lnTo>
                <a:lnTo>
                  <a:pt x="967125" y="41850"/>
                </a:lnTo>
                <a:lnTo>
                  <a:pt x="967125" y="41550"/>
                </a:lnTo>
                <a:lnTo>
                  <a:pt x="967050" y="41400"/>
                </a:lnTo>
                <a:lnTo>
                  <a:pt x="967050" y="41175"/>
                </a:lnTo>
                <a:lnTo>
                  <a:pt x="966975" y="41025"/>
                </a:lnTo>
                <a:lnTo>
                  <a:pt x="966975" y="40725"/>
                </a:lnTo>
                <a:lnTo>
                  <a:pt x="966900" y="40575"/>
                </a:lnTo>
                <a:lnTo>
                  <a:pt x="966900" y="40350"/>
                </a:lnTo>
                <a:lnTo>
                  <a:pt x="966825" y="40125"/>
                </a:lnTo>
                <a:lnTo>
                  <a:pt x="966825" y="39900"/>
                </a:lnTo>
                <a:lnTo>
                  <a:pt x="966750" y="39750"/>
                </a:lnTo>
                <a:lnTo>
                  <a:pt x="966750" y="39300"/>
                </a:lnTo>
                <a:lnTo>
                  <a:pt x="966675" y="39150"/>
                </a:lnTo>
                <a:lnTo>
                  <a:pt x="966675" y="38250"/>
                </a:lnTo>
                <a:lnTo>
                  <a:pt x="966600" y="38100"/>
                </a:lnTo>
                <a:lnTo>
                  <a:pt x="966600" y="35550"/>
                </a:lnTo>
                <a:lnTo>
                  <a:pt x="966675" y="35400"/>
                </a:lnTo>
                <a:lnTo>
                  <a:pt x="966675" y="34575"/>
                </a:lnTo>
                <a:lnTo>
                  <a:pt x="966750" y="34575"/>
                </a:lnTo>
                <a:lnTo>
                  <a:pt x="966750" y="33975"/>
                </a:lnTo>
                <a:lnTo>
                  <a:pt x="966825" y="33750"/>
                </a:lnTo>
                <a:lnTo>
                  <a:pt x="966825" y="33375"/>
                </a:lnTo>
                <a:lnTo>
                  <a:pt x="966900" y="33375"/>
                </a:lnTo>
                <a:lnTo>
                  <a:pt x="966900" y="33000"/>
                </a:lnTo>
                <a:lnTo>
                  <a:pt x="966975" y="32775"/>
                </a:lnTo>
                <a:lnTo>
                  <a:pt x="966975" y="32550"/>
                </a:lnTo>
                <a:lnTo>
                  <a:pt x="967050" y="32400"/>
                </a:lnTo>
                <a:lnTo>
                  <a:pt x="967050" y="32175"/>
                </a:lnTo>
                <a:lnTo>
                  <a:pt x="967125" y="32025"/>
                </a:lnTo>
                <a:lnTo>
                  <a:pt x="967125" y="31800"/>
                </a:lnTo>
                <a:lnTo>
                  <a:pt x="967275" y="31425"/>
                </a:lnTo>
                <a:lnTo>
                  <a:pt x="967275" y="31200"/>
                </a:lnTo>
                <a:lnTo>
                  <a:pt x="967425" y="30900"/>
                </a:lnTo>
                <a:lnTo>
                  <a:pt x="967425" y="30675"/>
                </a:lnTo>
                <a:lnTo>
                  <a:pt x="967575" y="30300"/>
                </a:lnTo>
                <a:lnTo>
                  <a:pt x="967575" y="30150"/>
                </a:lnTo>
                <a:lnTo>
                  <a:pt x="967650" y="30150"/>
                </a:lnTo>
                <a:lnTo>
                  <a:pt x="967650" y="29925"/>
                </a:lnTo>
                <a:lnTo>
                  <a:pt x="967950" y="29250"/>
                </a:lnTo>
                <a:lnTo>
                  <a:pt x="967950" y="29100"/>
                </a:lnTo>
                <a:lnTo>
                  <a:pt x="968025" y="29025"/>
                </a:lnTo>
                <a:lnTo>
                  <a:pt x="968025" y="28875"/>
                </a:lnTo>
                <a:lnTo>
                  <a:pt x="968400" y="28050"/>
                </a:lnTo>
                <a:lnTo>
                  <a:pt x="968400" y="27975"/>
                </a:lnTo>
                <a:lnTo>
                  <a:pt x="968550" y="27825"/>
                </a:lnTo>
                <a:lnTo>
                  <a:pt x="968550" y="27675"/>
                </a:lnTo>
                <a:lnTo>
                  <a:pt x="968625" y="27675"/>
                </a:lnTo>
                <a:lnTo>
                  <a:pt x="968850" y="27225"/>
                </a:lnTo>
                <a:lnTo>
                  <a:pt x="968850" y="27150"/>
                </a:lnTo>
                <a:lnTo>
                  <a:pt x="969000" y="26925"/>
                </a:lnTo>
                <a:lnTo>
                  <a:pt x="969000" y="26850"/>
                </a:lnTo>
                <a:lnTo>
                  <a:pt x="969150" y="26700"/>
                </a:lnTo>
                <a:lnTo>
                  <a:pt x="969375" y="26250"/>
                </a:lnTo>
                <a:lnTo>
                  <a:pt x="969450" y="26250"/>
                </a:lnTo>
                <a:lnTo>
                  <a:pt x="969675" y="25800"/>
                </a:lnTo>
                <a:lnTo>
                  <a:pt x="975000" y="28950"/>
                </a:lnTo>
                <a:lnTo>
                  <a:pt x="974850" y="29100"/>
                </a:lnTo>
                <a:lnTo>
                  <a:pt x="974850" y="29175"/>
                </a:lnTo>
                <a:lnTo>
                  <a:pt x="974700" y="29325"/>
                </a:lnTo>
                <a:lnTo>
                  <a:pt x="974625" y="29475"/>
                </a:lnTo>
                <a:lnTo>
                  <a:pt x="974625" y="29550"/>
                </a:lnTo>
                <a:lnTo>
                  <a:pt x="974475" y="29700"/>
                </a:lnTo>
                <a:lnTo>
                  <a:pt x="974475" y="29850"/>
                </a:lnTo>
                <a:lnTo>
                  <a:pt x="974325" y="30000"/>
                </a:lnTo>
                <a:lnTo>
                  <a:pt x="974250" y="30150"/>
                </a:lnTo>
                <a:lnTo>
                  <a:pt x="974250" y="30225"/>
                </a:lnTo>
                <a:lnTo>
                  <a:pt x="974100" y="30450"/>
                </a:lnTo>
                <a:lnTo>
                  <a:pt x="974100" y="30600"/>
                </a:lnTo>
                <a:lnTo>
                  <a:pt x="973950" y="30825"/>
                </a:lnTo>
                <a:lnTo>
                  <a:pt x="973950" y="30900"/>
                </a:lnTo>
                <a:lnTo>
                  <a:pt x="973875" y="31050"/>
                </a:lnTo>
                <a:lnTo>
                  <a:pt x="973875" y="31200"/>
                </a:lnTo>
                <a:lnTo>
                  <a:pt x="973725" y="31425"/>
                </a:lnTo>
                <a:lnTo>
                  <a:pt x="973725" y="31575"/>
                </a:lnTo>
                <a:lnTo>
                  <a:pt x="973575" y="31950"/>
                </a:lnTo>
                <a:lnTo>
                  <a:pt x="973575" y="32100"/>
                </a:lnTo>
                <a:lnTo>
                  <a:pt x="973500" y="32250"/>
                </a:lnTo>
                <a:lnTo>
                  <a:pt x="973500" y="32400"/>
                </a:lnTo>
                <a:lnTo>
                  <a:pt x="973425" y="32550"/>
                </a:lnTo>
                <a:lnTo>
                  <a:pt x="973425" y="32700"/>
                </a:lnTo>
                <a:lnTo>
                  <a:pt x="973350" y="32775"/>
                </a:lnTo>
                <a:lnTo>
                  <a:pt x="973350" y="32925"/>
                </a:lnTo>
                <a:lnTo>
                  <a:pt x="973275" y="33075"/>
                </a:lnTo>
                <a:lnTo>
                  <a:pt x="973275" y="33225"/>
                </a:lnTo>
                <a:lnTo>
                  <a:pt x="973200" y="33375"/>
                </a:lnTo>
                <a:lnTo>
                  <a:pt x="973200" y="33675"/>
                </a:lnTo>
                <a:lnTo>
                  <a:pt x="973125" y="33825"/>
                </a:lnTo>
                <a:lnTo>
                  <a:pt x="973125" y="34125"/>
                </a:lnTo>
                <a:lnTo>
                  <a:pt x="973050" y="34275"/>
                </a:lnTo>
                <a:lnTo>
                  <a:pt x="973050" y="34800"/>
                </a:lnTo>
                <a:lnTo>
                  <a:pt x="972975" y="34950"/>
                </a:lnTo>
                <a:lnTo>
                  <a:pt x="972975" y="35550"/>
                </a:lnTo>
                <a:lnTo>
                  <a:pt x="972900" y="35700"/>
                </a:lnTo>
                <a:lnTo>
                  <a:pt x="972900" y="37950"/>
                </a:lnTo>
                <a:lnTo>
                  <a:pt x="972975" y="38100"/>
                </a:lnTo>
                <a:lnTo>
                  <a:pt x="972975" y="38775"/>
                </a:lnTo>
                <a:lnTo>
                  <a:pt x="973050" y="38925"/>
                </a:lnTo>
                <a:lnTo>
                  <a:pt x="973050" y="39375"/>
                </a:lnTo>
                <a:lnTo>
                  <a:pt x="973125" y="39525"/>
                </a:lnTo>
                <a:lnTo>
                  <a:pt x="973125" y="39825"/>
                </a:lnTo>
                <a:lnTo>
                  <a:pt x="973200" y="39975"/>
                </a:lnTo>
                <a:lnTo>
                  <a:pt x="973200" y="40125"/>
                </a:lnTo>
                <a:lnTo>
                  <a:pt x="973275" y="40275"/>
                </a:lnTo>
                <a:lnTo>
                  <a:pt x="973275" y="40500"/>
                </a:lnTo>
                <a:lnTo>
                  <a:pt x="973350" y="40650"/>
                </a:lnTo>
                <a:lnTo>
                  <a:pt x="973350" y="40800"/>
                </a:lnTo>
                <a:lnTo>
                  <a:pt x="973500" y="41175"/>
                </a:lnTo>
                <a:lnTo>
                  <a:pt x="973500" y="41325"/>
                </a:lnTo>
                <a:lnTo>
                  <a:pt x="973575" y="41475"/>
                </a:lnTo>
                <a:lnTo>
                  <a:pt x="973575" y="41625"/>
                </a:lnTo>
                <a:lnTo>
                  <a:pt x="973725" y="41925"/>
                </a:lnTo>
                <a:lnTo>
                  <a:pt x="973725" y="42075"/>
                </a:lnTo>
                <a:lnTo>
                  <a:pt x="974100" y="42900"/>
                </a:lnTo>
                <a:lnTo>
                  <a:pt x="974100" y="42975"/>
                </a:lnTo>
                <a:lnTo>
                  <a:pt x="974250" y="43275"/>
                </a:lnTo>
                <a:lnTo>
                  <a:pt x="974550" y="43725"/>
                </a:lnTo>
                <a:lnTo>
                  <a:pt x="974550" y="43875"/>
                </a:lnTo>
                <a:lnTo>
                  <a:pt x="975150" y="44775"/>
                </a:lnTo>
                <a:lnTo>
                  <a:pt x="975675" y="45300"/>
                </a:lnTo>
                <a:lnTo>
                  <a:pt x="975750" y="45450"/>
                </a:lnTo>
                <a:lnTo>
                  <a:pt x="975900" y="45600"/>
                </a:lnTo>
                <a:lnTo>
                  <a:pt x="976050" y="45675"/>
                </a:lnTo>
                <a:lnTo>
                  <a:pt x="976275" y="45900"/>
                </a:lnTo>
                <a:lnTo>
                  <a:pt x="976425" y="45975"/>
                </a:lnTo>
                <a:lnTo>
                  <a:pt x="976650" y="46200"/>
                </a:lnTo>
                <a:lnTo>
                  <a:pt x="976800" y="46275"/>
                </a:lnTo>
                <a:lnTo>
                  <a:pt x="976950" y="46425"/>
                </a:lnTo>
                <a:lnTo>
                  <a:pt x="977175" y="46575"/>
                </a:lnTo>
                <a:lnTo>
                  <a:pt x="977325" y="46575"/>
                </a:lnTo>
                <a:lnTo>
                  <a:pt x="977625" y="46800"/>
                </a:lnTo>
                <a:lnTo>
                  <a:pt x="977775" y="46800"/>
                </a:lnTo>
                <a:lnTo>
                  <a:pt x="978000" y="46950"/>
                </a:lnTo>
                <a:lnTo>
                  <a:pt x="978075" y="46950"/>
                </a:lnTo>
                <a:lnTo>
                  <a:pt x="978600" y="47175"/>
                </a:lnTo>
                <a:lnTo>
                  <a:pt x="978750" y="47175"/>
                </a:lnTo>
                <a:lnTo>
                  <a:pt x="978825" y="47250"/>
                </a:lnTo>
                <a:lnTo>
                  <a:pt x="978975" y="47250"/>
                </a:lnTo>
                <a:lnTo>
                  <a:pt x="979125" y="47325"/>
                </a:lnTo>
                <a:lnTo>
                  <a:pt x="979275" y="47325"/>
                </a:lnTo>
                <a:lnTo>
                  <a:pt x="979425" y="47400"/>
                </a:lnTo>
                <a:lnTo>
                  <a:pt x="979725" y="47400"/>
                </a:lnTo>
                <a:lnTo>
                  <a:pt x="979875" y="47475"/>
                </a:lnTo>
                <a:lnTo>
                  <a:pt x="980325" y="47475"/>
                </a:lnTo>
                <a:lnTo>
                  <a:pt x="980475" y="47550"/>
                </a:lnTo>
                <a:lnTo>
                  <a:pt x="981975" y="47550"/>
                </a:lnTo>
                <a:lnTo>
                  <a:pt x="982050" y="47475"/>
                </a:lnTo>
                <a:lnTo>
                  <a:pt x="982425" y="47475"/>
                </a:lnTo>
                <a:lnTo>
                  <a:pt x="982575" y="47400"/>
                </a:lnTo>
                <a:lnTo>
                  <a:pt x="982800" y="47400"/>
                </a:lnTo>
                <a:lnTo>
                  <a:pt x="982950" y="47325"/>
                </a:lnTo>
                <a:lnTo>
                  <a:pt x="983100" y="47325"/>
                </a:lnTo>
                <a:lnTo>
                  <a:pt x="983175" y="47250"/>
                </a:lnTo>
                <a:lnTo>
                  <a:pt x="983325" y="47250"/>
                </a:lnTo>
                <a:lnTo>
                  <a:pt x="983550" y="47100"/>
                </a:lnTo>
                <a:lnTo>
                  <a:pt x="983850" y="47025"/>
                </a:lnTo>
                <a:lnTo>
                  <a:pt x="983925" y="46950"/>
                </a:lnTo>
                <a:lnTo>
                  <a:pt x="984000" y="46950"/>
                </a:lnTo>
                <a:lnTo>
                  <a:pt x="984075" y="46875"/>
                </a:lnTo>
                <a:lnTo>
                  <a:pt x="984225" y="46800"/>
                </a:lnTo>
                <a:lnTo>
                  <a:pt x="984300" y="46800"/>
                </a:lnTo>
                <a:lnTo>
                  <a:pt x="984450" y="46650"/>
                </a:lnTo>
                <a:lnTo>
                  <a:pt x="984525" y="46650"/>
                </a:lnTo>
                <a:lnTo>
                  <a:pt x="984675" y="46575"/>
                </a:lnTo>
                <a:lnTo>
                  <a:pt x="984825" y="46425"/>
                </a:lnTo>
                <a:lnTo>
                  <a:pt x="984900" y="46425"/>
                </a:lnTo>
                <a:lnTo>
                  <a:pt x="985050" y="46275"/>
                </a:lnTo>
                <a:lnTo>
                  <a:pt x="985200" y="46200"/>
                </a:lnTo>
                <a:lnTo>
                  <a:pt x="985575" y="45825"/>
                </a:lnTo>
                <a:lnTo>
                  <a:pt x="985725" y="45750"/>
                </a:lnTo>
                <a:lnTo>
                  <a:pt x="986625" y="44850"/>
                </a:lnTo>
                <a:lnTo>
                  <a:pt x="986700" y="44700"/>
                </a:lnTo>
                <a:lnTo>
                  <a:pt x="987075" y="44250"/>
                </a:lnTo>
                <a:lnTo>
                  <a:pt x="987825" y="43125"/>
                </a:lnTo>
                <a:lnTo>
                  <a:pt x="987900" y="42975"/>
                </a:lnTo>
                <a:lnTo>
                  <a:pt x="987900" y="42900"/>
                </a:lnTo>
                <a:lnTo>
                  <a:pt x="988275" y="42225"/>
                </a:lnTo>
                <a:lnTo>
                  <a:pt x="988275" y="42075"/>
                </a:lnTo>
                <a:lnTo>
                  <a:pt x="988350" y="42000"/>
                </a:lnTo>
                <a:lnTo>
                  <a:pt x="988575" y="41550"/>
                </a:lnTo>
                <a:lnTo>
                  <a:pt x="988575" y="41475"/>
                </a:lnTo>
                <a:lnTo>
                  <a:pt x="988725" y="41175"/>
                </a:lnTo>
                <a:lnTo>
                  <a:pt x="988725" y="41025"/>
                </a:lnTo>
                <a:lnTo>
                  <a:pt x="989025" y="40350"/>
                </a:lnTo>
                <a:lnTo>
                  <a:pt x="989025" y="40200"/>
                </a:lnTo>
                <a:lnTo>
                  <a:pt x="989100" y="40050"/>
                </a:lnTo>
                <a:lnTo>
                  <a:pt x="989100" y="39900"/>
                </a:lnTo>
                <a:lnTo>
                  <a:pt x="989250" y="39600"/>
                </a:lnTo>
                <a:lnTo>
                  <a:pt x="989250" y="39450"/>
                </a:lnTo>
                <a:lnTo>
                  <a:pt x="989325" y="39300"/>
                </a:lnTo>
                <a:lnTo>
                  <a:pt x="989325" y="39150"/>
                </a:lnTo>
                <a:lnTo>
                  <a:pt x="989400" y="39000"/>
                </a:lnTo>
                <a:lnTo>
                  <a:pt x="989400" y="38700"/>
                </a:lnTo>
                <a:lnTo>
                  <a:pt x="989475" y="38550"/>
                </a:lnTo>
                <a:lnTo>
                  <a:pt x="989475" y="38400"/>
                </a:lnTo>
                <a:lnTo>
                  <a:pt x="989550" y="38250"/>
                </a:lnTo>
                <a:lnTo>
                  <a:pt x="989550" y="37950"/>
                </a:lnTo>
                <a:lnTo>
                  <a:pt x="989625" y="37800"/>
                </a:lnTo>
                <a:lnTo>
                  <a:pt x="989625" y="37500"/>
                </a:lnTo>
                <a:lnTo>
                  <a:pt x="989700" y="37350"/>
                </a:lnTo>
                <a:lnTo>
                  <a:pt x="989700" y="36675"/>
                </a:lnTo>
                <a:lnTo>
                  <a:pt x="989775" y="36525"/>
                </a:lnTo>
                <a:lnTo>
                  <a:pt x="989775" y="33600"/>
                </a:lnTo>
                <a:lnTo>
                  <a:pt x="989700" y="33450"/>
                </a:lnTo>
                <a:lnTo>
                  <a:pt x="989700" y="32925"/>
                </a:lnTo>
                <a:lnTo>
                  <a:pt x="989625" y="32775"/>
                </a:lnTo>
                <a:lnTo>
                  <a:pt x="989625" y="32325"/>
                </a:lnTo>
                <a:lnTo>
                  <a:pt x="989550" y="32175"/>
                </a:lnTo>
                <a:lnTo>
                  <a:pt x="989550" y="31950"/>
                </a:lnTo>
                <a:lnTo>
                  <a:pt x="989475" y="31800"/>
                </a:lnTo>
                <a:lnTo>
                  <a:pt x="989475" y="31500"/>
                </a:lnTo>
                <a:lnTo>
                  <a:pt x="989400" y="31350"/>
                </a:lnTo>
                <a:lnTo>
                  <a:pt x="989400" y="31200"/>
                </a:lnTo>
                <a:lnTo>
                  <a:pt x="989325" y="31050"/>
                </a:lnTo>
                <a:lnTo>
                  <a:pt x="989325" y="30825"/>
                </a:lnTo>
                <a:lnTo>
                  <a:pt x="989175" y="30525"/>
                </a:lnTo>
                <a:lnTo>
                  <a:pt x="989175" y="30375"/>
                </a:lnTo>
                <a:lnTo>
                  <a:pt x="989100" y="30225"/>
                </a:lnTo>
                <a:lnTo>
                  <a:pt x="989100" y="30075"/>
                </a:lnTo>
                <a:lnTo>
                  <a:pt x="988950" y="29775"/>
                </a:lnTo>
                <a:lnTo>
                  <a:pt x="988950" y="29625"/>
                </a:lnTo>
                <a:lnTo>
                  <a:pt x="988725" y="29100"/>
                </a:lnTo>
                <a:lnTo>
                  <a:pt x="988725" y="28950"/>
                </a:lnTo>
                <a:lnTo>
                  <a:pt x="988350" y="28200"/>
                </a:lnTo>
                <a:lnTo>
                  <a:pt x="988350" y="28050"/>
                </a:lnTo>
                <a:lnTo>
                  <a:pt x="987750" y="26850"/>
                </a:lnTo>
                <a:lnTo>
                  <a:pt x="987600" y="26700"/>
                </a:lnTo>
                <a:lnTo>
                  <a:pt x="987225" y="26025"/>
                </a:lnTo>
                <a:lnTo>
                  <a:pt x="987075" y="25875"/>
                </a:lnTo>
                <a:lnTo>
                  <a:pt x="986850" y="25425"/>
                </a:lnTo>
                <a:lnTo>
                  <a:pt x="986700" y="25350"/>
                </a:lnTo>
                <a:lnTo>
                  <a:pt x="986625" y="25200"/>
                </a:lnTo>
                <a:lnTo>
                  <a:pt x="986475" y="25050"/>
                </a:lnTo>
                <a:lnTo>
                  <a:pt x="986325" y="24750"/>
                </a:lnTo>
                <a:lnTo>
                  <a:pt x="986175" y="24675"/>
                </a:lnTo>
                <a:lnTo>
                  <a:pt x="985875" y="24225"/>
                </a:lnTo>
                <a:lnTo>
                  <a:pt x="985725" y="24150"/>
                </a:lnTo>
                <a:lnTo>
                  <a:pt x="985650" y="24000"/>
                </a:lnTo>
                <a:lnTo>
                  <a:pt x="985500" y="23850"/>
                </a:lnTo>
                <a:lnTo>
                  <a:pt x="985350" y="23775"/>
                </a:lnTo>
                <a:lnTo>
                  <a:pt x="985275" y="23625"/>
                </a:lnTo>
                <a:lnTo>
                  <a:pt x="985125" y="23475"/>
                </a:lnTo>
                <a:lnTo>
                  <a:pt x="984975" y="23400"/>
                </a:lnTo>
                <a:lnTo>
                  <a:pt x="984900" y="23250"/>
                </a:lnTo>
                <a:lnTo>
                  <a:pt x="984750" y="23100"/>
                </a:lnTo>
                <a:lnTo>
                  <a:pt x="984600" y="23025"/>
                </a:lnTo>
                <a:lnTo>
                  <a:pt x="984525" y="22875"/>
                </a:lnTo>
                <a:lnTo>
                  <a:pt x="984375" y="22800"/>
                </a:lnTo>
                <a:lnTo>
                  <a:pt x="984225" y="22650"/>
                </a:lnTo>
                <a:lnTo>
                  <a:pt x="983775" y="22350"/>
                </a:lnTo>
                <a:lnTo>
                  <a:pt x="983475" y="22050"/>
                </a:lnTo>
                <a:lnTo>
                  <a:pt x="983250" y="21900"/>
                </a:lnTo>
                <a:lnTo>
                  <a:pt x="983100" y="21750"/>
                </a:lnTo>
                <a:lnTo>
                  <a:pt x="982875" y="21675"/>
                </a:lnTo>
                <a:lnTo>
                  <a:pt x="982725" y="21525"/>
                </a:lnTo>
                <a:lnTo>
                  <a:pt x="981750" y="20775"/>
                </a:lnTo>
                <a:lnTo>
                  <a:pt x="981450" y="20475"/>
                </a:lnTo>
                <a:lnTo>
                  <a:pt x="981075" y="20250"/>
                </a:lnTo>
                <a:lnTo>
                  <a:pt x="981075" y="20175"/>
                </a:lnTo>
                <a:lnTo>
                  <a:pt x="980850" y="20100"/>
                </a:lnTo>
                <a:lnTo>
                  <a:pt x="980550" y="19800"/>
                </a:lnTo>
                <a:lnTo>
                  <a:pt x="980325" y="19650"/>
                </a:lnTo>
                <a:lnTo>
                  <a:pt x="980025" y="19350"/>
                </a:lnTo>
                <a:lnTo>
                  <a:pt x="979800" y="19200"/>
                </a:lnTo>
                <a:lnTo>
                  <a:pt x="979350" y="18750"/>
                </a:lnTo>
                <a:lnTo>
                  <a:pt x="979275" y="18750"/>
                </a:lnTo>
                <a:lnTo>
                  <a:pt x="979125" y="18600"/>
                </a:lnTo>
                <a:lnTo>
                  <a:pt x="978975" y="18525"/>
                </a:lnTo>
                <a:lnTo>
                  <a:pt x="978975" y="18450"/>
                </a:lnTo>
                <a:lnTo>
                  <a:pt x="978825" y="18375"/>
                </a:lnTo>
                <a:lnTo>
                  <a:pt x="978825" y="18300"/>
                </a:lnTo>
                <a:lnTo>
                  <a:pt x="978675" y="18225"/>
                </a:lnTo>
                <a:lnTo>
                  <a:pt x="978375" y="17925"/>
                </a:lnTo>
                <a:lnTo>
                  <a:pt x="978300" y="17925"/>
                </a:lnTo>
                <a:lnTo>
                  <a:pt x="976650" y="16275"/>
                </a:lnTo>
                <a:lnTo>
                  <a:pt x="976575" y="16125"/>
                </a:lnTo>
                <a:lnTo>
                  <a:pt x="976500" y="16125"/>
                </a:lnTo>
                <a:lnTo>
                  <a:pt x="976425" y="15975"/>
                </a:lnTo>
                <a:lnTo>
                  <a:pt x="976350" y="15975"/>
                </a:lnTo>
                <a:lnTo>
                  <a:pt x="976275" y="15825"/>
                </a:lnTo>
                <a:lnTo>
                  <a:pt x="976125" y="15675"/>
                </a:lnTo>
                <a:lnTo>
                  <a:pt x="976125" y="15600"/>
                </a:lnTo>
                <a:lnTo>
                  <a:pt x="975975" y="15525"/>
                </a:lnTo>
                <a:lnTo>
                  <a:pt x="975975" y="15450"/>
                </a:lnTo>
                <a:lnTo>
                  <a:pt x="975750" y="15225"/>
                </a:lnTo>
                <a:lnTo>
                  <a:pt x="975750" y="15150"/>
                </a:lnTo>
                <a:lnTo>
                  <a:pt x="975450" y="14850"/>
                </a:lnTo>
                <a:lnTo>
                  <a:pt x="975375" y="14700"/>
                </a:lnTo>
                <a:lnTo>
                  <a:pt x="975000" y="14250"/>
                </a:lnTo>
                <a:lnTo>
                  <a:pt x="975000" y="14175"/>
                </a:lnTo>
                <a:lnTo>
                  <a:pt x="974850" y="14025"/>
                </a:lnTo>
                <a:lnTo>
                  <a:pt x="974700" y="13725"/>
                </a:lnTo>
                <a:lnTo>
                  <a:pt x="974625" y="13725"/>
                </a:lnTo>
                <a:lnTo>
                  <a:pt x="974400" y="13200"/>
                </a:lnTo>
                <a:lnTo>
                  <a:pt x="974325" y="13200"/>
                </a:lnTo>
                <a:lnTo>
                  <a:pt x="974100" y="12675"/>
                </a:lnTo>
                <a:lnTo>
                  <a:pt x="974025" y="12675"/>
                </a:lnTo>
                <a:lnTo>
                  <a:pt x="974025" y="12525"/>
                </a:lnTo>
                <a:lnTo>
                  <a:pt x="973950" y="12525"/>
                </a:lnTo>
                <a:lnTo>
                  <a:pt x="973725" y="12000"/>
                </a:lnTo>
                <a:lnTo>
                  <a:pt x="973725" y="11925"/>
                </a:lnTo>
                <a:lnTo>
                  <a:pt x="973650" y="11850"/>
                </a:lnTo>
                <a:lnTo>
                  <a:pt x="973575" y="11550"/>
                </a:lnTo>
                <a:lnTo>
                  <a:pt x="973500" y="11475"/>
                </a:lnTo>
                <a:lnTo>
                  <a:pt x="973500" y="11250"/>
                </a:lnTo>
                <a:lnTo>
                  <a:pt x="973425" y="11175"/>
                </a:lnTo>
                <a:lnTo>
                  <a:pt x="973425" y="11025"/>
                </a:lnTo>
                <a:lnTo>
                  <a:pt x="973350" y="10875"/>
                </a:lnTo>
                <a:lnTo>
                  <a:pt x="973350" y="10800"/>
                </a:lnTo>
                <a:lnTo>
                  <a:pt x="973275" y="10725"/>
                </a:lnTo>
                <a:lnTo>
                  <a:pt x="973275" y="10425"/>
                </a:lnTo>
                <a:lnTo>
                  <a:pt x="973200" y="10275"/>
                </a:lnTo>
                <a:lnTo>
                  <a:pt x="973200" y="10050"/>
                </a:lnTo>
                <a:lnTo>
                  <a:pt x="973125" y="9900"/>
                </a:lnTo>
                <a:lnTo>
                  <a:pt x="973125" y="9450"/>
                </a:lnTo>
                <a:lnTo>
                  <a:pt x="973050" y="9300"/>
                </a:lnTo>
                <a:lnTo>
                  <a:pt x="973050" y="8250"/>
                </a:lnTo>
                <a:lnTo>
                  <a:pt x="973125" y="8100"/>
                </a:lnTo>
                <a:lnTo>
                  <a:pt x="973125" y="7575"/>
                </a:lnTo>
                <a:lnTo>
                  <a:pt x="973200" y="7500"/>
                </a:lnTo>
                <a:lnTo>
                  <a:pt x="973200" y="7200"/>
                </a:lnTo>
                <a:lnTo>
                  <a:pt x="973350" y="6825"/>
                </a:lnTo>
                <a:lnTo>
                  <a:pt x="973350" y="6675"/>
                </a:lnTo>
                <a:lnTo>
                  <a:pt x="973425" y="6600"/>
                </a:lnTo>
                <a:lnTo>
                  <a:pt x="973425" y="6375"/>
                </a:lnTo>
                <a:lnTo>
                  <a:pt x="973500" y="6225"/>
                </a:lnTo>
                <a:lnTo>
                  <a:pt x="973500" y="6150"/>
                </a:lnTo>
                <a:lnTo>
                  <a:pt x="973575" y="6075"/>
                </a:lnTo>
                <a:lnTo>
                  <a:pt x="973575" y="6000"/>
                </a:lnTo>
                <a:lnTo>
                  <a:pt x="973725" y="5775"/>
                </a:lnTo>
                <a:lnTo>
                  <a:pt x="973725" y="5625"/>
                </a:lnTo>
                <a:lnTo>
                  <a:pt x="973875" y="5475"/>
                </a:lnTo>
                <a:lnTo>
                  <a:pt x="973950" y="5175"/>
                </a:lnTo>
                <a:lnTo>
                  <a:pt x="974025" y="5025"/>
                </a:lnTo>
                <a:lnTo>
                  <a:pt x="974100" y="5025"/>
                </a:lnTo>
                <a:lnTo>
                  <a:pt x="974175" y="4875"/>
                </a:lnTo>
                <a:lnTo>
                  <a:pt x="974175" y="4800"/>
                </a:lnTo>
                <a:lnTo>
                  <a:pt x="974250" y="4650"/>
                </a:lnTo>
                <a:lnTo>
                  <a:pt x="974400" y="4500"/>
                </a:lnTo>
                <a:lnTo>
                  <a:pt x="974400" y="4425"/>
                </a:lnTo>
                <a:lnTo>
                  <a:pt x="974475" y="4275"/>
                </a:lnTo>
                <a:lnTo>
                  <a:pt x="974700" y="4050"/>
                </a:lnTo>
                <a:lnTo>
                  <a:pt x="974775" y="3900"/>
                </a:lnTo>
                <a:lnTo>
                  <a:pt x="974925" y="3750"/>
                </a:lnTo>
                <a:lnTo>
                  <a:pt x="974925" y="3675"/>
                </a:lnTo>
                <a:lnTo>
                  <a:pt x="975225" y="3375"/>
                </a:lnTo>
                <a:lnTo>
                  <a:pt x="975225" y="3300"/>
                </a:lnTo>
                <a:lnTo>
                  <a:pt x="975675" y="2850"/>
                </a:lnTo>
                <a:lnTo>
                  <a:pt x="975675" y="2775"/>
                </a:lnTo>
                <a:lnTo>
                  <a:pt x="975825" y="2625"/>
                </a:lnTo>
                <a:lnTo>
                  <a:pt x="975900" y="2625"/>
                </a:lnTo>
                <a:lnTo>
                  <a:pt x="975975" y="2475"/>
                </a:lnTo>
                <a:lnTo>
                  <a:pt x="976050" y="2475"/>
                </a:lnTo>
                <a:lnTo>
                  <a:pt x="976200" y="2325"/>
                </a:lnTo>
                <a:lnTo>
                  <a:pt x="976200" y="2250"/>
                </a:lnTo>
                <a:lnTo>
                  <a:pt x="976350" y="2175"/>
                </a:lnTo>
                <a:lnTo>
                  <a:pt x="976725" y="1800"/>
                </a:lnTo>
                <a:lnTo>
                  <a:pt x="976950" y="1650"/>
                </a:lnTo>
                <a:lnTo>
                  <a:pt x="976950" y="1575"/>
                </a:lnTo>
                <a:lnTo>
                  <a:pt x="977100" y="1500"/>
                </a:lnTo>
                <a:lnTo>
                  <a:pt x="977325" y="1275"/>
                </a:lnTo>
                <a:lnTo>
                  <a:pt x="977775" y="975"/>
                </a:lnTo>
                <a:lnTo>
                  <a:pt x="978375" y="450"/>
                </a:lnTo>
                <a:lnTo>
                  <a:pt x="978450" y="450"/>
                </a:lnTo>
                <a:lnTo>
                  <a:pt x="978600" y="300"/>
                </a:lnTo>
                <a:lnTo>
                  <a:pt x="978675" y="300"/>
                </a:lnTo>
                <a:lnTo>
                  <a:pt x="979125" y="0"/>
                </a:lnTo>
                <a:lnTo>
                  <a:pt x="982875" y="4575"/>
                </a:lnTo>
                <a:lnTo>
                  <a:pt x="982650" y="4725"/>
                </a:lnTo>
                <a:close/>
              </a:path>
            </a:pathLst>
          </a:custGeom>
          <a:solidFill>
            <a:srgbClr val="000000"/>
          </a:solidFill>
          <a:ln>
            <a:noFill/>
          </a:ln>
        </p:spPr>
        <p:txBody>
          <a:bodyPr rtlCol="0" anchor="ctr"/>
          <a:lstStyle/>
          <a:p>
            <a:pPr algn="ctr"/>
          </a:p>
        </p:txBody>
      </p:sp>
      <p:sp>
        <p:nvSpPr>
          <p:cNvPr id="12" name="Full Kül Tigin D1 / Sans / 4"/>
          <p:cNvSpPr/>
          <p:nvPr/>
        </p:nvSpPr>
        <p:spPr>
          <a:xfrm>
            <a:off x="3107817" y="4911090"/>
            <a:ext cx="8397621" cy="508635"/>
          </a:xfrm>
          <a:custGeom>
            <a:avLst/>
            <a:gdLst/>
            <a:ahLst/>
            <a:cxnLst/>
            <a:rect l="l" t="t" r="r" b="b"/>
            <a:pathLst>
              <a:path w="1102050" h="66750" stroke="0">
                <a:moveTo>
                  <a:pt x="5700" y="14250"/>
                </a:moveTo>
                <a:lnTo>
                  <a:pt x="5700" y="52500"/>
                </a:lnTo>
                <a:lnTo>
                  <a:pt x="0" y="52500"/>
                </a:lnTo>
                <a:lnTo>
                  <a:pt x="0" y="14250"/>
                </a:lnTo>
                <a:close/>
                <a:moveTo>
                  <a:pt x="11100" y="14550"/>
                </a:moveTo>
                <a:lnTo>
                  <a:pt x="11550" y="14550"/>
                </a:lnTo>
                <a:lnTo>
                  <a:pt x="11625" y="14475"/>
                </a:lnTo>
                <a:lnTo>
                  <a:pt x="12075" y="14475"/>
                </a:lnTo>
                <a:lnTo>
                  <a:pt x="12225" y="14400"/>
                </a:lnTo>
                <a:lnTo>
                  <a:pt x="12975" y="14400"/>
                </a:lnTo>
                <a:lnTo>
                  <a:pt x="13125" y="14325"/>
                </a:lnTo>
                <a:lnTo>
                  <a:pt x="14025" y="14325"/>
                </a:lnTo>
                <a:lnTo>
                  <a:pt x="14250" y="14250"/>
                </a:lnTo>
                <a:lnTo>
                  <a:pt x="17175" y="14250"/>
                </a:lnTo>
                <a:lnTo>
                  <a:pt x="17400" y="14325"/>
                </a:lnTo>
                <a:lnTo>
                  <a:pt x="18225" y="14325"/>
                </a:lnTo>
                <a:lnTo>
                  <a:pt x="18375" y="14400"/>
                </a:lnTo>
                <a:lnTo>
                  <a:pt x="18975" y="14400"/>
                </a:lnTo>
                <a:lnTo>
                  <a:pt x="19200" y="14475"/>
                </a:lnTo>
                <a:lnTo>
                  <a:pt x="19575" y="14475"/>
                </a:lnTo>
                <a:lnTo>
                  <a:pt x="19725" y="14550"/>
                </a:lnTo>
                <a:lnTo>
                  <a:pt x="20175" y="14550"/>
                </a:lnTo>
                <a:lnTo>
                  <a:pt x="20325" y="14625"/>
                </a:lnTo>
                <a:lnTo>
                  <a:pt x="20550" y="14625"/>
                </a:lnTo>
                <a:lnTo>
                  <a:pt x="20700" y="14700"/>
                </a:lnTo>
                <a:lnTo>
                  <a:pt x="20925" y="14700"/>
                </a:lnTo>
                <a:lnTo>
                  <a:pt x="21075" y="14775"/>
                </a:lnTo>
                <a:lnTo>
                  <a:pt x="21450" y="14775"/>
                </a:lnTo>
                <a:lnTo>
                  <a:pt x="21450" y="14850"/>
                </a:lnTo>
                <a:lnTo>
                  <a:pt x="21675" y="14850"/>
                </a:lnTo>
                <a:lnTo>
                  <a:pt x="21825" y="14925"/>
                </a:lnTo>
                <a:lnTo>
                  <a:pt x="22350" y="15000"/>
                </a:lnTo>
                <a:lnTo>
                  <a:pt x="22500" y="15075"/>
                </a:lnTo>
                <a:lnTo>
                  <a:pt x="22725" y="15075"/>
                </a:lnTo>
                <a:lnTo>
                  <a:pt x="22725" y="15150"/>
                </a:lnTo>
                <a:lnTo>
                  <a:pt x="22875" y="15150"/>
                </a:lnTo>
                <a:lnTo>
                  <a:pt x="23025" y="15225"/>
                </a:lnTo>
                <a:lnTo>
                  <a:pt x="23250" y="15225"/>
                </a:lnTo>
                <a:lnTo>
                  <a:pt x="23250" y="15300"/>
                </a:lnTo>
                <a:lnTo>
                  <a:pt x="23400" y="15300"/>
                </a:lnTo>
                <a:lnTo>
                  <a:pt x="23775" y="15450"/>
                </a:lnTo>
                <a:lnTo>
                  <a:pt x="23925" y="15450"/>
                </a:lnTo>
                <a:lnTo>
                  <a:pt x="24450" y="15675"/>
                </a:lnTo>
                <a:lnTo>
                  <a:pt x="24600" y="15675"/>
                </a:lnTo>
                <a:lnTo>
                  <a:pt x="24600" y="15750"/>
                </a:lnTo>
                <a:lnTo>
                  <a:pt x="24750" y="15750"/>
                </a:lnTo>
                <a:lnTo>
                  <a:pt x="25575" y="16125"/>
                </a:lnTo>
                <a:lnTo>
                  <a:pt x="25725" y="16125"/>
                </a:lnTo>
                <a:lnTo>
                  <a:pt x="25725" y="16200"/>
                </a:lnTo>
                <a:lnTo>
                  <a:pt x="25875" y="16200"/>
                </a:lnTo>
                <a:lnTo>
                  <a:pt x="26775" y="16650"/>
                </a:lnTo>
                <a:lnTo>
                  <a:pt x="26850" y="16650"/>
                </a:lnTo>
                <a:lnTo>
                  <a:pt x="26925" y="16725"/>
                </a:lnTo>
                <a:lnTo>
                  <a:pt x="27375" y="16950"/>
                </a:lnTo>
                <a:lnTo>
                  <a:pt x="27375" y="17025"/>
                </a:lnTo>
                <a:lnTo>
                  <a:pt x="27525" y="17025"/>
                </a:lnTo>
                <a:lnTo>
                  <a:pt x="27525" y="17100"/>
                </a:lnTo>
                <a:lnTo>
                  <a:pt x="28125" y="17400"/>
                </a:lnTo>
                <a:lnTo>
                  <a:pt x="28200" y="17475"/>
                </a:lnTo>
                <a:lnTo>
                  <a:pt x="28275" y="17475"/>
                </a:lnTo>
                <a:lnTo>
                  <a:pt x="28350" y="17550"/>
                </a:lnTo>
                <a:lnTo>
                  <a:pt x="28425" y="17550"/>
                </a:lnTo>
                <a:lnTo>
                  <a:pt x="28500" y="17625"/>
                </a:lnTo>
                <a:lnTo>
                  <a:pt x="28500" y="17700"/>
                </a:lnTo>
                <a:lnTo>
                  <a:pt x="28950" y="17925"/>
                </a:lnTo>
                <a:lnTo>
                  <a:pt x="29025" y="18000"/>
                </a:lnTo>
                <a:lnTo>
                  <a:pt x="29100" y="18000"/>
                </a:lnTo>
                <a:lnTo>
                  <a:pt x="29175" y="18075"/>
                </a:lnTo>
                <a:lnTo>
                  <a:pt x="29175" y="18150"/>
                </a:lnTo>
                <a:lnTo>
                  <a:pt x="29475" y="18300"/>
                </a:lnTo>
                <a:lnTo>
                  <a:pt x="29700" y="18525"/>
                </a:lnTo>
                <a:lnTo>
                  <a:pt x="29925" y="18675"/>
                </a:lnTo>
                <a:lnTo>
                  <a:pt x="30000" y="18675"/>
                </a:lnTo>
                <a:lnTo>
                  <a:pt x="30075" y="18825"/>
                </a:lnTo>
                <a:lnTo>
                  <a:pt x="30225" y="18900"/>
                </a:lnTo>
                <a:lnTo>
                  <a:pt x="30525" y="19200"/>
                </a:lnTo>
                <a:lnTo>
                  <a:pt x="30600" y="19200"/>
                </a:lnTo>
                <a:lnTo>
                  <a:pt x="30675" y="19275"/>
                </a:lnTo>
                <a:lnTo>
                  <a:pt x="30675" y="19350"/>
                </a:lnTo>
                <a:lnTo>
                  <a:pt x="30750" y="19425"/>
                </a:lnTo>
                <a:lnTo>
                  <a:pt x="30825" y="19425"/>
                </a:lnTo>
                <a:lnTo>
                  <a:pt x="30975" y="19650"/>
                </a:lnTo>
                <a:lnTo>
                  <a:pt x="31050" y="19650"/>
                </a:lnTo>
                <a:lnTo>
                  <a:pt x="31650" y="20250"/>
                </a:lnTo>
                <a:lnTo>
                  <a:pt x="31650" y="20325"/>
                </a:lnTo>
                <a:lnTo>
                  <a:pt x="31800" y="20400"/>
                </a:lnTo>
                <a:lnTo>
                  <a:pt x="31875" y="20475"/>
                </a:lnTo>
                <a:lnTo>
                  <a:pt x="31875" y="20550"/>
                </a:lnTo>
                <a:lnTo>
                  <a:pt x="32100" y="20700"/>
                </a:lnTo>
                <a:lnTo>
                  <a:pt x="32100" y="20775"/>
                </a:lnTo>
                <a:lnTo>
                  <a:pt x="32475" y="21150"/>
                </a:lnTo>
                <a:lnTo>
                  <a:pt x="32475" y="21225"/>
                </a:lnTo>
                <a:lnTo>
                  <a:pt x="32625" y="21450"/>
                </a:lnTo>
                <a:lnTo>
                  <a:pt x="32700" y="21450"/>
                </a:lnTo>
                <a:lnTo>
                  <a:pt x="32775" y="21525"/>
                </a:lnTo>
                <a:lnTo>
                  <a:pt x="33075" y="22050"/>
                </a:lnTo>
                <a:lnTo>
                  <a:pt x="33150" y="22050"/>
                </a:lnTo>
                <a:lnTo>
                  <a:pt x="33225" y="22125"/>
                </a:lnTo>
                <a:lnTo>
                  <a:pt x="33225" y="22200"/>
                </a:lnTo>
                <a:lnTo>
                  <a:pt x="33450" y="22500"/>
                </a:lnTo>
                <a:lnTo>
                  <a:pt x="33600" y="22800"/>
                </a:lnTo>
                <a:lnTo>
                  <a:pt x="33900" y="23250"/>
                </a:lnTo>
                <a:lnTo>
                  <a:pt x="33900" y="23325"/>
                </a:lnTo>
                <a:lnTo>
                  <a:pt x="34125" y="23625"/>
                </a:lnTo>
                <a:lnTo>
                  <a:pt x="34125" y="23700"/>
                </a:lnTo>
                <a:lnTo>
                  <a:pt x="34425" y="24150"/>
                </a:lnTo>
                <a:lnTo>
                  <a:pt x="34425" y="24300"/>
                </a:lnTo>
                <a:lnTo>
                  <a:pt x="34500" y="24300"/>
                </a:lnTo>
                <a:lnTo>
                  <a:pt x="34500" y="24450"/>
                </a:lnTo>
                <a:lnTo>
                  <a:pt x="34650" y="24675"/>
                </a:lnTo>
                <a:lnTo>
                  <a:pt x="34650" y="24750"/>
                </a:lnTo>
                <a:lnTo>
                  <a:pt x="34725" y="24825"/>
                </a:lnTo>
                <a:lnTo>
                  <a:pt x="34725" y="24975"/>
                </a:lnTo>
                <a:lnTo>
                  <a:pt x="34800" y="24975"/>
                </a:lnTo>
                <a:lnTo>
                  <a:pt x="34800" y="25125"/>
                </a:lnTo>
                <a:lnTo>
                  <a:pt x="34950" y="25350"/>
                </a:lnTo>
                <a:lnTo>
                  <a:pt x="34950" y="25500"/>
                </a:lnTo>
                <a:lnTo>
                  <a:pt x="35025" y="25500"/>
                </a:lnTo>
                <a:lnTo>
                  <a:pt x="35025" y="25650"/>
                </a:lnTo>
                <a:lnTo>
                  <a:pt x="35100" y="25800"/>
                </a:lnTo>
                <a:lnTo>
                  <a:pt x="35100" y="25875"/>
                </a:lnTo>
                <a:lnTo>
                  <a:pt x="35175" y="25950"/>
                </a:lnTo>
                <a:lnTo>
                  <a:pt x="35175" y="26100"/>
                </a:lnTo>
                <a:lnTo>
                  <a:pt x="35250" y="26175"/>
                </a:lnTo>
                <a:lnTo>
                  <a:pt x="35250" y="26325"/>
                </a:lnTo>
                <a:lnTo>
                  <a:pt x="35325" y="26475"/>
                </a:lnTo>
                <a:lnTo>
                  <a:pt x="35325" y="26625"/>
                </a:lnTo>
                <a:lnTo>
                  <a:pt x="35400" y="26625"/>
                </a:lnTo>
                <a:lnTo>
                  <a:pt x="35400" y="26775"/>
                </a:lnTo>
                <a:lnTo>
                  <a:pt x="35475" y="26850"/>
                </a:lnTo>
                <a:lnTo>
                  <a:pt x="35475" y="27000"/>
                </a:lnTo>
                <a:lnTo>
                  <a:pt x="35550" y="27150"/>
                </a:lnTo>
                <a:lnTo>
                  <a:pt x="35550" y="27300"/>
                </a:lnTo>
                <a:lnTo>
                  <a:pt x="35625" y="27450"/>
                </a:lnTo>
                <a:lnTo>
                  <a:pt x="35625" y="27675"/>
                </a:lnTo>
                <a:lnTo>
                  <a:pt x="35700" y="27750"/>
                </a:lnTo>
                <a:lnTo>
                  <a:pt x="35700" y="27975"/>
                </a:lnTo>
                <a:lnTo>
                  <a:pt x="35775" y="28125"/>
                </a:lnTo>
                <a:lnTo>
                  <a:pt x="35775" y="28425"/>
                </a:lnTo>
                <a:lnTo>
                  <a:pt x="35850" y="28575"/>
                </a:lnTo>
                <a:lnTo>
                  <a:pt x="35850" y="28875"/>
                </a:lnTo>
                <a:lnTo>
                  <a:pt x="35925" y="28950"/>
                </a:lnTo>
                <a:lnTo>
                  <a:pt x="35925" y="29400"/>
                </a:lnTo>
                <a:lnTo>
                  <a:pt x="36000" y="29400"/>
                </a:lnTo>
                <a:lnTo>
                  <a:pt x="36000" y="30150"/>
                </a:lnTo>
                <a:lnTo>
                  <a:pt x="36075" y="30300"/>
                </a:lnTo>
                <a:lnTo>
                  <a:pt x="36075" y="32625"/>
                </a:lnTo>
                <a:lnTo>
                  <a:pt x="36000" y="32700"/>
                </a:lnTo>
                <a:lnTo>
                  <a:pt x="36000" y="33450"/>
                </a:lnTo>
                <a:lnTo>
                  <a:pt x="35925" y="33450"/>
                </a:lnTo>
                <a:lnTo>
                  <a:pt x="35925" y="33900"/>
                </a:lnTo>
                <a:lnTo>
                  <a:pt x="35850" y="34050"/>
                </a:lnTo>
                <a:lnTo>
                  <a:pt x="35850" y="34425"/>
                </a:lnTo>
                <a:lnTo>
                  <a:pt x="35775" y="34500"/>
                </a:lnTo>
                <a:lnTo>
                  <a:pt x="35775" y="34725"/>
                </a:lnTo>
                <a:lnTo>
                  <a:pt x="35700" y="34875"/>
                </a:lnTo>
                <a:lnTo>
                  <a:pt x="35700" y="35175"/>
                </a:lnTo>
                <a:lnTo>
                  <a:pt x="35625" y="35325"/>
                </a:lnTo>
                <a:lnTo>
                  <a:pt x="35625" y="35475"/>
                </a:lnTo>
                <a:lnTo>
                  <a:pt x="35550" y="35625"/>
                </a:lnTo>
                <a:lnTo>
                  <a:pt x="35550" y="35775"/>
                </a:lnTo>
                <a:lnTo>
                  <a:pt x="35475" y="35850"/>
                </a:lnTo>
                <a:lnTo>
                  <a:pt x="35475" y="36075"/>
                </a:lnTo>
                <a:lnTo>
                  <a:pt x="35400" y="36150"/>
                </a:lnTo>
                <a:lnTo>
                  <a:pt x="35400" y="36300"/>
                </a:lnTo>
                <a:lnTo>
                  <a:pt x="35325" y="36450"/>
                </a:lnTo>
                <a:lnTo>
                  <a:pt x="35325" y="36600"/>
                </a:lnTo>
                <a:lnTo>
                  <a:pt x="35250" y="36600"/>
                </a:lnTo>
                <a:lnTo>
                  <a:pt x="35250" y="36750"/>
                </a:lnTo>
                <a:lnTo>
                  <a:pt x="35175" y="36900"/>
                </a:lnTo>
                <a:lnTo>
                  <a:pt x="35175" y="37050"/>
                </a:lnTo>
                <a:lnTo>
                  <a:pt x="35025" y="37275"/>
                </a:lnTo>
                <a:lnTo>
                  <a:pt x="35025" y="37500"/>
                </a:lnTo>
                <a:lnTo>
                  <a:pt x="34875" y="37725"/>
                </a:lnTo>
                <a:lnTo>
                  <a:pt x="34875" y="37875"/>
                </a:lnTo>
                <a:lnTo>
                  <a:pt x="34800" y="37875"/>
                </a:lnTo>
                <a:lnTo>
                  <a:pt x="34800" y="38025"/>
                </a:lnTo>
                <a:lnTo>
                  <a:pt x="34650" y="38250"/>
                </a:lnTo>
                <a:lnTo>
                  <a:pt x="34650" y="38325"/>
                </a:lnTo>
                <a:lnTo>
                  <a:pt x="34575" y="38400"/>
                </a:lnTo>
                <a:lnTo>
                  <a:pt x="34575" y="38550"/>
                </a:lnTo>
                <a:lnTo>
                  <a:pt x="34275" y="39150"/>
                </a:lnTo>
                <a:lnTo>
                  <a:pt x="34200" y="39225"/>
                </a:lnTo>
                <a:lnTo>
                  <a:pt x="34200" y="39300"/>
                </a:lnTo>
                <a:lnTo>
                  <a:pt x="34050" y="39525"/>
                </a:lnTo>
                <a:lnTo>
                  <a:pt x="34050" y="39675"/>
                </a:lnTo>
                <a:lnTo>
                  <a:pt x="33975" y="39675"/>
                </a:lnTo>
                <a:lnTo>
                  <a:pt x="33975" y="39825"/>
                </a:lnTo>
                <a:lnTo>
                  <a:pt x="33900" y="39825"/>
                </a:lnTo>
                <a:lnTo>
                  <a:pt x="33900" y="39900"/>
                </a:lnTo>
                <a:lnTo>
                  <a:pt x="33825" y="39975"/>
                </a:lnTo>
                <a:lnTo>
                  <a:pt x="33825" y="40050"/>
                </a:lnTo>
                <a:lnTo>
                  <a:pt x="33750" y="40125"/>
                </a:lnTo>
                <a:lnTo>
                  <a:pt x="33750" y="40200"/>
                </a:lnTo>
                <a:lnTo>
                  <a:pt x="33675" y="40200"/>
                </a:lnTo>
                <a:lnTo>
                  <a:pt x="33675" y="40350"/>
                </a:lnTo>
                <a:lnTo>
                  <a:pt x="33600" y="40350"/>
                </a:lnTo>
                <a:lnTo>
                  <a:pt x="33600" y="40500"/>
                </a:lnTo>
                <a:lnTo>
                  <a:pt x="33525" y="40500"/>
                </a:lnTo>
                <a:lnTo>
                  <a:pt x="33450" y="40575"/>
                </a:lnTo>
                <a:lnTo>
                  <a:pt x="33450" y="40650"/>
                </a:lnTo>
                <a:lnTo>
                  <a:pt x="33375" y="40725"/>
                </a:lnTo>
                <a:lnTo>
                  <a:pt x="33150" y="41175"/>
                </a:lnTo>
                <a:lnTo>
                  <a:pt x="33075" y="41250"/>
                </a:lnTo>
                <a:lnTo>
                  <a:pt x="33075" y="41325"/>
                </a:lnTo>
                <a:lnTo>
                  <a:pt x="32925" y="41550"/>
                </a:lnTo>
                <a:lnTo>
                  <a:pt x="32850" y="41550"/>
                </a:lnTo>
                <a:lnTo>
                  <a:pt x="32550" y="42075"/>
                </a:lnTo>
                <a:lnTo>
                  <a:pt x="32400" y="42150"/>
                </a:lnTo>
                <a:lnTo>
                  <a:pt x="32400" y="42225"/>
                </a:lnTo>
                <a:lnTo>
                  <a:pt x="32325" y="42300"/>
                </a:lnTo>
                <a:lnTo>
                  <a:pt x="32175" y="42600"/>
                </a:lnTo>
                <a:lnTo>
                  <a:pt x="32100" y="42600"/>
                </a:lnTo>
                <a:lnTo>
                  <a:pt x="32025" y="42675"/>
                </a:lnTo>
                <a:lnTo>
                  <a:pt x="31875" y="42975"/>
                </a:lnTo>
                <a:lnTo>
                  <a:pt x="31800" y="42975"/>
                </a:lnTo>
                <a:lnTo>
                  <a:pt x="31725" y="43050"/>
                </a:lnTo>
                <a:lnTo>
                  <a:pt x="31650" y="43200"/>
                </a:lnTo>
                <a:lnTo>
                  <a:pt x="31425" y="43425"/>
                </a:lnTo>
                <a:lnTo>
                  <a:pt x="31350" y="43575"/>
                </a:lnTo>
                <a:lnTo>
                  <a:pt x="31275" y="43575"/>
                </a:lnTo>
                <a:lnTo>
                  <a:pt x="31200" y="43650"/>
                </a:lnTo>
                <a:lnTo>
                  <a:pt x="31200" y="43725"/>
                </a:lnTo>
                <a:lnTo>
                  <a:pt x="31125" y="43800"/>
                </a:lnTo>
                <a:lnTo>
                  <a:pt x="31050" y="43800"/>
                </a:lnTo>
                <a:lnTo>
                  <a:pt x="30975" y="43950"/>
                </a:lnTo>
                <a:lnTo>
                  <a:pt x="30525" y="44400"/>
                </a:lnTo>
                <a:lnTo>
                  <a:pt x="30450" y="44550"/>
                </a:lnTo>
                <a:lnTo>
                  <a:pt x="30375" y="44550"/>
                </a:lnTo>
                <a:lnTo>
                  <a:pt x="29925" y="45000"/>
                </a:lnTo>
                <a:lnTo>
                  <a:pt x="29775" y="45075"/>
                </a:lnTo>
                <a:lnTo>
                  <a:pt x="29775" y="45150"/>
                </a:lnTo>
                <a:lnTo>
                  <a:pt x="29550" y="45300"/>
                </a:lnTo>
                <a:lnTo>
                  <a:pt x="29550" y="45375"/>
                </a:lnTo>
                <a:lnTo>
                  <a:pt x="29400" y="45450"/>
                </a:lnTo>
                <a:lnTo>
                  <a:pt x="29325" y="45525"/>
                </a:lnTo>
                <a:lnTo>
                  <a:pt x="29325" y="45600"/>
                </a:lnTo>
                <a:lnTo>
                  <a:pt x="29025" y="45750"/>
                </a:lnTo>
                <a:lnTo>
                  <a:pt x="29025" y="45825"/>
                </a:lnTo>
                <a:lnTo>
                  <a:pt x="28950" y="45900"/>
                </a:lnTo>
                <a:lnTo>
                  <a:pt x="28875" y="45900"/>
                </a:lnTo>
                <a:lnTo>
                  <a:pt x="28650" y="46125"/>
                </a:lnTo>
                <a:lnTo>
                  <a:pt x="28200" y="46425"/>
                </a:lnTo>
                <a:lnTo>
                  <a:pt x="27975" y="46650"/>
                </a:lnTo>
                <a:lnTo>
                  <a:pt x="27825" y="46725"/>
                </a:lnTo>
                <a:lnTo>
                  <a:pt x="27675" y="46875"/>
                </a:lnTo>
                <a:lnTo>
                  <a:pt x="27375" y="47025"/>
                </a:lnTo>
                <a:lnTo>
                  <a:pt x="27225" y="47175"/>
                </a:lnTo>
                <a:lnTo>
                  <a:pt x="26925" y="47325"/>
                </a:lnTo>
                <a:lnTo>
                  <a:pt x="26775" y="47475"/>
                </a:lnTo>
                <a:lnTo>
                  <a:pt x="26325" y="47700"/>
                </a:lnTo>
                <a:lnTo>
                  <a:pt x="26325" y="47775"/>
                </a:lnTo>
                <a:lnTo>
                  <a:pt x="25725" y="48075"/>
                </a:lnTo>
                <a:lnTo>
                  <a:pt x="25725" y="48150"/>
                </a:lnTo>
                <a:lnTo>
                  <a:pt x="24900" y="48525"/>
                </a:lnTo>
                <a:lnTo>
                  <a:pt x="24900" y="48600"/>
                </a:lnTo>
                <a:lnTo>
                  <a:pt x="24600" y="48750"/>
                </a:lnTo>
                <a:lnTo>
                  <a:pt x="24525" y="48750"/>
                </a:lnTo>
                <a:lnTo>
                  <a:pt x="23925" y="49050"/>
                </a:lnTo>
                <a:lnTo>
                  <a:pt x="23850" y="49050"/>
                </a:lnTo>
                <a:lnTo>
                  <a:pt x="23400" y="49275"/>
                </a:lnTo>
                <a:lnTo>
                  <a:pt x="23175" y="49350"/>
                </a:lnTo>
                <a:lnTo>
                  <a:pt x="23175" y="49425"/>
                </a:lnTo>
                <a:lnTo>
                  <a:pt x="23025" y="49425"/>
                </a:lnTo>
                <a:lnTo>
                  <a:pt x="23025" y="49500"/>
                </a:lnTo>
                <a:lnTo>
                  <a:pt x="22875" y="49500"/>
                </a:lnTo>
                <a:lnTo>
                  <a:pt x="22875" y="49575"/>
                </a:lnTo>
                <a:lnTo>
                  <a:pt x="22650" y="49575"/>
                </a:lnTo>
                <a:lnTo>
                  <a:pt x="22650" y="49650"/>
                </a:lnTo>
                <a:lnTo>
                  <a:pt x="22500" y="49650"/>
                </a:lnTo>
                <a:lnTo>
                  <a:pt x="22500" y="49725"/>
                </a:lnTo>
                <a:lnTo>
                  <a:pt x="22350" y="49725"/>
                </a:lnTo>
                <a:lnTo>
                  <a:pt x="22275" y="49800"/>
                </a:lnTo>
                <a:lnTo>
                  <a:pt x="22125" y="49800"/>
                </a:lnTo>
                <a:lnTo>
                  <a:pt x="21975" y="49875"/>
                </a:lnTo>
                <a:lnTo>
                  <a:pt x="21900" y="49875"/>
                </a:lnTo>
                <a:lnTo>
                  <a:pt x="20850" y="50325"/>
                </a:lnTo>
                <a:lnTo>
                  <a:pt x="20625" y="50400"/>
                </a:lnTo>
                <a:lnTo>
                  <a:pt x="20400" y="50400"/>
                </a:lnTo>
                <a:lnTo>
                  <a:pt x="20100" y="50550"/>
                </a:lnTo>
                <a:lnTo>
                  <a:pt x="20025" y="50550"/>
                </a:lnTo>
                <a:lnTo>
                  <a:pt x="19650" y="50700"/>
                </a:lnTo>
                <a:lnTo>
                  <a:pt x="19425" y="50700"/>
                </a:lnTo>
                <a:lnTo>
                  <a:pt x="18900" y="50925"/>
                </a:lnTo>
                <a:lnTo>
                  <a:pt x="18975" y="50925"/>
                </a:lnTo>
                <a:lnTo>
                  <a:pt x="19425" y="51450"/>
                </a:lnTo>
                <a:lnTo>
                  <a:pt x="19650" y="51600"/>
                </a:lnTo>
                <a:lnTo>
                  <a:pt x="20550" y="52500"/>
                </a:lnTo>
                <a:lnTo>
                  <a:pt x="20775" y="52650"/>
                </a:lnTo>
                <a:lnTo>
                  <a:pt x="21525" y="53400"/>
                </a:lnTo>
                <a:lnTo>
                  <a:pt x="21750" y="53550"/>
                </a:lnTo>
                <a:lnTo>
                  <a:pt x="22350" y="54150"/>
                </a:lnTo>
                <a:lnTo>
                  <a:pt x="22500" y="54375"/>
                </a:lnTo>
                <a:lnTo>
                  <a:pt x="22650" y="54525"/>
                </a:lnTo>
                <a:lnTo>
                  <a:pt x="22875" y="54675"/>
                </a:lnTo>
                <a:lnTo>
                  <a:pt x="23625" y="55425"/>
                </a:lnTo>
                <a:lnTo>
                  <a:pt x="23850" y="55575"/>
                </a:lnTo>
                <a:lnTo>
                  <a:pt x="24600" y="56325"/>
                </a:lnTo>
                <a:lnTo>
                  <a:pt x="24825" y="56475"/>
                </a:lnTo>
                <a:lnTo>
                  <a:pt x="26700" y="58350"/>
                </a:lnTo>
                <a:lnTo>
                  <a:pt x="26925" y="58500"/>
                </a:lnTo>
                <a:lnTo>
                  <a:pt x="27675" y="59250"/>
                </a:lnTo>
                <a:lnTo>
                  <a:pt x="27900" y="59400"/>
                </a:lnTo>
                <a:lnTo>
                  <a:pt x="28800" y="60300"/>
                </a:lnTo>
                <a:lnTo>
                  <a:pt x="29025" y="60450"/>
                </a:lnTo>
                <a:lnTo>
                  <a:pt x="29175" y="60600"/>
                </a:lnTo>
                <a:lnTo>
                  <a:pt x="29325" y="60825"/>
                </a:lnTo>
                <a:lnTo>
                  <a:pt x="29775" y="61275"/>
                </a:lnTo>
                <a:lnTo>
                  <a:pt x="30000" y="61425"/>
                </a:lnTo>
                <a:lnTo>
                  <a:pt x="30900" y="62325"/>
                </a:lnTo>
                <a:lnTo>
                  <a:pt x="31125" y="62475"/>
                </a:lnTo>
                <a:lnTo>
                  <a:pt x="31725" y="63075"/>
                </a:lnTo>
                <a:lnTo>
                  <a:pt x="27675" y="66750"/>
                </a:lnTo>
                <a:lnTo>
                  <a:pt x="26550" y="65700"/>
                </a:lnTo>
                <a:lnTo>
                  <a:pt x="26325" y="65550"/>
                </a:lnTo>
                <a:lnTo>
                  <a:pt x="26025" y="65250"/>
                </a:lnTo>
                <a:lnTo>
                  <a:pt x="25875" y="65025"/>
                </a:lnTo>
                <a:lnTo>
                  <a:pt x="25425" y="64575"/>
                </a:lnTo>
                <a:lnTo>
                  <a:pt x="25200" y="64425"/>
                </a:lnTo>
                <a:lnTo>
                  <a:pt x="24450" y="63675"/>
                </a:lnTo>
                <a:lnTo>
                  <a:pt x="24225" y="63525"/>
                </a:lnTo>
                <a:lnTo>
                  <a:pt x="23475" y="62775"/>
                </a:lnTo>
                <a:lnTo>
                  <a:pt x="23250" y="62625"/>
                </a:lnTo>
                <a:lnTo>
                  <a:pt x="22800" y="62175"/>
                </a:lnTo>
                <a:lnTo>
                  <a:pt x="22650" y="61950"/>
                </a:lnTo>
                <a:lnTo>
                  <a:pt x="22350" y="61650"/>
                </a:lnTo>
                <a:lnTo>
                  <a:pt x="22125" y="61500"/>
                </a:lnTo>
                <a:lnTo>
                  <a:pt x="21375" y="60750"/>
                </a:lnTo>
                <a:lnTo>
                  <a:pt x="21150" y="60600"/>
                </a:lnTo>
                <a:lnTo>
                  <a:pt x="20250" y="59700"/>
                </a:lnTo>
                <a:lnTo>
                  <a:pt x="20025" y="59550"/>
                </a:lnTo>
                <a:lnTo>
                  <a:pt x="19425" y="58950"/>
                </a:lnTo>
                <a:lnTo>
                  <a:pt x="19275" y="58725"/>
                </a:lnTo>
                <a:lnTo>
                  <a:pt x="19050" y="58575"/>
                </a:lnTo>
                <a:lnTo>
                  <a:pt x="18300" y="57825"/>
                </a:lnTo>
                <a:lnTo>
                  <a:pt x="18075" y="57675"/>
                </a:lnTo>
                <a:lnTo>
                  <a:pt x="17175" y="56775"/>
                </a:lnTo>
                <a:lnTo>
                  <a:pt x="16950" y="56625"/>
                </a:lnTo>
                <a:lnTo>
                  <a:pt x="16200" y="55875"/>
                </a:lnTo>
                <a:lnTo>
                  <a:pt x="15975" y="55725"/>
                </a:lnTo>
                <a:lnTo>
                  <a:pt x="15825" y="55500"/>
                </a:lnTo>
                <a:lnTo>
                  <a:pt x="15225" y="54900"/>
                </a:lnTo>
                <a:lnTo>
                  <a:pt x="15000" y="54750"/>
                </a:lnTo>
                <a:lnTo>
                  <a:pt x="14100" y="53850"/>
                </a:lnTo>
                <a:lnTo>
                  <a:pt x="13875" y="53700"/>
                </a:lnTo>
                <a:lnTo>
                  <a:pt x="13125" y="52950"/>
                </a:lnTo>
                <a:lnTo>
                  <a:pt x="12900" y="52800"/>
                </a:lnTo>
                <a:lnTo>
                  <a:pt x="12450" y="52275"/>
                </a:lnTo>
                <a:lnTo>
                  <a:pt x="12000" y="51825"/>
                </a:lnTo>
                <a:lnTo>
                  <a:pt x="11175" y="51075"/>
                </a:lnTo>
                <a:lnTo>
                  <a:pt x="10875" y="50850"/>
                </a:lnTo>
                <a:lnTo>
                  <a:pt x="10425" y="49875"/>
                </a:lnTo>
                <a:lnTo>
                  <a:pt x="10350" y="49575"/>
                </a:lnTo>
                <a:lnTo>
                  <a:pt x="10350" y="48900"/>
                </a:lnTo>
                <a:lnTo>
                  <a:pt x="10425" y="48525"/>
                </a:lnTo>
                <a:lnTo>
                  <a:pt x="10725" y="47925"/>
                </a:lnTo>
                <a:lnTo>
                  <a:pt x="10950" y="47625"/>
                </a:lnTo>
                <a:lnTo>
                  <a:pt x="11250" y="47400"/>
                </a:lnTo>
                <a:lnTo>
                  <a:pt x="11475" y="47175"/>
                </a:lnTo>
                <a:lnTo>
                  <a:pt x="12150" y="46800"/>
                </a:lnTo>
                <a:lnTo>
                  <a:pt x="12900" y="46650"/>
                </a:lnTo>
                <a:lnTo>
                  <a:pt x="13050" y="46650"/>
                </a:lnTo>
                <a:lnTo>
                  <a:pt x="13275" y="46575"/>
                </a:lnTo>
                <a:lnTo>
                  <a:pt x="13650" y="46575"/>
                </a:lnTo>
                <a:lnTo>
                  <a:pt x="13800" y="46500"/>
                </a:lnTo>
                <a:lnTo>
                  <a:pt x="14175" y="46500"/>
                </a:lnTo>
                <a:lnTo>
                  <a:pt x="14400" y="46425"/>
                </a:lnTo>
                <a:lnTo>
                  <a:pt x="14700" y="46425"/>
                </a:lnTo>
                <a:lnTo>
                  <a:pt x="14925" y="46350"/>
                </a:lnTo>
                <a:lnTo>
                  <a:pt x="15450" y="46275"/>
                </a:lnTo>
                <a:lnTo>
                  <a:pt x="15600" y="46200"/>
                </a:lnTo>
                <a:lnTo>
                  <a:pt x="15975" y="46200"/>
                </a:lnTo>
                <a:lnTo>
                  <a:pt x="16125" y="46125"/>
                </a:lnTo>
                <a:lnTo>
                  <a:pt x="16650" y="46050"/>
                </a:lnTo>
                <a:lnTo>
                  <a:pt x="16950" y="45900"/>
                </a:lnTo>
                <a:lnTo>
                  <a:pt x="17100" y="45900"/>
                </a:lnTo>
                <a:lnTo>
                  <a:pt x="17325" y="45825"/>
                </a:lnTo>
                <a:lnTo>
                  <a:pt x="17475" y="45825"/>
                </a:lnTo>
                <a:lnTo>
                  <a:pt x="17625" y="45750"/>
                </a:lnTo>
                <a:lnTo>
                  <a:pt x="17775" y="45750"/>
                </a:lnTo>
                <a:lnTo>
                  <a:pt x="18075" y="45600"/>
                </a:lnTo>
                <a:lnTo>
                  <a:pt x="18225" y="45600"/>
                </a:lnTo>
                <a:lnTo>
                  <a:pt x="18525" y="45450"/>
                </a:lnTo>
                <a:lnTo>
                  <a:pt x="18675" y="45450"/>
                </a:lnTo>
                <a:lnTo>
                  <a:pt x="18975" y="45300"/>
                </a:lnTo>
                <a:lnTo>
                  <a:pt x="19125" y="45300"/>
                </a:lnTo>
                <a:lnTo>
                  <a:pt x="19425" y="45150"/>
                </a:lnTo>
                <a:lnTo>
                  <a:pt x="19575" y="45150"/>
                </a:lnTo>
                <a:lnTo>
                  <a:pt x="20025" y="44925"/>
                </a:lnTo>
                <a:lnTo>
                  <a:pt x="20175" y="44925"/>
                </a:lnTo>
                <a:lnTo>
                  <a:pt x="20625" y="44700"/>
                </a:lnTo>
                <a:lnTo>
                  <a:pt x="20700" y="44625"/>
                </a:lnTo>
                <a:lnTo>
                  <a:pt x="20850" y="44625"/>
                </a:lnTo>
                <a:lnTo>
                  <a:pt x="21675" y="44175"/>
                </a:lnTo>
                <a:lnTo>
                  <a:pt x="21825" y="44175"/>
                </a:lnTo>
                <a:lnTo>
                  <a:pt x="21900" y="44100"/>
                </a:lnTo>
                <a:lnTo>
                  <a:pt x="22950" y="43500"/>
                </a:lnTo>
                <a:lnTo>
                  <a:pt x="24300" y="42600"/>
                </a:lnTo>
                <a:lnTo>
                  <a:pt x="24450" y="42450"/>
                </a:lnTo>
                <a:lnTo>
                  <a:pt x="25125" y="42000"/>
                </a:lnTo>
                <a:lnTo>
                  <a:pt x="25650" y="41475"/>
                </a:lnTo>
                <a:lnTo>
                  <a:pt x="25800" y="41400"/>
                </a:lnTo>
                <a:lnTo>
                  <a:pt x="26025" y="41175"/>
                </a:lnTo>
                <a:lnTo>
                  <a:pt x="26100" y="41025"/>
                </a:lnTo>
                <a:lnTo>
                  <a:pt x="26250" y="40950"/>
                </a:lnTo>
                <a:lnTo>
                  <a:pt x="26550" y="40650"/>
                </a:lnTo>
                <a:lnTo>
                  <a:pt x="26700" y="40425"/>
                </a:lnTo>
                <a:lnTo>
                  <a:pt x="26850" y="40350"/>
                </a:lnTo>
                <a:lnTo>
                  <a:pt x="27000" y="40200"/>
                </a:lnTo>
                <a:lnTo>
                  <a:pt x="27075" y="40050"/>
                </a:lnTo>
                <a:lnTo>
                  <a:pt x="27300" y="39825"/>
                </a:lnTo>
                <a:lnTo>
                  <a:pt x="27375" y="39675"/>
                </a:lnTo>
                <a:lnTo>
                  <a:pt x="27600" y="39450"/>
                </a:lnTo>
                <a:lnTo>
                  <a:pt x="27675" y="39300"/>
                </a:lnTo>
                <a:lnTo>
                  <a:pt x="27825" y="39150"/>
                </a:lnTo>
                <a:lnTo>
                  <a:pt x="27825" y="39075"/>
                </a:lnTo>
                <a:lnTo>
                  <a:pt x="27900" y="38925"/>
                </a:lnTo>
                <a:lnTo>
                  <a:pt x="28275" y="38475"/>
                </a:lnTo>
                <a:lnTo>
                  <a:pt x="28275" y="38400"/>
                </a:lnTo>
                <a:lnTo>
                  <a:pt x="28350" y="38250"/>
                </a:lnTo>
                <a:lnTo>
                  <a:pt x="28500" y="38100"/>
                </a:lnTo>
                <a:lnTo>
                  <a:pt x="28575" y="37950"/>
                </a:lnTo>
                <a:lnTo>
                  <a:pt x="28575" y="37875"/>
                </a:lnTo>
                <a:lnTo>
                  <a:pt x="28800" y="37575"/>
                </a:lnTo>
                <a:lnTo>
                  <a:pt x="28800" y="37500"/>
                </a:lnTo>
                <a:lnTo>
                  <a:pt x="28950" y="37275"/>
                </a:lnTo>
                <a:lnTo>
                  <a:pt x="28950" y="37200"/>
                </a:lnTo>
                <a:lnTo>
                  <a:pt x="29100" y="36975"/>
                </a:lnTo>
                <a:lnTo>
                  <a:pt x="29100" y="36900"/>
                </a:lnTo>
                <a:lnTo>
                  <a:pt x="29175" y="36750"/>
                </a:lnTo>
                <a:lnTo>
                  <a:pt x="29250" y="36675"/>
                </a:lnTo>
                <a:lnTo>
                  <a:pt x="29325" y="36375"/>
                </a:lnTo>
                <a:lnTo>
                  <a:pt x="29400" y="36300"/>
                </a:lnTo>
                <a:lnTo>
                  <a:pt x="29475" y="36150"/>
                </a:lnTo>
                <a:lnTo>
                  <a:pt x="29475" y="36075"/>
                </a:lnTo>
                <a:lnTo>
                  <a:pt x="29550" y="36000"/>
                </a:lnTo>
                <a:lnTo>
                  <a:pt x="29550" y="35850"/>
                </a:lnTo>
                <a:lnTo>
                  <a:pt x="29625" y="35775"/>
                </a:lnTo>
                <a:lnTo>
                  <a:pt x="29625" y="35700"/>
                </a:lnTo>
                <a:lnTo>
                  <a:pt x="29775" y="35325"/>
                </a:lnTo>
                <a:lnTo>
                  <a:pt x="29775" y="35175"/>
                </a:lnTo>
                <a:lnTo>
                  <a:pt x="29850" y="35025"/>
                </a:lnTo>
                <a:lnTo>
                  <a:pt x="29850" y="34950"/>
                </a:lnTo>
                <a:lnTo>
                  <a:pt x="29925" y="34875"/>
                </a:lnTo>
                <a:lnTo>
                  <a:pt x="29925" y="34650"/>
                </a:lnTo>
                <a:lnTo>
                  <a:pt x="30000" y="34500"/>
                </a:lnTo>
                <a:lnTo>
                  <a:pt x="30000" y="34350"/>
                </a:lnTo>
                <a:lnTo>
                  <a:pt x="30075" y="34200"/>
                </a:lnTo>
                <a:lnTo>
                  <a:pt x="30075" y="34050"/>
                </a:lnTo>
                <a:lnTo>
                  <a:pt x="30150" y="33900"/>
                </a:lnTo>
                <a:lnTo>
                  <a:pt x="30150" y="33675"/>
                </a:lnTo>
                <a:lnTo>
                  <a:pt x="30225" y="33600"/>
                </a:lnTo>
                <a:lnTo>
                  <a:pt x="30225" y="33150"/>
                </a:lnTo>
                <a:lnTo>
                  <a:pt x="30300" y="33075"/>
                </a:lnTo>
                <a:lnTo>
                  <a:pt x="30300" y="32550"/>
                </a:lnTo>
                <a:lnTo>
                  <a:pt x="30375" y="32475"/>
                </a:lnTo>
                <a:lnTo>
                  <a:pt x="30375" y="30375"/>
                </a:lnTo>
                <a:lnTo>
                  <a:pt x="30300" y="30300"/>
                </a:lnTo>
                <a:lnTo>
                  <a:pt x="30300" y="29775"/>
                </a:lnTo>
                <a:lnTo>
                  <a:pt x="30225" y="29700"/>
                </a:lnTo>
                <a:lnTo>
                  <a:pt x="30225" y="29325"/>
                </a:lnTo>
                <a:lnTo>
                  <a:pt x="30150" y="29175"/>
                </a:lnTo>
                <a:lnTo>
                  <a:pt x="30150" y="29025"/>
                </a:lnTo>
                <a:lnTo>
                  <a:pt x="30075" y="28875"/>
                </a:lnTo>
                <a:lnTo>
                  <a:pt x="30075" y="28650"/>
                </a:lnTo>
                <a:lnTo>
                  <a:pt x="30000" y="28500"/>
                </a:lnTo>
                <a:lnTo>
                  <a:pt x="30000" y="28350"/>
                </a:lnTo>
                <a:lnTo>
                  <a:pt x="29925" y="28200"/>
                </a:lnTo>
                <a:lnTo>
                  <a:pt x="29925" y="28125"/>
                </a:lnTo>
                <a:lnTo>
                  <a:pt x="29850" y="28050"/>
                </a:lnTo>
                <a:lnTo>
                  <a:pt x="29850" y="27825"/>
                </a:lnTo>
                <a:lnTo>
                  <a:pt x="29775" y="27750"/>
                </a:lnTo>
                <a:lnTo>
                  <a:pt x="29700" y="27450"/>
                </a:lnTo>
                <a:lnTo>
                  <a:pt x="29550" y="27225"/>
                </a:lnTo>
                <a:lnTo>
                  <a:pt x="29550" y="27075"/>
                </a:lnTo>
                <a:lnTo>
                  <a:pt x="29400" y="26850"/>
                </a:lnTo>
                <a:lnTo>
                  <a:pt x="29400" y="26700"/>
                </a:lnTo>
                <a:lnTo>
                  <a:pt x="29325" y="26625"/>
                </a:lnTo>
                <a:lnTo>
                  <a:pt x="29325" y="26550"/>
                </a:lnTo>
                <a:lnTo>
                  <a:pt x="29250" y="26475"/>
                </a:lnTo>
                <a:lnTo>
                  <a:pt x="29250" y="26400"/>
                </a:lnTo>
                <a:lnTo>
                  <a:pt x="29100" y="26175"/>
                </a:lnTo>
                <a:lnTo>
                  <a:pt x="29100" y="26100"/>
                </a:lnTo>
                <a:lnTo>
                  <a:pt x="28950" y="25950"/>
                </a:lnTo>
                <a:lnTo>
                  <a:pt x="28950" y="25875"/>
                </a:lnTo>
                <a:lnTo>
                  <a:pt x="28800" y="25650"/>
                </a:lnTo>
                <a:lnTo>
                  <a:pt x="28800" y="25575"/>
                </a:lnTo>
                <a:lnTo>
                  <a:pt x="28650" y="25425"/>
                </a:lnTo>
                <a:lnTo>
                  <a:pt x="28650" y="25350"/>
                </a:lnTo>
                <a:lnTo>
                  <a:pt x="28425" y="25050"/>
                </a:lnTo>
                <a:lnTo>
                  <a:pt x="28425" y="24975"/>
                </a:lnTo>
                <a:lnTo>
                  <a:pt x="28125" y="24675"/>
                </a:lnTo>
                <a:lnTo>
                  <a:pt x="28125" y="24600"/>
                </a:lnTo>
                <a:lnTo>
                  <a:pt x="27825" y="24300"/>
                </a:lnTo>
                <a:lnTo>
                  <a:pt x="27750" y="24150"/>
                </a:lnTo>
                <a:lnTo>
                  <a:pt x="27750" y="24075"/>
                </a:lnTo>
                <a:lnTo>
                  <a:pt x="26850" y="23175"/>
                </a:lnTo>
                <a:lnTo>
                  <a:pt x="26775" y="23175"/>
                </a:lnTo>
                <a:lnTo>
                  <a:pt x="26325" y="22725"/>
                </a:lnTo>
                <a:lnTo>
                  <a:pt x="26175" y="22650"/>
                </a:lnTo>
                <a:lnTo>
                  <a:pt x="25950" y="22425"/>
                </a:lnTo>
                <a:lnTo>
                  <a:pt x="25875" y="22425"/>
                </a:lnTo>
                <a:lnTo>
                  <a:pt x="25725" y="22275"/>
                </a:lnTo>
                <a:lnTo>
                  <a:pt x="25575" y="22200"/>
                </a:lnTo>
                <a:lnTo>
                  <a:pt x="25350" y="21975"/>
                </a:lnTo>
                <a:lnTo>
                  <a:pt x="25200" y="21975"/>
                </a:lnTo>
                <a:lnTo>
                  <a:pt x="24975" y="21750"/>
                </a:lnTo>
                <a:lnTo>
                  <a:pt x="24825" y="21675"/>
                </a:lnTo>
                <a:lnTo>
                  <a:pt x="24750" y="21675"/>
                </a:lnTo>
                <a:lnTo>
                  <a:pt x="24450" y="21450"/>
                </a:lnTo>
                <a:lnTo>
                  <a:pt x="24375" y="21450"/>
                </a:lnTo>
                <a:lnTo>
                  <a:pt x="24150" y="21300"/>
                </a:lnTo>
                <a:lnTo>
                  <a:pt x="24075" y="21300"/>
                </a:lnTo>
                <a:lnTo>
                  <a:pt x="23850" y="21150"/>
                </a:lnTo>
                <a:lnTo>
                  <a:pt x="23475" y="21000"/>
                </a:lnTo>
                <a:lnTo>
                  <a:pt x="23400" y="20925"/>
                </a:lnTo>
                <a:lnTo>
                  <a:pt x="23325" y="20925"/>
                </a:lnTo>
                <a:lnTo>
                  <a:pt x="22800" y="20700"/>
                </a:lnTo>
                <a:lnTo>
                  <a:pt x="22725" y="20700"/>
                </a:lnTo>
                <a:lnTo>
                  <a:pt x="22500" y="20550"/>
                </a:lnTo>
                <a:lnTo>
                  <a:pt x="22350" y="20550"/>
                </a:lnTo>
                <a:lnTo>
                  <a:pt x="22275" y="20475"/>
                </a:lnTo>
                <a:lnTo>
                  <a:pt x="22125" y="20475"/>
                </a:lnTo>
                <a:lnTo>
                  <a:pt x="21750" y="20325"/>
                </a:lnTo>
                <a:lnTo>
                  <a:pt x="21600" y="20325"/>
                </a:lnTo>
                <a:lnTo>
                  <a:pt x="21525" y="20250"/>
                </a:lnTo>
                <a:lnTo>
                  <a:pt x="21375" y="20250"/>
                </a:lnTo>
                <a:lnTo>
                  <a:pt x="21000" y="20100"/>
                </a:lnTo>
                <a:lnTo>
                  <a:pt x="20850" y="20100"/>
                </a:lnTo>
                <a:lnTo>
                  <a:pt x="20700" y="20025"/>
                </a:lnTo>
                <a:lnTo>
                  <a:pt x="20475" y="20025"/>
                </a:lnTo>
                <a:lnTo>
                  <a:pt x="20325" y="19950"/>
                </a:lnTo>
                <a:lnTo>
                  <a:pt x="20175" y="19950"/>
                </a:lnTo>
                <a:lnTo>
                  <a:pt x="20025" y="19875"/>
                </a:lnTo>
                <a:lnTo>
                  <a:pt x="19800" y="19875"/>
                </a:lnTo>
                <a:lnTo>
                  <a:pt x="19650" y="19800"/>
                </a:lnTo>
                <a:lnTo>
                  <a:pt x="19350" y="19800"/>
                </a:lnTo>
                <a:lnTo>
                  <a:pt x="19200" y="19725"/>
                </a:lnTo>
                <a:lnTo>
                  <a:pt x="18750" y="19725"/>
                </a:lnTo>
                <a:lnTo>
                  <a:pt x="18600" y="19650"/>
                </a:lnTo>
                <a:lnTo>
                  <a:pt x="18150" y="19650"/>
                </a:lnTo>
                <a:lnTo>
                  <a:pt x="18000" y="19575"/>
                </a:lnTo>
                <a:lnTo>
                  <a:pt x="17250" y="19575"/>
                </a:lnTo>
                <a:lnTo>
                  <a:pt x="17100" y="19500"/>
                </a:lnTo>
                <a:lnTo>
                  <a:pt x="14550" y="19500"/>
                </a:lnTo>
                <a:lnTo>
                  <a:pt x="14325" y="19575"/>
                </a:lnTo>
                <a:lnTo>
                  <a:pt x="13425" y="19575"/>
                </a:lnTo>
                <a:lnTo>
                  <a:pt x="13275" y="19650"/>
                </a:lnTo>
                <a:lnTo>
                  <a:pt x="12675" y="19650"/>
                </a:lnTo>
                <a:lnTo>
                  <a:pt x="12525" y="19725"/>
                </a:lnTo>
                <a:lnTo>
                  <a:pt x="12150" y="19725"/>
                </a:lnTo>
                <a:lnTo>
                  <a:pt x="11925" y="19800"/>
                </a:lnTo>
                <a:lnTo>
                  <a:pt x="11775" y="19800"/>
                </a:lnTo>
                <a:lnTo>
                  <a:pt x="10875" y="14625"/>
                </a:lnTo>
                <a:close/>
                <a:moveTo>
                  <a:pt x="78075" y="52500"/>
                </a:moveTo>
                <a:lnTo>
                  <a:pt x="78075" y="25725"/>
                </a:lnTo>
                <a:lnTo>
                  <a:pt x="78000" y="25575"/>
                </a:lnTo>
                <a:lnTo>
                  <a:pt x="78000" y="25050"/>
                </a:lnTo>
                <a:lnTo>
                  <a:pt x="77925" y="24900"/>
                </a:lnTo>
                <a:lnTo>
                  <a:pt x="77925" y="24600"/>
                </a:lnTo>
                <a:lnTo>
                  <a:pt x="77850" y="24450"/>
                </a:lnTo>
                <a:lnTo>
                  <a:pt x="77850" y="24225"/>
                </a:lnTo>
                <a:lnTo>
                  <a:pt x="77775" y="24075"/>
                </a:lnTo>
                <a:lnTo>
                  <a:pt x="77475" y="23100"/>
                </a:lnTo>
                <a:lnTo>
                  <a:pt x="77400" y="23025"/>
                </a:lnTo>
                <a:lnTo>
                  <a:pt x="77400" y="22875"/>
                </a:lnTo>
                <a:lnTo>
                  <a:pt x="77250" y="22725"/>
                </a:lnTo>
                <a:lnTo>
                  <a:pt x="77250" y="22575"/>
                </a:lnTo>
                <a:lnTo>
                  <a:pt x="77100" y="22425"/>
                </a:lnTo>
                <a:lnTo>
                  <a:pt x="77100" y="22350"/>
                </a:lnTo>
                <a:lnTo>
                  <a:pt x="77025" y="22200"/>
                </a:lnTo>
                <a:lnTo>
                  <a:pt x="76875" y="22050"/>
                </a:lnTo>
                <a:lnTo>
                  <a:pt x="76875" y="21975"/>
                </a:lnTo>
                <a:lnTo>
                  <a:pt x="76650" y="21750"/>
                </a:lnTo>
                <a:lnTo>
                  <a:pt x="76650" y="21675"/>
                </a:lnTo>
                <a:lnTo>
                  <a:pt x="76275" y="21300"/>
                </a:lnTo>
                <a:lnTo>
                  <a:pt x="76275" y="21225"/>
                </a:lnTo>
                <a:lnTo>
                  <a:pt x="76050" y="21000"/>
                </a:lnTo>
                <a:lnTo>
                  <a:pt x="75975" y="21000"/>
                </a:lnTo>
                <a:lnTo>
                  <a:pt x="75675" y="20700"/>
                </a:lnTo>
                <a:lnTo>
                  <a:pt x="75600" y="20700"/>
                </a:lnTo>
                <a:lnTo>
                  <a:pt x="75375" y="20475"/>
                </a:lnTo>
                <a:lnTo>
                  <a:pt x="75300" y="20475"/>
                </a:lnTo>
                <a:lnTo>
                  <a:pt x="75225" y="20400"/>
                </a:lnTo>
                <a:lnTo>
                  <a:pt x="75150" y="20400"/>
                </a:lnTo>
                <a:lnTo>
                  <a:pt x="75000" y="20250"/>
                </a:lnTo>
                <a:lnTo>
                  <a:pt x="74925" y="20250"/>
                </a:lnTo>
                <a:lnTo>
                  <a:pt x="74850" y="20175"/>
                </a:lnTo>
                <a:lnTo>
                  <a:pt x="74775" y="20175"/>
                </a:lnTo>
                <a:lnTo>
                  <a:pt x="74700" y="20100"/>
                </a:lnTo>
                <a:lnTo>
                  <a:pt x="74625" y="20100"/>
                </a:lnTo>
                <a:lnTo>
                  <a:pt x="74550" y="20025"/>
                </a:lnTo>
                <a:lnTo>
                  <a:pt x="74475" y="20025"/>
                </a:lnTo>
                <a:lnTo>
                  <a:pt x="74400" y="19950"/>
                </a:lnTo>
                <a:lnTo>
                  <a:pt x="74325" y="19950"/>
                </a:lnTo>
                <a:lnTo>
                  <a:pt x="74100" y="19800"/>
                </a:lnTo>
                <a:lnTo>
                  <a:pt x="73875" y="19800"/>
                </a:lnTo>
                <a:lnTo>
                  <a:pt x="73800" y="19725"/>
                </a:lnTo>
                <a:lnTo>
                  <a:pt x="73650" y="19725"/>
                </a:lnTo>
                <a:lnTo>
                  <a:pt x="73575" y="19650"/>
                </a:lnTo>
                <a:lnTo>
                  <a:pt x="73350" y="19650"/>
                </a:lnTo>
                <a:lnTo>
                  <a:pt x="73200" y="19575"/>
                </a:lnTo>
                <a:lnTo>
                  <a:pt x="72825" y="19575"/>
                </a:lnTo>
                <a:lnTo>
                  <a:pt x="72675" y="19500"/>
                </a:lnTo>
                <a:lnTo>
                  <a:pt x="71475" y="19500"/>
                </a:lnTo>
                <a:lnTo>
                  <a:pt x="71400" y="19575"/>
                </a:lnTo>
                <a:lnTo>
                  <a:pt x="71025" y="19575"/>
                </a:lnTo>
                <a:lnTo>
                  <a:pt x="70950" y="19650"/>
                </a:lnTo>
                <a:lnTo>
                  <a:pt x="70650" y="19650"/>
                </a:lnTo>
                <a:lnTo>
                  <a:pt x="70575" y="19725"/>
                </a:lnTo>
                <a:lnTo>
                  <a:pt x="70425" y="19725"/>
                </a:lnTo>
                <a:lnTo>
                  <a:pt x="70275" y="19800"/>
                </a:lnTo>
                <a:lnTo>
                  <a:pt x="70125" y="19800"/>
                </a:lnTo>
                <a:lnTo>
                  <a:pt x="69900" y="19950"/>
                </a:lnTo>
                <a:lnTo>
                  <a:pt x="69600" y="20025"/>
                </a:lnTo>
                <a:lnTo>
                  <a:pt x="69525" y="20100"/>
                </a:lnTo>
                <a:lnTo>
                  <a:pt x="69450" y="20100"/>
                </a:lnTo>
                <a:lnTo>
                  <a:pt x="69375" y="20175"/>
                </a:lnTo>
                <a:lnTo>
                  <a:pt x="69300" y="20175"/>
                </a:lnTo>
                <a:lnTo>
                  <a:pt x="69225" y="20250"/>
                </a:lnTo>
                <a:lnTo>
                  <a:pt x="69150" y="20250"/>
                </a:lnTo>
                <a:lnTo>
                  <a:pt x="68925" y="20400"/>
                </a:lnTo>
                <a:lnTo>
                  <a:pt x="68850" y="20400"/>
                </a:lnTo>
                <a:lnTo>
                  <a:pt x="68700" y="20550"/>
                </a:lnTo>
                <a:lnTo>
                  <a:pt x="68625" y="20550"/>
                </a:lnTo>
                <a:lnTo>
                  <a:pt x="68325" y="20850"/>
                </a:lnTo>
                <a:lnTo>
                  <a:pt x="68250" y="20850"/>
                </a:lnTo>
                <a:lnTo>
                  <a:pt x="67050" y="22050"/>
                </a:lnTo>
                <a:lnTo>
                  <a:pt x="67050" y="22200"/>
                </a:lnTo>
                <a:lnTo>
                  <a:pt x="66825" y="22425"/>
                </a:lnTo>
                <a:lnTo>
                  <a:pt x="66675" y="22650"/>
                </a:lnTo>
                <a:lnTo>
                  <a:pt x="66675" y="22725"/>
                </a:lnTo>
                <a:lnTo>
                  <a:pt x="66525" y="22950"/>
                </a:lnTo>
                <a:lnTo>
                  <a:pt x="66450" y="23100"/>
                </a:lnTo>
                <a:lnTo>
                  <a:pt x="66450" y="23175"/>
                </a:lnTo>
                <a:lnTo>
                  <a:pt x="66300" y="23400"/>
                </a:lnTo>
                <a:lnTo>
                  <a:pt x="66150" y="23775"/>
                </a:lnTo>
                <a:lnTo>
                  <a:pt x="66075" y="23850"/>
                </a:lnTo>
                <a:lnTo>
                  <a:pt x="66075" y="24000"/>
                </a:lnTo>
                <a:lnTo>
                  <a:pt x="65850" y="24525"/>
                </a:lnTo>
                <a:lnTo>
                  <a:pt x="65850" y="24675"/>
                </a:lnTo>
                <a:lnTo>
                  <a:pt x="65775" y="24750"/>
                </a:lnTo>
                <a:lnTo>
                  <a:pt x="65775" y="24900"/>
                </a:lnTo>
                <a:lnTo>
                  <a:pt x="65700" y="25050"/>
                </a:lnTo>
                <a:lnTo>
                  <a:pt x="65700" y="25350"/>
                </a:lnTo>
                <a:lnTo>
                  <a:pt x="65625" y="25500"/>
                </a:lnTo>
                <a:lnTo>
                  <a:pt x="65625" y="25650"/>
                </a:lnTo>
                <a:lnTo>
                  <a:pt x="65550" y="25800"/>
                </a:lnTo>
                <a:lnTo>
                  <a:pt x="65550" y="26100"/>
                </a:lnTo>
                <a:lnTo>
                  <a:pt x="65475" y="26250"/>
                </a:lnTo>
                <a:lnTo>
                  <a:pt x="65475" y="26925"/>
                </a:lnTo>
                <a:lnTo>
                  <a:pt x="65400" y="27075"/>
                </a:lnTo>
                <a:lnTo>
                  <a:pt x="65400" y="66750"/>
                </a:lnTo>
                <a:lnTo>
                  <a:pt x="59700" y="66750"/>
                </a:lnTo>
                <a:lnTo>
                  <a:pt x="59700" y="26775"/>
                </a:lnTo>
                <a:lnTo>
                  <a:pt x="59775" y="26775"/>
                </a:lnTo>
                <a:lnTo>
                  <a:pt x="59775" y="26475"/>
                </a:lnTo>
                <a:lnTo>
                  <a:pt x="59700" y="26475"/>
                </a:lnTo>
                <a:lnTo>
                  <a:pt x="59700" y="25725"/>
                </a:lnTo>
                <a:lnTo>
                  <a:pt x="59625" y="25575"/>
                </a:lnTo>
                <a:lnTo>
                  <a:pt x="59625" y="24975"/>
                </a:lnTo>
                <a:lnTo>
                  <a:pt x="59550" y="24825"/>
                </a:lnTo>
                <a:lnTo>
                  <a:pt x="59550" y="24600"/>
                </a:lnTo>
                <a:lnTo>
                  <a:pt x="59475" y="24450"/>
                </a:lnTo>
                <a:lnTo>
                  <a:pt x="59475" y="24225"/>
                </a:lnTo>
                <a:lnTo>
                  <a:pt x="59400" y="24075"/>
                </a:lnTo>
                <a:lnTo>
                  <a:pt x="59025" y="22875"/>
                </a:lnTo>
                <a:lnTo>
                  <a:pt x="58950" y="22800"/>
                </a:lnTo>
                <a:lnTo>
                  <a:pt x="58875" y="22650"/>
                </a:lnTo>
                <a:lnTo>
                  <a:pt x="58875" y="22575"/>
                </a:lnTo>
                <a:lnTo>
                  <a:pt x="58725" y="22425"/>
                </a:lnTo>
                <a:lnTo>
                  <a:pt x="58725" y="22350"/>
                </a:lnTo>
                <a:lnTo>
                  <a:pt x="58650" y="22200"/>
                </a:lnTo>
                <a:lnTo>
                  <a:pt x="58500" y="22050"/>
                </a:lnTo>
                <a:lnTo>
                  <a:pt x="58500" y="21975"/>
                </a:lnTo>
                <a:lnTo>
                  <a:pt x="58275" y="21750"/>
                </a:lnTo>
                <a:lnTo>
                  <a:pt x="58275" y="21675"/>
                </a:lnTo>
                <a:lnTo>
                  <a:pt x="57900" y="21300"/>
                </a:lnTo>
                <a:lnTo>
                  <a:pt x="57900" y="21225"/>
                </a:lnTo>
                <a:lnTo>
                  <a:pt x="57600" y="20925"/>
                </a:lnTo>
                <a:lnTo>
                  <a:pt x="57525" y="20925"/>
                </a:lnTo>
                <a:lnTo>
                  <a:pt x="57300" y="20700"/>
                </a:lnTo>
                <a:lnTo>
                  <a:pt x="57225" y="20700"/>
                </a:lnTo>
                <a:lnTo>
                  <a:pt x="57000" y="20475"/>
                </a:lnTo>
                <a:lnTo>
                  <a:pt x="56925" y="20475"/>
                </a:lnTo>
                <a:lnTo>
                  <a:pt x="56925" y="20400"/>
                </a:lnTo>
                <a:lnTo>
                  <a:pt x="56850" y="20400"/>
                </a:lnTo>
                <a:lnTo>
                  <a:pt x="56625" y="20250"/>
                </a:lnTo>
                <a:lnTo>
                  <a:pt x="56550" y="20250"/>
                </a:lnTo>
                <a:lnTo>
                  <a:pt x="56475" y="20175"/>
                </a:lnTo>
                <a:lnTo>
                  <a:pt x="56400" y="20175"/>
                </a:lnTo>
                <a:lnTo>
                  <a:pt x="56325" y="20100"/>
                </a:lnTo>
                <a:lnTo>
                  <a:pt x="56250" y="20100"/>
                </a:lnTo>
                <a:lnTo>
                  <a:pt x="56175" y="20025"/>
                </a:lnTo>
                <a:lnTo>
                  <a:pt x="56100" y="20025"/>
                </a:lnTo>
                <a:lnTo>
                  <a:pt x="56025" y="19950"/>
                </a:lnTo>
                <a:lnTo>
                  <a:pt x="55950" y="19950"/>
                </a:lnTo>
                <a:lnTo>
                  <a:pt x="55875" y="19875"/>
                </a:lnTo>
                <a:lnTo>
                  <a:pt x="55800" y="19875"/>
                </a:lnTo>
                <a:lnTo>
                  <a:pt x="55725" y="19800"/>
                </a:lnTo>
                <a:lnTo>
                  <a:pt x="55575" y="19800"/>
                </a:lnTo>
                <a:lnTo>
                  <a:pt x="55425" y="19725"/>
                </a:lnTo>
                <a:lnTo>
                  <a:pt x="55275" y="19725"/>
                </a:lnTo>
                <a:lnTo>
                  <a:pt x="55200" y="19650"/>
                </a:lnTo>
                <a:lnTo>
                  <a:pt x="54975" y="19650"/>
                </a:lnTo>
                <a:lnTo>
                  <a:pt x="54825" y="19575"/>
                </a:lnTo>
                <a:lnTo>
                  <a:pt x="54450" y="19575"/>
                </a:lnTo>
                <a:lnTo>
                  <a:pt x="54300" y="19500"/>
                </a:lnTo>
                <a:lnTo>
                  <a:pt x="53100" y="19500"/>
                </a:lnTo>
                <a:lnTo>
                  <a:pt x="53025" y="19575"/>
                </a:lnTo>
                <a:lnTo>
                  <a:pt x="52650" y="19575"/>
                </a:lnTo>
                <a:lnTo>
                  <a:pt x="52575" y="19650"/>
                </a:lnTo>
                <a:lnTo>
                  <a:pt x="52275" y="19650"/>
                </a:lnTo>
                <a:lnTo>
                  <a:pt x="52200" y="19725"/>
                </a:lnTo>
                <a:lnTo>
                  <a:pt x="52050" y="19725"/>
                </a:lnTo>
                <a:lnTo>
                  <a:pt x="51900" y="19800"/>
                </a:lnTo>
                <a:lnTo>
                  <a:pt x="51750" y="19800"/>
                </a:lnTo>
                <a:lnTo>
                  <a:pt x="51675" y="19875"/>
                </a:lnTo>
                <a:lnTo>
                  <a:pt x="51600" y="19875"/>
                </a:lnTo>
                <a:lnTo>
                  <a:pt x="51525" y="19950"/>
                </a:lnTo>
                <a:lnTo>
                  <a:pt x="51375" y="19950"/>
                </a:lnTo>
                <a:lnTo>
                  <a:pt x="51300" y="20025"/>
                </a:lnTo>
                <a:lnTo>
                  <a:pt x="51225" y="20025"/>
                </a:lnTo>
                <a:lnTo>
                  <a:pt x="51150" y="20100"/>
                </a:lnTo>
                <a:lnTo>
                  <a:pt x="51075" y="20100"/>
                </a:lnTo>
                <a:lnTo>
                  <a:pt x="50850" y="20250"/>
                </a:lnTo>
                <a:lnTo>
                  <a:pt x="50700" y="20250"/>
                </a:lnTo>
                <a:lnTo>
                  <a:pt x="50550" y="20400"/>
                </a:lnTo>
                <a:lnTo>
                  <a:pt x="50475" y="20400"/>
                </a:lnTo>
                <a:lnTo>
                  <a:pt x="50325" y="20550"/>
                </a:lnTo>
                <a:lnTo>
                  <a:pt x="50250" y="20550"/>
                </a:lnTo>
                <a:lnTo>
                  <a:pt x="49950" y="20850"/>
                </a:lnTo>
                <a:lnTo>
                  <a:pt x="49875" y="20850"/>
                </a:lnTo>
                <a:lnTo>
                  <a:pt x="48675" y="22050"/>
                </a:lnTo>
                <a:lnTo>
                  <a:pt x="48675" y="22200"/>
                </a:lnTo>
                <a:lnTo>
                  <a:pt x="48450" y="22425"/>
                </a:lnTo>
                <a:lnTo>
                  <a:pt x="48300" y="22650"/>
                </a:lnTo>
                <a:lnTo>
                  <a:pt x="48300" y="22725"/>
                </a:lnTo>
                <a:lnTo>
                  <a:pt x="48225" y="22875"/>
                </a:lnTo>
                <a:lnTo>
                  <a:pt x="48075" y="23025"/>
                </a:lnTo>
                <a:lnTo>
                  <a:pt x="48000" y="23175"/>
                </a:lnTo>
                <a:lnTo>
                  <a:pt x="48000" y="23250"/>
                </a:lnTo>
                <a:lnTo>
                  <a:pt x="47850" y="23475"/>
                </a:lnTo>
                <a:lnTo>
                  <a:pt x="47850" y="23625"/>
                </a:lnTo>
                <a:lnTo>
                  <a:pt x="47700" y="23850"/>
                </a:lnTo>
                <a:lnTo>
                  <a:pt x="47700" y="24000"/>
                </a:lnTo>
                <a:lnTo>
                  <a:pt x="47625" y="24075"/>
                </a:lnTo>
                <a:lnTo>
                  <a:pt x="47625" y="24225"/>
                </a:lnTo>
                <a:lnTo>
                  <a:pt x="47475" y="24525"/>
                </a:lnTo>
                <a:lnTo>
                  <a:pt x="47475" y="24600"/>
                </a:lnTo>
                <a:lnTo>
                  <a:pt x="47400" y="24750"/>
                </a:lnTo>
                <a:lnTo>
                  <a:pt x="47400" y="24900"/>
                </a:lnTo>
                <a:lnTo>
                  <a:pt x="47325" y="25050"/>
                </a:lnTo>
                <a:lnTo>
                  <a:pt x="47325" y="25350"/>
                </a:lnTo>
                <a:lnTo>
                  <a:pt x="47250" y="25500"/>
                </a:lnTo>
                <a:lnTo>
                  <a:pt x="47250" y="25650"/>
                </a:lnTo>
                <a:lnTo>
                  <a:pt x="47175" y="25800"/>
                </a:lnTo>
                <a:lnTo>
                  <a:pt x="47175" y="26100"/>
                </a:lnTo>
                <a:lnTo>
                  <a:pt x="47100" y="26250"/>
                </a:lnTo>
                <a:lnTo>
                  <a:pt x="47100" y="26925"/>
                </a:lnTo>
                <a:lnTo>
                  <a:pt x="47025" y="27075"/>
                </a:lnTo>
                <a:lnTo>
                  <a:pt x="47025" y="52500"/>
                </a:lnTo>
                <a:lnTo>
                  <a:pt x="41325" y="52500"/>
                </a:lnTo>
                <a:lnTo>
                  <a:pt x="41325" y="26775"/>
                </a:lnTo>
                <a:lnTo>
                  <a:pt x="41400" y="26775"/>
                </a:lnTo>
                <a:lnTo>
                  <a:pt x="41400" y="26025"/>
                </a:lnTo>
                <a:lnTo>
                  <a:pt x="41475" y="25875"/>
                </a:lnTo>
                <a:lnTo>
                  <a:pt x="41475" y="25350"/>
                </a:lnTo>
                <a:lnTo>
                  <a:pt x="41550" y="25200"/>
                </a:lnTo>
                <a:lnTo>
                  <a:pt x="41550" y="24900"/>
                </a:lnTo>
                <a:lnTo>
                  <a:pt x="41625" y="24750"/>
                </a:lnTo>
                <a:lnTo>
                  <a:pt x="41625" y="24525"/>
                </a:lnTo>
                <a:lnTo>
                  <a:pt x="41775" y="24075"/>
                </a:lnTo>
                <a:lnTo>
                  <a:pt x="41775" y="23850"/>
                </a:lnTo>
                <a:lnTo>
                  <a:pt x="41925" y="23475"/>
                </a:lnTo>
                <a:lnTo>
                  <a:pt x="41925" y="23250"/>
                </a:lnTo>
                <a:lnTo>
                  <a:pt x="42000" y="23250"/>
                </a:lnTo>
                <a:lnTo>
                  <a:pt x="42000" y="23025"/>
                </a:lnTo>
                <a:lnTo>
                  <a:pt x="42225" y="22500"/>
                </a:lnTo>
                <a:lnTo>
                  <a:pt x="42225" y="22425"/>
                </a:lnTo>
                <a:lnTo>
                  <a:pt x="42375" y="22125"/>
                </a:lnTo>
                <a:lnTo>
                  <a:pt x="42375" y="22050"/>
                </a:lnTo>
                <a:lnTo>
                  <a:pt x="42525" y="21750"/>
                </a:lnTo>
                <a:lnTo>
                  <a:pt x="42525" y="21675"/>
                </a:lnTo>
                <a:lnTo>
                  <a:pt x="42675" y="21375"/>
                </a:lnTo>
                <a:lnTo>
                  <a:pt x="42675" y="21300"/>
                </a:lnTo>
                <a:lnTo>
                  <a:pt x="42825" y="21000"/>
                </a:lnTo>
                <a:lnTo>
                  <a:pt x="42900" y="20925"/>
                </a:lnTo>
                <a:lnTo>
                  <a:pt x="43125" y="20475"/>
                </a:lnTo>
                <a:lnTo>
                  <a:pt x="43125" y="20400"/>
                </a:lnTo>
                <a:lnTo>
                  <a:pt x="43200" y="20250"/>
                </a:lnTo>
                <a:lnTo>
                  <a:pt x="43275" y="20250"/>
                </a:lnTo>
                <a:lnTo>
                  <a:pt x="43425" y="19950"/>
                </a:lnTo>
                <a:lnTo>
                  <a:pt x="43425" y="19875"/>
                </a:lnTo>
                <a:lnTo>
                  <a:pt x="43575" y="19800"/>
                </a:lnTo>
                <a:lnTo>
                  <a:pt x="43575" y="19725"/>
                </a:lnTo>
                <a:lnTo>
                  <a:pt x="43725" y="19425"/>
                </a:lnTo>
                <a:lnTo>
                  <a:pt x="43800" y="19425"/>
                </a:lnTo>
                <a:lnTo>
                  <a:pt x="43950" y="19125"/>
                </a:lnTo>
                <a:lnTo>
                  <a:pt x="44025" y="19125"/>
                </a:lnTo>
                <a:lnTo>
                  <a:pt x="44100" y="18975"/>
                </a:lnTo>
                <a:lnTo>
                  <a:pt x="44250" y="18825"/>
                </a:lnTo>
                <a:lnTo>
                  <a:pt x="44325" y="18675"/>
                </a:lnTo>
                <a:lnTo>
                  <a:pt x="44400" y="18675"/>
                </a:lnTo>
                <a:lnTo>
                  <a:pt x="44700" y="18225"/>
                </a:lnTo>
                <a:lnTo>
                  <a:pt x="44775" y="18225"/>
                </a:lnTo>
                <a:lnTo>
                  <a:pt x="44850" y="18075"/>
                </a:lnTo>
                <a:lnTo>
                  <a:pt x="45525" y="17400"/>
                </a:lnTo>
                <a:lnTo>
                  <a:pt x="45675" y="17325"/>
                </a:lnTo>
                <a:lnTo>
                  <a:pt x="45675" y="17250"/>
                </a:lnTo>
                <a:lnTo>
                  <a:pt x="45825" y="17175"/>
                </a:lnTo>
                <a:lnTo>
                  <a:pt x="45900" y="17025"/>
                </a:lnTo>
                <a:lnTo>
                  <a:pt x="45975" y="17025"/>
                </a:lnTo>
                <a:lnTo>
                  <a:pt x="46050" y="16950"/>
                </a:lnTo>
                <a:lnTo>
                  <a:pt x="46125" y="16950"/>
                </a:lnTo>
                <a:lnTo>
                  <a:pt x="46200" y="16800"/>
                </a:lnTo>
                <a:lnTo>
                  <a:pt x="46275" y="16800"/>
                </a:lnTo>
                <a:lnTo>
                  <a:pt x="46500" y="16575"/>
                </a:lnTo>
                <a:lnTo>
                  <a:pt x="46575" y="16575"/>
                </a:lnTo>
                <a:lnTo>
                  <a:pt x="46650" y="16500"/>
                </a:lnTo>
                <a:lnTo>
                  <a:pt x="46725" y="16500"/>
                </a:lnTo>
                <a:lnTo>
                  <a:pt x="46800" y="16350"/>
                </a:lnTo>
                <a:lnTo>
                  <a:pt x="46875" y="16350"/>
                </a:lnTo>
                <a:lnTo>
                  <a:pt x="46950" y="16275"/>
                </a:lnTo>
                <a:lnTo>
                  <a:pt x="47025" y="16275"/>
                </a:lnTo>
                <a:lnTo>
                  <a:pt x="47175" y="16125"/>
                </a:lnTo>
                <a:lnTo>
                  <a:pt x="47775" y="15825"/>
                </a:lnTo>
                <a:lnTo>
                  <a:pt x="47775" y="15750"/>
                </a:lnTo>
                <a:lnTo>
                  <a:pt x="47925" y="15675"/>
                </a:lnTo>
                <a:lnTo>
                  <a:pt x="48000" y="15675"/>
                </a:lnTo>
                <a:lnTo>
                  <a:pt x="48225" y="15525"/>
                </a:lnTo>
                <a:lnTo>
                  <a:pt x="48300" y="15525"/>
                </a:lnTo>
                <a:lnTo>
                  <a:pt x="48750" y="15300"/>
                </a:lnTo>
                <a:lnTo>
                  <a:pt x="48825" y="15300"/>
                </a:lnTo>
                <a:lnTo>
                  <a:pt x="49050" y="15150"/>
                </a:lnTo>
                <a:lnTo>
                  <a:pt x="49125" y="15150"/>
                </a:lnTo>
                <a:lnTo>
                  <a:pt x="49425" y="15000"/>
                </a:lnTo>
                <a:lnTo>
                  <a:pt x="49575" y="15000"/>
                </a:lnTo>
                <a:lnTo>
                  <a:pt x="49650" y="14925"/>
                </a:lnTo>
                <a:lnTo>
                  <a:pt x="49800" y="14925"/>
                </a:lnTo>
                <a:lnTo>
                  <a:pt x="50100" y="14775"/>
                </a:lnTo>
                <a:lnTo>
                  <a:pt x="50250" y="14775"/>
                </a:lnTo>
                <a:lnTo>
                  <a:pt x="50325" y="14700"/>
                </a:lnTo>
                <a:lnTo>
                  <a:pt x="50475" y="14700"/>
                </a:lnTo>
                <a:lnTo>
                  <a:pt x="50625" y="14625"/>
                </a:lnTo>
                <a:lnTo>
                  <a:pt x="50850" y="14625"/>
                </a:lnTo>
                <a:lnTo>
                  <a:pt x="51000" y="14550"/>
                </a:lnTo>
                <a:lnTo>
                  <a:pt x="51150" y="14550"/>
                </a:lnTo>
                <a:lnTo>
                  <a:pt x="51225" y="14475"/>
                </a:lnTo>
                <a:lnTo>
                  <a:pt x="51525" y="14475"/>
                </a:lnTo>
                <a:lnTo>
                  <a:pt x="51675" y="14400"/>
                </a:lnTo>
                <a:lnTo>
                  <a:pt x="52050" y="14400"/>
                </a:lnTo>
                <a:lnTo>
                  <a:pt x="52125" y="14325"/>
                </a:lnTo>
                <a:lnTo>
                  <a:pt x="52800" y="14325"/>
                </a:lnTo>
                <a:lnTo>
                  <a:pt x="52800" y="14250"/>
                </a:lnTo>
                <a:lnTo>
                  <a:pt x="54600" y="14250"/>
                </a:lnTo>
                <a:lnTo>
                  <a:pt x="54750" y="14325"/>
                </a:lnTo>
                <a:lnTo>
                  <a:pt x="55350" y="14325"/>
                </a:lnTo>
                <a:lnTo>
                  <a:pt x="55425" y="14400"/>
                </a:lnTo>
                <a:lnTo>
                  <a:pt x="55875" y="14400"/>
                </a:lnTo>
                <a:lnTo>
                  <a:pt x="55950" y="14475"/>
                </a:lnTo>
                <a:lnTo>
                  <a:pt x="56175" y="14475"/>
                </a:lnTo>
                <a:lnTo>
                  <a:pt x="56325" y="14550"/>
                </a:lnTo>
                <a:lnTo>
                  <a:pt x="56550" y="14550"/>
                </a:lnTo>
                <a:lnTo>
                  <a:pt x="56700" y="14625"/>
                </a:lnTo>
                <a:lnTo>
                  <a:pt x="56850" y="14625"/>
                </a:lnTo>
                <a:lnTo>
                  <a:pt x="56925" y="14700"/>
                </a:lnTo>
                <a:lnTo>
                  <a:pt x="57075" y="14700"/>
                </a:lnTo>
                <a:lnTo>
                  <a:pt x="57225" y="14775"/>
                </a:lnTo>
                <a:lnTo>
                  <a:pt x="57375" y="14775"/>
                </a:lnTo>
                <a:lnTo>
                  <a:pt x="57450" y="14850"/>
                </a:lnTo>
                <a:lnTo>
                  <a:pt x="57600" y="14850"/>
                </a:lnTo>
                <a:lnTo>
                  <a:pt x="58050" y="15075"/>
                </a:lnTo>
                <a:lnTo>
                  <a:pt x="58200" y="15075"/>
                </a:lnTo>
                <a:lnTo>
                  <a:pt x="58425" y="15225"/>
                </a:lnTo>
                <a:lnTo>
                  <a:pt x="58575" y="15225"/>
                </a:lnTo>
                <a:lnTo>
                  <a:pt x="58575" y="15300"/>
                </a:lnTo>
                <a:lnTo>
                  <a:pt x="58725" y="15300"/>
                </a:lnTo>
                <a:lnTo>
                  <a:pt x="58725" y="15375"/>
                </a:lnTo>
                <a:lnTo>
                  <a:pt x="58875" y="15375"/>
                </a:lnTo>
                <a:lnTo>
                  <a:pt x="58950" y="15450"/>
                </a:lnTo>
                <a:lnTo>
                  <a:pt x="59025" y="15450"/>
                </a:lnTo>
                <a:lnTo>
                  <a:pt x="59100" y="15525"/>
                </a:lnTo>
                <a:lnTo>
                  <a:pt x="59175" y="15525"/>
                </a:lnTo>
                <a:lnTo>
                  <a:pt x="59325" y="15675"/>
                </a:lnTo>
                <a:lnTo>
                  <a:pt x="59400" y="15675"/>
                </a:lnTo>
                <a:lnTo>
                  <a:pt x="60000" y="15975"/>
                </a:lnTo>
                <a:lnTo>
                  <a:pt x="60000" y="16050"/>
                </a:lnTo>
                <a:lnTo>
                  <a:pt x="60450" y="16275"/>
                </a:lnTo>
                <a:lnTo>
                  <a:pt x="60450" y="16350"/>
                </a:lnTo>
                <a:lnTo>
                  <a:pt x="60750" y="16500"/>
                </a:lnTo>
                <a:lnTo>
                  <a:pt x="60750" y="16575"/>
                </a:lnTo>
                <a:lnTo>
                  <a:pt x="61050" y="16725"/>
                </a:lnTo>
                <a:lnTo>
                  <a:pt x="61050" y="16800"/>
                </a:lnTo>
                <a:lnTo>
                  <a:pt x="61200" y="16875"/>
                </a:lnTo>
                <a:lnTo>
                  <a:pt x="61425" y="17100"/>
                </a:lnTo>
                <a:lnTo>
                  <a:pt x="61500" y="17100"/>
                </a:lnTo>
                <a:lnTo>
                  <a:pt x="62400" y="18000"/>
                </a:lnTo>
                <a:lnTo>
                  <a:pt x="62475" y="18150"/>
                </a:lnTo>
                <a:lnTo>
                  <a:pt x="62550" y="18150"/>
                </a:lnTo>
                <a:lnTo>
                  <a:pt x="62625" y="18300"/>
                </a:lnTo>
                <a:lnTo>
                  <a:pt x="62850" y="18525"/>
                </a:lnTo>
                <a:lnTo>
                  <a:pt x="62925" y="18375"/>
                </a:lnTo>
                <a:lnTo>
                  <a:pt x="63000" y="18375"/>
                </a:lnTo>
                <a:lnTo>
                  <a:pt x="63075" y="18225"/>
                </a:lnTo>
                <a:lnTo>
                  <a:pt x="63150" y="18225"/>
                </a:lnTo>
                <a:lnTo>
                  <a:pt x="63225" y="18075"/>
                </a:lnTo>
                <a:lnTo>
                  <a:pt x="63375" y="18000"/>
                </a:lnTo>
                <a:lnTo>
                  <a:pt x="63375" y="17925"/>
                </a:lnTo>
                <a:lnTo>
                  <a:pt x="63600" y="17700"/>
                </a:lnTo>
                <a:lnTo>
                  <a:pt x="63675" y="17700"/>
                </a:lnTo>
                <a:lnTo>
                  <a:pt x="63750" y="17550"/>
                </a:lnTo>
                <a:lnTo>
                  <a:pt x="63900" y="17475"/>
                </a:lnTo>
                <a:lnTo>
                  <a:pt x="63900" y="17400"/>
                </a:lnTo>
                <a:lnTo>
                  <a:pt x="64050" y="17325"/>
                </a:lnTo>
                <a:lnTo>
                  <a:pt x="64050" y="17250"/>
                </a:lnTo>
                <a:lnTo>
                  <a:pt x="64200" y="17175"/>
                </a:lnTo>
                <a:lnTo>
                  <a:pt x="64425" y="16950"/>
                </a:lnTo>
                <a:lnTo>
                  <a:pt x="64500" y="16950"/>
                </a:lnTo>
                <a:lnTo>
                  <a:pt x="64575" y="16800"/>
                </a:lnTo>
                <a:lnTo>
                  <a:pt x="64650" y="16800"/>
                </a:lnTo>
                <a:lnTo>
                  <a:pt x="64725" y="16725"/>
                </a:lnTo>
                <a:lnTo>
                  <a:pt x="64800" y="16725"/>
                </a:lnTo>
                <a:lnTo>
                  <a:pt x="64875" y="16575"/>
                </a:lnTo>
                <a:lnTo>
                  <a:pt x="64950" y="16575"/>
                </a:lnTo>
                <a:lnTo>
                  <a:pt x="65025" y="16500"/>
                </a:lnTo>
                <a:lnTo>
                  <a:pt x="65100" y="16500"/>
                </a:lnTo>
                <a:lnTo>
                  <a:pt x="65325" y="16275"/>
                </a:lnTo>
                <a:lnTo>
                  <a:pt x="65400" y="16275"/>
                </a:lnTo>
                <a:lnTo>
                  <a:pt x="65625" y="16050"/>
                </a:lnTo>
                <a:lnTo>
                  <a:pt x="65700" y="16050"/>
                </a:lnTo>
                <a:lnTo>
                  <a:pt x="66150" y="15825"/>
                </a:lnTo>
                <a:lnTo>
                  <a:pt x="66150" y="15750"/>
                </a:lnTo>
                <a:lnTo>
                  <a:pt x="66300" y="15750"/>
                </a:lnTo>
                <a:lnTo>
                  <a:pt x="66450" y="15600"/>
                </a:lnTo>
                <a:lnTo>
                  <a:pt x="66525" y="15600"/>
                </a:lnTo>
                <a:lnTo>
                  <a:pt x="66600" y="15525"/>
                </a:lnTo>
                <a:lnTo>
                  <a:pt x="66675" y="15525"/>
                </a:lnTo>
                <a:lnTo>
                  <a:pt x="67275" y="15225"/>
                </a:lnTo>
                <a:lnTo>
                  <a:pt x="67350" y="15225"/>
                </a:lnTo>
                <a:lnTo>
                  <a:pt x="67425" y="15150"/>
                </a:lnTo>
                <a:lnTo>
                  <a:pt x="67500" y="15150"/>
                </a:lnTo>
                <a:lnTo>
                  <a:pt x="67800" y="15000"/>
                </a:lnTo>
                <a:lnTo>
                  <a:pt x="67950" y="15000"/>
                </a:lnTo>
                <a:lnTo>
                  <a:pt x="68025" y="14925"/>
                </a:lnTo>
                <a:lnTo>
                  <a:pt x="68175" y="14925"/>
                </a:lnTo>
                <a:lnTo>
                  <a:pt x="68475" y="14775"/>
                </a:lnTo>
                <a:lnTo>
                  <a:pt x="68625" y="14775"/>
                </a:lnTo>
                <a:lnTo>
                  <a:pt x="68700" y="14700"/>
                </a:lnTo>
                <a:lnTo>
                  <a:pt x="68850" y="14700"/>
                </a:lnTo>
                <a:lnTo>
                  <a:pt x="69000" y="14625"/>
                </a:lnTo>
                <a:lnTo>
                  <a:pt x="69225" y="14625"/>
                </a:lnTo>
                <a:lnTo>
                  <a:pt x="69375" y="14550"/>
                </a:lnTo>
                <a:lnTo>
                  <a:pt x="69600" y="14550"/>
                </a:lnTo>
                <a:lnTo>
                  <a:pt x="69750" y="14475"/>
                </a:lnTo>
                <a:lnTo>
                  <a:pt x="69900" y="14475"/>
                </a:lnTo>
                <a:lnTo>
                  <a:pt x="70050" y="14400"/>
                </a:lnTo>
                <a:lnTo>
                  <a:pt x="70425" y="14400"/>
                </a:lnTo>
                <a:lnTo>
                  <a:pt x="70500" y="14325"/>
                </a:lnTo>
                <a:lnTo>
                  <a:pt x="71175" y="14325"/>
                </a:lnTo>
                <a:lnTo>
                  <a:pt x="71175" y="14250"/>
                </a:lnTo>
                <a:lnTo>
                  <a:pt x="72975" y="14250"/>
                </a:lnTo>
                <a:lnTo>
                  <a:pt x="73125" y="14325"/>
                </a:lnTo>
                <a:lnTo>
                  <a:pt x="73725" y="14325"/>
                </a:lnTo>
                <a:lnTo>
                  <a:pt x="73800" y="14400"/>
                </a:lnTo>
                <a:lnTo>
                  <a:pt x="74250" y="14400"/>
                </a:lnTo>
                <a:lnTo>
                  <a:pt x="74325" y="14475"/>
                </a:lnTo>
                <a:lnTo>
                  <a:pt x="74550" y="14475"/>
                </a:lnTo>
                <a:lnTo>
                  <a:pt x="74700" y="14550"/>
                </a:lnTo>
                <a:lnTo>
                  <a:pt x="74925" y="14550"/>
                </a:lnTo>
                <a:lnTo>
                  <a:pt x="75075" y="14625"/>
                </a:lnTo>
                <a:lnTo>
                  <a:pt x="75225" y="14625"/>
                </a:lnTo>
                <a:lnTo>
                  <a:pt x="75300" y="14700"/>
                </a:lnTo>
                <a:lnTo>
                  <a:pt x="75450" y="14700"/>
                </a:lnTo>
                <a:lnTo>
                  <a:pt x="75600" y="14775"/>
                </a:lnTo>
                <a:lnTo>
                  <a:pt x="75750" y="14775"/>
                </a:lnTo>
                <a:lnTo>
                  <a:pt x="75825" y="14850"/>
                </a:lnTo>
                <a:lnTo>
                  <a:pt x="75975" y="14850"/>
                </a:lnTo>
                <a:lnTo>
                  <a:pt x="76425" y="15075"/>
                </a:lnTo>
                <a:lnTo>
                  <a:pt x="76575" y="15075"/>
                </a:lnTo>
                <a:lnTo>
                  <a:pt x="76650" y="15150"/>
                </a:lnTo>
                <a:lnTo>
                  <a:pt x="76800" y="15150"/>
                </a:lnTo>
                <a:lnTo>
                  <a:pt x="76800" y="15225"/>
                </a:lnTo>
                <a:lnTo>
                  <a:pt x="76950" y="15225"/>
                </a:lnTo>
                <a:lnTo>
                  <a:pt x="76950" y="15300"/>
                </a:lnTo>
                <a:lnTo>
                  <a:pt x="77100" y="15300"/>
                </a:lnTo>
                <a:lnTo>
                  <a:pt x="77100" y="15375"/>
                </a:lnTo>
                <a:lnTo>
                  <a:pt x="77250" y="15375"/>
                </a:lnTo>
                <a:lnTo>
                  <a:pt x="77325" y="15450"/>
                </a:lnTo>
                <a:lnTo>
                  <a:pt x="77400" y="15450"/>
                </a:lnTo>
                <a:lnTo>
                  <a:pt x="77475" y="15525"/>
                </a:lnTo>
                <a:lnTo>
                  <a:pt x="77550" y="15525"/>
                </a:lnTo>
                <a:lnTo>
                  <a:pt x="77625" y="15600"/>
                </a:lnTo>
                <a:lnTo>
                  <a:pt x="78075" y="15825"/>
                </a:lnTo>
                <a:lnTo>
                  <a:pt x="78075" y="14250"/>
                </a:lnTo>
                <a:lnTo>
                  <a:pt x="83775" y="14250"/>
                </a:lnTo>
                <a:lnTo>
                  <a:pt x="83775" y="52500"/>
                </a:lnTo>
                <a:close/>
                <a:moveTo>
                  <a:pt x="90075" y="66750"/>
                </a:moveTo>
                <a:lnTo>
                  <a:pt x="90075" y="26625"/>
                </a:lnTo>
                <a:lnTo>
                  <a:pt x="90150" y="26475"/>
                </a:lnTo>
                <a:lnTo>
                  <a:pt x="90150" y="25725"/>
                </a:lnTo>
                <a:lnTo>
                  <a:pt x="90225" y="25500"/>
                </a:lnTo>
                <a:lnTo>
                  <a:pt x="90225" y="25275"/>
                </a:lnTo>
                <a:lnTo>
                  <a:pt x="90300" y="25050"/>
                </a:lnTo>
                <a:lnTo>
                  <a:pt x="90300" y="24600"/>
                </a:lnTo>
                <a:lnTo>
                  <a:pt x="90375" y="24600"/>
                </a:lnTo>
                <a:lnTo>
                  <a:pt x="90375" y="24375"/>
                </a:lnTo>
                <a:lnTo>
                  <a:pt x="90450" y="24150"/>
                </a:lnTo>
                <a:lnTo>
                  <a:pt x="90450" y="23925"/>
                </a:lnTo>
                <a:lnTo>
                  <a:pt x="90525" y="23700"/>
                </a:lnTo>
                <a:lnTo>
                  <a:pt x="90525" y="23475"/>
                </a:lnTo>
                <a:lnTo>
                  <a:pt x="90600" y="23475"/>
                </a:lnTo>
                <a:lnTo>
                  <a:pt x="90600" y="23250"/>
                </a:lnTo>
                <a:lnTo>
                  <a:pt x="90825" y="22650"/>
                </a:lnTo>
                <a:lnTo>
                  <a:pt x="90825" y="22425"/>
                </a:lnTo>
                <a:lnTo>
                  <a:pt x="90900" y="22425"/>
                </a:lnTo>
                <a:lnTo>
                  <a:pt x="90900" y="22200"/>
                </a:lnTo>
                <a:lnTo>
                  <a:pt x="90975" y="22050"/>
                </a:lnTo>
                <a:lnTo>
                  <a:pt x="90975" y="21975"/>
                </a:lnTo>
                <a:lnTo>
                  <a:pt x="91125" y="21600"/>
                </a:lnTo>
                <a:lnTo>
                  <a:pt x="91275" y="21375"/>
                </a:lnTo>
                <a:lnTo>
                  <a:pt x="91275" y="21225"/>
                </a:lnTo>
                <a:lnTo>
                  <a:pt x="91350" y="21225"/>
                </a:lnTo>
                <a:lnTo>
                  <a:pt x="91425" y="21075"/>
                </a:lnTo>
                <a:lnTo>
                  <a:pt x="91500" y="20775"/>
                </a:lnTo>
                <a:lnTo>
                  <a:pt x="91650" y="20475"/>
                </a:lnTo>
                <a:lnTo>
                  <a:pt x="91725" y="20400"/>
                </a:lnTo>
                <a:lnTo>
                  <a:pt x="91875" y="20100"/>
                </a:lnTo>
                <a:lnTo>
                  <a:pt x="91875" y="20025"/>
                </a:lnTo>
                <a:lnTo>
                  <a:pt x="92025" y="19875"/>
                </a:lnTo>
                <a:lnTo>
                  <a:pt x="92400" y="19200"/>
                </a:lnTo>
                <a:lnTo>
                  <a:pt x="92475" y="19200"/>
                </a:lnTo>
                <a:lnTo>
                  <a:pt x="92550" y="19050"/>
                </a:lnTo>
                <a:lnTo>
                  <a:pt x="92550" y="18975"/>
                </a:lnTo>
                <a:lnTo>
                  <a:pt x="92700" y="18900"/>
                </a:lnTo>
                <a:lnTo>
                  <a:pt x="92700" y="18825"/>
                </a:lnTo>
                <a:lnTo>
                  <a:pt x="92775" y="18675"/>
                </a:lnTo>
                <a:lnTo>
                  <a:pt x="92850" y="18675"/>
                </a:lnTo>
                <a:lnTo>
                  <a:pt x="93150" y="18225"/>
                </a:lnTo>
                <a:lnTo>
                  <a:pt x="94200" y="17175"/>
                </a:lnTo>
                <a:lnTo>
                  <a:pt x="94275" y="17175"/>
                </a:lnTo>
                <a:lnTo>
                  <a:pt x="94350" y="17025"/>
                </a:lnTo>
                <a:lnTo>
                  <a:pt x="94425" y="17025"/>
                </a:lnTo>
                <a:lnTo>
                  <a:pt x="94575" y="16875"/>
                </a:lnTo>
                <a:lnTo>
                  <a:pt x="94725" y="16800"/>
                </a:lnTo>
                <a:lnTo>
                  <a:pt x="94725" y="16725"/>
                </a:lnTo>
                <a:lnTo>
                  <a:pt x="94875" y="16650"/>
                </a:lnTo>
                <a:lnTo>
                  <a:pt x="94950" y="16650"/>
                </a:lnTo>
                <a:lnTo>
                  <a:pt x="95025" y="16500"/>
                </a:lnTo>
                <a:lnTo>
                  <a:pt x="95100" y="16500"/>
                </a:lnTo>
                <a:lnTo>
                  <a:pt x="95250" y="16425"/>
                </a:lnTo>
                <a:lnTo>
                  <a:pt x="95250" y="16350"/>
                </a:lnTo>
                <a:lnTo>
                  <a:pt x="95400" y="16275"/>
                </a:lnTo>
                <a:lnTo>
                  <a:pt x="95475" y="16275"/>
                </a:lnTo>
                <a:lnTo>
                  <a:pt x="95625" y="16125"/>
                </a:lnTo>
                <a:lnTo>
                  <a:pt x="95925" y="15975"/>
                </a:lnTo>
                <a:lnTo>
                  <a:pt x="96000" y="15900"/>
                </a:lnTo>
                <a:lnTo>
                  <a:pt x="96525" y="15675"/>
                </a:lnTo>
                <a:lnTo>
                  <a:pt x="96525" y="15600"/>
                </a:lnTo>
                <a:lnTo>
                  <a:pt x="96675" y="15525"/>
                </a:lnTo>
                <a:lnTo>
                  <a:pt x="96975" y="15450"/>
                </a:lnTo>
                <a:lnTo>
                  <a:pt x="97050" y="15375"/>
                </a:lnTo>
                <a:lnTo>
                  <a:pt x="97350" y="15300"/>
                </a:lnTo>
                <a:lnTo>
                  <a:pt x="97500" y="15225"/>
                </a:lnTo>
                <a:lnTo>
                  <a:pt x="97500" y="15150"/>
                </a:lnTo>
                <a:lnTo>
                  <a:pt x="97725" y="15150"/>
                </a:lnTo>
                <a:lnTo>
                  <a:pt x="97725" y="15075"/>
                </a:lnTo>
                <a:lnTo>
                  <a:pt x="97875" y="15075"/>
                </a:lnTo>
                <a:lnTo>
                  <a:pt x="97950" y="15000"/>
                </a:lnTo>
                <a:lnTo>
                  <a:pt x="98100" y="15000"/>
                </a:lnTo>
                <a:lnTo>
                  <a:pt x="98175" y="14925"/>
                </a:lnTo>
                <a:lnTo>
                  <a:pt x="98325" y="14925"/>
                </a:lnTo>
                <a:lnTo>
                  <a:pt x="98925" y="14700"/>
                </a:lnTo>
                <a:lnTo>
                  <a:pt x="99150" y="14700"/>
                </a:lnTo>
                <a:lnTo>
                  <a:pt x="99225" y="14625"/>
                </a:lnTo>
                <a:lnTo>
                  <a:pt x="99450" y="14625"/>
                </a:lnTo>
                <a:lnTo>
                  <a:pt x="99600" y="14550"/>
                </a:lnTo>
                <a:lnTo>
                  <a:pt x="99825" y="14550"/>
                </a:lnTo>
                <a:lnTo>
                  <a:pt x="100050" y="14475"/>
                </a:lnTo>
                <a:lnTo>
                  <a:pt x="100275" y="14475"/>
                </a:lnTo>
                <a:lnTo>
                  <a:pt x="100500" y="14400"/>
                </a:lnTo>
                <a:lnTo>
                  <a:pt x="100725" y="14400"/>
                </a:lnTo>
                <a:lnTo>
                  <a:pt x="100950" y="14325"/>
                </a:lnTo>
                <a:lnTo>
                  <a:pt x="101625" y="14325"/>
                </a:lnTo>
                <a:lnTo>
                  <a:pt x="101850" y="14250"/>
                </a:lnTo>
                <a:lnTo>
                  <a:pt x="103950" y="14250"/>
                </a:lnTo>
                <a:lnTo>
                  <a:pt x="104175" y="14325"/>
                </a:lnTo>
                <a:lnTo>
                  <a:pt x="104700" y="14325"/>
                </a:lnTo>
                <a:lnTo>
                  <a:pt x="104925" y="14400"/>
                </a:lnTo>
                <a:lnTo>
                  <a:pt x="105450" y="14400"/>
                </a:lnTo>
                <a:lnTo>
                  <a:pt x="105675" y="14475"/>
                </a:lnTo>
                <a:lnTo>
                  <a:pt x="105900" y="14475"/>
                </a:lnTo>
                <a:lnTo>
                  <a:pt x="106125" y="14550"/>
                </a:lnTo>
                <a:lnTo>
                  <a:pt x="106425" y="14550"/>
                </a:lnTo>
                <a:lnTo>
                  <a:pt x="106650" y="14625"/>
                </a:lnTo>
                <a:lnTo>
                  <a:pt x="106875" y="14625"/>
                </a:lnTo>
                <a:lnTo>
                  <a:pt x="106950" y="14700"/>
                </a:lnTo>
                <a:lnTo>
                  <a:pt x="107175" y="14700"/>
                </a:lnTo>
                <a:lnTo>
                  <a:pt x="107625" y="14850"/>
                </a:lnTo>
                <a:lnTo>
                  <a:pt x="107925" y="14850"/>
                </a:lnTo>
                <a:lnTo>
                  <a:pt x="110550" y="15600"/>
                </a:lnTo>
                <a:lnTo>
                  <a:pt x="111075" y="15825"/>
                </a:lnTo>
                <a:lnTo>
                  <a:pt x="111825" y="16050"/>
                </a:lnTo>
                <a:lnTo>
                  <a:pt x="111900" y="16125"/>
                </a:lnTo>
                <a:lnTo>
                  <a:pt x="112425" y="16275"/>
                </a:lnTo>
                <a:lnTo>
                  <a:pt x="110175" y="21150"/>
                </a:lnTo>
                <a:lnTo>
                  <a:pt x="109950" y="21075"/>
                </a:lnTo>
                <a:lnTo>
                  <a:pt x="109725" y="20925"/>
                </a:lnTo>
                <a:lnTo>
                  <a:pt x="108000" y="20325"/>
                </a:lnTo>
                <a:lnTo>
                  <a:pt x="107775" y="20325"/>
                </a:lnTo>
                <a:lnTo>
                  <a:pt x="107100" y="20100"/>
                </a:lnTo>
                <a:lnTo>
                  <a:pt x="106950" y="20100"/>
                </a:lnTo>
                <a:lnTo>
                  <a:pt x="106500" y="19950"/>
                </a:lnTo>
                <a:lnTo>
                  <a:pt x="106350" y="19950"/>
                </a:lnTo>
                <a:lnTo>
                  <a:pt x="106125" y="19875"/>
                </a:lnTo>
                <a:lnTo>
                  <a:pt x="105900" y="19875"/>
                </a:lnTo>
                <a:lnTo>
                  <a:pt x="105750" y="19800"/>
                </a:lnTo>
                <a:lnTo>
                  <a:pt x="105525" y="19800"/>
                </a:lnTo>
                <a:lnTo>
                  <a:pt x="105375" y="19725"/>
                </a:lnTo>
                <a:lnTo>
                  <a:pt x="105150" y="19725"/>
                </a:lnTo>
                <a:lnTo>
                  <a:pt x="105000" y="19650"/>
                </a:lnTo>
                <a:lnTo>
                  <a:pt x="104625" y="19650"/>
                </a:lnTo>
                <a:lnTo>
                  <a:pt x="104475" y="19575"/>
                </a:lnTo>
                <a:lnTo>
                  <a:pt x="103950" y="19575"/>
                </a:lnTo>
                <a:lnTo>
                  <a:pt x="103800" y="19500"/>
                </a:lnTo>
                <a:lnTo>
                  <a:pt x="102075" y="19500"/>
                </a:lnTo>
                <a:lnTo>
                  <a:pt x="101925" y="19575"/>
                </a:lnTo>
                <a:lnTo>
                  <a:pt x="101400" y="19575"/>
                </a:lnTo>
                <a:lnTo>
                  <a:pt x="101250" y="19650"/>
                </a:lnTo>
                <a:lnTo>
                  <a:pt x="101025" y="19650"/>
                </a:lnTo>
                <a:lnTo>
                  <a:pt x="100875" y="19725"/>
                </a:lnTo>
                <a:lnTo>
                  <a:pt x="100650" y="19725"/>
                </a:lnTo>
                <a:lnTo>
                  <a:pt x="100500" y="19800"/>
                </a:lnTo>
                <a:lnTo>
                  <a:pt x="100275" y="19800"/>
                </a:lnTo>
                <a:lnTo>
                  <a:pt x="100200" y="19875"/>
                </a:lnTo>
                <a:lnTo>
                  <a:pt x="100050" y="19875"/>
                </a:lnTo>
                <a:lnTo>
                  <a:pt x="99975" y="19950"/>
                </a:lnTo>
                <a:lnTo>
                  <a:pt x="99825" y="19950"/>
                </a:lnTo>
                <a:lnTo>
                  <a:pt x="99750" y="20025"/>
                </a:lnTo>
                <a:lnTo>
                  <a:pt x="99675" y="20025"/>
                </a:lnTo>
                <a:lnTo>
                  <a:pt x="99450" y="20175"/>
                </a:lnTo>
                <a:lnTo>
                  <a:pt x="99150" y="20250"/>
                </a:lnTo>
                <a:lnTo>
                  <a:pt x="98925" y="20475"/>
                </a:lnTo>
                <a:lnTo>
                  <a:pt x="98775" y="20475"/>
                </a:lnTo>
                <a:lnTo>
                  <a:pt x="98625" y="20625"/>
                </a:lnTo>
                <a:lnTo>
                  <a:pt x="98550" y="20625"/>
                </a:lnTo>
                <a:lnTo>
                  <a:pt x="98025" y="21150"/>
                </a:lnTo>
                <a:lnTo>
                  <a:pt x="97950" y="21150"/>
                </a:lnTo>
                <a:lnTo>
                  <a:pt x="97725" y="21375"/>
                </a:lnTo>
                <a:lnTo>
                  <a:pt x="97650" y="21525"/>
                </a:lnTo>
                <a:lnTo>
                  <a:pt x="97275" y="21900"/>
                </a:lnTo>
                <a:lnTo>
                  <a:pt x="97275" y="21975"/>
                </a:lnTo>
                <a:lnTo>
                  <a:pt x="97200" y="22125"/>
                </a:lnTo>
                <a:lnTo>
                  <a:pt x="97050" y="22275"/>
                </a:lnTo>
                <a:lnTo>
                  <a:pt x="96975" y="22425"/>
                </a:lnTo>
                <a:lnTo>
                  <a:pt x="96975" y="22500"/>
                </a:lnTo>
                <a:lnTo>
                  <a:pt x="96750" y="22800"/>
                </a:lnTo>
                <a:lnTo>
                  <a:pt x="96750" y="22950"/>
                </a:lnTo>
                <a:lnTo>
                  <a:pt x="96525" y="23250"/>
                </a:lnTo>
                <a:lnTo>
                  <a:pt x="96525" y="23400"/>
                </a:lnTo>
                <a:lnTo>
                  <a:pt x="96300" y="23925"/>
                </a:lnTo>
                <a:lnTo>
                  <a:pt x="96300" y="24075"/>
                </a:lnTo>
                <a:lnTo>
                  <a:pt x="96150" y="24450"/>
                </a:lnTo>
                <a:lnTo>
                  <a:pt x="96150" y="24600"/>
                </a:lnTo>
                <a:lnTo>
                  <a:pt x="96075" y="24750"/>
                </a:lnTo>
                <a:lnTo>
                  <a:pt x="96075" y="24900"/>
                </a:lnTo>
                <a:lnTo>
                  <a:pt x="96000" y="25050"/>
                </a:lnTo>
                <a:lnTo>
                  <a:pt x="96000" y="25425"/>
                </a:lnTo>
                <a:lnTo>
                  <a:pt x="95925" y="25575"/>
                </a:lnTo>
                <a:lnTo>
                  <a:pt x="95925" y="25875"/>
                </a:lnTo>
                <a:lnTo>
                  <a:pt x="95850" y="26025"/>
                </a:lnTo>
                <a:lnTo>
                  <a:pt x="95850" y="26550"/>
                </a:lnTo>
                <a:lnTo>
                  <a:pt x="95775" y="26775"/>
                </a:lnTo>
                <a:lnTo>
                  <a:pt x="95775" y="66750"/>
                </a:lnTo>
                <a:close/>
                <a:moveTo>
                  <a:pt x="133050" y="51525"/>
                </a:moveTo>
                <a:lnTo>
                  <a:pt x="133950" y="53025"/>
                </a:lnTo>
                <a:lnTo>
                  <a:pt x="134100" y="53175"/>
                </a:lnTo>
                <a:lnTo>
                  <a:pt x="134175" y="53400"/>
                </a:lnTo>
                <a:lnTo>
                  <a:pt x="134400" y="53775"/>
                </a:lnTo>
                <a:lnTo>
                  <a:pt x="134550" y="53925"/>
                </a:lnTo>
                <a:lnTo>
                  <a:pt x="134625" y="54150"/>
                </a:lnTo>
                <a:lnTo>
                  <a:pt x="134775" y="54300"/>
                </a:lnTo>
                <a:lnTo>
                  <a:pt x="135675" y="55800"/>
                </a:lnTo>
                <a:lnTo>
                  <a:pt x="135825" y="56025"/>
                </a:lnTo>
                <a:lnTo>
                  <a:pt x="135975" y="56175"/>
                </a:lnTo>
                <a:lnTo>
                  <a:pt x="136050" y="56400"/>
                </a:lnTo>
                <a:lnTo>
                  <a:pt x="136650" y="57375"/>
                </a:lnTo>
                <a:lnTo>
                  <a:pt x="136800" y="57525"/>
                </a:lnTo>
                <a:lnTo>
                  <a:pt x="136875" y="57750"/>
                </a:lnTo>
                <a:lnTo>
                  <a:pt x="137025" y="57900"/>
                </a:lnTo>
                <a:lnTo>
                  <a:pt x="137100" y="58125"/>
                </a:lnTo>
                <a:lnTo>
                  <a:pt x="137250" y="58275"/>
                </a:lnTo>
                <a:lnTo>
                  <a:pt x="137325" y="58500"/>
                </a:lnTo>
                <a:lnTo>
                  <a:pt x="137475" y="58650"/>
                </a:lnTo>
                <a:lnTo>
                  <a:pt x="137550" y="58875"/>
                </a:lnTo>
                <a:lnTo>
                  <a:pt x="137700" y="59025"/>
                </a:lnTo>
                <a:lnTo>
                  <a:pt x="138750" y="60750"/>
                </a:lnTo>
                <a:lnTo>
                  <a:pt x="138900" y="60900"/>
                </a:lnTo>
                <a:lnTo>
                  <a:pt x="138975" y="61125"/>
                </a:lnTo>
                <a:lnTo>
                  <a:pt x="139125" y="61275"/>
                </a:lnTo>
                <a:lnTo>
                  <a:pt x="139200" y="61500"/>
                </a:lnTo>
                <a:lnTo>
                  <a:pt x="139425" y="61875"/>
                </a:lnTo>
                <a:lnTo>
                  <a:pt x="139725" y="62250"/>
                </a:lnTo>
                <a:lnTo>
                  <a:pt x="139800" y="62475"/>
                </a:lnTo>
                <a:lnTo>
                  <a:pt x="139950" y="62625"/>
                </a:lnTo>
                <a:lnTo>
                  <a:pt x="140025" y="62850"/>
                </a:lnTo>
                <a:lnTo>
                  <a:pt x="140175" y="63000"/>
                </a:lnTo>
                <a:lnTo>
                  <a:pt x="140250" y="63225"/>
                </a:lnTo>
                <a:lnTo>
                  <a:pt x="140400" y="63375"/>
                </a:lnTo>
                <a:lnTo>
                  <a:pt x="140850" y="64125"/>
                </a:lnTo>
                <a:lnTo>
                  <a:pt x="135900" y="66750"/>
                </a:lnTo>
                <a:lnTo>
                  <a:pt x="135825" y="66525"/>
                </a:lnTo>
                <a:lnTo>
                  <a:pt x="135675" y="66375"/>
                </a:lnTo>
                <a:lnTo>
                  <a:pt x="135600" y="66150"/>
                </a:lnTo>
                <a:lnTo>
                  <a:pt x="135450" y="66000"/>
                </a:lnTo>
                <a:lnTo>
                  <a:pt x="135300" y="65775"/>
                </a:lnTo>
                <a:lnTo>
                  <a:pt x="134550" y="64500"/>
                </a:lnTo>
                <a:lnTo>
                  <a:pt x="134250" y="64125"/>
                </a:lnTo>
                <a:lnTo>
                  <a:pt x="134175" y="63900"/>
                </a:lnTo>
                <a:lnTo>
                  <a:pt x="134025" y="63750"/>
                </a:lnTo>
                <a:lnTo>
                  <a:pt x="133950" y="63525"/>
                </a:lnTo>
                <a:lnTo>
                  <a:pt x="133800" y="63375"/>
                </a:lnTo>
                <a:lnTo>
                  <a:pt x="133425" y="62775"/>
                </a:lnTo>
                <a:lnTo>
                  <a:pt x="132750" y="61650"/>
                </a:lnTo>
                <a:lnTo>
                  <a:pt x="132675" y="61425"/>
                </a:lnTo>
                <a:lnTo>
                  <a:pt x="132525" y="61275"/>
                </a:lnTo>
                <a:lnTo>
                  <a:pt x="132375" y="61050"/>
                </a:lnTo>
                <a:lnTo>
                  <a:pt x="131850" y="60150"/>
                </a:lnTo>
                <a:lnTo>
                  <a:pt x="131325" y="59400"/>
                </a:lnTo>
                <a:lnTo>
                  <a:pt x="131250" y="59175"/>
                </a:lnTo>
                <a:lnTo>
                  <a:pt x="131100" y="59025"/>
                </a:lnTo>
                <a:lnTo>
                  <a:pt x="131025" y="58800"/>
                </a:lnTo>
                <a:lnTo>
                  <a:pt x="130875" y="58650"/>
                </a:lnTo>
                <a:lnTo>
                  <a:pt x="130800" y="58425"/>
                </a:lnTo>
                <a:lnTo>
                  <a:pt x="130650" y="58275"/>
                </a:lnTo>
                <a:lnTo>
                  <a:pt x="130500" y="58050"/>
                </a:lnTo>
                <a:lnTo>
                  <a:pt x="129975" y="57150"/>
                </a:lnTo>
                <a:lnTo>
                  <a:pt x="129825" y="56925"/>
                </a:lnTo>
                <a:lnTo>
                  <a:pt x="129675" y="56775"/>
                </a:lnTo>
                <a:lnTo>
                  <a:pt x="129600" y="56550"/>
                </a:lnTo>
                <a:lnTo>
                  <a:pt x="129150" y="55800"/>
                </a:lnTo>
                <a:lnTo>
                  <a:pt x="129000" y="55650"/>
                </a:lnTo>
                <a:lnTo>
                  <a:pt x="128925" y="55800"/>
                </a:lnTo>
                <a:lnTo>
                  <a:pt x="128775" y="55950"/>
                </a:lnTo>
                <a:lnTo>
                  <a:pt x="128700" y="56175"/>
                </a:lnTo>
                <a:lnTo>
                  <a:pt x="128550" y="56325"/>
                </a:lnTo>
                <a:lnTo>
                  <a:pt x="128475" y="56550"/>
                </a:lnTo>
                <a:lnTo>
                  <a:pt x="128325" y="56775"/>
                </a:lnTo>
                <a:lnTo>
                  <a:pt x="128175" y="56925"/>
                </a:lnTo>
                <a:lnTo>
                  <a:pt x="128100" y="57150"/>
                </a:lnTo>
                <a:lnTo>
                  <a:pt x="127950" y="57300"/>
                </a:lnTo>
                <a:lnTo>
                  <a:pt x="127875" y="57525"/>
                </a:lnTo>
                <a:lnTo>
                  <a:pt x="127725" y="57675"/>
                </a:lnTo>
                <a:lnTo>
                  <a:pt x="127650" y="57900"/>
                </a:lnTo>
                <a:lnTo>
                  <a:pt x="127500" y="58050"/>
                </a:lnTo>
                <a:lnTo>
                  <a:pt x="127425" y="58275"/>
                </a:lnTo>
                <a:lnTo>
                  <a:pt x="127275" y="58425"/>
                </a:lnTo>
                <a:lnTo>
                  <a:pt x="126600" y="59550"/>
                </a:lnTo>
                <a:lnTo>
                  <a:pt x="126450" y="59775"/>
                </a:lnTo>
                <a:lnTo>
                  <a:pt x="126300" y="59925"/>
                </a:lnTo>
                <a:lnTo>
                  <a:pt x="126075" y="60300"/>
                </a:lnTo>
                <a:lnTo>
                  <a:pt x="126000" y="60525"/>
                </a:lnTo>
                <a:lnTo>
                  <a:pt x="125850" y="60675"/>
                </a:lnTo>
                <a:lnTo>
                  <a:pt x="125775" y="60900"/>
                </a:lnTo>
                <a:lnTo>
                  <a:pt x="125625" y="61050"/>
                </a:lnTo>
                <a:lnTo>
                  <a:pt x="125550" y="61275"/>
                </a:lnTo>
                <a:lnTo>
                  <a:pt x="125250" y="61650"/>
                </a:lnTo>
                <a:lnTo>
                  <a:pt x="125175" y="61875"/>
                </a:lnTo>
                <a:lnTo>
                  <a:pt x="125025" y="62025"/>
                </a:lnTo>
                <a:lnTo>
                  <a:pt x="124950" y="62250"/>
                </a:lnTo>
                <a:lnTo>
                  <a:pt x="124425" y="63000"/>
                </a:lnTo>
                <a:lnTo>
                  <a:pt x="123300" y="64875"/>
                </a:lnTo>
                <a:lnTo>
                  <a:pt x="123150" y="65025"/>
                </a:lnTo>
                <a:lnTo>
                  <a:pt x="123075" y="65250"/>
                </a:lnTo>
                <a:lnTo>
                  <a:pt x="122925" y="65400"/>
                </a:lnTo>
                <a:lnTo>
                  <a:pt x="122100" y="66750"/>
                </a:lnTo>
                <a:lnTo>
                  <a:pt x="117150" y="64125"/>
                </a:lnTo>
                <a:lnTo>
                  <a:pt x="117300" y="63975"/>
                </a:lnTo>
                <a:lnTo>
                  <a:pt x="117375" y="63750"/>
                </a:lnTo>
                <a:lnTo>
                  <a:pt x="117675" y="63375"/>
                </a:lnTo>
                <a:lnTo>
                  <a:pt x="118575" y="61875"/>
                </a:lnTo>
                <a:lnTo>
                  <a:pt x="118725" y="61725"/>
                </a:lnTo>
                <a:lnTo>
                  <a:pt x="118800" y="61500"/>
                </a:lnTo>
                <a:lnTo>
                  <a:pt x="119250" y="60750"/>
                </a:lnTo>
                <a:lnTo>
                  <a:pt x="119400" y="60525"/>
                </a:lnTo>
                <a:lnTo>
                  <a:pt x="119550" y="60375"/>
                </a:lnTo>
                <a:lnTo>
                  <a:pt x="119625" y="60150"/>
                </a:lnTo>
                <a:lnTo>
                  <a:pt x="120000" y="59625"/>
                </a:lnTo>
                <a:lnTo>
                  <a:pt x="120075" y="59400"/>
                </a:lnTo>
                <a:lnTo>
                  <a:pt x="120225" y="59250"/>
                </a:lnTo>
                <a:lnTo>
                  <a:pt x="120300" y="59025"/>
                </a:lnTo>
                <a:lnTo>
                  <a:pt x="120600" y="58650"/>
                </a:lnTo>
                <a:lnTo>
                  <a:pt x="121125" y="57750"/>
                </a:lnTo>
                <a:lnTo>
                  <a:pt x="121425" y="57375"/>
                </a:lnTo>
                <a:lnTo>
                  <a:pt x="121500" y="57150"/>
                </a:lnTo>
                <a:lnTo>
                  <a:pt x="121650" y="57000"/>
                </a:lnTo>
                <a:lnTo>
                  <a:pt x="121725" y="56775"/>
                </a:lnTo>
                <a:lnTo>
                  <a:pt x="121875" y="56625"/>
                </a:lnTo>
                <a:lnTo>
                  <a:pt x="121950" y="56400"/>
                </a:lnTo>
                <a:lnTo>
                  <a:pt x="122175" y="56025"/>
                </a:lnTo>
                <a:lnTo>
                  <a:pt x="122325" y="55800"/>
                </a:lnTo>
                <a:lnTo>
                  <a:pt x="122475" y="55650"/>
                </a:lnTo>
                <a:lnTo>
                  <a:pt x="122550" y="55425"/>
                </a:lnTo>
                <a:lnTo>
                  <a:pt x="122700" y="55275"/>
                </a:lnTo>
                <a:lnTo>
                  <a:pt x="122775" y="55050"/>
                </a:lnTo>
                <a:lnTo>
                  <a:pt x="122925" y="54900"/>
                </a:lnTo>
                <a:lnTo>
                  <a:pt x="123000" y="54675"/>
                </a:lnTo>
                <a:lnTo>
                  <a:pt x="123150" y="54525"/>
                </a:lnTo>
                <a:lnTo>
                  <a:pt x="124050" y="53025"/>
                </a:lnTo>
                <a:lnTo>
                  <a:pt x="124200" y="52800"/>
                </a:lnTo>
                <a:lnTo>
                  <a:pt x="124350" y="52650"/>
                </a:lnTo>
                <a:lnTo>
                  <a:pt x="124425" y="52425"/>
                </a:lnTo>
                <a:lnTo>
                  <a:pt x="124575" y="52275"/>
                </a:lnTo>
                <a:lnTo>
                  <a:pt x="124650" y="52050"/>
                </a:lnTo>
                <a:lnTo>
                  <a:pt x="124800" y="51900"/>
                </a:lnTo>
                <a:lnTo>
                  <a:pt x="124875" y="51675"/>
                </a:lnTo>
                <a:lnTo>
                  <a:pt x="125025" y="51525"/>
                </a:lnTo>
                <a:lnTo>
                  <a:pt x="125175" y="51300"/>
                </a:lnTo>
                <a:lnTo>
                  <a:pt x="125175" y="51225"/>
                </a:lnTo>
                <a:lnTo>
                  <a:pt x="125025" y="51075"/>
                </a:lnTo>
                <a:lnTo>
                  <a:pt x="124650" y="50850"/>
                </a:lnTo>
                <a:lnTo>
                  <a:pt x="124350" y="50550"/>
                </a:lnTo>
                <a:lnTo>
                  <a:pt x="124275" y="50550"/>
                </a:lnTo>
                <a:lnTo>
                  <a:pt x="124125" y="50475"/>
                </a:lnTo>
                <a:lnTo>
                  <a:pt x="124125" y="50400"/>
                </a:lnTo>
                <a:lnTo>
                  <a:pt x="123975" y="50325"/>
                </a:lnTo>
                <a:lnTo>
                  <a:pt x="123825" y="50175"/>
                </a:lnTo>
                <a:lnTo>
                  <a:pt x="123750" y="50175"/>
                </a:lnTo>
                <a:lnTo>
                  <a:pt x="123675" y="50025"/>
                </a:lnTo>
                <a:lnTo>
                  <a:pt x="123600" y="50025"/>
                </a:lnTo>
                <a:lnTo>
                  <a:pt x="123450" y="49875"/>
                </a:lnTo>
                <a:lnTo>
                  <a:pt x="123300" y="49800"/>
                </a:lnTo>
                <a:lnTo>
                  <a:pt x="123300" y="49725"/>
                </a:lnTo>
                <a:lnTo>
                  <a:pt x="123150" y="49650"/>
                </a:lnTo>
                <a:lnTo>
                  <a:pt x="123150" y="49575"/>
                </a:lnTo>
                <a:lnTo>
                  <a:pt x="123000" y="49500"/>
                </a:lnTo>
                <a:lnTo>
                  <a:pt x="122850" y="49350"/>
                </a:lnTo>
                <a:lnTo>
                  <a:pt x="122775" y="49350"/>
                </a:lnTo>
                <a:lnTo>
                  <a:pt x="122700" y="49200"/>
                </a:lnTo>
                <a:lnTo>
                  <a:pt x="122625" y="49200"/>
                </a:lnTo>
                <a:lnTo>
                  <a:pt x="122550" y="49050"/>
                </a:lnTo>
                <a:lnTo>
                  <a:pt x="122475" y="49050"/>
                </a:lnTo>
                <a:lnTo>
                  <a:pt x="122400" y="48900"/>
                </a:lnTo>
                <a:lnTo>
                  <a:pt x="122325" y="48900"/>
                </a:lnTo>
                <a:lnTo>
                  <a:pt x="122250" y="48750"/>
                </a:lnTo>
                <a:lnTo>
                  <a:pt x="122175" y="48750"/>
                </a:lnTo>
                <a:lnTo>
                  <a:pt x="122100" y="48600"/>
                </a:lnTo>
                <a:lnTo>
                  <a:pt x="122025" y="48600"/>
                </a:lnTo>
                <a:lnTo>
                  <a:pt x="121950" y="48450"/>
                </a:lnTo>
                <a:lnTo>
                  <a:pt x="121875" y="48450"/>
                </a:lnTo>
                <a:lnTo>
                  <a:pt x="121800" y="48300"/>
                </a:lnTo>
                <a:lnTo>
                  <a:pt x="121650" y="48150"/>
                </a:lnTo>
                <a:lnTo>
                  <a:pt x="121650" y="48075"/>
                </a:lnTo>
                <a:lnTo>
                  <a:pt x="121500" y="48000"/>
                </a:lnTo>
                <a:lnTo>
                  <a:pt x="121500" y="47925"/>
                </a:lnTo>
                <a:lnTo>
                  <a:pt x="121350" y="47850"/>
                </a:lnTo>
                <a:lnTo>
                  <a:pt x="121350" y="47775"/>
                </a:lnTo>
                <a:lnTo>
                  <a:pt x="121200" y="47625"/>
                </a:lnTo>
                <a:lnTo>
                  <a:pt x="121125" y="47475"/>
                </a:lnTo>
                <a:lnTo>
                  <a:pt x="121050" y="47475"/>
                </a:lnTo>
                <a:lnTo>
                  <a:pt x="120975" y="47325"/>
                </a:lnTo>
                <a:lnTo>
                  <a:pt x="120675" y="47025"/>
                </a:lnTo>
                <a:lnTo>
                  <a:pt x="120675" y="46950"/>
                </a:lnTo>
                <a:lnTo>
                  <a:pt x="120600" y="46800"/>
                </a:lnTo>
                <a:lnTo>
                  <a:pt x="120525" y="46800"/>
                </a:lnTo>
                <a:lnTo>
                  <a:pt x="120450" y="46650"/>
                </a:lnTo>
                <a:lnTo>
                  <a:pt x="120300" y="46500"/>
                </a:lnTo>
                <a:lnTo>
                  <a:pt x="120225" y="46350"/>
                </a:lnTo>
                <a:lnTo>
                  <a:pt x="120225" y="46275"/>
                </a:lnTo>
                <a:lnTo>
                  <a:pt x="120075" y="46125"/>
                </a:lnTo>
                <a:lnTo>
                  <a:pt x="120000" y="45975"/>
                </a:lnTo>
                <a:lnTo>
                  <a:pt x="119925" y="45975"/>
                </a:lnTo>
                <a:lnTo>
                  <a:pt x="119550" y="45300"/>
                </a:lnTo>
                <a:lnTo>
                  <a:pt x="119475" y="45300"/>
                </a:lnTo>
                <a:lnTo>
                  <a:pt x="119325" y="44925"/>
                </a:lnTo>
                <a:lnTo>
                  <a:pt x="119175" y="44775"/>
                </a:lnTo>
                <a:lnTo>
                  <a:pt x="119175" y="44700"/>
                </a:lnTo>
                <a:lnTo>
                  <a:pt x="119025" y="44400"/>
                </a:lnTo>
                <a:lnTo>
                  <a:pt x="118875" y="44250"/>
                </a:lnTo>
                <a:lnTo>
                  <a:pt x="118875" y="44175"/>
                </a:lnTo>
                <a:lnTo>
                  <a:pt x="118725" y="43875"/>
                </a:lnTo>
                <a:lnTo>
                  <a:pt x="118725" y="43800"/>
                </a:lnTo>
                <a:lnTo>
                  <a:pt x="118650" y="43650"/>
                </a:lnTo>
                <a:lnTo>
                  <a:pt x="118500" y="43500"/>
                </a:lnTo>
                <a:lnTo>
                  <a:pt x="118500" y="43425"/>
                </a:lnTo>
                <a:lnTo>
                  <a:pt x="118350" y="43125"/>
                </a:lnTo>
                <a:lnTo>
                  <a:pt x="118350" y="43050"/>
                </a:lnTo>
                <a:lnTo>
                  <a:pt x="117750" y="41625"/>
                </a:lnTo>
                <a:lnTo>
                  <a:pt x="117750" y="41550"/>
                </a:lnTo>
                <a:lnTo>
                  <a:pt x="117525" y="41025"/>
                </a:lnTo>
                <a:lnTo>
                  <a:pt x="117525" y="40950"/>
                </a:lnTo>
                <a:lnTo>
                  <a:pt x="117375" y="40650"/>
                </a:lnTo>
                <a:lnTo>
                  <a:pt x="117375" y="40425"/>
                </a:lnTo>
                <a:lnTo>
                  <a:pt x="117300" y="40425"/>
                </a:lnTo>
                <a:lnTo>
                  <a:pt x="117300" y="40200"/>
                </a:lnTo>
                <a:lnTo>
                  <a:pt x="117150" y="39825"/>
                </a:lnTo>
                <a:lnTo>
                  <a:pt x="117150" y="39600"/>
                </a:lnTo>
                <a:lnTo>
                  <a:pt x="117075" y="39600"/>
                </a:lnTo>
                <a:lnTo>
                  <a:pt x="117000" y="39075"/>
                </a:lnTo>
                <a:lnTo>
                  <a:pt x="116925" y="39000"/>
                </a:lnTo>
                <a:lnTo>
                  <a:pt x="116925" y="38850"/>
                </a:lnTo>
                <a:lnTo>
                  <a:pt x="116850" y="38625"/>
                </a:lnTo>
                <a:lnTo>
                  <a:pt x="116850" y="38400"/>
                </a:lnTo>
                <a:lnTo>
                  <a:pt x="116775" y="38250"/>
                </a:lnTo>
                <a:lnTo>
                  <a:pt x="116775" y="38025"/>
                </a:lnTo>
                <a:lnTo>
                  <a:pt x="116700" y="37875"/>
                </a:lnTo>
                <a:lnTo>
                  <a:pt x="116700" y="37650"/>
                </a:lnTo>
                <a:lnTo>
                  <a:pt x="116625" y="37425"/>
                </a:lnTo>
                <a:lnTo>
                  <a:pt x="116625" y="37200"/>
                </a:lnTo>
                <a:lnTo>
                  <a:pt x="116550" y="37050"/>
                </a:lnTo>
                <a:lnTo>
                  <a:pt x="116550" y="36600"/>
                </a:lnTo>
                <a:lnTo>
                  <a:pt x="116475" y="36450"/>
                </a:lnTo>
                <a:lnTo>
                  <a:pt x="116475" y="36000"/>
                </a:lnTo>
                <a:lnTo>
                  <a:pt x="116400" y="35850"/>
                </a:lnTo>
                <a:lnTo>
                  <a:pt x="116400" y="34950"/>
                </a:lnTo>
                <a:lnTo>
                  <a:pt x="116325" y="34800"/>
                </a:lnTo>
                <a:lnTo>
                  <a:pt x="116325" y="32325"/>
                </a:lnTo>
                <a:lnTo>
                  <a:pt x="116400" y="32175"/>
                </a:lnTo>
                <a:lnTo>
                  <a:pt x="116400" y="31275"/>
                </a:lnTo>
                <a:lnTo>
                  <a:pt x="116475" y="31125"/>
                </a:lnTo>
                <a:lnTo>
                  <a:pt x="116475" y="30675"/>
                </a:lnTo>
                <a:lnTo>
                  <a:pt x="116550" y="30525"/>
                </a:lnTo>
                <a:lnTo>
                  <a:pt x="116550" y="30075"/>
                </a:lnTo>
                <a:lnTo>
                  <a:pt x="116625" y="29925"/>
                </a:lnTo>
                <a:lnTo>
                  <a:pt x="116625" y="29700"/>
                </a:lnTo>
                <a:lnTo>
                  <a:pt x="116700" y="29475"/>
                </a:lnTo>
                <a:lnTo>
                  <a:pt x="116700" y="29250"/>
                </a:lnTo>
                <a:lnTo>
                  <a:pt x="116775" y="29100"/>
                </a:lnTo>
                <a:lnTo>
                  <a:pt x="116775" y="28875"/>
                </a:lnTo>
                <a:lnTo>
                  <a:pt x="116850" y="28725"/>
                </a:lnTo>
                <a:lnTo>
                  <a:pt x="116850" y="28500"/>
                </a:lnTo>
                <a:lnTo>
                  <a:pt x="116925" y="28275"/>
                </a:lnTo>
                <a:lnTo>
                  <a:pt x="116925" y="28125"/>
                </a:lnTo>
                <a:lnTo>
                  <a:pt x="117000" y="28050"/>
                </a:lnTo>
                <a:lnTo>
                  <a:pt x="117075" y="27525"/>
                </a:lnTo>
                <a:lnTo>
                  <a:pt x="117150" y="27450"/>
                </a:lnTo>
                <a:lnTo>
                  <a:pt x="117150" y="27300"/>
                </a:lnTo>
                <a:lnTo>
                  <a:pt x="117300" y="26925"/>
                </a:lnTo>
                <a:lnTo>
                  <a:pt x="117300" y="26700"/>
                </a:lnTo>
                <a:lnTo>
                  <a:pt x="117375" y="26700"/>
                </a:lnTo>
                <a:lnTo>
                  <a:pt x="117375" y="26475"/>
                </a:lnTo>
                <a:lnTo>
                  <a:pt x="117750" y="25575"/>
                </a:lnTo>
                <a:lnTo>
                  <a:pt x="117750" y="25500"/>
                </a:lnTo>
                <a:lnTo>
                  <a:pt x="117900" y="25200"/>
                </a:lnTo>
                <a:lnTo>
                  <a:pt x="117900" y="25125"/>
                </a:lnTo>
                <a:lnTo>
                  <a:pt x="118050" y="24825"/>
                </a:lnTo>
                <a:lnTo>
                  <a:pt x="118050" y="24750"/>
                </a:lnTo>
                <a:lnTo>
                  <a:pt x="118350" y="24000"/>
                </a:lnTo>
                <a:lnTo>
                  <a:pt x="118500" y="23700"/>
                </a:lnTo>
                <a:lnTo>
                  <a:pt x="118500" y="23625"/>
                </a:lnTo>
                <a:lnTo>
                  <a:pt x="118650" y="23475"/>
                </a:lnTo>
                <a:lnTo>
                  <a:pt x="118875" y="22950"/>
                </a:lnTo>
                <a:lnTo>
                  <a:pt x="118875" y="22875"/>
                </a:lnTo>
                <a:lnTo>
                  <a:pt x="119025" y="22725"/>
                </a:lnTo>
                <a:lnTo>
                  <a:pt x="119175" y="22350"/>
                </a:lnTo>
                <a:lnTo>
                  <a:pt x="119325" y="22200"/>
                </a:lnTo>
                <a:lnTo>
                  <a:pt x="119475" y="21825"/>
                </a:lnTo>
                <a:lnTo>
                  <a:pt x="119550" y="21825"/>
                </a:lnTo>
                <a:lnTo>
                  <a:pt x="119925" y="21150"/>
                </a:lnTo>
                <a:lnTo>
                  <a:pt x="120000" y="21150"/>
                </a:lnTo>
                <a:lnTo>
                  <a:pt x="120075" y="21000"/>
                </a:lnTo>
                <a:lnTo>
                  <a:pt x="120075" y="20925"/>
                </a:lnTo>
                <a:lnTo>
                  <a:pt x="120225" y="20775"/>
                </a:lnTo>
                <a:lnTo>
                  <a:pt x="120300" y="20625"/>
                </a:lnTo>
                <a:lnTo>
                  <a:pt x="120675" y="20175"/>
                </a:lnTo>
                <a:lnTo>
                  <a:pt x="120675" y="20100"/>
                </a:lnTo>
                <a:lnTo>
                  <a:pt x="120975" y="19800"/>
                </a:lnTo>
                <a:lnTo>
                  <a:pt x="121050" y="19650"/>
                </a:lnTo>
                <a:lnTo>
                  <a:pt x="121125" y="19650"/>
                </a:lnTo>
                <a:lnTo>
                  <a:pt x="121200" y="19500"/>
                </a:lnTo>
                <a:lnTo>
                  <a:pt x="121350" y="19350"/>
                </a:lnTo>
                <a:lnTo>
                  <a:pt x="121350" y="19275"/>
                </a:lnTo>
                <a:lnTo>
                  <a:pt x="121500" y="19200"/>
                </a:lnTo>
                <a:lnTo>
                  <a:pt x="121500" y="19125"/>
                </a:lnTo>
                <a:lnTo>
                  <a:pt x="121800" y="18825"/>
                </a:lnTo>
                <a:lnTo>
                  <a:pt x="121875" y="18675"/>
                </a:lnTo>
                <a:lnTo>
                  <a:pt x="121950" y="18675"/>
                </a:lnTo>
                <a:lnTo>
                  <a:pt x="122025" y="18525"/>
                </a:lnTo>
                <a:lnTo>
                  <a:pt x="122100" y="18525"/>
                </a:lnTo>
                <a:lnTo>
                  <a:pt x="122175" y="18375"/>
                </a:lnTo>
                <a:lnTo>
                  <a:pt x="122250" y="18375"/>
                </a:lnTo>
                <a:lnTo>
                  <a:pt x="122325" y="18225"/>
                </a:lnTo>
                <a:lnTo>
                  <a:pt x="122400" y="18225"/>
                </a:lnTo>
                <a:lnTo>
                  <a:pt x="122475" y="18075"/>
                </a:lnTo>
                <a:lnTo>
                  <a:pt x="122550" y="18075"/>
                </a:lnTo>
                <a:lnTo>
                  <a:pt x="122625" y="17925"/>
                </a:lnTo>
                <a:lnTo>
                  <a:pt x="122700" y="17925"/>
                </a:lnTo>
                <a:lnTo>
                  <a:pt x="122775" y="17775"/>
                </a:lnTo>
                <a:lnTo>
                  <a:pt x="122850" y="17775"/>
                </a:lnTo>
                <a:lnTo>
                  <a:pt x="123000" y="17625"/>
                </a:lnTo>
                <a:lnTo>
                  <a:pt x="123150" y="17550"/>
                </a:lnTo>
                <a:lnTo>
                  <a:pt x="123150" y="17475"/>
                </a:lnTo>
                <a:lnTo>
                  <a:pt x="123300" y="17400"/>
                </a:lnTo>
                <a:lnTo>
                  <a:pt x="123300" y="17325"/>
                </a:lnTo>
                <a:lnTo>
                  <a:pt x="123450" y="17250"/>
                </a:lnTo>
                <a:lnTo>
                  <a:pt x="123450" y="17175"/>
                </a:lnTo>
                <a:lnTo>
                  <a:pt x="123600" y="17100"/>
                </a:lnTo>
                <a:lnTo>
                  <a:pt x="123675" y="17100"/>
                </a:lnTo>
                <a:lnTo>
                  <a:pt x="123750" y="16950"/>
                </a:lnTo>
                <a:lnTo>
                  <a:pt x="123825" y="16950"/>
                </a:lnTo>
                <a:lnTo>
                  <a:pt x="123975" y="16800"/>
                </a:lnTo>
                <a:lnTo>
                  <a:pt x="124125" y="16725"/>
                </a:lnTo>
                <a:lnTo>
                  <a:pt x="124125" y="16650"/>
                </a:lnTo>
                <a:lnTo>
                  <a:pt x="124500" y="16425"/>
                </a:lnTo>
                <a:lnTo>
                  <a:pt x="124650" y="16275"/>
                </a:lnTo>
                <a:lnTo>
                  <a:pt x="125025" y="16050"/>
                </a:lnTo>
                <a:lnTo>
                  <a:pt x="125175" y="15900"/>
                </a:lnTo>
                <a:lnTo>
                  <a:pt x="125250" y="15900"/>
                </a:lnTo>
                <a:lnTo>
                  <a:pt x="125400" y="15825"/>
                </a:lnTo>
                <a:lnTo>
                  <a:pt x="125550" y="15675"/>
                </a:lnTo>
                <a:lnTo>
                  <a:pt x="125625" y="15675"/>
                </a:lnTo>
                <a:lnTo>
                  <a:pt x="125775" y="15600"/>
                </a:lnTo>
                <a:lnTo>
                  <a:pt x="125775" y="15525"/>
                </a:lnTo>
                <a:lnTo>
                  <a:pt x="126150" y="15375"/>
                </a:lnTo>
                <a:lnTo>
                  <a:pt x="126150" y="15300"/>
                </a:lnTo>
                <a:lnTo>
                  <a:pt x="126525" y="15150"/>
                </a:lnTo>
                <a:lnTo>
                  <a:pt x="126525" y="15075"/>
                </a:lnTo>
                <a:lnTo>
                  <a:pt x="127125" y="14850"/>
                </a:lnTo>
                <a:lnTo>
                  <a:pt x="127125" y="14775"/>
                </a:lnTo>
                <a:lnTo>
                  <a:pt x="128100" y="14400"/>
                </a:lnTo>
                <a:lnTo>
                  <a:pt x="128850" y="14250"/>
                </a:lnTo>
                <a:lnTo>
                  <a:pt x="129225" y="14250"/>
                </a:lnTo>
                <a:lnTo>
                  <a:pt x="129975" y="14400"/>
                </a:lnTo>
                <a:lnTo>
                  <a:pt x="130275" y="14550"/>
                </a:lnTo>
                <a:lnTo>
                  <a:pt x="130650" y="14700"/>
                </a:lnTo>
                <a:lnTo>
                  <a:pt x="130725" y="14700"/>
                </a:lnTo>
                <a:lnTo>
                  <a:pt x="130875" y="14775"/>
                </a:lnTo>
                <a:lnTo>
                  <a:pt x="130875" y="14850"/>
                </a:lnTo>
                <a:lnTo>
                  <a:pt x="131475" y="15075"/>
                </a:lnTo>
                <a:lnTo>
                  <a:pt x="131475" y="15150"/>
                </a:lnTo>
                <a:lnTo>
                  <a:pt x="131850" y="15300"/>
                </a:lnTo>
                <a:lnTo>
                  <a:pt x="131925" y="15375"/>
                </a:lnTo>
                <a:lnTo>
                  <a:pt x="132450" y="15675"/>
                </a:lnTo>
                <a:lnTo>
                  <a:pt x="132600" y="15825"/>
                </a:lnTo>
                <a:lnTo>
                  <a:pt x="132675" y="15825"/>
                </a:lnTo>
                <a:lnTo>
                  <a:pt x="132825" y="15900"/>
                </a:lnTo>
                <a:lnTo>
                  <a:pt x="132975" y="16050"/>
                </a:lnTo>
                <a:lnTo>
                  <a:pt x="133050" y="16050"/>
                </a:lnTo>
                <a:lnTo>
                  <a:pt x="133200" y="16125"/>
                </a:lnTo>
                <a:lnTo>
                  <a:pt x="133200" y="16200"/>
                </a:lnTo>
                <a:lnTo>
                  <a:pt x="133350" y="16275"/>
                </a:lnTo>
                <a:lnTo>
                  <a:pt x="133500" y="16425"/>
                </a:lnTo>
                <a:lnTo>
                  <a:pt x="133575" y="16425"/>
                </a:lnTo>
                <a:lnTo>
                  <a:pt x="133725" y="16500"/>
                </a:lnTo>
                <a:lnTo>
                  <a:pt x="133725" y="16575"/>
                </a:lnTo>
                <a:lnTo>
                  <a:pt x="133875" y="16650"/>
                </a:lnTo>
                <a:lnTo>
                  <a:pt x="133875" y="16725"/>
                </a:lnTo>
                <a:lnTo>
                  <a:pt x="134025" y="16800"/>
                </a:lnTo>
                <a:lnTo>
                  <a:pt x="134100" y="16800"/>
                </a:lnTo>
                <a:lnTo>
                  <a:pt x="134400" y="17100"/>
                </a:lnTo>
                <a:lnTo>
                  <a:pt x="134550" y="17175"/>
                </a:lnTo>
                <a:lnTo>
                  <a:pt x="134550" y="17250"/>
                </a:lnTo>
                <a:lnTo>
                  <a:pt x="134700" y="17325"/>
                </a:lnTo>
                <a:lnTo>
                  <a:pt x="134925" y="17550"/>
                </a:lnTo>
                <a:lnTo>
                  <a:pt x="135075" y="17625"/>
                </a:lnTo>
                <a:lnTo>
                  <a:pt x="136425" y="18975"/>
                </a:lnTo>
                <a:lnTo>
                  <a:pt x="136500" y="19125"/>
                </a:lnTo>
                <a:lnTo>
                  <a:pt x="136725" y="19350"/>
                </a:lnTo>
                <a:lnTo>
                  <a:pt x="136800" y="19500"/>
                </a:lnTo>
                <a:lnTo>
                  <a:pt x="137100" y="19800"/>
                </a:lnTo>
                <a:lnTo>
                  <a:pt x="137175" y="19950"/>
                </a:lnTo>
                <a:lnTo>
                  <a:pt x="137250" y="19950"/>
                </a:lnTo>
                <a:lnTo>
                  <a:pt x="137325" y="20100"/>
                </a:lnTo>
                <a:lnTo>
                  <a:pt x="137325" y="20175"/>
                </a:lnTo>
                <a:lnTo>
                  <a:pt x="137475" y="20250"/>
                </a:lnTo>
                <a:lnTo>
                  <a:pt x="137475" y="20325"/>
                </a:lnTo>
                <a:lnTo>
                  <a:pt x="137550" y="20475"/>
                </a:lnTo>
                <a:lnTo>
                  <a:pt x="137625" y="20475"/>
                </a:lnTo>
                <a:lnTo>
                  <a:pt x="137700" y="20625"/>
                </a:lnTo>
                <a:lnTo>
                  <a:pt x="137850" y="20775"/>
                </a:lnTo>
                <a:lnTo>
                  <a:pt x="138000" y="21000"/>
                </a:lnTo>
                <a:lnTo>
                  <a:pt x="138150" y="21300"/>
                </a:lnTo>
                <a:lnTo>
                  <a:pt x="138225" y="21300"/>
                </a:lnTo>
                <a:lnTo>
                  <a:pt x="138375" y="21675"/>
                </a:lnTo>
                <a:lnTo>
                  <a:pt x="138450" y="21675"/>
                </a:lnTo>
                <a:lnTo>
                  <a:pt x="138600" y="21975"/>
                </a:lnTo>
                <a:lnTo>
                  <a:pt x="138600" y="22050"/>
                </a:lnTo>
                <a:lnTo>
                  <a:pt x="138750" y="22200"/>
                </a:lnTo>
                <a:lnTo>
                  <a:pt x="138900" y="22575"/>
                </a:lnTo>
                <a:lnTo>
                  <a:pt x="138975" y="22575"/>
                </a:lnTo>
                <a:lnTo>
                  <a:pt x="139200" y="23100"/>
                </a:lnTo>
                <a:lnTo>
                  <a:pt x="139350" y="23250"/>
                </a:lnTo>
                <a:lnTo>
                  <a:pt x="139350" y="23325"/>
                </a:lnTo>
                <a:lnTo>
                  <a:pt x="139500" y="23625"/>
                </a:lnTo>
                <a:lnTo>
                  <a:pt x="139500" y="23700"/>
                </a:lnTo>
                <a:lnTo>
                  <a:pt x="139725" y="24225"/>
                </a:lnTo>
                <a:lnTo>
                  <a:pt x="139800" y="24225"/>
                </a:lnTo>
                <a:lnTo>
                  <a:pt x="139875" y="24375"/>
                </a:lnTo>
                <a:lnTo>
                  <a:pt x="140025" y="24750"/>
                </a:lnTo>
                <a:lnTo>
                  <a:pt x="140025" y="24825"/>
                </a:lnTo>
                <a:lnTo>
                  <a:pt x="140325" y="25500"/>
                </a:lnTo>
                <a:lnTo>
                  <a:pt x="140325" y="25575"/>
                </a:lnTo>
                <a:lnTo>
                  <a:pt x="140475" y="25950"/>
                </a:lnTo>
                <a:lnTo>
                  <a:pt x="140475" y="26100"/>
                </a:lnTo>
                <a:lnTo>
                  <a:pt x="140550" y="26100"/>
                </a:lnTo>
                <a:lnTo>
                  <a:pt x="140550" y="26325"/>
                </a:lnTo>
                <a:lnTo>
                  <a:pt x="140775" y="26925"/>
                </a:lnTo>
                <a:lnTo>
                  <a:pt x="140775" y="27075"/>
                </a:lnTo>
                <a:lnTo>
                  <a:pt x="140850" y="27075"/>
                </a:lnTo>
                <a:lnTo>
                  <a:pt x="140850" y="27300"/>
                </a:lnTo>
                <a:lnTo>
                  <a:pt x="141000" y="27675"/>
                </a:lnTo>
                <a:lnTo>
                  <a:pt x="141000" y="27900"/>
                </a:lnTo>
                <a:lnTo>
                  <a:pt x="141150" y="28275"/>
                </a:lnTo>
                <a:lnTo>
                  <a:pt x="141150" y="28500"/>
                </a:lnTo>
                <a:lnTo>
                  <a:pt x="141225" y="28650"/>
                </a:lnTo>
                <a:lnTo>
                  <a:pt x="141225" y="28875"/>
                </a:lnTo>
                <a:lnTo>
                  <a:pt x="141300" y="29100"/>
                </a:lnTo>
                <a:lnTo>
                  <a:pt x="141300" y="29325"/>
                </a:lnTo>
                <a:lnTo>
                  <a:pt x="141375" y="29475"/>
                </a:lnTo>
                <a:lnTo>
                  <a:pt x="141375" y="29700"/>
                </a:lnTo>
                <a:lnTo>
                  <a:pt x="141450" y="29850"/>
                </a:lnTo>
                <a:lnTo>
                  <a:pt x="141450" y="30300"/>
                </a:lnTo>
                <a:lnTo>
                  <a:pt x="141525" y="30300"/>
                </a:lnTo>
                <a:lnTo>
                  <a:pt x="141525" y="30750"/>
                </a:lnTo>
                <a:lnTo>
                  <a:pt x="141600" y="30900"/>
                </a:lnTo>
                <a:lnTo>
                  <a:pt x="141600" y="31500"/>
                </a:lnTo>
                <a:lnTo>
                  <a:pt x="141675" y="31725"/>
                </a:lnTo>
                <a:lnTo>
                  <a:pt x="141675" y="35400"/>
                </a:lnTo>
                <a:lnTo>
                  <a:pt x="141600" y="35625"/>
                </a:lnTo>
                <a:lnTo>
                  <a:pt x="141600" y="36225"/>
                </a:lnTo>
                <a:lnTo>
                  <a:pt x="141525" y="36375"/>
                </a:lnTo>
                <a:lnTo>
                  <a:pt x="141525" y="36825"/>
                </a:lnTo>
                <a:lnTo>
                  <a:pt x="141450" y="36825"/>
                </a:lnTo>
                <a:lnTo>
                  <a:pt x="141450" y="37200"/>
                </a:lnTo>
                <a:lnTo>
                  <a:pt x="141375" y="37425"/>
                </a:lnTo>
                <a:lnTo>
                  <a:pt x="141375" y="37650"/>
                </a:lnTo>
                <a:lnTo>
                  <a:pt x="141300" y="37800"/>
                </a:lnTo>
                <a:lnTo>
                  <a:pt x="141300" y="38025"/>
                </a:lnTo>
                <a:lnTo>
                  <a:pt x="141225" y="38250"/>
                </a:lnTo>
                <a:lnTo>
                  <a:pt x="141225" y="38475"/>
                </a:lnTo>
                <a:lnTo>
                  <a:pt x="141150" y="38625"/>
                </a:lnTo>
                <a:lnTo>
                  <a:pt x="141150" y="38850"/>
                </a:lnTo>
                <a:lnTo>
                  <a:pt x="141000" y="39225"/>
                </a:lnTo>
                <a:lnTo>
                  <a:pt x="141000" y="39450"/>
                </a:lnTo>
                <a:lnTo>
                  <a:pt x="140850" y="39825"/>
                </a:lnTo>
                <a:lnTo>
                  <a:pt x="140850" y="39975"/>
                </a:lnTo>
                <a:lnTo>
                  <a:pt x="140775" y="40050"/>
                </a:lnTo>
                <a:lnTo>
                  <a:pt x="140775" y="40200"/>
                </a:lnTo>
                <a:lnTo>
                  <a:pt x="140550" y="40800"/>
                </a:lnTo>
                <a:lnTo>
                  <a:pt x="140550" y="40950"/>
                </a:lnTo>
                <a:lnTo>
                  <a:pt x="140475" y="41025"/>
                </a:lnTo>
                <a:lnTo>
                  <a:pt x="140475" y="41175"/>
                </a:lnTo>
                <a:lnTo>
                  <a:pt x="140325" y="41550"/>
                </a:lnTo>
                <a:lnTo>
                  <a:pt x="140325" y="41625"/>
                </a:lnTo>
                <a:lnTo>
                  <a:pt x="140175" y="41925"/>
                </a:lnTo>
                <a:lnTo>
                  <a:pt x="140175" y="42000"/>
                </a:lnTo>
                <a:lnTo>
                  <a:pt x="140025" y="42300"/>
                </a:lnTo>
                <a:lnTo>
                  <a:pt x="140025" y="42375"/>
                </a:lnTo>
                <a:lnTo>
                  <a:pt x="139875" y="42675"/>
                </a:lnTo>
                <a:lnTo>
                  <a:pt x="139875" y="42750"/>
                </a:lnTo>
                <a:lnTo>
                  <a:pt x="139800" y="42900"/>
                </a:lnTo>
                <a:lnTo>
                  <a:pt x="139725" y="42900"/>
                </a:lnTo>
                <a:lnTo>
                  <a:pt x="139500" y="43425"/>
                </a:lnTo>
                <a:lnTo>
                  <a:pt x="139500" y="43500"/>
                </a:lnTo>
                <a:lnTo>
                  <a:pt x="139350" y="43800"/>
                </a:lnTo>
                <a:lnTo>
                  <a:pt x="139350" y="43875"/>
                </a:lnTo>
                <a:lnTo>
                  <a:pt x="139200" y="44025"/>
                </a:lnTo>
                <a:lnTo>
                  <a:pt x="138975" y="44550"/>
                </a:lnTo>
                <a:lnTo>
                  <a:pt x="138900" y="44550"/>
                </a:lnTo>
                <a:lnTo>
                  <a:pt x="138825" y="44700"/>
                </a:lnTo>
                <a:lnTo>
                  <a:pt x="138825" y="44775"/>
                </a:lnTo>
                <a:lnTo>
                  <a:pt x="138750" y="44925"/>
                </a:lnTo>
                <a:lnTo>
                  <a:pt x="138600" y="45075"/>
                </a:lnTo>
                <a:lnTo>
                  <a:pt x="138450" y="45450"/>
                </a:lnTo>
                <a:lnTo>
                  <a:pt x="138375" y="45450"/>
                </a:lnTo>
                <a:lnTo>
                  <a:pt x="138225" y="45825"/>
                </a:lnTo>
                <a:lnTo>
                  <a:pt x="138150" y="45825"/>
                </a:lnTo>
                <a:lnTo>
                  <a:pt x="138000" y="46125"/>
                </a:lnTo>
                <a:lnTo>
                  <a:pt x="137925" y="46125"/>
                </a:lnTo>
                <a:lnTo>
                  <a:pt x="137850" y="46275"/>
                </a:lnTo>
                <a:lnTo>
                  <a:pt x="137850" y="46350"/>
                </a:lnTo>
                <a:lnTo>
                  <a:pt x="137700" y="46500"/>
                </a:lnTo>
                <a:lnTo>
                  <a:pt x="137625" y="46650"/>
                </a:lnTo>
                <a:lnTo>
                  <a:pt x="137550" y="46650"/>
                </a:lnTo>
                <a:lnTo>
                  <a:pt x="137475" y="46800"/>
                </a:lnTo>
                <a:lnTo>
                  <a:pt x="137325" y="46950"/>
                </a:lnTo>
                <a:lnTo>
                  <a:pt x="137325" y="47025"/>
                </a:lnTo>
                <a:lnTo>
                  <a:pt x="137250" y="47175"/>
                </a:lnTo>
                <a:lnTo>
                  <a:pt x="137175" y="47175"/>
                </a:lnTo>
                <a:lnTo>
                  <a:pt x="137100" y="47325"/>
                </a:lnTo>
                <a:lnTo>
                  <a:pt x="136425" y="48075"/>
                </a:lnTo>
                <a:lnTo>
                  <a:pt x="136425" y="48150"/>
                </a:lnTo>
                <a:lnTo>
                  <a:pt x="135075" y="49500"/>
                </a:lnTo>
                <a:lnTo>
                  <a:pt x="134925" y="49575"/>
                </a:lnTo>
                <a:lnTo>
                  <a:pt x="134700" y="49800"/>
                </a:lnTo>
                <a:lnTo>
                  <a:pt x="134550" y="49875"/>
                </a:lnTo>
                <a:lnTo>
                  <a:pt x="134100" y="50325"/>
                </a:lnTo>
                <a:lnTo>
                  <a:pt x="134025" y="50325"/>
                </a:lnTo>
                <a:lnTo>
                  <a:pt x="133875" y="50400"/>
                </a:lnTo>
                <a:lnTo>
                  <a:pt x="133875" y="50475"/>
                </a:lnTo>
                <a:lnTo>
                  <a:pt x="133725" y="50550"/>
                </a:lnTo>
                <a:lnTo>
                  <a:pt x="133575" y="50700"/>
                </a:lnTo>
                <a:lnTo>
                  <a:pt x="133500" y="50700"/>
                </a:lnTo>
                <a:lnTo>
                  <a:pt x="133350" y="50850"/>
                </a:lnTo>
                <a:lnTo>
                  <a:pt x="133200" y="50925"/>
                </a:lnTo>
                <a:lnTo>
                  <a:pt x="133200" y="51000"/>
                </a:lnTo>
                <a:lnTo>
                  <a:pt x="133050" y="51075"/>
                </a:lnTo>
                <a:lnTo>
                  <a:pt x="132975" y="51075"/>
                </a:lnTo>
                <a:lnTo>
                  <a:pt x="132825" y="51225"/>
                </a:lnTo>
                <a:close/>
                <a:moveTo>
                  <a:pt x="128625" y="20100"/>
                </a:moveTo>
                <a:lnTo>
                  <a:pt x="128550" y="20175"/>
                </a:lnTo>
                <a:lnTo>
                  <a:pt x="128250" y="20325"/>
                </a:lnTo>
                <a:lnTo>
                  <a:pt x="128175" y="20475"/>
                </a:lnTo>
                <a:lnTo>
                  <a:pt x="127650" y="20775"/>
                </a:lnTo>
                <a:lnTo>
                  <a:pt x="127575" y="20925"/>
                </a:lnTo>
                <a:lnTo>
                  <a:pt x="127425" y="21000"/>
                </a:lnTo>
                <a:lnTo>
                  <a:pt x="127125" y="21300"/>
                </a:lnTo>
                <a:lnTo>
                  <a:pt x="126975" y="21375"/>
                </a:lnTo>
                <a:lnTo>
                  <a:pt x="126900" y="21525"/>
                </a:lnTo>
                <a:lnTo>
                  <a:pt x="126750" y="21600"/>
                </a:lnTo>
                <a:lnTo>
                  <a:pt x="125925" y="22425"/>
                </a:lnTo>
                <a:lnTo>
                  <a:pt x="125850" y="22575"/>
                </a:lnTo>
                <a:lnTo>
                  <a:pt x="125625" y="22800"/>
                </a:lnTo>
                <a:lnTo>
                  <a:pt x="125550" y="22950"/>
                </a:lnTo>
                <a:lnTo>
                  <a:pt x="125250" y="23250"/>
                </a:lnTo>
                <a:lnTo>
                  <a:pt x="125100" y="23550"/>
                </a:lnTo>
                <a:lnTo>
                  <a:pt x="124950" y="23625"/>
                </a:lnTo>
                <a:lnTo>
                  <a:pt x="123450" y="26325"/>
                </a:lnTo>
                <a:lnTo>
                  <a:pt x="123450" y="26475"/>
                </a:lnTo>
                <a:lnTo>
                  <a:pt x="123150" y="27075"/>
                </a:lnTo>
                <a:lnTo>
                  <a:pt x="123150" y="27225"/>
                </a:lnTo>
                <a:lnTo>
                  <a:pt x="123000" y="27525"/>
                </a:lnTo>
                <a:lnTo>
                  <a:pt x="123000" y="27675"/>
                </a:lnTo>
                <a:lnTo>
                  <a:pt x="122850" y="27975"/>
                </a:lnTo>
                <a:lnTo>
                  <a:pt x="122850" y="28125"/>
                </a:lnTo>
                <a:lnTo>
                  <a:pt x="122700" y="28425"/>
                </a:lnTo>
                <a:lnTo>
                  <a:pt x="122700" y="28575"/>
                </a:lnTo>
                <a:lnTo>
                  <a:pt x="122625" y="28725"/>
                </a:lnTo>
                <a:lnTo>
                  <a:pt x="122625" y="28875"/>
                </a:lnTo>
                <a:lnTo>
                  <a:pt x="122550" y="29025"/>
                </a:lnTo>
                <a:lnTo>
                  <a:pt x="122550" y="29250"/>
                </a:lnTo>
                <a:lnTo>
                  <a:pt x="122475" y="29400"/>
                </a:lnTo>
                <a:lnTo>
                  <a:pt x="122475" y="29550"/>
                </a:lnTo>
                <a:lnTo>
                  <a:pt x="122400" y="29700"/>
                </a:lnTo>
                <a:lnTo>
                  <a:pt x="122400" y="29850"/>
                </a:lnTo>
                <a:lnTo>
                  <a:pt x="122325" y="30000"/>
                </a:lnTo>
                <a:lnTo>
                  <a:pt x="122325" y="30300"/>
                </a:lnTo>
                <a:lnTo>
                  <a:pt x="122250" y="30450"/>
                </a:lnTo>
                <a:lnTo>
                  <a:pt x="122250" y="30825"/>
                </a:lnTo>
                <a:lnTo>
                  <a:pt x="122175" y="30975"/>
                </a:lnTo>
                <a:lnTo>
                  <a:pt x="122175" y="31425"/>
                </a:lnTo>
                <a:lnTo>
                  <a:pt x="122100" y="31575"/>
                </a:lnTo>
                <a:lnTo>
                  <a:pt x="122100" y="32250"/>
                </a:lnTo>
                <a:lnTo>
                  <a:pt x="122025" y="32400"/>
                </a:lnTo>
                <a:lnTo>
                  <a:pt x="122025" y="34725"/>
                </a:lnTo>
                <a:lnTo>
                  <a:pt x="122100" y="34875"/>
                </a:lnTo>
                <a:lnTo>
                  <a:pt x="122100" y="35475"/>
                </a:lnTo>
                <a:lnTo>
                  <a:pt x="122175" y="35700"/>
                </a:lnTo>
                <a:lnTo>
                  <a:pt x="122175" y="36150"/>
                </a:lnTo>
                <a:lnTo>
                  <a:pt x="122250" y="36300"/>
                </a:lnTo>
                <a:lnTo>
                  <a:pt x="122250" y="36675"/>
                </a:lnTo>
                <a:lnTo>
                  <a:pt x="122325" y="36825"/>
                </a:lnTo>
                <a:lnTo>
                  <a:pt x="122325" y="37125"/>
                </a:lnTo>
                <a:lnTo>
                  <a:pt x="122400" y="37275"/>
                </a:lnTo>
                <a:lnTo>
                  <a:pt x="122400" y="37425"/>
                </a:lnTo>
                <a:lnTo>
                  <a:pt x="122475" y="37575"/>
                </a:lnTo>
                <a:lnTo>
                  <a:pt x="122475" y="37725"/>
                </a:lnTo>
                <a:lnTo>
                  <a:pt x="122550" y="37875"/>
                </a:lnTo>
                <a:lnTo>
                  <a:pt x="122550" y="38025"/>
                </a:lnTo>
                <a:lnTo>
                  <a:pt x="122625" y="38250"/>
                </a:lnTo>
                <a:lnTo>
                  <a:pt x="122625" y="38400"/>
                </a:lnTo>
                <a:lnTo>
                  <a:pt x="122700" y="38550"/>
                </a:lnTo>
                <a:lnTo>
                  <a:pt x="122700" y="38700"/>
                </a:lnTo>
                <a:lnTo>
                  <a:pt x="122850" y="39000"/>
                </a:lnTo>
                <a:lnTo>
                  <a:pt x="122850" y="39150"/>
                </a:lnTo>
                <a:lnTo>
                  <a:pt x="123000" y="39450"/>
                </a:lnTo>
                <a:lnTo>
                  <a:pt x="123000" y="39600"/>
                </a:lnTo>
                <a:lnTo>
                  <a:pt x="123150" y="39900"/>
                </a:lnTo>
                <a:lnTo>
                  <a:pt x="123150" y="40050"/>
                </a:lnTo>
                <a:lnTo>
                  <a:pt x="123450" y="40650"/>
                </a:lnTo>
                <a:lnTo>
                  <a:pt x="123450" y="40800"/>
                </a:lnTo>
                <a:lnTo>
                  <a:pt x="123600" y="41025"/>
                </a:lnTo>
                <a:lnTo>
                  <a:pt x="124425" y="42600"/>
                </a:lnTo>
                <a:lnTo>
                  <a:pt x="124500" y="42675"/>
                </a:lnTo>
                <a:lnTo>
                  <a:pt x="124950" y="43500"/>
                </a:lnTo>
                <a:lnTo>
                  <a:pt x="125100" y="43575"/>
                </a:lnTo>
                <a:lnTo>
                  <a:pt x="125325" y="43950"/>
                </a:lnTo>
                <a:lnTo>
                  <a:pt x="125550" y="44175"/>
                </a:lnTo>
                <a:lnTo>
                  <a:pt x="125625" y="44325"/>
                </a:lnTo>
                <a:lnTo>
                  <a:pt x="125925" y="44625"/>
                </a:lnTo>
                <a:lnTo>
                  <a:pt x="126000" y="44775"/>
                </a:lnTo>
                <a:lnTo>
                  <a:pt x="126150" y="44850"/>
                </a:lnTo>
                <a:lnTo>
                  <a:pt x="126225" y="45000"/>
                </a:lnTo>
                <a:lnTo>
                  <a:pt x="126750" y="45525"/>
                </a:lnTo>
                <a:lnTo>
                  <a:pt x="126900" y="45600"/>
                </a:lnTo>
                <a:lnTo>
                  <a:pt x="126975" y="45750"/>
                </a:lnTo>
                <a:lnTo>
                  <a:pt x="127125" y="45825"/>
                </a:lnTo>
                <a:lnTo>
                  <a:pt x="127425" y="46125"/>
                </a:lnTo>
                <a:lnTo>
                  <a:pt x="127575" y="46200"/>
                </a:lnTo>
                <a:lnTo>
                  <a:pt x="127650" y="46350"/>
                </a:lnTo>
                <a:lnTo>
                  <a:pt x="128175" y="46650"/>
                </a:lnTo>
                <a:lnTo>
                  <a:pt x="128400" y="46875"/>
                </a:lnTo>
                <a:lnTo>
                  <a:pt x="128925" y="47175"/>
                </a:lnTo>
                <a:lnTo>
                  <a:pt x="129000" y="47250"/>
                </a:lnTo>
                <a:lnTo>
                  <a:pt x="129675" y="46875"/>
                </a:lnTo>
                <a:lnTo>
                  <a:pt x="129750" y="46725"/>
                </a:lnTo>
                <a:lnTo>
                  <a:pt x="130275" y="46425"/>
                </a:lnTo>
                <a:lnTo>
                  <a:pt x="130575" y="46125"/>
                </a:lnTo>
                <a:lnTo>
                  <a:pt x="130725" y="46050"/>
                </a:lnTo>
                <a:lnTo>
                  <a:pt x="130800" y="45900"/>
                </a:lnTo>
                <a:lnTo>
                  <a:pt x="130950" y="45825"/>
                </a:lnTo>
                <a:lnTo>
                  <a:pt x="131250" y="45525"/>
                </a:lnTo>
                <a:lnTo>
                  <a:pt x="131400" y="45450"/>
                </a:lnTo>
                <a:lnTo>
                  <a:pt x="131475" y="45300"/>
                </a:lnTo>
                <a:lnTo>
                  <a:pt x="131625" y="45225"/>
                </a:lnTo>
                <a:lnTo>
                  <a:pt x="131700" y="45075"/>
                </a:lnTo>
                <a:lnTo>
                  <a:pt x="132225" y="44550"/>
                </a:lnTo>
                <a:lnTo>
                  <a:pt x="132300" y="44400"/>
                </a:lnTo>
                <a:lnTo>
                  <a:pt x="132600" y="44100"/>
                </a:lnTo>
                <a:lnTo>
                  <a:pt x="132750" y="43800"/>
                </a:lnTo>
                <a:lnTo>
                  <a:pt x="132900" y="43725"/>
                </a:lnTo>
                <a:lnTo>
                  <a:pt x="133200" y="43200"/>
                </a:lnTo>
                <a:lnTo>
                  <a:pt x="133425" y="42975"/>
                </a:lnTo>
                <a:lnTo>
                  <a:pt x="133950" y="42000"/>
                </a:lnTo>
                <a:lnTo>
                  <a:pt x="134025" y="41925"/>
                </a:lnTo>
                <a:lnTo>
                  <a:pt x="134325" y="41325"/>
                </a:lnTo>
                <a:lnTo>
                  <a:pt x="134325" y="41175"/>
                </a:lnTo>
                <a:lnTo>
                  <a:pt x="134475" y="40950"/>
                </a:lnTo>
                <a:lnTo>
                  <a:pt x="134775" y="40350"/>
                </a:lnTo>
                <a:lnTo>
                  <a:pt x="134775" y="40200"/>
                </a:lnTo>
                <a:lnTo>
                  <a:pt x="134925" y="39900"/>
                </a:lnTo>
                <a:lnTo>
                  <a:pt x="134925" y="39750"/>
                </a:lnTo>
                <a:lnTo>
                  <a:pt x="135150" y="39300"/>
                </a:lnTo>
                <a:lnTo>
                  <a:pt x="135150" y="39150"/>
                </a:lnTo>
                <a:lnTo>
                  <a:pt x="135225" y="39000"/>
                </a:lnTo>
                <a:lnTo>
                  <a:pt x="135225" y="38850"/>
                </a:lnTo>
                <a:lnTo>
                  <a:pt x="135375" y="38550"/>
                </a:lnTo>
                <a:lnTo>
                  <a:pt x="135375" y="38400"/>
                </a:lnTo>
                <a:lnTo>
                  <a:pt x="135450" y="38250"/>
                </a:lnTo>
                <a:lnTo>
                  <a:pt x="135450" y="38025"/>
                </a:lnTo>
                <a:lnTo>
                  <a:pt x="135525" y="37875"/>
                </a:lnTo>
                <a:lnTo>
                  <a:pt x="135525" y="37725"/>
                </a:lnTo>
                <a:lnTo>
                  <a:pt x="135600" y="37575"/>
                </a:lnTo>
                <a:lnTo>
                  <a:pt x="135600" y="37425"/>
                </a:lnTo>
                <a:lnTo>
                  <a:pt x="135675" y="37275"/>
                </a:lnTo>
                <a:lnTo>
                  <a:pt x="135675" y="36975"/>
                </a:lnTo>
                <a:lnTo>
                  <a:pt x="135750" y="36825"/>
                </a:lnTo>
                <a:lnTo>
                  <a:pt x="135750" y="36450"/>
                </a:lnTo>
                <a:lnTo>
                  <a:pt x="135825" y="36300"/>
                </a:lnTo>
                <a:lnTo>
                  <a:pt x="135825" y="36000"/>
                </a:lnTo>
                <a:lnTo>
                  <a:pt x="135900" y="35850"/>
                </a:lnTo>
                <a:lnTo>
                  <a:pt x="135900" y="35325"/>
                </a:lnTo>
                <a:lnTo>
                  <a:pt x="135975" y="35175"/>
                </a:lnTo>
                <a:lnTo>
                  <a:pt x="135975" y="31950"/>
                </a:lnTo>
                <a:lnTo>
                  <a:pt x="135900" y="31800"/>
                </a:lnTo>
                <a:lnTo>
                  <a:pt x="135900" y="31275"/>
                </a:lnTo>
                <a:lnTo>
                  <a:pt x="135825" y="31125"/>
                </a:lnTo>
                <a:lnTo>
                  <a:pt x="135825" y="30825"/>
                </a:lnTo>
                <a:lnTo>
                  <a:pt x="135750" y="30675"/>
                </a:lnTo>
                <a:lnTo>
                  <a:pt x="135750" y="30300"/>
                </a:lnTo>
                <a:lnTo>
                  <a:pt x="135675" y="30150"/>
                </a:lnTo>
                <a:lnTo>
                  <a:pt x="135675" y="29850"/>
                </a:lnTo>
                <a:lnTo>
                  <a:pt x="135600" y="29700"/>
                </a:lnTo>
                <a:lnTo>
                  <a:pt x="135600" y="29550"/>
                </a:lnTo>
                <a:lnTo>
                  <a:pt x="135525" y="29400"/>
                </a:lnTo>
                <a:lnTo>
                  <a:pt x="135525" y="29250"/>
                </a:lnTo>
                <a:lnTo>
                  <a:pt x="135450" y="29025"/>
                </a:lnTo>
                <a:lnTo>
                  <a:pt x="135450" y="28875"/>
                </a:lnTo>
                <a:lnTo>
                  <a:pt x="135375" y="28725"/>
                </a:lnTo>
                <a:lnTo>
                  <a:pt x="135375" y="28575"/>
                </a:lnTo>
                <a:lnTo>
                  <a:pt x="135225" y="28275"/>
                </a:lnTo>
                <a:lnTo>
                  <a:pt x="135225" y="28125"/>
                </a:lnTo>
                <a:lnTo>
                  <a:pt x="135150" y="27975"/>
                </a:lnTo>
                <a:lnTo>
                  <a:pt x="135150" y="27825"/>
                </a:lnTo>
                <a:lnTo>
                  <a:pt x="134925" y="27375"/>
                </a:lnTo>
                <a:lnTo>
                  <a:pt x="134925" y="27225"/>
                </a:lnTo>
                <a:lnTo>
                  <a:pt x="134775" y="26925"/>
                </a:lnTo>
                <a:lnTo>
                  <a:pt x="134775" y="26775"/>
                </a:lnTo>
                <a:lnTo>
                  <a:pt x="134475" y="26175"/>
                </a:lnTo>
                <a:lnTo>
                  <a:pt x="134325" y="25950"/>
                </a:lnTo>
                <a:lnTo>
                  <a:pt x="134325" y="25800"/>
                </a:lnTo>
                <a:lnTo>
                  <a:pt x="134025" y="25200"/>
                </a:lnTo>
                <a:lnTo>
                  <a:pt x="133950" y="25125"/>
                </a:lnTo>
                <a:lnTo>
                  <a:pt x="133425" y="24150"/>
                </a:lnTo>
                <a:lnTo>
                  <a:pt x="133200" y="23925"/>
                </a:lnTo>
                <a:lnTo>
                  <a:pt x="132900" y="23400"/>
                </a:lnTo>
                <a:lnTo>
                  <a:pt x="132675" y="23175"/>
                </a:lnTo>
                <a:lnTo>
                  <a:pt x="132600" y="23025"/>
                </a:lnTo>
                <a:lnTo>
                  <a:pt x="132300" y="22725"/>
                </a:lnTo>
                <a:lnTo>
                  <a:pt x="132150" y="22425"/>
                </a:lnTo>
                <a:lnTo>
                  <a:pt x="132000" y="22350"/>
                </a:lnTo>
                <a:lnTo>
                  <a:pt x="131925" y="22200"/>
                </a:lnTo>
                <a:lnTo>
                  <a:pt x="131775" y="22125"/>
                </a:lnTo>
                <a:lnTo>
                  <a:pt x="131625" y="21900"/>
                </a:lnTo>
                <a:lnTo>
                  <a:pt x="131475" y="21825"/>
                </a:lnTo>
                <a:lnTo>
                  <a:pt x="131400" y="21675"/>
                </a:lnTo>
                <a:lnTo>
                  <a:pt x="131250" y="21600"/>
                </a:lnTo>
                <a:lnTo>
                  <a:pt x="130950" y="21300"/>
                </a:lnTo>
                <a:lnTo>
                  <a:pt x="130800" y="21225"/>
                </a:lnTo>
                <a:lnTo>
                  <a:pt x="130725" y="21075"/>
                </a:lnTo>
                <a:lnTo>
                  <a:pt x="130575" y="21000"/>
                </a:lnTo>
                <a:lnTo>
                  <a:pt x="130275" y="20700"/>
                </a:lnTo>
                <a:lnTo>
                  <a:pt x="129975" y="20550"/>
                </a:lnTo>
                <a:lnTo>
                  <a:pt x="129675" y="20250"/>
                </a:lnTo>
                <a:lnTo>
                  <a:pt x="129000" y="19875"/>
                </a:lnTo>
                <a:lnTo>
                  <a:pt x="128925" y="19950"/>
                </a:lnTo>
                <a:close/>
                <a:moveTo>
                  <a:pt x="165000" y="66750"/>
                </a:moveTo>
                <a:lnTo>
                  <a:pt x="165000" y="26625"/>
                </a:lnTo>
                <a:lnTo>
                  <a:pt x="165075" y="26475"/>
                </a:lnTo>
                <a:lnTo>
                  <a:pt x="165075" y="25725"/>
                </a:lnTo>
                <a:lnTo>
                  <a:pt x="165150" y="25500"/>
                </a:lnTo>
                <a:lnTo>
                  <a:pt x="165150" y="25275"/>
                </a:lnTo>
                <a:lnTo>
                  <a:pt x="165225" y="25050"/>
                </a:lnTo>
                <a:lnTo>
                  <a:pt x="165225" y="24600"/>
                </a:lnTo>
                <a:lnTo>
                  <a:pt x="165300" y="24600"/>
                </a:lnTo>
                <a:lnTo>
                  <a:pt x="165300" y="24375"/>
                </a:lnTo>
                <a:lnTo>
                  <a:pt x="165375" y="24150"/>
                </a:lnTo>
                <a:lnTo>
                  <a:pt x="165375" y="23925"/>
                </a:lnTo>
                <a:lnTo>
                  <a:pt x="165450" y="23700"/>
                </a:lnTo>
                <a:lnTo>
                  <a:pt x="165450" y="23475"/>
                </a:lnTo>
                <a:lnTo>
                  <a:pt x="165525" y="23475"/>
                </a:lnTo>
                <a:lnTo>
                  <a:pt x="165525" y="23250"/>
                </a:lnTo>
                <a:lnTo>
                  <a:pt x="165750" y="22650"/>
                </a:lnTo>
                <a:lnTo>
                  <a:pt x="165750" y="22425"/>
                </a:lnTo>
                <a:lnTo>
                  <a:pt x="165825" y="22425"/>
                </a:lnTo>
                <a:lnTo>
                  <a:pt x="165825" y="22200"/>
                </a:lnTo>
                <a:lnTo>
                  <a:pt x="165900" y="22050"/>
                </a:lnTo>
                <a:lnTo>
                  <a:pt x="165900" y="21975"/>
                </a:lnTo>
                <a:lnTo>
                  <a:pt x="166050" y="21600"/>
                </a:lnTo>
                <a:lnTo>
                  <a:pt x="166200" y="21375"/>
                </a:lnTo>
                <a:lnTo>
                  <a:pt x="166200" y="21225"/>
                </a:lnTo>
                <a:lnTo>
                  <a:pt x="166275" y="21225"/>
                </a:lnTo>
                <a:lnTo>
                  <a:pt x="166350" y="21075"/>
                </a:lnTo>
                <a:lnTo>
                  <a:pt x="166425" y="20775"/>
                </a:lnTo>
                <a:lnTo>
                  <a:pt x="166575" y="20475"/>
                </a:lnTo>
                <a:lnTo>
                  <a:pt x="166650" y="20400"/>
                </a:lnTo>
                <a:lnTo>
                  <a:pt x="166800" y="20100"/>
                </a:lnTo>
                <a:lnTo>
                  <a:pt x="166800" y="20025"/>
                </a:lnTo>
                <a:lnTo>
                  <a:pt x="166950" y="19875"/>
                </a:lnTo>
                <a:lnTo>
                  <a:pt x="167325" y="19200"/>
                </a:lnTo>
                <a:lnTo>
                  <a:pt x="167400" y="19200"/>
                </a:lnTo>
                <a:lnTo>
                  <a:pt x="167475" y="19050"/>
                </a:lnTo>
                <a:lnTo>
                  <a:pt x="167475" y="18975"/>
                </a:lnTo>
                <a:lnTo>
                  <a:pt x="167625" y="18900"/>
                </a:lnTo>
                <a:lnTo>
                  <a:pt x="167625" y="18825"/>
                </a:lnTo>
                <a:lnTo>
                  <a:pt x="167700" y="18675"/>
                </a:lnTo>
                <a:lnTo>
                  <a:pt x="167775" y="18675"/>
                </a:lnTo>
                <a:lnTo>
                  <a:pt x="168075" y="18225"/>
                </a:lnTo>
                <a:lnTo>
                  <a:pt x="169125" y="17175"/>
                </a:lnTo>
                <a:lnTo>
                  <a:pt x="169200" y="17175"/>
                </a:lnTo>
                <a:lnTo>
                  <a:pt x="169275" y="17025"/>
                </a:lnTo>
                <a:lnTo>
                  <a:pt x="169350" y="17025"/>
                </a:lnTo>
                <a:lnTo>
                  <a:pt x="169500" y="16875"/>
                </a:lnTo>
                <a:lnTo>
                  <a:pt x="169650" y="16800"/>
                </a:lnTo>
                <a:lnTo>
                  <a:pt x="169650" y="16725"/>
                </a:lnTo>
                <a:lnTo>
                  <a:pt x="169800" y="16650"/>
                </a:lnTo>
                <a:lnTo>
                  <a:pt x="169875" y="16650"/>
                </a:lnTo>
                <a:lnTo>
                  <a:pt x="169950" y="16500"/>
                </a:lnTo>
                <a:lnTo>
                  <a:pt x="170025" y="16500"/>
                </a:lnTo>
                <a:lnTo>
                  <a:pt x="170175" y="16425"/>
                </a:lnTo>
                <a:lnTo>
                  <a:pt x="170175" y="16350"/>
                </a:lnTo>
                <a:lnTo>
                  <a:pt x="170325" y="16275"/>
                </a:lnTo>
                <a:lnTo>
                  <a:pt x="170400" y="16275"/>
                </a:lnTo>
                <a:lnTo>
                  <a:pt x="170550" y="16125"/>
                </a:lnTo>
                <a:lnTo>
                  <a:pt x="170850" y="15975"/>
                </a:lnTo>
                <a:lnTo>
                  <a:pt x="170925" y="15900"/>
                </a:lnTo>
                <a:lnTo>
                  <a:pt x="171450" y="15675"/>
                </a:lnTo>
                <a:lnTo>
                  <a:pt x="171450" y="15600"/>
                </a:lnTo>
                <a:lnTo>
                  <a:pt x="171600" y="15525"/>
                </a:lnTo>
                <a:lnTo>
                  <a:pt x="171900" y="15450"/>
                </a:lnTo>
                <a:lnTo>
                  <a:pt x="171975" y="15375"/>
                </a:lnTo>
                <a:lnTo>
                  <a:pt x="172275" y="15300"/>
                </a:lnTo>
                <a:lnTo>
                  <a:pt x="172425" y="15225"/>
                </a:lnTo>
                <a:lnTo>
                  <a:pt x="172425" y="15150"/>
                </a:lnTo>
                <a:lnTo>
                  <a:pt x="172650" y="15150"/>
                </a:lnTo>
                <a:lnTo>
                  <a:pt x="172650" y="15075"/>
                </a:lnTo>
                <a:lnTo>
                  <a:pt x="172800" y="15075"/>
                </a:lnTo>
                <a:lnTo>
                  <a:pt x="172875" y="15000"/>
                </a:lnTo>
                <a:lnTo>
                  <a:pt x="173025" y="15000"/>
                </a:lnTo>
                <a:lnTo>
                  <a:pt x="173100" y="14925"/>
                </a:lnTo>
                <a:lnTo>
                  <a:pt x="173250" y="14925"/>
                </a:lnTo>
                <a:lnTo>
                  <a:pt x="173850" y="14700"/>
                </a:lnTo>
                <a:lnTo>
                  <a:pt x="174075" y="14700"/>
                </a:lnTo>
                <a:lnTo>
                  <a:pt x="174150" y="14625"/>
                </a:lnTo>
                <a:lnTo>
                  <a:pt x="174375" y="14625"/>
                </a:lnTo>
                <a:lnTo>
                  <a:pt x="174525" y="14550"/>
                </a:lnTo>
                <a:lnTo>
                  <a:pt x="174750" y="14550"/>
                </a:lnTo>
                <a:lnTo>
                  <a:pt x="174975" y="14475"/>
                </a:lnTo>
                <a:lnTo>
                  <a:pt x="175200" y="14475"/>
                </a:lnTo>
                <a:lnTo>
                  <a:pt x="175425" y="14400"/>
                </a:lnTo>
                <a:lnTo>
                  <a:pt x="175650" y="14400"/>
                </a:lnTo>
                <a:lnTo>
                  <a:pt x="175875" y="14325"/>
                </a:lnTo>
                <a:lnTo>
                  <a:pt x="176550" y="14325"/>
                </a:lnTo>
                <a:lnTo>
                  <a:pt x="176775" y="14250"/>
                </a:lnTo>
                <a:lnTo>
                  <a:pt x="178875" y="14250"/>
                </a:lnTo>
                <a:lnTo>
                  <a:pt x="179100" y="14325"/>
                </a:lnTo>
                <a:lnTo>
                  <a:pt x="179625" y="14325"/>
                </a:lnTo>
                <a:lnTo>
                  <a:pt x="179850" y="14400"/>
                </a:lnTo>
                <a:lnTo>
                  <a:pt x="180375" y="14400"/>
                </a:lnTo>
                <a:lnTo>
                  <a:pt x="180600" y="14475"/>
                </a:lnTo>
                <a:lnTo>
                  <a:pt x="180825" y="14475"/>
                </a:lnTo>
                <a:lnTo>
                  <a:pt x="181050" y="14550"/>
                </a:lnTo>
                <a:lnTo>
                  <a:pt x="181350" y="14550"/>
                </a:lnTo>
                <a:lnTo>
                  <a:pt x="181575" y="14625"/>
                </a:lnTo>
                <a:lnTo>
                  <a:pt x="181800" y="14625"/>
                </a:lnTo>
                <a:lnTo>
                  <a:pt x="181875" y="14700"/>
                </a:lnTo>
                <a:lnTo>
                  <a:pt x="182100" y="14700"/>
                </a:lnTo>
                <a:lnTo>
                  <a:pt x="182550" y="14850"/>
                </a:lnTo>
                <a:lnTo>
                  <a:pt x="182850" y="14850"/>
                </a:lnTo>
                <a:lnTo>
                  <a:pt x="185475" y="15600"/>
                </a:lnTo>
                <a:lnTo>
                  <a:pt x="186000" y="15825"/>
                </a:lnTo>
                <a:lnTo>
                  <a:pt x="186750" y="16050"/>
                </a:lnTo>
                <a:lnTo>
                  <a:pt x="186825" y="16125"/>
                </a:lnTo>
                <a:lnTo>
                  <a:pt x="187350" y="16275"/>
                </a:lnTo>
                <a:lnTo>
                  <a:pt x="185100" y="21150"/>
                </a:lnTo>
                <a:lnTo>
                  <a:pt x="184875" y="21075"/>
                </a:lnTo>
                <a:lnTo>
                  <a:pt x="184650" y="20925"/>
                </a:lnTo>
                <a:lnTo>
                  <a:pt x="182925" y="20325"/>
                </a:lnTo>
                <a:lnTo>
                  <a:pt x="182700" y="20325"/>
                </a:lnTo>
                <a:lnTo>
                  <a:pt x="182025" y="20100"/>
                </a:lnTo>
                <a:lnTo>
                  <a:pt x="181875" y="20100"/>
                </a:lnTo>
                <a:lnTo>
                  <a:pt x="181425" y="19950"/>
                </a:lnTo>
                <a:lnTo>
                  <a:pt x="181275" y="19950"/>
                </a:lnTo>
                <a:lnTo>
                  <a:pt x="181050" y="19875"/>
                </a:lnTo>
                <a:lnTo>
                  <a:pt x="180825" y="19875"/>
                </a:lnTo>
                <a:lnTo>
                  <a:pt x="180675" y="19800"/>
                </a:lnTo>
                <a:lnTo>
                  <a:pt x="180450" y="19800"/>
                </a:lnTo>
                <a:lnTo>
                  <a:pt x="180300" y="19725"/>
                </a:lnTo>
                <a:lnTo>
                  <a:pt x="180075" y="19725"/>
                </a:lnTo>
                <a:lnTo>
                  <a:pt x="179925" y="19650"/>
                </a:lnTo>
                <a:lnTo>
                  <a:pt x="179550" y="19650"/>
                </a:lnTo>
                <a:lnTo>
                  <a:pt x="179400" y="19575"/>
                </a:lnTo>
                <a:lnTo>
                  <a:pt x="178875" y="19575"/>
                </a:lnTo>
                <a:lnTo>
                  <a:pt x="178725" y="19500"/>
                </a:lnTo>
                <a:lnTo>
                  <a:pt x="177000" y="19500"/>
                </a:lnTo>
                <a:lnTo>
                  <a:pt x="176850" y="19575"/>
                </a:lnTo>
                <a:lnTo>
                  <a:pt x="176325" y="19575"/>
                </a:lnTo>
                <a:lnTo>
                  <a:pt x="176175" y="19650"/>
                </a:lnTo>
                <a:lnTo>
                  <a:pt x="175950" y="19650"/>
                </a:lnTo>
                <a:lnTo>
                  <a:pt x="175800" y="19725"/>
                </a:lnTo>
                <a:lnTo>
                  <a:pt x="175575" y="19725"/>
                </a:lnTo>
                <a:lnTo>
                  <a:pt x="175425" y="19800"/>
                </a:lnTo>
                <a:lnTo>
                  <a:pt x="175200" y="19800"/>
                </a:lnTo>
                <a:lnTo>
                  <a:pt x="175125" y="19875"/>
                </a:lnTo>
                <a:lnTo>
                  <a:pt x="174975" y="19875"/>
                </a:lnTo>
                <a:lnTo>
                  <a:pt x="174900" y="19950"/>
                </a:lnTo>
                <a:lnTo>
                  <a:pt x="174750" y="19950"/>
                </a:lnTo>
                <a:lnTo>
                  <a:pt x="174675" y="20025"/>
                </a:lnTo>
                <a:lnTo>
                  <a:pt x="174600" y="20025"/>
                </a:lnTo>
                <a:lnTo>
                  <a:pt x="174375" y="20175"/>
                </a:lnTo>
                <a:lnTo>
                  <a:pt x="174075" y="20250"/>
                </a:lnTo>
                <a:lnTo>
                  <a:pt x="173850" y="20475"/>
                </a:lnTo>
                <a:lnTo>
                  <a:pt x="173700" y="20475"/>
                </a:lnTo>
                <a:lnTo>
                  <a:pt x="173550" y="20625"/>
                </a:lnTo>
                <a:lnTo>
                  <a:pt x="173475" y="20625"/>
                </a:lnTo>
                <a:lnTo>
                  <a:pt x="172950" y="21150"/>
                </a:lnTo>
                <a:lnTo>
                  <a:pt x="172875" y="21150"/>
                </a:lnTo>
                <a:lnTo>
                  <a:pt x="172650" y="21375"/>
                </a:lnTo>
                <a:lnTo>
                  <a:pt x="172575" y="21525"/>
                </a:lnTo>
                <a:lnTo>
                  <a:pt x="172200" y="21900"/>
                </a:lnTo>
                <a:lnTo>
                  <a:pt x="172200" y="21975"/>
                </a:lnTo>
                <a:lnTo>
                  <a:pt x="172125" y="22125"/>
                </a:lnTo>
                <a:lnTo>
                  <a:pt x="171975" y="22275"/>
                </a:lnTo>
                <a:lnTo>
                  <a:pt x="171900" y="22425"/>
                </a:lnTo>
                <a:lnTo>
                  <a:pt x="171900" y="22500"/>
                </a:lnTo>
                <a:lnTo>
                  <a:pt x="171675" y="22800"/>
                </a:lnTo>
                <a:lnTo>
                  <a:pt x="171675" y="22950"/>
                </a:lnTo>
                <a:lnTo>
                  <a:pt x="171450" y="23250"/>
                </a:lnTo>
                <a:lnTo>
                  <a:pt x="171450" y="23400"/>
                </a:lnTo>
                <a:lnTo>
                  <a:pt x="171225" y="23925"/>
                </a:lnTo>
                <a:lnTo>
                  <a:pt x="171225" y="24075"/>
                </a:lnTo>
                <a:lnTo>
                  <a:pt x="171075" y="24450"/>
                </a:lnTo>
                <a:lnTo>
                  <a:pt x="171075" y="24600"/>
                </a:lnTo>
                <a:lnTo>
                  <a:pt x="171000" y="24750"/>
                </a:lnTo>
                <a:lnTo>
                  <a:pt x="171000" y="24900"/>
                </a:lnTo>
                <a:lnTo>
                  <a:pt x="170925" y="25050"/>
                </a:lnTo>
                <a:lnTo>
                  <a:pt x="170925" y="25425"/>
                </a:lnTo>
                <a:lnTo>
                  <a:pt x="170850" y="25575"/>
                </a:lnTo>
                <a:lnTo>
                  <a:pt x="170850" y="25875"/>
                </a:lnTo>
                <a:lnTo>
                  <a:pt x="170775" y="26025"/>
                </a:lnTo>
                <a:lnTo>
                  <a:pt x="170775" y="26550"/>
                </a:lnTo>
                <a:lnTo>
                  <a:pt x="170700" y="26775"/>
                </a:lnTo>
                <a:lnTo>
                  <a:pt x="170700" y="66750"/>
                </a:lnTo>
                <a:close/>
                <a:moveTo>
                  <a:pt x="198450" y="26925"/>
                </a:moveTo>
                <a:lnTo>
                  <a:pt x="199125" y="26625"/>
                </a:lnTo>
                <a:lnTo>
                  <a:pt x="199275" y="26475"/>
                </a:lnTo>
                <a:lnTo>
                  <a:pt x="200025" y="26100"/>
                </a:lnTo>
                <a:lnTo>
                  <a:pt x="200175" y="25950"/>
                </a:lnTo>
                <a:lnTo>
                  <a:pt x="200550" y="25800"/>
                </a:lnTo>
                <a:lnTo>
                  <a:pt x="200700" y="25650"/>
                </a:lnTo>
                <a:lnTo>
                  <a:pt x="201000" y="25500"/>
                </a:lnTo>
                <a:lnTo>
                  <a:pt x="201150" y="25350"/>
                </a:lnTo>
                <a:lnTo>
                  <a:pt x="201300" y="25275"/>
                </a:lnTo>
                <a:lnTo>
                  <a:pt x="201450" y="25125"/>
                </a:lnTo>
                <a:lnTo>
                  <a:pt x="201600" y="25050"/>
                </a:lnTo>
                <a:lnTo>
                  <a:pt x="202050" y="24675"/>
                </a:lnTo>
                <a:lnTo>
                  <a:pt x="202425" y="24450"/>
                </a:lnTo>
                <a:lnTo>
                  <a:pt x="202575" y="24300"/>
                </a:lnTo>
                <a:lnTo>
                  <a:pt x="203025" y="24000"/>
                </a:lnTo>
                <a:lnTo>
                  <a:pt x="203325" y="23700"/>
                </a:lnTo>
                <a:lnTo>
                  <a:pt x="203475" y="23625"/>
                </a:lnTo>
                <a:lnTo>
                  <a:pt x="203775" y="23325"/>
                </a:lnTo>
                <a:lnTo>
                  <a:pt x="203925" y="23250"/>
                </a:lnTo>
                <a:lnTo>
                  <a:pt x="204375" y="22800"/>
                </a:lnTo>
                <a:lnTo>
                  <a:pt x="204750" y="22575"/>
                </a:lnTo>
                <a:lnTo>
                  <a:pt x="205050" y="22275"/>
                </a:lnTo>
                <a:lnTo>
                  <a:pt x="205200" y="22200"/>
                </a:lnTo>
                <a:lnTo>
                  <a:pt x="205500" y="21900"/>
                </a:lnTo>
                <a:lnTo>
                  <a:pt x="205650" y="21825"/>
                </a:lnTo>
                <a:lnTo>
                  <a:pt x="206100" y="21375"/>
                </a:lnTo>
                <a:lnTo>
                  <a:pt x="206175" y="21375"/>
                </a:lnTo>
                <a:lnTo>
                  <a:pt x="206325" y="21300"/>
                </a:lnTo>
                <a:lnTo>
                  <a:pt x="207075" y="20625"/>
                </a:lnTo>
                <a:lnTo>
                  <a:pt x="207150" y="20625"/>
                </a:lnTo>
                <a:lnTo>
                  <a:pt x="207300" y="20550"/>
                </a:lnTo>
                <a:lnTo>
                  <a:pt x="207600" y="20250"/>
                </a:lnTo>
                <a:lnTo>
                  <a:pt x="207750" y="20175"/>
                </a:lnTo>
                <a:lnTo>
                  <a:pt x="207825" y="20175"/>
                </a:lnTo>
                <a:lnTo>
                  <a:pt x="207975" y="20025"/>
                </a:lnTo>
                <a:lnTo>
                  <a:pt x="208125" y="19950"/>
                </a:lnTo>
                <a:lnTo>
                  <a:pt x="208125" y="19875"/>
                </a:lnTo>
                <a:lnTo>
                  <a:pt x="209175" y="19275"/>
                </a:lnTo>
                <a:lnTo>
                  <a:pt x="209175" y="19200"/>
                </a:lnTo>
                <a:lnTo>
                  <a:pt x="209325" y="19125"/>
                </a:lnTo>
                <a:lnTo>
                  <a:pt x="209400" y="19125"/>
                </a:lnTo>
                <a:lnTo>
                  <a:pt x="209700" y="18975"/>
                </a:lnTo>
                <a:lnTo>
                  <a:pt x="209775" y="18900"/>
                </a:lnTo>
                <a:lnTo>
                  <a:pt x="210075" y="18750"/>
                </a:lnTo>
                <a:lnTo>
                  <a:pt x="210150" y="18750"/>
                </a:lnTo>
                <a:lnTo>
                  <a:pt x="210675" y="18450"/>
                </a:lnTo>
                <a:lnTo>
                  <a:pt x="210975" y="18375"/>
                </a:lnTo>
                <a:lnTo>
                  <a:pt x="211500" y="18150"/>
                </a:lnTo>
                <a:lnTo>
                  <a:pt x="211575" y="18150"/>
                </a:lnTo>
                <a:lnTo>
                  <a:pt x="212175" y="17925"/>
                </a:lnTo>
                <a:lnTo>
                  <a:pt x="212400" y="17925"/>
                </a:lnTo>
                <a:lnTo>
                  <a:pt x="212475" y="17850"/>
                </a:lnTo>
                <a:lnTo>
                  <a:pt x="212700" y="17850"/>
                </a:lnTo>
                <a:lnTo>
                  <a:pt x="212850" y="17775"/>
                </a:lnTo>
                <a:lnTo>
                  <a:pt x="213075" y="17775"/>
                </a:lnTo>
                <a:lnTo>
                  <a:pt x="213150" y="17700"/>
                </a:lnTo>
                <a:lnTo>
                  <a:pt x="213675" y="17700"/>
                </a:lnTo>
                <a:lnTo>
                  <a:pt x="213825" y="17625"/>
                </a:lnTo>
                <a:lnTo>
                  <a:pt x="214875" y="17625"/>
                </a:lnTo>
                <a:lnTo>
                  <a:pt x="215625" y="17775"/>
                </a:lnTo>
                <a:lnTo>
                  <a:pt x="216225" y="18075"/>
                </a:lnTo>
                <a:lnTo>
                  <a:pt x="216525" y="18300"/>
                </a:lnTo>
                <a:lnTo>
                  <a:pt x="216750" y="18600"/>
                </a:lnTo>
                <a:lnTo>
                  <a:pt x="216975" y="18825"/>
                </a:lnTo>
                <a:lnTo>
                  <a:pt x="217275" y="19425"/>
                </a:lnTo>
                <a:lnTo>
                  <a:pt x="217425" y="20100"/>
                </a:lnTo>
                <a:lnTo>
                  <a:pt x="217425" y="20400"/>
                </a:lnTo>
                <a:lnTo>
                  <a:pt x="217275" y="21075"/>
                </a:lnTo>
                <a:lnTo>
                  <a:pt x="217125" y="21450"/>
                </a:lnTo>
                <a:lnTo>
                  <a:pt x="217125" y="21600"/>
                </a:lnTo>
                <a:lnTo>
                  <a:pt x="216825" y="22350"/>
                </a:lnTo>
                <a:lnTo>
                  <a:pt x="216825" y="22500"/>
                </a:lnTo>
                <a:lnTo>
                  <a:pt x="216675" y="22875"/>
                </a:lnTo>
                <a:lnTo>
                  <a:pt x="216600" y="23100"/>
                </a:lnTo>
                <a:lnTo>
                  <a:pt x="216600" y="23250"/>
                </a:lnTo>
                <a:lnTo>
                  <a:pt x="216450" y="23625"/>
                </a:lnTo>
                <a:lnTo>
                  <a:pt x="216450" y="23850"/>
                </a:lnTo>
                <a:lnTo>
                  <a:pt x="216300" y="24225"/>
                </a:lnTo>
                <a:lnTo>
                  <a:pt x="216300" y="24375"/>
                </a:lnTo>
                <a:lnTo>
                  <a:pt x="216225" y="24600"/>
                </a:lnTo>
                <a:lnTo>
                  <a:pt x="216225" y="24825"/>
                </a:lnTo>
                <a:lnTo>
                  <a:pt x="216075" y="25200"/>
                </a:lnTo>
                <a:lnTo>
                  <a:pt x="216075" y="25350"/>
                </a:lnTo>
                <a:lnTo>
                  <a:pt x="216000" y="25575"/>
                </a:lnTo>
                <a:lnTo>
                  <a:pt x="216000" y="25800"/>
                </a:lnTo>
                <a:lnTo>
                  <a:pt x="215925" y="25950"/>
                </a:lnTo>
                <a:lnTo>
                  <a:pt x="215925" y="26175"/>
                </a:lnTo>
                <a:lnTo>
                  <a:pt x="215775" y="26775"/>
                </a:lnTo>
                <a:lnTo>
                  <a:pt x="215775" y="27000"/>
                </a:lnTo>
                <a:lnTo>
                  <a:pt x="215700" y="27150"/>
                </a:lnTo>
                <a:lnTo>
                  <a:pt x="215700" y="27600"/>
                </a:lnTo>
                <a:lnTo>
                  <a:pt x="215625" y="27750"/>
                </a:lnTo>
                <a:lnTo>
                  <a:pt x="215625" y="27975"/>
                </a:lnTo>
                <a:lnTo>
                  <a:pt x="215550" y="28200"/>
                </a:lnTo>
                <a:lnTo>
                  <a:pt x="215550" y="28575"/>
                </a:lnTo>
                <a:lnTo>
                  <a:pt x="215475" y="28800"/>
                </a:lnTo>
                <a:lnTo>
                  <a:pt x="215475" y="29175"/>
                </a:lnTo>
                <a:lnTo>
                  <a:pt x="215400" y="29400"/>
                </a:lnTo>
                <a:lnTo>
                  <a:pt x="215400" y="30000"/>
                </a:lnTo>
                <a:lnTo>
                  <a:pt x="215325" y="30225"/>
                </a:lnTo>
                <a:lnTo>
                  <a:pt x="215325" y="31050"/>
                </a:lnTo>
                <a:lnTo>
                  <a:pt x="215250" y="31275"/>
                </a:lnTo>
                <a:lnTo>
                  <a:pt x="215250" y="33150"/>
                </a:lnTo>
                <a:lnTo>
                  <a:pt x="215175" y="33375"/>
                </a:lnTo>
                <a:lnTo>
                  <a:pt x="215175" y="34050"/>
                </a:lnTo>
                <a:lnTo>
                  <a:pt x="215250" y="34200"/>
                </a:lnTo>
                <a:lnTo>
                  <a:pt x="215250" y="36150"/>
                </a:lnTo>
                <a:lnTo>
                  <a:pt x="215325" y="36300"/>
                </a:lnTo>
                <a:lnTo>
                  <a:pt x="215325" y="37200"/>
                </a:lnTo>
                <a:lnTo>
                  <a:pt x="215400" y="37350"/>
                </a:lnTo>
                <a:lnTo>
                  <a:pt x="215400" y="37800"/>
                </a:lnTo>
                <a:lnTo>
                  <a:pt x="215475" y="38025"/>
                </a:lnTo>
                <a:lnTo>
                  <a:pt x="215475" y="38625"/>
                </a:lnTo>
                <a:lnTo>
                  <a:pt x="215550" y="38850"/>
                </a:lnTo>
                <a:lnTo>
                  <a:pt x="215550" y="39075"/>
                </a:lnTo>
                <a:lnTo>
                  <a:pt x="215625" y="39300"/>
                </a:lnTo>
                <a:lnTo>
                  <a:pt x="215625" y="39675"/>
                </a:lnTo>
                <a:lnTo>
                  <a:pt x="215700" y="39900"/>
                </a:lnTo>
                <a:lnTo>
                  <a:pt x="215700" y="40125"/>
                </a:lnTo>
                <a:lnTo>
                  <a:pt x="215775" y="40275"/>
                </a:lnTo>
                <a:lnTo>
                  <a:pt x="215775" y="40500"/>
                </a:lnTo>
                <a:lnTo>
                  <a:pt x="215850" y="40725"/>
                </a:lnTo>
                <a:lnTo>
                  <a:pt x="215850" y="40950"/>
                </a:lnTo>
                <a:lnTo>
                  <a:pt x="215925" y="41100"/>
                </a:lnTo>
                <a:lnTo>
                  <a:pt x="215925" y="41325"/>
                </a:lnTo>
                <a:lnTo>
                  <a:pt x="216075" y="41925"/>
                </a:lnTo>
                <a:lnTo>
                  <a:pt x="216075" y="42150"/>
                </a:lnTo>
                <a:lnTo>
                  <a:pt x="216225" y="42525"/>
                </a:lnTo>
                <a:lnTo>
                  <a:pt x="216225" y="42750"/>
                </a:lnTo>
                <a:lnTo>
                  <a:pt x="216300" y="42975"/>
                </a:lnTo>
                <a:lnTo>
                  <a:pt x="216300" y="43125"/>
                </a:lnTo>
                <a:lnTo>
                  <a:pt x="216525" y="43725"/>
                </a:lnTo>
                <a:lnTo>
                  <a:pt x="216525" y="43950"/>
                </a:lnTo>
                <a:lnTo>
                  <a:pt x="216675" y="44325"/>
                </a:lnTo>
                <a:lnTo>
                  <a:pt x="216675" y="44550"/>
                </a:lnTo>
                <a:lnTo>
                  <a:pt x="216900" y="45075"/>
                </a:lnTo>
                <a:lnTo>
                  <a:pt x="216975" y="45300"/>
                </a:lnTo>
                <a:lnTo>
                  <a:pt x="216975" y="45450"/>
                </a:lnTo>
                <a:lnTo>
                  <a:pt x="217125" y="45900"/>
                </a:lnTo>
                <a:lnTo>
                  <a:pt x="218100" y="48300"/>
                </a:lnTo>
                <a:lnTo>
                  <a:pt x="218550" y="49350"/>
                </a:lnTo>
                <a:lnTo>
                  <a:pt x="218700" y="49650"/>
                </a:lnTo>
                <a:lnTo>
                  <a:pt x="218850" y="49800"/>
                </a:lnTo>
                <a:lnTo>
                  <a:pt x="219000" y="50175"/>
                </a:lnTo>
                <a:lnTo>
                  <a:pt x="213900" y="52500"/>
                </a:lnTo>
                <a:lnTo>
                  <a:pt x="213750" y="52275"/>
                </a:lnTo>
                <a:lnTo>
                  <a:pt x="213600" y="51900"/>
                </a:lnTo>
                <a:lnTo>
                  <a:pt x="213450" y="51675"/>
                </a:lnTo>
                <a:lnTo>
                  <a:pt x="213375" y="51525"/>
                </a:lnTo>
                <a:lnTo>
                  <a:pt x="213375" y="51450"/>
                </a:lnTo>
                <a:lnTo>
                  <a:pt x="213150" y="51075"/>
                </a:lnTo>
                <a:lnTo>
                  <a:pt x="213000" y="50700"/>
                </a:lnTo>
                <a:lnTo>
                  <a:pt x="213000" y="50625"/>
                </a:lnTo>
                <a:lnTo>
                  <a:pt x="212850" y="50475"/>
                </a:lnTo>
                <a:lnTo>
                  <a:pt x="212550" y="49650"/>
                </a:lnTo>
                <a:lnTo>
                  <a:pt x="212550" y="49575"/>
                </a:lnTo>
                <a:lnTo>
                  <a:pt x="212400" y="49425"/>
                </a:lnTo>
                <a:lnTo>
                  <a:pt x="212400" y="49350"/>
                </a:lnTo>
                <a:lnTo>
                  <a:pt x="211875" y="47925"/>
                </a:lnTo>
                <a:lnTo>
                  <a:pt x="211875" y="47850"/>
                </a:lnTo>
                <a:lnTo>
                  <a:pt x="211050" y="45450"/>
                </a:lnTo>
                <a:lnTo>
                  <a:pt x="211050" y="45225"/>
                </a:lnTo>
                <a:lnTo>
                  <a:pt x="210750" y="44325"/>
                </a:lnTo>
                <a:lnTo>
                  <a:pt x="210750" y="44100"/>
                </a:lnTo>
                <a:lnTo>
                  <a:pt x="210600" y="43650"/>
                </a:lnTo>
                <a:lnTo>
                  <a:pt x="210600" y="43425"/>
                </a:lnTo>
                <a:lnTo>
                  <a:pt x="210450" y="42975"/>
                </a:lnTo>
                <a:lnTo>
                  <a:pt x="210450" y="42675"/>
                </a:lnTo>
                <a:lnTo>
                  <a:pt x="210375" y="42525"/>
                </a:lnTo>
                <a:lnTo>
                  <a:pt x="210300" y="42225"/>
                </a:lnTo>
                <a:lnTo>
                  <a:pt x="210300" y="42000"/>
                </a:lnTo>
                <a:lnTo>
                  <a:pt x="210225" y="41775"/>
                </a:lnTo>
                <a:lnTo>
                  <a:pt x="210225" y="41550"/>
                </a:lnTo>
                <a:lnTo>
                  <a:pt x="210150" y="41325"/>
                </a:lnTo>
                <a:lnTo>
                  <a:pt x="210150" y="41100"/>
                </a:lnTo>
                <a:lnTo>
                  <a:pt x="210075" y="40875"/>
                </a:lnTo>
                <a:lnTo>
                  <a:pt x="210075" y="40650"/>
                </a:lnTo>
                <a:lnTo>
                  <a:pt x="210000" y="40425"/>
                </a:lnTo>
                <a:lnTo>
                  <a:pt x="210000" y="40125"/>
                </a:lnTo>
                <a:lnTo>
                  <a:pt x="209925" y="39900"/>
                </a:lnTo>
                <a:lnTo>
                  <a:pt x="209925" y="39675"/>
                </a:lnTo>
                <a:lnTo>
                  <a:pt x="209850" y="39450"/>
                </a:lnTo>
                <a:lnTo>
                  <a:pt x="209850" y="39000"/>
                </a:lnTo>
                <a:lnTo>
                  <a:pt x="209775" y="38775"/>
                </a:lnTo>
                <a:lnTo>
                  <a:pt x="209775" y="38250"/>
                </a:lnTo>
                <a:lnTo>
                  <a:pt x="209700" y="38025"/>
                </a:lnTo>
                <a:lnTo>
                  <a:pt x="209700" y="37575"/>
                </a:lnTo>
                <a:lnTo>
                  <a:pt x="209625" y="37350"/>
                </a:lnTo>
                <a:lnTo>
                  <a:pt x="209625" y="36375"/>
                </a:lnTo>
                <a:lnTo>
                  <a:pt x="209550" y="36150"/>
                </a:lnTo>
                <a:lnTo>
                  <a:pt x="209550" y="34050"/>
                </a:lnTo>
                <a:lnTo>
                  <a:pt x="209475" y="34050"/>
                </a:lnTo>
                <a:lnTo>
                  <a:pt x="209475" y="33375"/>
                </a:lnTo>
                <a:lnTo>
                  <a:pt x="209550" y="33150"/>
                </a:lnTo>
                <a:lnTo>
                  <a:pt x="209550" y="31200"/>
                </a:lnTo>
                <a:lnTo>
                  <a:pt x="209625" y="30975"/>
                </a:lnTo>
                <a:lnTo>
                  <a:pt x="209625" y="30075"/>
                </a:lnTo>
                <a:lnTo>
                  <a:pt x="209700" y="29850"/>
                </a:lnTo>
                <a:lnTo>
                  <a:pt x="209700" y="29100"/>
                </a:lnTo>
                <a:lnTo>
                  <a:pt x="209775" y="28950"/>
                </a:lnTo>
                <a:lnTo>
                  <a:pt x="209775" y="28425"/>
                </a:lnTo>
                <a:lnTo>
                  <a:pt x="209850" y="28200"/>
                </a:lnTo>
                <a:lnTo>
                  <a:pt x="209850" y="27975"/>
                </a:lnTo>
                <a:lnTo>
                  <a:pt x="209925" y="27750"/>
                </a:lnTo>
                <a:lnTo>
                  <a:pt x="209925" y="27300"/>
                </a:lnTo>
                <a:lnTo>
                  <a:pt x="210000" y="27075"/>
                </a:lnTo>
                <a:lnTo>
                  <a:pt x="210000" y="26850"/>
                </a:lnTo>
                <a:lnTo>
                  <a:pt x="210075" y="26625"/>
                </a:lnTo>
                <a:lnTo>
                  <a:pt x="210075" y="26400"/>
                </a:lnTo>
                <a:lnTo>
                  <a:pt x="210150" y="26175"/>
                </a:lnTo>
                <a:lnTo>
                  <a:pt x="210150" y="25950"/>
                </a:lnTo>
                <a:lnTo>
                  <a:pt x="210225" y="25725"/>
                </a:lnTo>
                <a:lnTo>
                  <a:pt x="210225" y="25500"/>
                </a:lnTo>
                <a:lnTo>
                  <a:pt x="210300" y="25275"/>
                </a:lnTo>
                <a:lnTo>
                  <a:pt x="210300" y="25050"/>
                </a:lnTo>
                <a:lnTo>
                  <a:pt x="209850" y="25350"/>
                </a:lnTo>
                <a:lnTo>
                  <a:pt x="209325" y="25875"/>
                </a:lnTo>
                <a:lnTo>
                  <a:pt x="209175" y="25950"/>
                </a:lnTo>
                <a:lnTo>
                  <a:pt x="208875" y="26250"/>
                </a:lnTo>
                <a:lnTo>
                  <a:pt x="208200" y="26700"/>
                </a:lnTo>
                <a:lnTo>
                  <a:pt x="207750" y="27150"/>
                </a:lnTo>
                <a:lnTo>
                  <a:pt x="207600" y="27225"/>
                </a:lnTo>
                <a:lnTo>
                  <a:pt x="207600" y="27300"/>
                </a:lnTo>
                <a:lnTo>
                  <a:pt x="207450" y="27375"/>
                </a:lnTo>
                <a:lnTo>
                  <a:pt x="207375" y="27375"/>
                </a:lnTo>
                <a:lnTo>
                  <a:pt x="206925" y="27825"/>
                </a:lnTo>
                <a:lnTo>
                  <a:pt x="206550" y="28050"/>
                </a:lnTo>
                <a:lnTo>
                  <a:pt x="206250" y="28350"/>
                </a:lnTo>
                <a:lnTo>
                  <a:pt x="206175" y="28350"/>
                </a:lnTo>
                <a:lnTo>
                  <a:pt x="205875" y="28650"/>
                </a:lnTo>
                <a:lnTo>
                  <a:pt x="205650" y="28725"/>
                </a:lnTo>
                <a:lnTo>
                  <a:pt x="205650" y="28800"/>
                </a:lnTo>
                <a:lnTo>
                  <a:pt x="205500" y="28875"/>
                </a:lnTo>
                <a:lnTo>
                  <a:pt x="205350" y="29025"/>
                </a:lnTo>
                <a:lnTo>
                  <a:pt x="205275" y="29025"/>
                </a:lnTo>
                <a:lnTo>
                  <a:pt x="204975" y="29325"/>
                </a:lnTo>
                <a:lnTo>
                  <a:pt x="204900" y="29325"/>
                </a:lnTo>
                <a:lnTo>
                  <a:pt x="204750" y="29400"/>
                </a:lnTo>
                <a:lnTo>
                  <a:pt x="204750" y="29475"/>
                </a:lnTo>
                <a:lnTo>
                  <a:pt x="204600" y="29550"/>
                </a:lnTo>
                <a:lnTo>
                  <a:pt x="204525" y="29550"/>
                </a:lnTo>
                <a:lnTo>
                  <a:pt x="204375" y="29700"/>
                </a:lnTo>
                <a:lnTo>
                  <a:pt x="203550" y="30225"/>
                </a:lnTo>
                <a:lnTo>
                  <a:pt x="203400" y="30375"/>
                </a:lnTo>
                <a:lnTo>
                  <a:pt x="203325" y="30375"/>
                </a:lnTo>
                <a:lnTo>
                  <a:pt x="202950" y="30600"/>
                </a:lnTo>
                <a:lnTo>
                  <a:pt x="202725" y="30675"/>
                </a:lnTo>
                <a:lnTo>
                  <a:pt x="202725" y="30750"/>
                </a:lnTo>
                <a:lnTo>
                  <a:pt x="202500" y="30825"/>
                </a:lnTo>
                <a:lnTo>
                  <a:pt x="202350" y="30975"/>
                </a:lnTo>
                <a:lnTo>
                  <a:pt x="202050" y="31050"/>
                </a:lnTo>
                <a:lnTo>
                  <a:pt x="201900" y="31200"/>
                </a:lnTo>
                <a:lnTo>
                  <a:pt x="201600" y="31275"/>
                </a:lnTo>
                <a:lnTo>
                  <a:pt x="201450" y="31425"/>
                </a:lnTo>
                <a:lnTo>
                  <a:pt x="201150" y="31500"/>
                </a:lnTo>
                <a:lnTo>
                  <a:pt x="200925" y="31650"/>
                </a:lnTo>
                <a:lnTo>
                  <a:pt x="200475" y="31800"/>
                </a:lnTo>
                <a:lnTo>
                  <a:pt x="200250" y="31950"/>
                </a:lnTo>
                <a:lnTo>
                  <a:pt x="198975" y="32325"/>
                </a:lnTo>
                <a:lnTo>
                  <a:pt x="198975" y="32400"/>
                </a:lnTo>
                <a:lnTo>
                  <a:pt x="198750" y="32400"/>
                </a:lnTo>
                <a:lnTo>
                  <a:pt x="198675" y="32475"/>
                </a:lnTo>
                <a:lnTo>
                  <a:pt x="198450" y="32475"/>
                </a:lnTo>
                <a:lnTo>
                  <a:pt x="198300" y="32550"/>
                </a:lnTo>
                <a:lnTo>
                  <a:pt x="198300" y="52500"/>
                </a:lnTo>
                <a:lnTo>
                  <a:pt x="192600" y="52500"/>
                </a:lnTo>
                <a:lnTo>
                  <a:pt x="192600" y="0"/>
                </a:lnTo>
                <a:lnTo>
                  <a:pt x="198300" y="0"/>
                </a:lnTo>
                <a:lnTo>
                  <a:pt x="198300" y="26925"/>
                </a:lnTo>
                <a:close/>
                <a:moveTo>
                  <a:pt x="223650" y="2475"/>
                </a:moveTo>
                <a:lnTo>
                  <a:pt x="223725" y="2100"/>
                </a:lnTo>
                <a:lnTo>
                  <a:pt x="223875" y="1725"/>
                </a:lnTo>
                <a:lnTo>
                  <a:pt x="224550" y="825"/>
                </a:lnTo>
                <a:lnTo>
                  <a:pt x="225225" y="375"/>
                </a:lnTo>
                <a:lnTo>
                  <a:pt x="225975" y="75"/>
                </a:lnTo>
                <a:lnTo>
                  <a:pt x="226425" y="0"/>
                </a:lnTo>
                <a:lnTo>
                  <a:pt x="250800" y="0"/>
                </a:lnTo>
                <a:lnTo>
                  <a:pt x="251250" y="75"/>
                </a:lnTo>
                <a:lnTo>
                  <a:pt x="252000" y="375"/>
                </a:lnTo>
                <a:lnTo>
                  <a:pt x="252675" y="825"/>
                </a:lnTo>
                <a:lnTo>
                  <a:pt x="253350" y="1725"/>
                </a:lnTo>
                <a:lnTo>
                  <a:pt x="253500" y="2100"/>
                </a:lnTo>
                <a:lnTo>
                  <a:pt x="253575" y="2475"/>
                </a:lnTo>
                <a:lnTo>
                  <a:pt x="253575" y="8250"/>
                </a:lnTo>
                <a:lnTo>
                  <a:pt x="247275" y="8250"/>
                </a:lnTo>
                <a:lnTo>
                  <a:pt x="247275" y="5700"/>
                </a:lnTo>
                <a:lnTo>
                  <a:pt x="229950" y="5700"/>
                </a:lnTo>
                <a:lnTo>
                  <a:pt x="229950" y="52500"/>
                </a:lnTo>
                <a:lnTo>
                  <a:pt x="223650" y="52500"/>
                </a:lnTo>
                <a:close/>
                <a:moveTo>
                  <a:pt x="282300" y="14250"/>
                </a:moveTo>
                <a:lnTo>
                  <a:pt x="282300" y="52500"/>
                </a:lnTo>
                <a:lnTo>
                  <a:pt x="276600" y="52500"/>
                </a:lnTo>
                <a:lnTo>
                  <a:pt x="276600" y="14250"/>
                </a:lnTo>
                <a:close/>
                <a:moveTo>
                  <a:pt x="287700" y="14550"/>
                </a:moveTo>
                <a:lnTo>
                  <a:pt x="288150" y="14550"/>
                </a:lnTo>
                <a:lnTo>
                  <a:pt x="288225" y="14475"/>
                </a:lnTo>
                <a:lnTo>
                  <a:pt x="288675" y="14475"/>
                </a:lnTo>
                <a:lnTo>
                  <a:pt x="288825" y="14400"/>
                </a:lnTo>
                <a:lnTo>
                  <a:pt x="289575" y="14400"/>
                </a:lnTo>
                <a:lnTo>
                  <a:pt x="289725" y="14325"/>
                </a:lnTo>
                <a:lnTo>
                  <a:pt x="290625" y="14325"/>
                </a:lnTo>
                <a:lnTo>
                  <a:pt x="290850" y="14250"/>
                </a:lnTo>
                <a:lnTo>
                  <a:pt x="293775" y="14250"/>
                </a:lnTo>
                <a:lnTo>
                  <a:pt x="294000" y="14325"/>
                </a:lnTo>
                <a:lnTo>
                  <a:pt x="294825" y="14325"/>
                </a:lnTo>
                <a:lnTo>
                  <a:pt x="294975" y="14400"/>
                </a:lnTo>
                <a:lnTo>
                  <a:pt x="295575" y="14400"/>
                </a:lnTo>
                <a:lnTo>
                  <a:pt x="295800" y="14475"/>
                </a:lnTo>
                <a:lnTo>
                  <a:pt x="296175" y="14475"/>
                </a:lnTo>
                <a:lnTo>
                  <a:pt x="296325" y="14550"/>
                </a:lnTo>
                <a:lnTo>
                  <a:pt x="296775" y="14550"/>
                </a:lnTo>
                <a:lnTo>
                  <a:pt x="296925" y="14625"/>
                </a:lnTo>
                <a:lnTo>
                  <a:pt x="297150" y="14625"/>
                </a:lnTo>
                <a:lnTo>
                  <a:pt x="297300" y="14700"/>
                </a:lnTo>
                <a:lnTo>
                  <a:pt x="297525" y="14700"/>
                </a:lnTo>
                <a:lnTo>
                  <a:pt x="297675" y="14775"/>
                </a:lnTo>
                <a:lnTo>
                  <a:pt x="298050" y="14775"/>
                </a:lnTo>
                <a:lnTo>
                  <a:pt x="298050" y="14850"/>
                </a:lnTo>
                <a:lnTo>
                  <a:pt x="298275" y="14850"/>
                </a:lnTo>
                <a:lnTo>
                  <a:pt x="298425" y="14925"/>
                </a:lnTo>
                <a:lnTo>
                  <a:pt x="298950" y="15000"/>
                </a:lnTo>
                <a:lnTo>
                  <a:pt x="299100" y="15075"/>
                </a:lnTo>
                <a:lnTo>
                  <a:pt x="299325" y="15075"/>
                </a:lnTo>
                <a:lnTo>
                  <a:pt x="299325" y="15150"/>
                </a:lnTo>
                <a:lnTo>
                  <a:pt x="299475" y="15150"/>
                </a:lnTo>
                <a:lnTo>
                  <a:pt x="299625" y="15225"/>
                </a:lnTo>
                <a:lnTo>
                  <a:pt x="299850" y="15225"/>
                </a:lnTo>
                <a:lnTo>
                  <a:pt x="299850" y="15300"/>
                </a:lnTo>
                <a:lnTo>
                  <a:pt x="300000" y="15300"/>
                </a:lnTo>
                <a:lnTo>
                  <a:pt x="300375" y="15450"/>
                </a:lnTo>
                <a:lnTo>
                  <a:pt x="300525" y="15450"/>
                </a:lnTo>
                <a:lnTo>
                  <a:pt x="301050" y="15675"/>
                </a:lnTo>
                <a:lnTo>
                  <a:pt x="301200" y="15675"/>
                </a:lnTo>
                <a:lnTo>
                  <a:pt x="301200" y="15750"/>
                </a:lnTo>
                <a:lnTo>
                  <a:pt x="301350" y="15750"/>
                </a:lnTo>
                <a:lnTo>
                  <a:pt x="302175" y="16125"/>
                </a:lnTo>
                <a:lnTo>
                  <a:pt x="302325" y="16125"/>
                </a:lnTo>
                <a:lnTo>
                  <a:pt x="302325" y="16200"/>
                </a:lnTo>
                <a:lnTo>
                  <a:pt x="302475" y="16200"/>
                </a:lnTo>
                <a:lnTo>
                  <a:pt x="303375" y="16650"/>
                </a:lnTo>
                <a:lnTo>
                  <a:pt x="303450" y="16650"/>
                </a:lnTo>
                <a:lnTo>
                  <a:pt x="303525" y="16725"/>
                </a:lnTo>
                <a:lnTo>
                  <a:pt x="303975" y="16950"/>
                </a:lnTo>
                <a:lnTo>
                  <a:pt x="303975" y="17025"/>
                </a:lnTo>
                <a:lnTo>
                  <a:pt x="304125" y="17025"/>
                </a:lnTo>
                <a:lnTo>
                  <a:pt x="304125" y="17100"/>
                </a:lnTo>
                <a:lnTo>
                  <a:pt x="304725" y="17400"/>
                </a:lnTo>
                <a:lnTo>
                  <a:pt x="304800" y="17475"/>
                </a:lnTo>
                <a:lnTo>
                  <a:pt x="304875" y="17475"/>
                </a:lnTo>
                <a:lnTo>
                  <a:pt x="304950" y="17550"/>
                </a:lnTo>
                <a:lnTo>
                  <a:pt x="305025" y="17550"/>
                </a:lnTo>
                <a:lnTo>
                  <a:pt x="305100" y="17625"/>
                </a:lnTo>
                <a:lnTo>
                  <a:pt x="305100" y="17700"/>
                </a:lnTo>
                <a:lnTo>
                  <a:pt x="305550" y="17925"/>
                </a:lnTo>
                <a:lnTo>
                  <a:pt x="305625" y="18000"/>
                </a:lnTo>
                <a:lnTo>
                  <a:pt x="305700" y="18000"/>
                </a:lnTo>
                <a:lnTo>
                  <a:pt x="305775" y="18075"/>
                </a:lnTo>
                <a:lnTo>
                  <a:pt x="305775" y="18150"/>
                </a:lnTo>
                <a:lnTo>
                  <a:pt x="306075" y="18300"/>
                </a:lnTo>
                <a:lnTo>
                  <a:pt x="306300" y="18525"/>
                </a:lnTo>
                <a:lnTo>
                  <a:pt x="306525" y="18675"/>
                </a:lnTo>
                <a:lnTo>
                  <a:pt x="306600" y="18675"/>
                </a:lnTo>
                <a:lnTo>
                  <a:pt x="306675" y="18825"/>
                </a:lnTo>
                <a:lnTo>
                  <a:pt x="306825" y="18900"/>
                </a:lnTo>
                <a:lnTo>
                  <a:pt x="307125" y="19200"/>
                </a:lnTo>
                <a:lnTo>
                  <a:pt x="307200" y="19200"/>
                </a:lnTo>
                <a:lnTo>
                  <a:pt x="307275" y="19275"/>
                </a:lnTo>
                <a:lnTo>
                  <a:pt x="307275" y="19350"/>
                </a:lnTo>
                <a:lnTo>
                  <a:pt x="307350" y="19425"/>
                </a:lnTo>
                <a:lnTo>
                  <a:pt x="307425" y="19425"/>
                </a:lnTo>
                <a:lnTo>
                  <a:pt x="307575" y="19650"/>
                </a:lnTo>
                <a:lnTo>
                  <a:pt x="307650" y="19650"/>
                </a:lnTo>
                <a:lnTo>
                  <a:pt x="308250" y="20250"/>
                </a:lnTo>
                <a:lnTo>
                  <a:pt x="308250" y="20325"/>
                </a:lnTo>
                <a:lnTo>
                  <a:pt x="308400" y="20400"/>
                </a:lnTo>
                <a:lnTo>
                  <a:pt x="308475" y="20475"/>
                </a:lnTo>
                <a:lnTo>
                  <a:pt x="308475" y="20550"/>
                </a:lnTo>
                <a:lnTo>
                  <a:pt x="308700" y="20700"/>
                </a:lnTo>
                <a:lnTo>
                  <a:pt x="308700" y="20775"/>
                </a:lnTo>
                <a:lnTo>
                  <a:pt x="309075" y="21150"/>
                </a:lnTo>
                <a:lnTo>
                  <a:pt x="309075" y="21225"/>
                </a:lnTo>
                <a:lnTo>
                  <a:pt x="309225" y="21450"/>
                </a:lnTo>
                <a:lnTo>
                  <a:pt x="309300" y="21450"/>
                </a:lnTo>
                <a:lnTo>
                  <a:pt x="309375" y="21525"/>
                </a:lnTo>
                <a:lnTo>
                  <a:pt x="309675" y="22050"/>
                </a:lnTo>
                <a:lnTo>
                  <a:pt x="309750" y="22050"/>
                </a:lnTo>
                <a:lnTo>
                  <a:pt x="309825" y="22125"/>
                </a:lnTo>
                <a:lnTo>
                  <a:pt x="309825" y="22200"/>
                </a:lnTo>
                <a:lnTo>
                  <a:pt x="310050" y="22500"/>
                </a:lnTo>
                <a:lnTo>
                  <a:pt x="310200" y="22800"/>
                </a:lnTo>
                <a:lnTo>
                  <a:pt x="310500" y="23250"/>
                </a:lnTo>
                <a:lnTo>
                  <a:pt x="310500" y="23325"/>
                </a:lnTo>
                <a:lnTo>
                  <a:pt x="310725" y="23625"/>
                </a:lnTo>
                <a:lnTo>
                  <a:pt x="310725" y="23700"/>
                </a:lnTo>
                <a:lnTo>
                  <a:pt x="311025" y="24150"/>
                </a:lnTo>
                <a:lnTo>
                  <a:pt x="311025" y="24300"/>
                </a:lnTo>
                <a:lnTo>
                  <a:pt x="311100" y="24300"/>
                </a:lnTo>
                <a:lnTo>
                  <a:pt x="311100" y="24450"/>
                </a:lnTo>
                <a:lnTo>
                  <a:pt x="311250" y="24675"/>
                </a:lnTo>
                <a:lnTo>
                  <a:pt x="311250" y="24750"/>
                </a:lnTo>
                <a:lnTo>
                  <a:pt x="311325" y="24825"/>
                </a:lnTo>
                <a:lnTo>
                  <a:pt x="311325" y="24975"/>
                </a:lnTo>
                <a:lnTo>
                  <a:pt x="311400" y="24975"/>
                </a:lnTo>
                <a:lnTo>
                  <a:pt x="311400" y="25125"/>
                </a:lnTo>
                <a:lnTo>
                  <a:pt x="311550" y="25350"/>
                </a:lnTo>
                <a:lnTo>
                  <a:pt x="311550" y="25500"/>
                </a:lnTo>
                <a:lnTo>
                  <a:pt x="311625" y="25500"/>
                </a:lnTo>
                <a:lnTo>
                  <a:pt x="311625" y="25650"/>
                </a:lnTo>
                <a:lnTo>
                  <a:pt x="311700" y="25800"/>
                </a:lnTo>
                <a:lnTo>
                  <a:pt x="311700" y="25875"/>
                </a:lnTo>
                <a:lnTo>
                  <a:pt x="311775" y="25950"/>
                </a:lnTo>
                <a:lnTo>
                  <a:pt x="311775" y="26100"/>
                </a:lnTo>
                <a:lnTo>
                  <a:pt x="311850" y="26175"/>
                </a:lnTo>
                <a:lnTo>
                  <a:pt x="311850" y="26325"/>
                </a:lnTo>
                <a:lnTo>
                  <a:pt x="311925" y="26475"/>
                </a:lnTo>
                <a:lnTo>
                  <a:pt x="311925" y="26625"/>
                </a:lnTo>
                <a:lnTo>
                  <a:pt x="312000" y="26625"/>
                </a:lnTo>
                <a:lnTo>
                  <a:pt x="312000" y="26775"/>
                </a:lnTo>
                <a:lnTo>
                  <a:pt x="312075" y="26850"/>
                </a:lnTo>
                <a:lnTo>
                  <a:pt x="312075" y="27000"/>
                </a:lnTo>
                <a:lnTo>
                  <a:pt x="312150" y="27150"/>
                </a:lnTo>
                <a:lnTo>
                  <a:pt x="312150" y="27300"/>
                </a:lnTo>
                <a:lnTo>
                  <a:pt x="312225" y="27450"/>
                </a:lnTo>
                <a:lnTo>
                  <a:pt x="312225" y="27675"/>
                </a:lnTo>
                <a:lnTo>
                  <a:pt x="312300" y="27750"/>
                </a:lnTo>
                <a:lnTo>
                  <a:pt x="312300" y="27975"/>
                </a:lnTo>
                <a:lnTo>
                  <a:pt x="312375" y="28125"/>
                </a:lnTo>
                <a:lnTo>
                  <a:pt x="312375" y="28425"/>
                </a:lnTo>
                <a:lnTo>
                  <a:pt x="312450" y="28575"/>
                </a:lnTo>
                <a:lnTo>
                  <a:pt x="312450" y="28875"/>
                </a:lnTo>
                <a:lnTo>
                  <a:pt x="312525" y="28950"/>
                </a:lnTo>
                <a:lnTo>
                  <a:pt x="312525" y="29400"/>
                </a:lnTo>
                <a:lnTo>
                  <a:pt x="312600" y="29400"/>
                </a:lnTo>
                <a:lnTo>
                  <a:pt x="312600" y="30150"/>
                </a:lnTo>
                <a:lnTo>
                  <a:pt x="312675" y="30300"/>
                </a:lnTo>
                <a:lnTo>
                  <a:pt x="312675" y="32625"/>
                </a:lnTo>
                <a:lnTo>
                  <a:pt x="312600" y="32700"/>
                </a:lnTo>
                <a:lnTo>
                  <a:pt x="312600" y="33450"/>
                </a:lnTo>
                <a:lnTo>
                  <a:pt x="312525" y="33450"/>
                </a:lnTo>
                <a:lnTo>
                  <a:pt x="312525" y="33900"/>
                </a:lnTo>
                <a:lnTo>
                  <a:pt x="312450" y="34050"/>
                </a:lnTo>
                <a:lnTo>
                  <a:pt x="312450" y="34425"/>
                </a:lnTo>
                <a:lnTo>
                  <a:pt x="312375" y="34500"/>
                </a:lnTo>
                <a:lnTo>
                  <a:pt x="312375" y="34725"/>
                </a:lnTo>
                <a:lnTo>
                  <a:pt x="312300" y="34875"/>
                </a:lnTo>
                <a:lnTo>
                  <a:pt x="312300" y="35175"/>
                </a:lnTo>
                <a:lnTo>
                  <a:pt x="312225" y="35325"/>
                </a:lnTo>
                <a:lnTo>
                  <a:pt x="312225" y="35475"/>
                </a:lnTo>
                <a:lnTo>
                  <a:pt x="312150" y="35625"/>
                </a:lnTo>
                <a:lnTo>
                  <a:pt x="312150" y="35775"/>
                </a:lnTo>
                <a:lnTo>
                  <a:pt x="312075" y="35850"/>
                </a:lnTo>
                <a:lnTo>
                  <a:pt x="312075" y="36075"/>
                </a:lnTo>
                <a:lnTo>
                  <a:pt x="312000" y="36150"/>
                </a:lnTo>
                <a:lnTo>
                  <a:pt x="312000" y="36300"/>
                </a:lnTo>
                <a:lnTo>
                  <a:pt x="311925" y="36450"/>
                </a:lnTo>
                <a:lnTo>
                  <a:pt x="311925" y="36600"/>
                </a:lnTo>
                <a:lnTo>
                  <a:pt x="311850" y="36600"/>
                </a:lnTo>
                <a:lnTo>
                  <a:pt x="311850" y="36750"/>
                </a:lnTo>
                <a:lnTo>
                  <a:pt x="311775" y="36900"/>
                </a:lnTo>
                <a:lnTo>
                  <a:pt x="311775" y="37050"/>
                </a:lnTo>
                <a:lnTo>
                  <a:pt x="311625" y="37275"/>
                </a:lnTo>
                <a:lnTo>
                  <a:pt x="311625" y="37500"/>
                </a:lnTo>
                <a:lnTo>
                  <a:pt x="311475" y="37725"/>
                </a:lnTo>
                <a:lnTo>
                  <a:pt x="311475" y="37875"/>
                </a:lnTo>
                <a:lnTo>
                  <a:pt x="311400" y="37875"/>
                </a:lnTo>
                <a:lnTo>
                  <a:pt x="311400" y="38025"/>
                </a:lnTo>
                <a:lnTo>
                  <a:pt x="311250" y="38250"/>
                </a:lnTo>
                <a:lnTo>
                  <a:pt x="311250" y="38325"/>
                </a:lnTo>
                <a:lnTo>
                  <a:pt x="311175" y="38400"/>
                </a:lnTo>
                <a:lnTo>
                  <a:pt x="311175" y="38550"/>
                </a:lnTo>
                <a:lnTo>
                  <a:pt x="310875" y="39150"/>
                </a:lnTo>
                <a:lnTo>
                  <a:pt x="310800" y="39225"/>
                </a:lnTo>
                <a:lnTo>
                  <a:pt x="310800" y="39300"/>
                </a:lnTo>
                <a:lnTo>
                  <a:pt x="310650" y="39525"/>
                </a:lnTo>
                <a:lnTo>
                  <a:pt x="310650" y="39675"/>
                </a:lnTo>
                <a:lnTo>
                  <a:pt x="310575" y="39675"/>
                </a:lnTo>
                <a:lnTo>
                  <a:pt x="310575" y="39825"/>
                </a:lnTo>
                <a:lnTo>
                  <a:pt x="310500" y="39825"/>
                </a:lnTo>
                <a:lnTo>
                  <a:pt x="310500" y="39900"/>
                </a:lnTo>
                <a:lnTo>
                  <a:pt x="310425" y="39975"/>
                </a:lnTo>
                <a:lnTo>
                  <a:pt x="310425" y="40050"/>
                </a:lnTo>
                <a:lnTo>
                  <a:pt x="310350" y="40125"/>
                </a:lnTo>
                <a:lnTo>
                  <a:pt x="310350" y="40200"/>
                </a:lnTo>
                <a:lnTo>
                  <a:pt x="310275" y="40200"/>
                </a:lnTo>
                <a:lnTo>
                  <a:pt x="310275" y="40350"/>
                </a:lnTo>
                <a:lnTo>
                  <a:pt x="310200" y="40350"/>
                </a:lnTo>
                <a:lnTo>
                  <a:pt x="310200" y="40500"/>
                </a:lnTo>
                <a:lnTo>
                  <a:pt x="310125" y="40500"/>
                </a:lnTo>
                <a:lnTo>
                  <a:pt x="310050" y="40575"/>
                </a:lnTo>
                <a:lnTo>
                  <a:pt x="310050" y="40650"/>
                </a:lnTo>
                <a:lnTo>
                  <a:pt x="309975" y="40725"/>
                </a:lnTo>
                <a:lnTo>
                  <a:pt x="309750" y="41175"/>
                </a:lnTo>
                <a:lnTo>
                  <a:pt x="309675" y="41250"/>
                </a:lnTo>
                <a:lnTo>
                  <a:pt x="309675" y="41325"/>
                </a:lnTo>
                <a:lnTo>
                  <a:pt x="309525" y="41550"/>
                </a:lnTo>
                <a:lnTo>
                  <a:pt x="309450" y="41550"/>
                </a:lnTo>
                <a:lnTo>
                  <a:pt x="309150" y="42075"/>
                </a:lnTo>
                <a:lnTo>
                  <a:pt x="309000" y="42150"/>
                </a:lnTo>
                <a:lnTo>
                  <a:pt x="309000" y="42225"/>
                </a:lnTo>
                <a:lnTo>
                  <a:pt x="308925" y="42300"/>
                </a:lnTo>
                <a:lnTo>
                  <a:pt x="308775" y="42600"/>
                </a:lnTo>
                <a:lnTo>
                  <a:pt x="308700" y="42600"/>
                </a:lnTo>
                <a:lnTo>
                  <a:pt x="308625" y="42675"/>
                </a:lnTo>
                <a:lnTo>
                  <a:pt x="308475" y="42975"/>
                </a:lnTo>
                <a:lnTo>
                  <a:pt x="308400" y="42975"/>
                </a:lnTo>
                <a:lnTo>
                  <a:pt x="308325" y="43050"/>
                </a:lnTo>
                <a:lnTo>
                  <a:pt x="308250" y="43200"/>
                </a:lnTo>
                <a:lnTo>
                  <a:pt x="308025" y="43425"/>
                </a:lnTo>
                <a:lnTo>
                  <a:pt x="307950" y="43575"/>
                </a:lnTo>
                <a:lnTo>
                  <a:pt x="307875" y="43575"/>
                </a:lnTo>
                <a:lnTo>
                  <a:pt x="307800" y="43650"/>
                </a:lnTo>
                <a:lnTo>
                  <a:pt x="307800" y="43725"/>
                </a:lnTo>
                <a:lnTo>
                  <a:pt x="307725" y="43800"/>
                </a:lnTo>
                <a:lnTo>
                  <a:pt x="307650" y="43800"/>
                </a:lnTo>
                <a:lnTo>
                  <a:pt x="307575" y="43950"/>
                </a:lnTo>
                <a:lnTo>
                  <a:pt x="307125" y="44400"/>
                </a:lnTo>
                <a:lnTo>
                  <a:pt x="307050" y="44550"/>
                </a:lnTo>
                <a:lnTo>
                  <a:pt x="306975" y="44550"/>
                </a:lnTo>
                <a:lnTo>
                  <a:pt x="306525" y="45000"/>
                </a:lnTo>
                <a:lnTo>
                  <a:pt x="306375" y="45075"/>
                </a:lnTo>
                <a:lnTo>
                  <a:pt x="306375" y="45150"/>
                </a:lnTo>
                <a:lnTo>
                  <a:pt x="306150" y="45300"/>
                </a:lnTo>
                <a:lnTo>
                  <a:pt x="306150" y="45375"/>
                </a:lnTo>
                <a:lnTo>
                  <a:pt x="306000" y="45450"/>
                </a:lnTo>
                <a:lnTo>
                  <a:pt x="305925" y="45525"/>
                </a:lnTo>
                <a:lnTo>
                  <a:pt x="305925" y="45600"/>
                </a:lnTo>
                <a:lnTo>
                  <a:pt x="305625" y="45750"/>
                </a:lnTo>
                <a:lnTo>
                  <a:pt x="305625" y="45825"/>
                </a:lnTo>
                <a:lnTo>
                  <a:pt x="305550" y="45900"/>
                </a:lnTo>
                <a:lnTo>
                  <a:pt x="305475" y="45900"/>
                </a:lnTo>
                <a:lnTo>
                  <a:pt x="305250" y="46125"/>
                </a:lnTo>
                <a:lnTo>
                  <a:pt x="304800" y="46425"/>
                </a:lnTo>
                <a:lnTo>
                  <a:pt x="304575" y="46650"/>
                </a:lnTo>
                <a:lnTo>
                  <a:pt x="304425" y="46725"/>
                </a:lnTo>
                <a:lnTo>
                  <a:pt x="304275" y="46875"/>
                </a:lnTo>
                <a:lnTo>
                  <a:pt x="303975" y="47025"/>
                </a:lnTo>
                <a:lnTo>
                  <a:pt x="303825" y="47175"/>
                </a:lnTo>
                <a:lnTo>
                  <a:pt x="303525" y="47325"/>
                </a:lnTo>
                <a:lnTo>
                  <a:pt x="303375" y="47475"/>
                </a:lnTo>
                <a:lnTo>
                  <a:pt x="302925" y="47700"/>
                </a:lnTo>
                <a:lnTo>
                  <a:pt x="302925" y="47775"/>
                </a:lnTo>
                <a:lnTo>
                  <a:pt x="302325" y="48075"/>
                </a:lnTo>
                <a:lnTo>
                  <a:pt x="302325" y="48150"/>
                </a:lnTo>
                <a:lnTo>
                  <a:pt x="301500" y="48525"/>
                </a:lnTo>
                <a:lnTo>
                  <a:pt x="301500" y="48600"/>
                </a:lnTo>
                <a:lnTo>
                  <a:pt x="301200" y="48750"/>
                </a:lnTo>
                <a:lnTo>
                  <a:pt x="301125" y="48750"/>
                </a:lnTo>
                <a:lnTo>
                  <a:pt x="300525" y="49050"/>
                </a:lnTo>
                <a:lnTo>
                  <a:pt x="300450" y="49050"/>
                </a:lnTo>
                <a:lnTo>
                  <a:pt x="300000" y="49275"/>
                </a:lnTo>
                <a:lnTo>
                  <a:pt x="299775" y="49350"/>
                </a:lnTo>
                <a:lnTo>
                  <a:pt x="299775" y="49425"/>
                </a:lnTo>
                <a:lnTo>
                  <a:pt x="299625" y="49425"/>
                </a:lnTo>
                <a:lnTo>
                  <a:pt x="299625" y="49500"/>
                </a:lnTo>
                <a:lnTo>
                  <a:pt x="299475" y="49500"/>
                </a:lnTo>
                <a:lnTo>
                  <a:pt x="299475" y="49575"/>
                </a:lnTo>
                <a:lnTo>
                  <a:pt x="299250" y="49575"/>
                </a:lnTo>
                <a:lnTo>
                  <a:pt x="299250" y="49650"/>
                </a:lnTo>
                <a:lnTo>
                  <a:pt x="299100" y="49650"/>
                </a:lnTo>
                <a:lnTo>
                  <a:pt x="299100" y="49725"/>
                </a:lnTo>
                <a:lnTo>
                  <a:pt x="298950" y="49725"/>
                </a:lnTo>
                <a:lnTo>
                  <a:pt x="298875" y="49800"/>
                </a:lnTo>
                <a:lnTo>
                  <a:pt x="298725" y="49800"/>
                </a:lnTo>
                <a:lnTo>
                  <a:pt x="298575" y="49875"/>
                </a:lnTo>
                <a:lnTo>
                  <a:pt x="298500" y="49875"/>
                </a:lnTo>
                <a:lnTo>
                  <a:pt x="297450" y="50325"/>
                </a:lnTo>
                <a:lnTo>
                  <a:pt x="297225" y="50400"/>
                </a:lnTo>
                <a:lnTo>
                  <a:pt x="297000" y="50400"/>
                </a:lnTo>
                <a:lnTo>
                  <a:pt x="296700" y="50550"/>
                </a:lnTo>
                <a:lnTo>
                  <a:pt x="296625" y="50550"/>
                </a:lnTo>
                <a:lnTo>
                  <a:pt x="296250" y="50700"/>
                </a:lnTo>
                <a:lnTo>
                  <a:pt x="296025" y="50700"/>
                </a:lnTo>
                <a:lnTo>
                  <a:pt x="295500" y="50925"/>
                </a:lnTo>
                <a:lnTo>
                  <a:pt x="295575" y="50925"/>
                </a:lnTo>
                <a:lnTo>
                  <a:pt x="296025" y="51450"/>
                </a:lnTo>
                <a:lnTo>
                  <a:pt x="296250" y="51600"/>
                </a:lnTo>
                <a:lnTo>
                  <a:pt x="297150" y="52500"/>
                </a:lnTo>
                <a:lnTo>
                  <a:pt x="297375" y="52650"/>
                </a:lnTo>
                <a:lnTo>
                  <a:pt x="298125" y="53400"/>
                </a:lnTo>
                <a:lnTo>
                  <a:pt x="298350" y="53550"/>
                </a:lnTo>
                <a:lnTo>
                  <a:pt x="298950" y="54150"/>
                </a:lnTo>
                <a:lnTo>
                  <a:pt x="299100" y="54375"/>
                </a:lnTo>
                <a:lnTo>
                  <a:pt x="299250" y="54525"/>
                </a:lnTo>
                <a:lnTo>
                  <a:pt x="299475" y="54675"/>
                </a:lnTo>
                <a:lnTo>
                  <a:pt x="300225" y="55425"/>
                </a:lnTo>
                <a:lnTo>
                  <a:pt x="300450" y="55575"/>
                </a:lnTo>
                <a:lnTo>
                  <a:pt x="301200" y="56325"/>
                </a:lnTo>
                <a:lnTo>
                  <a:pt x="301425" y="56475"/>
                </a:lnTo>
                <a:lnTo>
                  <a:pt x="303300" y="58350"/>
                </a:lnTo>
                <a:lnTo>
                  <a:pt x="303525" y="58500"/>
                </a:lnTo>
                <a:lnTo>
                  <a:pt x="304275" y="59250"/>
                </a:lnTo>
                <a:lnTo>
                  <a:pt x="304500" y="59400"/>
                </a:lnTo>
                <a:lnTo>
                  <a:pt x="305400" y="60300"/>
                </a:lnTo>
                <a:lnTo>
                  <a:pt x="305625" y="60450"/>
                </a:lnTo>
                <a:lnTo>
                  <a:pt x="305775" y="60600"/>
                </a:lnTo>
                <a:lnTo>
                  <a:pt x="305925" y="60825"/>
                </a:lnTo>
                <a:lnTo>
                  <a:pt x="306375" y="61275"/>
                </a:lnTo>
                <a:lnTo>
                  <a:pt x="306600" y="61425"/>
                </a:lnTo>
                <a:lnTo>
                  <a:pt x="307500" y="62325"/>
                </a:lnTo>
                <a:lnTo>
                  <a:pt x="307725" y="62475"/>
                </a:lnTo>
                <a:lnTo>
                  <a:pt x="308325" y="63075"/>
                </a:lnTo>
                <a:lnTo>
                  <a:pt x="304275" y="66750"/>
                </a:lnTo>
                <a:lnTo>
                  <a:pt x="303150" y="65700"/>
                </a:lnTo>
                <a:lnTo>
                  <a:pt x="302925" y="65550"/>
                </a:lnTo>
                <a:lnTo>
                  <a:pt x="302625" y="65250"/>
                </a:lnTo>
                <a:lnTo>
                  <a:pt x="302475" y="65025"/>
                </a:lnTo>
                <a:lnTo>
                  <a:pt x="302025" y="64575"/>
                </a:lnTo>
                <a:lnTo>
                  <a:pt x="301800" y="64425"/>
                </a:lnTo>
                <a:lnTo>
                  <a:pt x="301050" y="63675"/>
                </a:lnTo>
                <a:lnTo>
                  <a:pt x="300825" y="63525"/>
                </a:lnTo>
                <a:lnTo>
                  <a:pt x="300075" y="62775"/>
                </a:lnTo>
                <a:lnTo>
                  <a:pt x="299850" y="62625"/>
                </a:lnTo>
                <a:lnTo>
                  <a:pt x="299400" y="62175"/>
                </a:lnTo>
                <a:lnTo>
                  <a:pt x="299250" y="61950"/>
                </a:lnTo>
                <a:lnTo>
                  <a:pt x="298950" y="61650"/>
                </a:lnTo>
                <a:lnTo>
                  <a:pt x="298725" y="61500"/>
                </a:lnTo>
                <a:lnTo>
                  <a:pt x="297975" y="60750"/>
                </a:lnTo>
                <a:lnTo>
                  <a:pt x="297750" y="60600"/>
                </a:lnTo>
                <a:lnTo>
                  <a:pt x="296850" y="59700"/>
                </a:lnTo>
                <a:lnTo>
                  <a:pt x="296625" y="59550"/>
                </a:lnTo>
                <a:lnTo>
                  <a:pt x="296025" y="58950"/>
                </a:lnTo>
                <a:lnTo>
                  <a:pt x="295875" y="58725"/>
                </a:lnTo>
                <a:lnTo>
                  <a:pt x="295650" y="58575"/>
                </a:lnTo>
                <a:lnTo>
                  <a:pt x="294900" y="57825"/>
                </a:lnTo>
                <a:lnTo>
                  <a:pt x="294675" y="57675"/>
                </a:lnTo>
                <a:lnTo>
                  <a:pt x="293775" y="56775"/>
                </a:lnTo>
                <a:lnTo>
                  <a:pt x="293550" y="56625"/>
                </a:lnTo>
                <a:lnTo>
                  <a:pt x="292800" y="55875"/>
                </a:lnTo>
                <a:lnTo>
                  <a:pt x="292575" y="55725"/>
                </a:lnTo>
                <a:lnTo>
                  <a:pt x="292425" y="55500"/>
                </a:lnTo>
                <a:lnTo>
                  <a:pt x="291825" y="54900"/>
                </a:lnTo>
                <a:lnTo>
                  <a:pt x="291600" y="54750"/>
                </a:lnTo>
                <a:lnTo>
                  <a:pt x="290700" y="53850"/>
                </a:lnTo>
                <a:lnTo>
                  <a:pt x="290475" y="53700"/>
                </a:lnTo>
                <a:lnTo>
                  <a:pt x="289725" y="52950"/>
                </a:lnTo>
                <a:lnTo>
                  <a:pt x="289500" y="52800"/>
                </a:lnTo>
                <a:lnTo>
                  <a:pt x="289050" y="52275"/>
                </a:lnTo>
                <a:lnTo>
                  <a:pt x="288600" y="51825"/>
                </a:lnTo>
                <a:lnTo>
                  <a:pt x="287775" y="51075"/>
                </a:lnTo>
                <a:lnTo>
                  <a:pt x="287475" y="50850"/>
                </a:lnTo>
                <a:lnTo>
                  <a:pt x="287025" y="49875"/>
                </a:lnTo>
                <a:lnTo>
                  <a:pt x="286950" y="49575"/>
                </a:lnTo>
                <a:lnTo>
                  <a:pt x="286950" y="48900"/>
                </a:lnTo>
                <a:lnTo>
                  <a:pt x="287025" y="48525"/>
                </a:lnTo>
                <a:lnTo>
                  <a:pt x="287325" y="47925"/>
                </a:lnTo>
                <a:lnTo>
                  <a:pt x="287550" y="47625"/>
                </a:lnTo>
                <a:lnTo>
                  <a:pt x="287850" y="47400"/>
                </a:lnTo>
                <a:lnTo>
                  <a:pt x="288075" y="47175"/>
                </a:lnTo>
                <a:lnTo>
                  <a:pt x="288750" y="46800"/>
                </a:lnTo>
                <a:lnTo>
                  <a:pt x="289500" y="46650"/>
                </a:lnTo>
                <a:lnTo>
                  <a:pt x="289650" y="46650"/>
                </a:lnTo>
                <a:lnTo>
                  <a:pt x="289875" y="46575"/>
                </a:lnTo>
                <a:lnTo>
                  <a:pt x="290250" y="46575"/>
                </a:lnTo>
                <a:lnTo>
                  <a:pt x="290400" y="46500"/>
                </a:lnTo>
                <a:lnTo>
                  <a:pt x="290775" y="46500"/>
                </a:lnTo>
                <a:lnTo>
                  <a:pt x="291000" y="46425"/>
                </a:lnTo>
                <a:lnTo>
                  <a:pt x="291300" y="46425"/>
                </a:lnTo>
                <a:lnTo>
                  <a:pt x="291525" y="46350"/>
                </a:lnTo>
                <a:lnTo>
                  <a:pt x="292050" y="46275"/>
                </a:lnTo>
                <a:lnTo>
                  <a:pt x="292200" y="46200"/>
                </a:lnTo>
                <a:lnTo>
                  <a:pt x="292575" y="46200"/>
                </a:lnTo>
                <a:lnTo>
                  <a:pt x="292725" y="46125"/>
                </a:lnTo>
                <a:lnTo>
                  <a:pt x="293250" y="46050"/>
                </a:lnTo>
                <a:lnTo>
                  <a:pt x="293550" y="45900"/>
                </a:lnTo>
                <a:lnTo>
                  <a:pt x="293700" y="45900"/>
                </a:lnTo>
                <a:lnTo>
                  <a:pt x="293925" y="45825"/>
                </a:lnTo>
                <a:lnTo>
                  <a:pt x="294075" y="45825"/>
                </a:lnTo>
                <a:lnTo>
                  <a:pt x="294225" y="45750"/>
                </a:lnTo>
                <a:lnTo>
                  <a:pt x="294375" y="45750"/>
                </a:lnTo>
                <a:lnTo>
                  <a:pt x="294675" y="45600"/>
                </a:lnTo>
                <a:lnTo>
                  <a:pt x="294825" y="45600"/>
                </a:lnTo>
                <a:lnTo>
                  <a:pt x="295125" y="45450"/>
                </a:lnTo>
                <a:lnTo>
                  <a:pt x="295275" y="45450"/>
                </a:lnTo>
                <a:lnTo>
                  <a:pt x="295575" y="45300"/>
                </a:lnTo>
                <a:lnTo>
                  <a:pt x="295725" y="45300"/>
                </a:lnTo>
                <a:lnTo>
                  <a:pt x="296025" y="45150"/>
                </a:lnTo>
                <a:lnTo>
                  <a:pt x="296175" y="45150"/>
                </a:lnTo>
                <a:lnTo>
                  <a:pt x="296625" y="44925"/>
                </a:lnTo>
                <a:lnTo>
                  <a:pt x="296775" y="44925"/>
                </a:lnTo>
                <a:lnTo>
                  <a:pt x="297225" y="44700"/>
                </a:lnTo>
                <a:lnTo>
                  <a:pt x="297300" y="44625"/>
                </a:lnTo>
                <a:lnTo>
                  <a:pt x="297450" y="44625"/>
                </a:lnTo>
                <a:lnTo>
                  <a:pt x="298275" y="44175"/>
                </a:lnTo>
                <a:lnTo>
                  <a:pt x="298425" y="44175"/>
                </a:lnTo>
                <a:lnTo>
                  <a:pt x="298500" y="44100"/>
                </a:lnTo>
                <a:lnTo>
                  <a:pt x="299550" y="43500"/>
                </a:lnTo>
                <a:lnTo>
                  <a:pt x="300900" y="42600"/>
                </a:lnTo>
                <a:lnTo>
                  <a:pt x="301050" y="42450"/>
                </a:lnTo>
                <a:lnTo>
                  <a:pt x="301725" y="42000"/>
                </a:lnTo>
                <a:lnTo>
                  <a:pt x="302250" y="41475"/>
                </a:lnTo>
                <a:lnTo>
                  <a:pt x="302400" y="41400"/>
                </a:lnTo>
                <a:lnTo>
                  <a:pt x="302625" y="41175"/>
                </a:lnTo>
                <a:lnTo>
                  <a:pt x="302700" y="41025"/>
                </a:lnTo>
                <a:lnTo>
                  <a:pt x="302850" y="40950"/>
                </a:lnTo>
                <a:lnTo>
                  <a:pt x="303150" y="40650"/>
                </a:lnTo>
                <a:lnTo>
                  <a:pt x="303300" y="40425"/>
                </a:lnTo>
                <a:lnTo>
                  <a:pt x="303450" y="40350"/>
                </a:lnTo>
                <a:lnTo>
                  <a:pt x="303600" y="40200"/>
                </a:lnTo>
                <a:lnTo>
                  <a:pt x="303675" y="40050"/>
                </a:lnTo>
                <a:lnTo>
                  <a:pt x="303900" y="39825"/>
                </a:lnTo>
                <a:lnTo>
                  <a:pt x="303975" y="39675"/>
                </a:lnTo>
                <a:lnTo>
                  <a:pt x="304200" y="39450"/>
                </a:lnTo>
                <a:lnTo>
                  <a:pt x="304275" y="39300"/>
                </a:lnTo>
                <a:lnTo>
                  <a:pt x="304425" y="39150"/>
                </a:lnTo>
                <a:lnTo>
                  <a:pt x="304425" y="39075"/>
                </a:lnTo>
                <a:lnTo>
                  <a:pt x="304500" y="38925"/>
                </a:lnTo>
                <a:lnTo>
                  <a:pt x="304875" y="38475"/>
                </a:lnTo>
                <a:lnTo>
                  <a:pt x="304875" y="38400"/>
                </a:lnTo>
                <a:lnTo>
                  <a:pt x="304950" y="38250"/>
                </a:lnTo>
                <a:lnTo>
                  <a:pt x="305100" y="38100"/>
                </a:lnTo>
                <a:lnTo>
                  <a:pt x="305175" y="37950"/>
                </a:lnTo>
                <a:lnTo>
                  <a:pt x="305175" y="37875"/>
                </a:lnTo>
                <a:lnTo>
                  <a:pt x="305400" y="37575"/>
                </a:lnTo>
                <a:lnTo>
                  <a:pt x="305400" y="37500"/>
                </a:lnTo>
                <a:lnTo>
                  <a:pt x="305550" y="37275"/>
                </a:lnTo>
                <a:lnTo>
                  <a:pt x="305550" y="37200"/>
                </a:lnTo>
                <a:lnTo>
                  <a:pt x="305700" y="36975"/>
                </a:lnTo>
                <a:lnTo>
                  <a:pt x="305700" y="36900"/>
                </a:lnTo>
                <a:lnTo>
                  <a:pt x="305775" y="36750"/>
                </a:lnTo>
                <a:lnTo>
                  <a:pt x="305850" y="36675"/>
                </a:lnTo>
                <a:lnTo>
                  <a:pt x="305925" y="36375"/>
                </a:lnTo>
                <a:lnTo>
                  <a:pt x="306000" y="36300"/>
                </a:lnTo>
                <a:lnTo>
                  <a:pt x="306075" y="36150"/>
                </a:lnTo>
                <a:lnTo>
                  <a:pt x="306075" y="36075"/>
                </a:lnTo>
                <a:lnTo>
                  <a:pt x="306150" y="36000"/>
                </a:lnTo>
                <a:lnTo>
                  <a:pt x="306150" y="35850"/>
                </a:lnTo>
                <a:lnTo>
                  <a:pt x="306225" y="35775"/>
                </a:lnTo>
                <a:lnTo>
                  <a:pt x="306225" y="35700"/>
                </a:lnTo>
                <a:lnTo>
                  <a:pt x="306375" y="35325"/>
                </a:lnTo>
                <a:lnTo>
                  <a:pt x="306375" y="35175"/>
                </a:lnTo>
                <a:lnTo>
                  <a:pt x="306450" y="35025"/>
                </a:lnTo>
                <a:lnTo>
                  <a:pt x="306450" y="34950"/>
                </a:lnTo>
                <a:lnTo>
                  <a:pt x="306525" y="34875"/>
                </a:lnTo>
                <a:lnTo>
                  <a:pt x="306525" y="34650"/>
                </a:lnTo>
                <a:lnTo>
                  <a:pt x="306600" y="34500"/>
                </a:lnTo>
                <a:lnTo>
                  <a:pt x="306600" y="34350"/>
                </a:lnTo>
                <a:lnTo>
                  <a:pt x="306675" y="34200"/>
                </a:lnTo>
                <a:lnTo>
                  <a:pt x="306675" y="34050"/>
                </a:lnTo>
                <a:lnTo>
                  <a:pt x="306750" y="33900"/>
                </a:lnTo>
                <a:lnTo>
                  <a:pt x="306750" y="33675"/>
                </a:lnTo>
                <a:lnTo>
                  <a:pt x="306825" y="33600"/>
                </a:lnTo>
                <a:lnTo>
                  <a:pt x="306825" y="33150"/>
                </a:lnTo>
                <a:lnTo>
                  <a:pt x="306900" y="33075"/>
                </a:lnTo>
                <a:lnTo>
                  <a:pt x="306900" y="32550"/>
                </a:lnTo>
                <a:lnTo>
                  <a:pt x="306975" y="32475"/>
                </a:lnTo>
                <a:lnTo>
                  <a:pt x="306975" y="30375"/>
                </a:lnTo>
                <a:lnTo>
                  <a:pt x="306900" y="30300"/>
                </a:lnTo>
                <a:lnTo>
                  <a:pt x="306900" y="29775"/>
                </a:lnTo>
                <a:lnTo>
                  <a:pt x="306825" y="29700"/>
                </a:lnTo>
                <a:lnTo>
                  <a:pt x="306825" y="29325"/>
                </a:lnTo>
                <a:lnTo>
                  <a:pt x="306750" y="29175"/>
                </a:lnTo>
                <a:lnTo>
                  <a:pt x="306750" y="29025"/>
                </a:lnTo>
                <a:lnTo>
                  <a:pt x="306675" y="28875"/>
                </a:lnTo>
                <a:lnTo>
                  <a:pt x="306675" y="28650"/>
                </a:lnTo>
                <a:lnTo>
                  <a:pt x="306600" y="28500"/>
                </a:lnTo>
                <a:lnTo>
                  <a:pt x="306600" y="28350"/>
                </a:lnTo>
                <a:lnTo>
                  <a:pt x="306525" y="28200"/>
                </a:lnTo>
                <a:lnTo>
                  <a:pt x="306525" y="28125"/>
                </a:lnTo>
                <a:lnTo>
                  <a:pt x="306450" y="28050"/>
                </a:lnTo>
                <a:lnTo>
                  <a:pt x="306450" y="27825"/>
                </a:lnTo>
                <a:lnTo>
                  <a:pt x="306375" y="27750"/>
                </a:lnTo>
                <a:lnTo>
                  <a:pt x="306300" y="27450"/>
                </a:lnTo>
                <a:lnTo>
                  <a:pt x="306150" y="27225"/>
                </a:lnTo>
                <a:lnTo>
                  <a:pt x="306150" y="27075"/>
                </a:lnTo>
                <a:lnTo>
                  <a:pt x="306000" y="26850"/>
                </a:lnTo>
                <a:lnTo>
                  <a:pt x="306000" y="26700"/>
                </a:lnTo>
                <a:lnTo>
                  <a:pt x="305925" y="26625"/>
                </a:lnTo>
                <a:lnTo>
                  <a:pt x="305925" y="26550"/>
                </a:lnTo>
                <a:lnTo>
                  <a:pt x="305850" y="26475"/>
                </a:lnTo>
                <a:lnTo>
                  <a:pt x="305850" y="26400"/>
                </a:lnTo>
                <a:lnTo>
                  <a:pt x="305700" y="26175"/>
                </a:lnTo>
                <a:lnTo>
                  <a:pt x="305700" y="26100"/>
                </a:lnTo>
                <a:lnTo>
                  <a:pt x="305550" y="25950"/>
                </a:lnTo>
                <a:lnTo>
                  <a:pt x="305550" y="25875"/>
                </a:lnTo>
                <a:lnTo>
                  <a:pt x="305400" y="25650"/>
                </a:lnTo>
                <a:lnTo>
                  <a:pt x="305400" y="25575"/>
                </a:lnTo>
                <a:lnTo>
                  <a:pt x="305250" y="25425"/>
                </a:lnTo>
                <a:lnTo>
                  <a:pt x="305250" y="25350"/>
                </a:lnTo>
                <a:lnTo>
                  <a:pt x="305025" y="25050"/>
                </a:lnTo>
                <a:lnTo>
                  <a:pt x="305025" y="24975"/>
                </a:lnTo>
                <a:lnTo>
                  <a:pt x="304725" y="24675"/>
                </a:lnTo>
                <a:lnTo>
                  <a:pt x="304725" y="24600"/>
                </a:lnTo>
                <a:lnTo>
                  <a:pt x="304425" y="24300"/>
                </a:lnTo>
                <a:lnTo>
                  <a:pt x="304350" y="24150"/>
                </a:lnTo>
                <a:lnTo>
                  <a:pt x="304350" y="24075"/>
                </a:lnTo>
                <a:lnTo>
                  <a:pt x="303450" y="23175"/>
                </a:lnTo>
                <a:lnTo>
                  <a:pt x="303375" y="23175"/>
                </a:lnTo>
                <a:lnTo>
                  <a:pt x="302925" y="22725"/>
                </a:lnTo>
                <a:lnTo>
                  <a:pt x="302775" y="22650"/>
                </a:lnTo>
                <a:lnTo>
                  <a:pt x="302550" y="22425"/>
                </a:lnTo>
                <a:lnTo>
                  <a:pt x="302475" y="22425"/>
                </a:lnTo>
                <a:lnTo>
                  <a:pt x="302325" y="22275"/>
                </a:lnTo>
                <a:lnTo>
                  <a:pt x="302175" y="22200"/>
                </a:lnTo>
                <a:lnTo>
                  <a:pt x="301950" y="21975"/>
                </a:lnTo>
                <a:lnTo>
                  <a:pt x="301800" y="21975"/>
                </a:lnTo>
                <a:lnTo>
                  <a:pt x="301575" y="21750"/>
                </a:lnTo>
                <a:lnTo>
                  <a:pt x="301425" y="21675"/>
                </a:lnTo>
                <a:lnTo>
                  <a:pt x="301350" y="21675"/>
                </a:lnTo>
                <a:lnTo>
                  <a:pt x="301050" y="21450"/>
                </a:lnTo>
                <a:lnTo>
                  <a:pt x="300975" y="21450"/>
                </a:lnTo>
                <a:lnTo>
                  <a:pt x="300750" y="21300"/>
                </a:lnTo>
                <a:lnTo>
                  <a:pt x="300675" y="21300"/>
                </a:lnTo>
                <a:lnTo>
                  <a:pt x="300450" y="21150"/>
                </a:lnTo>
                <a:lnTo>
                  <a:pt x="300075" y="21000"/>
                </a:lnTo>
                <a:lnTo>
                  <a:pt x="300000" y="20925"/>
                </a:lnTo>
                <a:lnTo>
                  <a:pt x="299925" y="20925"/>
                </a:lnTo>
                <a:lnTo>
                  <a:pt x="299400" y="20700"/>
                </a:lnTo>
                <a:lnTo>
                  <a:pt x="299325" y="20700"/>
                </a:lnTo>
                <a:lnTo>
                  <a:pt x="299100" y="20550"/>
                </a:lnTo>
                <a:lnTo>
                  <a:pt x="298950" y="20550"/>
                </a:lnTo>
                <a:lnTo>
                  <a:pt x="298875" y="20475"/>
                </a:lnTo>
                <a:lnTo>
                  <a:pt x="298725" y="20475"/>
                </a:lnTo>
                <a:lnTo>
                  <a:pt x="298350" y="20325"/>
                </a:lnTo>
                <a:lnTo>
                  <a:pt x="298200" y="20325"/>
                </a:lnTo>
                <a:lnTo>
                  <a:pt x="298125" y="20250"/>
                </a:lnTo>
                <a:lnTo>
                  <a:pt x="297975" y="20250"/>
                </a:lnTo>
                <a:lnTo>
                  <a:pt x="297600" y="20100"/>
                </a:lnTo>
                <a:lnTo>
                  <a:pt x="297450" y="20100"/>
                </a:lnTo>
                <a:lnTo>
                  <a:pt x="297300" y="20025"/>
                </a:lnTo>
                <a:lnTo>
                  <a:pt x="297075" y="20025"/>
                </a:lnTo>
                <a:lnTo>
                  <a:pt x="296925" y="19950"/>
                </a:lnTo>
                <a:lnTo>
                  <a:pt x="296775" y="19950"/>
                </a:lnTo>
                <a:lnTo>
                  <a:pt x="296625" y="19875"/>
                </a:lnTo>
                <a:lnTo>
                  <a:pt x="296400" y="19875"/>
                </a:lnTo>
                <a:lnTo>
                  <a:pt x="296250" y="19800"/>
                </a:lnTo>
                <a:lnTo>
                  <a:pt x="295950" y="19800"/>
                </a:lnTo>
                <a:lnTo>
                  <a:pt x="295800" y="19725"/>
                </a:lnTo>
                <a:lnTo>
                  <a:pt x="295350" y="19725"/>
                </a:lnTo>
                <a:lnTo>
                  <a:pt x="295200" y="19650"/>
                </a:lnTo>
                <a:lnTo>
                  <a:pt x="294750" y="19650"/>
                </a:lnTo>
                <a:lnTo>
                  <a:pt x="294600" y="19575"/>
                </a:lnTo>
                <a:lnTo>
                  <a:pt x="293850" y="19575"/>
                </a:lnTo>
                <a:lnTo>
                  <a:pt x="293700" y="19500"/>
                </a:lnTo>
                <a:lnTo>
                  <a:pt x="291150" y="19500"/>
                </a:lnTo>
                <a:lnTo>
                  <a:pt x="290925" y="19575"/>
                </a:lnTo>
                <a:lnTo>
                  <a:pt x="290025" y="19575"/>
                </a:lnTo>
                <a:lnTo>
                  <a:pt x="289875" y="19650"/>
                </a:lnTo>
                <a:lnTo>
                  <a:pt x="289275" y="19650"/>
                </a:lnTo>
                <a:lnTo>
                  <a:pt x="289125" y="19725"/>
                </a:lnTo>
                <a:lnTo>
                  <a:pt x="288750" y="19725"/>
                </a:lnTo>
                <a:lnTo>
                  <a:pt x="288525" y="19800"/>
                </a:lnTo>
                <a:lnTo>
                  <a:pt x="288375" y="19800"/>
                </a:lnTo>
                <a:lnTo>
                  <a:pt x="287475" y="14625"/>
                </a:lnTo>
                <a:close/>
                <a:moveTo>
                  <a:pt x="354675" y="52500"/>
                </a:moveTo>
                <a:lnTo>
                  <a:pt x="354675" y="25725"/>
                </a:lnTo>
                <a:lnTo>
                  <a:pt x="354600" y="25575"/>
                </a:lnTo>
                <a:lnTo>
                  <a:pt x="354600" y="25050"/>
                </a:lnTo>
                <a:lnTo>
                  <a:pt x="354525" y="24900"/>
                </a:lnTo>
                <a:lnTo>
                  <a:pt x="354525" y="24600"/>
                </a:lnTo>
                <a:lnTo>
                  <a:pt x="354450" y="24450"/>
                </a:lnTo>
                <a:lnTo>
                  <a:pt x="354450" y="24225"/>
                </a:lnTo>
                <a:lnTo>
                  <a:pt x="354375" y="24075"/>
                </a:lnTo>
                <a:lnTo>
                  <a:pt x="354075" y="23100"/>
                </a:lnTo>
                <a:lnTo>
                  <a:pt x="354000" y="23025"/>
                </a:lnTo>
                <a:lnTo>
                  <a:pt x="354000" y="22875"/>
                </a:lnTo>
                <a:lnTo>
                  <a:pt x="353850" y="22725"/>
                </a:lnTo>
                <a:lnTo>
                  <a:pt x="353850" y="22575"/>
                </a:lnTo>
                <a:lnTo>
                  <a:pt x="353700" y="22425"/>
                </a:lnTo>
                <a:lnTo>
                  <a:pt x="353700" y="22350"/>
                </a:lnTo>
                <a:lnTo>
                  <a:pt x="353625" y="22200"/>
                </a:lnTo>
                <a:lnTo>
                  <a:pt x="353475" y="22050"/>
                </a:lnTo>
                <a:lnTo>
                  <a:pt x="353475" y="21975"/>
                </a:lnTo>
                <a:lnTo>
                  <a:pt x="353250" y="21750"/>
                </a:lnTo>
                <a:lnTo>
                  <a:pt x="353250" y="21675"/>
                </a:lnTo>
                <a:lnTo>
                  <a:pt x="352875" y="21300"/>
                </a:lnTo>
                <a:lnTo>
                  <a:pt x="352875" y="21225"/>
                </a:lnTo>
                <a:lnTo>
                  <a:pt x="352650" y="21000"/>
                </a:lnTo>
                <a:lnTo>
                  <a:pt x="352575" y="21000"/>
                </a:lnTo>
                <a:lnTo>
                  <a:pt x="352275" y="20700"/>
                </a:lnTo>
                <a:lnTo>
                  <a:pt x="352200" y="20700"/>
                </a:lnTo>
                <a:lnTo>
                  <a:pt x="351975" y="20475"/>
                </a:lnTo>
                <a:lnTo>
                  <a:pt x="351900" y="20475"/>
                </a:lnTo>
                <a:lnTo>
                  <a:pt x="351825" y="20400"/>
                </a:lnTo>
                <a:lnTo>
                  <a:pt x="351750" y="20400"/>
                </a:lnTo>
                <a:lnTo>
                  <a:pt x="351600" y="20250"/>
                </a:lnTo>
                <a:lnTo>
                  <a:pt x="351525" y="20250"/>
                </a:lnTo>
                <a:lnTo>
                  <a:pt x="351450" y="20175"/>
                </a:lnTo>
                <a:lnTo>
                  <a:pt x="351375" y="20175"/>
                </a:lnTo>
                <a:lnTo>
                  <a:pt x="351300" y="20100"/>
                </a:lnTo>
                <a:lnTo>
                  <a:pt x="351225" y="20100"/>
                </a:lnTo>
                <a:lnTo>
                  <a:pt x="351150" y="20025"/>
                </a:lnTo>
                <a:lnTo>
                  <a:pt x="351075" y="20025"/>
                </a:lnTo>
                <a:lnTo>
                  <a:pt x="351000" y="19950"/>
                </a:lnTo>
                <a:lnTo>
                  <a:pt x="350925" y="19950"/>
                </a:lnTo>
                <a:lnTo>
                  <a:pt x="350700" y="19800"/>
                </a:lnTo>
                <a:lnTo>
                  <a:pt x="350475" y="19800"/>
                </a:lnTo>
                <a:lnTo>
                  <a:pt x="350400" y="19725"/>
                </a:lnTo>
                <a:lnTo>
                  <a:pt x="350250" y="19725"/>
                </a:lnTo>
                <a:lnTo>
                  <a:pt x="350175" y="19650"/>
                </a:lnTo>
                <a:lnTo>
                  <a:pt x="349950" y="19650"/>
                </a:lnTo>
                <a:lnTo>
                  <a:pt x="349800" y="19575"/>
                </a:lnTo>
                <a:lnTo>
                  <a:pt x="349425" y="19575"/>
                </a:lnTo>
                <a:lnTo>
                  <a:pt x="349275" y="19500"/>
                </a:lnTo>
                <a:lnTo>
                  <a:pt x="348075" y="19500"/>
                </a:lnTo>
                <a:lnTo>
                  <a:pt x="348000" y="19575"/>
                </a:lnTo>
                <a:lnTo>
                  <a:pt x="347625" y="19575"/>
                </a:lnTo>
                <a:lnTo>
                  <a:pt x="347550" y="19650"/>
                </a:lnTo>
                <a:lnTo>
                  <a:pt x="347250" y="19650"/>
                </a:lnTo>
                <a:lnTo>
                  <a:pt x="347175" y="19725"/>
                </a:lnTo>
                <a:lnTo>
                  <a:pt x="347025" y="19725"/>
                </a:lnTo>
                <a:lnTo>
                  <a:pt x="346875" y="19800"/>
                </a:lnTo>
                <a:lnTo>
                  <a:pt x="346725" y="19800"/>
                </a:lnTo>
                <a:lnTo>
                  <a:pt x="346500" y="19950"/>
                </a:lnTo>
                <a:lnTo>
                  <a:pt x="346200" y="20025"/>
                </a:lnTo>
                <a:lnTo>
                  <a:pt x="346125" y="20100"/>
                </a:lnTo>
                <a:lnTo>
                  <a:pt x="346050" y="20100"/>
                </a:lnTo>
                <a:lnTo>
                  <a:pt x="345975" y="20175"/>
                </a:lnTo>
                <a:lnTo>
                  <a:pt x="345900" y="20175"/>
                </a:lnTo>
                <a:lnTo>
                  <a:pt x="345825" y="20250"/>
                </a:lnTo>
                <a:lnTo>
                  <a:pt x="345750" y="20250"/>
                </a:lnTo>
                <a:lnTo>
                  <a:pt x="345525" y="20400"/>
                </a:lnTo>
                <a:lnTo>
                  <a:pt x="345450" y="20400"/>
                </a:lnTo>
                <a:lnTo>
                  <a:pt x="345300" y="20550"/>
                </a:lnTo>
                <a:lnTo>
                  <a:pt x="345225" y="20550"/>
                </a:lnTo>
                <a:lnTo>
                  <a:pt x="344925" y="20850"/>
                </a:lnTo>
                <a:lnTo>
                  <a:pt x="344850" y="20850"/>
                </a:lnTo>
                <a:lnTo>
                  <a:pt x="343650" y="22050"/>
                </a:lnTo>
                <a:lnTo>
                  <a:pt x="343650" y="22200"/>
                </a:lnTo>
                <a:lnTo>
                  <a:pt x="343425" y="22425"/>
                </a:lnTo>
                <a:lnTo>
                  <a:pt x="343275" y="22650"/>
                </a:lnTo>
                <a:lnTo>
                  <a:pt x="343275" y="22725"/>
                </a:lnTo>
                <a:lnTo>
                  <a:pt x="343125" y="22950"/>
                </a:lnTo>
                <a:lnTo>
                  <a:pt x="343050" y="23100"/>
                </a:lnTo>
                <a:lnTo>
                  <a:pt x="343050" y="23175"/>
                </a:lnTo>
                <a:lnTo>
                  <a:pt x="342900" y="23400"/>
                </a:lnTo>
                <a:lnTo>
                  <a:pt x="342750" y="23775"/>
                </a:lnTo>
                <a:lnTo>
                  <a:pt x="342675" y="23850"/>
                </a:lnTo>
                <a:lnTo>
                  <a:pt x="342675" y="24000"/>
                </a:lnTo>
                <a:lnTo>
                  <a:pt x="342450" y="24525"/>
                </a:lnTo>
                <a:lnTo>
                  <a:pt x="342450" y="24675"/>
                </a:lnTo>
                <a:lnTo>
                  <a:pt x="342375" y="24750"/>
                </a:lnTo>
                <a:lnTo>
                  <a:pt x="342375" y="24900"/>
                </a:lnTo>
                <a:lnTo>
                  <a:pt x="342300" y="25050"/>
                </a:lnTo>
                <a:lnTo>
                  <a:pt x="342300" y="25350"/>
                </a:lnTo>
                <a:lnTo>
                  <a:pt x="342225" y="25500"/>
                </a:lnTo>
                <a:lnTo>
                  <a:pt x="342225" y="25650"/>
                </a:lnTo>
                <a:lnTo>
                  <a:pt x="342150" y="25800"/>
                </a:lnTo>
                <a:lnTo>
                  <a:pt x="342150" y="26100"/>
                </a:lnTo>
                <a:lnTo>
                  <a:pt x="342075" y="26250"/>
                </a:lnTo>
                <a:lnTo>
                  <a:pt x="342075" y="26925"/>
                </a:lnTo>
                <a:lnTo>
                  <a:pt x="342000" y="27075"/>
                </a:lnTo>
                <a:lnTo>
                  <a:pt x="342000" y="66750"/>
                </a:lnTo>
                <a:lnTo>
                  <a:pt x="336300" y="66750"/>
                </a:lnTo>
                <a:lnTo>
                  <a:pt x="336300" y="26775"/>
                </a:lnTo>
                <a:lnTo>
                  <a:pt x="336375" y="26775"/>
                </a:lnTo>
                <a:lnTo>
                  <a:pt x="336375" y="26475"/>
                </a:lnTo>
                <a:lnTo>
                  <a:pt x="336300" y="26475"/>
                </a:lnTo>
                <a:lnTo>
                  <a:pt x="336300" y="25725"/>
                </a:lnTo>
                <a:lnTo>
                  <a:pt x="336225" y="25575"/>
                </a:lnTo>
                <a:lnTo>
                  <a:pt x="336225" y="24975"/>
                </a:lnTo>
                <a:lnTo>
                  <a:pt x="336150" y="24825"/>
                </a:lnTo>
                <a:lnTo>
                  <a:pt x="336150" y="24600"/>
                </a:lnTo>
                <a:lnTo>
                  <a:pt x="336075" y="24450"/>
                </a:lnTo>
                <a:lnTo>
                  <a:pt x="336075" y="24225"/>
                </a:lnTo>
                <a:lnTo>
                  <a:pt x="336000" y="24075"/>
                </a:lnTo>
                <a:lnTo>
                  <a:pt x="335625" y="22875"/>
                </a:lnTo>
                <a:lnTo>
                  <a:pt x="335550" y="22800"/>
                </a:lnTo>
                <a:lnTo>
                  <a:pt x="335475" y="22650"/>
                </a:lnTo>
                <a:lnTo>
                  <a:pt x="335475" y="22575"/>
                </a:lnTo>
                <a:lnTo>
                  <a:pt x="335325" y="22425"/>
                </a:lnTo>
                <a:lnTo>
                  <a:pt x="335325" y="22350"/>
                </a:lnTo>
                <a:lnTo>
                  <a:pt x="335250" y="22200"/>
                </a:lnTo>
                <a:lnTo>
                  <a:pt x="335100" y="22050"/>
                </a:lnTo>
                <a:lnTo>
                  <a:pt x="335100" y="21975"/>
                </a:lnTo>
                <a:lnTo>
                  <a:pt x="334875" y="21750"/>
                </a:lnTo>
                <a:lnTo>
                  <a:pt x="334875" y="21675"/>
                </a:lnTo>
                <a:lnTo>
                  <a:pt x="334500" y="21300"/>
                </a:lnTo>
                <a:lnTo>
                  <a:pt x="334500" y="21225"/>
                </a:lnTo>
                <a:lnTo>
                  <a:pt x="334200" y="20925"/>
                </a:lnTo>
                <a:lnTo>
                  <a:pt x="334125" y="20925"/>
                </a:lnTo>
                <a:lnTo>
                  <a:pt x="333900" y="20700"/>
                </a:lnTo>
                <a:lnTo>
                  <a:pt x="333825" y="20700"/>
                </a:lnTo>
                <a:lnTo>
                  <a:pt x="333600" y="20475"/>
                </a:lnTo>
                <a:lnTo>
                  <a:pt x="333525" y="20475"/>
                </a:lnTo>
                <a:lnTo>
                  <a:pt x="333525" y="20400"/>
                </a:lnTo>
                <a:lnTo>
                  <a:pt x="333450" y="20400"/>
                </a:lnTo>
                <a:lnTo>
                  <a:pt x="333225" y="20250"/>
                </a:lnTo>
                <a:lnTo>
                  <a:pt x="333150" y="20250"/>
                </a:lnTo>
                <a:lnTo>
                  <a:pt x="333075" y="20175"/>
                </a:lnTo>
                <a:lnTo>
                  <a:pt x="333000" y="20175"/>
                </a:lnTo>
                <a:lnTo>
                  <a:pt x="332925" y="20100"/>
                </a:lnTo>
                <a:lnTo>
                  <a:pt x="332850" y="20100"/>
                </a:lnTo>
                <a:lnTo>
                  <a:pt x="332775" y="20025"/>
                </a:lnTo>
                <a:lnTo>
                  <a:pt x="332700" y="20025"/>
                </a:lnTo>
                <a:lnTo>
                  <a:pt x="332625" y="19950"/>
                </a:lnTo>
                <a:lnTo>
                  <a:pt x="332550" y="19950"/>
                </a:lnTo>
                <a:lnTo>
                  <a:pt x="332475" y="19875"/>
                </a:lnTo>
                <a:lnTo>
                  <a:pt x="332400" y="19875"/>
                </a:lnTo>
                <a:lnTo>
                  <a:pt x="332325" y="19800"/>
                </a:lnTo>
                <a:lnTo>
                  <a:pt x="332175" y="19800"/>
                </a:lnTo>
                <a:lnTo>
                  <a:pt x="332025" y="19725"/>
                </a:lnTo>
                <a:lnTo>
                  <a:pt x="331875" y="19725"/>
                </a:lnTo>
                <a:lnTo>
                  <a:pt x="331800" y="19650"/>
                </a:lnTo>
                <a:lnTo>
                  <a:pt x="331575" y="19650"/>
                </a:lnTo>
                <a:lnTo>
                  <a:pt x="331425" y="19575"/>
                </a:lnTo>
                <a:lnTo>
                  <a:pt x="331050" y="19575"/>
                </a:lnTo>
                <a:lnTo>
                  <a:pt x="330900" y="19500"/>
                </a:lnTo>
                <a:lnTo>
                  <a:pt x="329700" y="19500"/>
                </a:lnTo>
                <a:lnTo>
                  <a:pt x="329625" y="19575"/>
                </a:lnTo>
                <a:lnTo>
                  <a:pt x="329250" y="19575"/>
                </a:lnTo>
                <a:lnTo>
                  <a:pt x="329175" y="19650"/>
                </a:lnTo>
                <a:lnTo>
                  <a:pt x="328875" y="19650"/>
                </a:lnTo>
                <a:lnTo>
                  <a:pt x="328800" y="19725"/>
                </a:lnTo>
                <a:lnTo>
                  <a:pt x="328650" y="19725"/>
                </a:lnTo>
                <a:lnTo>
                  <a:pt x="328500" y="19800"/>
                </a:lnTo>
                <a:lnTo>
                  <a:pt x="328350" y="19800"/>
                </a:lnTo>
                <a:lnTo>
                  <a:pt x="328275" y="19875"/>
                </a:lnTo>
                <a:lnTo>
                  <a:pt x="328200" y="19875"/>
                </a:lnTo>
                <a:lnTo>
                  <a:pt x="328125" y="19950"/>
                </a:lnTo>
                <a:lnTo>
                  <a:pt x="327975" y="19950"/>
                </a:lnTo>
                <a:lnTo>
                  <a:pt x="327900" y="20025"/>
                </a:lnTo>
                <a:lnTo>
                  <a:pt x="327825" y="20025"/>
                </a:lnTo>
                <a:lnTo>
                  <a:pt x="327750" y="20100"/>
                </a:lnTo>
                <a:lnTo>
                  <a:pt x="327675" y="20100"/>
                </a:lnTo>
                <a:lnTo>
                  <a:pt x="327450" y="20250"/>
                </a:lnTo>
                <a:lnTo>
                  <a:pt x="327300" y="20250"/>
                </a:lnTo>
                <a:lnTo>
                  <a:pt x="327150" y="20400"/>
                </a:lnTo>
                <a:lnTo>
                  <a:pt x="327075" y="20400"/>
                </a:lnTo>
                <a:lnTo>
                  <a:pt x="326925" y="20550"/>
                </a:lnTo>
                <a:lnTo>
                  <a:pt x="326850" y="20550"/>
                </a:lnTo>
                <a:lnTo>
                  <a:pt x="326550" y="20850"/>
                </a:lnTo>
                <a:lnTo>
                  <a:pt x="326475" y="20850"/>
                </a:lnTo>
                <a:lnTo>
                  <a:pt x="325275" y="22050"/>
                </a:lnTo>
                <a:lnTo>
                  <a:pt x="325275" y="22200"/>
                </a:lnTo>
                <a:lnTo>
                  <a:pt x="325050" y="22425"/>
                </a:lnTo>
                <a:lnTo>
                  <a:pt x="324900" y="22650"/>
                </a:lnTo>
                <a:lnTo>
                  <a:pt x="324900" y="22725"/>
                </a:lnTo>
                <a:lnTo>
                  <a:pt x="324825" y="22875"/>
                </a:lnTo>
                <a:lnTo>
                  <a:pt x="324675" y="23025"/>
                </a:lnTo>
                <a:lnTo>
                  <a:pt x="324600" y="23175"/>
                </a:lnTo>
                <a:lnTo>
                  <a:pt x="324600" y="23250"/>
                </a:lnTo>
                <a:lnTo>
                  <a:pt x="324450" y="23475"/>
                </a:lnTo>
                <a:lnTo>
                  <a:pt x="324450" y="23625"/>
                </a:lnTo>
                <a:lnTo>
                  <a:pt x="324300" y="23850"/>
                </a:lnTo>
                <a:lnTo>
                  <a:pt x="324300" y="24000"/>
                </a:lnTo>
                <a:lnTo>
                  <a:pt x="324225" y="24075"/>
                </a:lnTo>
                <a:lnTo>
                  <a:pt x="324225" y="24225"/>
                </a:lnTo>
                <a:lnTo>
                  <a:pt x="324075" y="24525"/>
                </a:lnTo>
                <a:lnTo>
                  <a:pt x="324075" y="24600"/>
                </a:lnTo>
                <a:lnTo>
                  <a:pt x="324000" y="24750"/>
                </a:lnTo>
                <a:lnTo>
                  <a:pt x="324000" y="24900"/>
                </a:lnTo>
                <a:lnTo>
                  <a:pt x="323925" y="25050"/>
                </a:lnTo>
                <a:lnTo>
                  <a:pt x="323925" y="25350"/>
                </a:lnTo>
                <a:lnTo>
                  <a:pt x="323850" y="25500"/>
                </a:lnTo>
                <a:lnTo>
                  <a:pt x="323850" y="25650"/>
                </a:lnTo>
                <a:lnTo>
                  <a:pt x="323775" y="25800"/>
                </a:lnTo>
                <a:lnTo>
                  <a:pt x="323775" y="26100"/>
                </a:lnTo>
                <a:lnTo>
                  <a:pt x="323700" y="26250"/>
                </a:lnTo>
                <a:lnTo>
                  <a:pt x="323700" y="26925"/>
                </a:lnTo>
                <a:lnTo>
                  <a:pt x="323625" y="27075"/>
                </a:lnTo>
                <a:lnTo>
                  <a:pt x="323625" y="52500"/>
                </a:lnTo>
                <a:lnTo>
                  <a:pt x="317925" y="52500"/>
                </a:lnTo>
                <a:lnTo>
                  <a:pt x="317925" y="26775"/>
                </a:lnTo>
                <a:lnTo>
                  <a:pt x="318000" y="26775"/>
                </a:lnTo>
                <a:lnTo>
                  <a:pt x="318000" y="26025"/>
                </a:lnTo>
                <a:lnTo>
                  <a:pt x="318075" y="25875"/>
                </a:lnTo>
                <a:lnTo>
                  <a:pt x="318075" y="25350"/>
                </a:lnTo>
                <a:lnTo>
                  <a:pt x="318150" y="25200"/>
                </a:lnTo>
                <a:lnTo>
                  <a:pt x="318150" y="24900"/>
                </a:lnTo>
                <a:lnTo>
                  <a:pt x="318225" y="24750"/>
                </a:lnTo>
                <a:lnTo>
                  <a:pt x="318225" y="24525"/>
                </a:lnTo>
                <a:lnTo>
                  <a:pt x="318375" y="24075"/>
                </a:lnTo>
                <a:lnTo>
                  <a:pt x="318375" y="23850"/>
                </a:lnTo>
                <a:lnTo>
                  <a:pt x="318525" y="23475"/>
                </a:lnTo>
                <a:lnTo>
                  <a:pt x="318525" y="23250"/>
                </a:lnTo>
                <a:lnTo>
                  <a:pt x="318600" y="23250"/>
                </a:lnTo>
                <a:lnTo>
                  <a:pt x="318600" y="23025"/>
                </a:lnTo>
                <a:lnTo>
                  <a:pt x="318825" y="22500"/>
                </a:lnTo>
                <a:lnTo>
                  <a:pt x="318825" y="22425"/>
                </a:lnTo>
                <a:lnTo>
                  <a:pt x="318975" y="22125"/>
                </a:lnTo>
                <a:lnTo>
                  <a:pt x="318975" y="22050"/>
                </a:lnTo>
                <a:lnTo>
                  <a:pt x="319125" y="21750"/>
                </a:lnTo>
                <a:lnTo>
                  <a:pt x="319125" y="21675"/>
                </a:lnTo>
                <a:lnTo>
                  <a:pt x="319275" y="21375"/>
                </a:lnTo>
                <a:lnTo>
                  <a:pt x="319275" y="21300"/>
                </a:lnTo>
                <a:lnTo>
                  <a:pt x="319425" y="21000"/>
                </a:lnTo>
                <a:lnTo>
                  <a:pt x="319500" y="20925"/>
                </a:lnTo>
                <a:lnTo>
                  <a:pt x="319725" y="20475"/>
                </a:lnTo>
                <a:lnTo>
                  <a:pt x="319725" y="20400"/>
                </a:lnTo>
                <a:lnTo>
                  <a:pt x="319800" y="20250"/>
                </a:lnTo>
                <a:lnTo>
                  <a:pt x="319875" y="20250"/>
                </a:lnTo>
                <a:lnTo>
                  <a:pt x="320025" y="19950"/>
                </a:lnTo>
                <a:lnTo>
                  <a:pt x="320025" y="19875"/>
                </a:lnTo>
                <a:lnTo>
                  <a:pt x="320175" y="19800"/>
                </a:lnTo>
                <a:lnTo>
                  <a:pt x="320175" y="19725"/>
                </a:lnTo>
                <a:lnTo>
                  <a:pt x="320325" y="19425"/>
                </a:lnTo>
                <a:lnTo>
                  <a:pt x="320400" y="19425"/>
                </a:lnTo>
                <a:lnTo>
                  <a:pt x="320550" y="19125"/>
                </a:lnTo>
                <a:lnTo>
                  <a:pt x="320625" y="19125"/>
                </a:lnTo>
                <a:lnTo>
                  <a:pt x="320700" y="18975"/>
                </a:lnTo>
                <a:lnTo>
                  <a:pt x="320850" y="18825"/>
                </a:lnTo>
                <a:lnTo>
                  <a:pt x="320925" y="18675"/>
                </a:lnTo>
                <a:lnTo>
                  <a:pt x="321000" y="18675"/>
                </a:lnTo>
                <a:lnTo>
                  <a:pt x="321300" y="18225"/>
                </a:lnTo>
                <a:lnTo>
                  <a:pt x="321375" y="18225"/>
                </a:lnTo>
                <a:lnTo>
                  <a:pt x="321450" y="18075"/>
                </a:lnTo>
                <a:lnTo>
                  <a:pt x="322125" y="17400"/>
                </a:lnTo>
                <a:lnTo>
                  <a:pt x="322275" y="17325"/>
                </a:lnTo>
                <a:lnTo>
                  <a:pt x="322275" y="17250"/>
                </a:lnTo>
                <a:lnTo>
                  <a:pt x="322425" y="17175"/>
                </a:lnTo>
                <a:lnTo>
                  <a:pt x="322500" y="17025"/>
                </a:lnTo>
                <a:lnTo>
                  <a:pt x="322575" y="17025"/>
                </a:lnTo>
                <a:lnTo>
                  <a:pt x="322650" y="16950"/>
                </a:lnTo>
                <a:lnTo>
                  <a:pt x="322725" y="16950"/>
                </a:lnTo>
                <a:lnTo>
                  <a:pt x="322800" y="16800"/>
                </a:lnTo>
                <a:lnTo>
                  <a:pt x="322875" y="16800"/>
                </a:lnTo>
                <a:lnTo>
                  <a:pt x="323100" y="16575"/>
                </a:lnTo>
                <a:lnTo>
                  <a:pt x="323175" y="16575"/>
                </a:lnTo>
                <a:lnTo>
                  <a:pt x="323250" y="16500"/>
                </a:lnTo>
                <a:lnTo>
                  <a:pt x="323325" y="16500"/>
                </a:lnTo>
                <a:lnTo>
                  <a:pt x="323400" y="16350"/>
                </a:lnTo>
                <a:lnTo>
                  <a:pt x="323475" y="16350"/>
                </a:lnTo>
                <a:lnTo>
                  <a:pt x="323550" y="16275"/>
                </a:lnTo>
                <a:lnTo>
                  <a:pt x="323625" y="16275"/>
                </a:lnTo>
                <a:lnTo>
                  <a:pt x="323775" y="16125"/>
                </a:lnTo>
                <a:lnTo>
                  <a:pt x="324375" y="15825"/>
                </a:lnTo>
                <a:lnTo>
                  <a:pt x="324375" y="15750"/>
                </a:lnTo>
                <a:lnTo>
                  <a:pt x="324525" y="15675"/>
                </a:lnTo>
                <a:lnTo>
                  <a:pt x="324600" y="15675"/>
                </a:lnTo>
                <a:lnTo>
                  <a:pt x="324825" y="15525"/>
                </a:lnTo>
                <a:lnTo>
                  <a:pt x="324900" y="15525"/>
                </a:lnTo>
                <a:lnTo>
                  <a:pt x="325350" y="15300"/>
                </a:lnTo>
                <a:lnTo>
                  <a:pt x="325425" y="15300"/>
                </a:lnTo>
                <a:lnTo>
                  <a:pt x="325650" y="15150"/>
                </a:lnTo>
                <a:lnTo>
                  <a:pt x="325725" y="15150"/>
                </a:lnTo>
                <a:lnTo>
                  <a:pt x="326025" y="15000"/>
                </a:lnTo>
                <a:lnTo>
                  <a:pt x="326175" y="15000"/>
                </a:lnTo>
                <a:lnTo>
                  <a:pt x="326250" y="14925"/>
                </a:lnTo>
                <a:lnTo>
                  <a:pt x="326400" y="14925"/>
                </a:lnTo>
                <a:lnTo>
                  <a:pt x="326700" y="14775"/>
                </a:lnTo>
                <a:lnTo>
                  <a:pt x="326850" y="14775"/>
                </a:lnTo>
                <a:lnTo>
                  <a:pt x="326925" y="14700"/>
                </a:lnTo>
                <a:lnTo>
                  <a:pt x="327075" y="14700"/>
                </a:lnTo>
                <a:lnTo>
                  <a:pt x="327225" y="14625"/>
                </a:lnTo>
                <a:lnTo>
                  <a:pt x="327450" y="14625"/>
                </a:lnTo>
                <a:lnTo>
                  <a:pt x="327600" y="14550"/>
                </a:lnTo>
                <a:lnTo>
                  <a:pt x="327750" y="14550"/>
                </a:lnTo>
                <a:lnTo>
                  <a:pt x="327825" y="14475"/>
                </a:lnTo>
                <a:lnTo>
                  <a:pt x="328125" y="14475"/>
                </a:lnTo>
                <a:lnTo>
                  <a:pt x="328275" y="14400"/>
                </a:lnTo>
                <a:lnTo>
                  <a:pt x="328650" y="14400"/>
                </a:lnTo>
                <a:lnTo>
                  <a:pt x="328725" y="14325"/>
                </a:lnTo>
                <a:lnTo>
                  <a:pt x="329400" y="14325"/>
                </a:lnTo>
                <a:lnTo>
                  <a:pt x="329400" y="14250"/>
                </a:lnTo>
                <a:lnTo>
                  <a:pt x="331200" y="14250"/>
                </a:lnTo>
                <a:lnTo>
                  <a:pt x="331350" y="14325"/>
                </a:lnTo>
                <a:lnTo>
                  <a:pt x="331950" y="14325"/>
                </a:lnTo>
                <a:lnTo>
                  <a:pt x="332025" y="14400"/>
                </a:lnTo>
                <a:lnTo>
                  <a:pt x="332475" y="14400"/>
                </a:lnTo>
                <a:lnTo>
                  <a:pt x="332550" y="14475"/>
                </a:lnTo>
                <a:lnTo>
                  <a:pt x="332775" y="14475"/>
                </a:lnTo>
                <a:lnTo>
                  <a:pt x="332925" y="14550"/>
                </a:lnTo>
                <a:lnTo>
                  <a:pt x="333150" y="14550"/>
                </a:lnTo>
                <a:lnTo>
                  <a:pt x="333300" y="14625"/>
                </a:lnTo>
                <a:lnTo>
                  <a:pt x="333450" y="14625"/>
                </a:lnTo>
                <a:lnTo>
                  <a:pt x="333525" y="14700"/>
                </a:lnTo>
                <a:lnTo>
                  <a:pt x="333675" y="14700"/>
                </a:lnTo>
                <a:lnTo>
                  <a:pt x="333825" y="14775"/>
                </a:lnTo>
                <a:lnTo>
                  <a:pt x="333975" y="14775"/>
                </a:lnTo>
                <a:lnTo>
                  <a:pt x="334050" y="14850"/>
                </a:lnTo>
                <a:lnTo>
                  <a:pt x="334200" y="14850"/>
                </a:lnTo>
                <a:lnTo>
                  <a:pt x="334650" y="15075"/>
                </a:lnTo>
                <a:lnTo>
                  <a:pt x="334800" y="15075"/>
                </a:lnTo>
                <a:lnTo>
                  <a:pt x="335025" y="15225"/>
                </a:lnTo>
                <a:lnTo>
                  <a:pt x="335175" y="15225"/>
                </a:lnTo>
                <a:lnTo>
                  <a:pt x="335175" y="15300"/>
                </a:lnTo>
                <a:lnTo>
                  <a:pt x="335325" y="15300"/>
                </a:lnTo>
                <a:lnTo>
                  <a:pt x="335325" y="15375"/>
                </a:lnTo>
                <a:lnTo>
                  <a:pt x="335475" y="15375"/>
                </a:lnTo>
                <a:lnTo>
                  <a:pt x="335550" y="15450"/>
                </a:lnTo>
                <a:lnTo>
                  <a:pt x="335625" y="15450"/>
                </a:lnTo>
                <a:lnTo>
                  <a:pt x="335700" y="15525"/>
                </a:lnTo>
                <a:lnTo>
                  <a:pt x="335775" y="15525"/>
                </a:lnTo>
                <a:lnTo>
                  <a:pt x="335925" y="15675"/>
                </a:lnTo>
                <a:lnTo>
                  <a:pt x="336000" y="15675"/>
                </a:lnTo>
                <a:lnTo>
                  <a:pt x="336600" y="15975"/>
                </a:lnTo>
                <a:lnTo>
                  <a:pt x="336600" y="16050"/>
                </a:lnTo>
                <a:lnTo>
                  <a:pt x="337050" y="16275"/>
                </a:lnTo>
                <a:lnTo>
                  <a:pt x="337050" y="16350"/>
                </a:lnTo>
                <a:lnTo>
                  <a:pt x="337350" y="16500"/>
                </a:lnTo>
                <a:lnTo>
                  <a:pt x="337350" y="16575"/>
                </a:lnTo>
                <a:lnTo>
                  <a:pt x="337650" y="16725"/>
                </a:lnTo>
                <a:lnTo>
                  <a:pt x="337650" y="16800"/>
                </a:lnTo>
                <a:lnTo>
                  <a:pt x="337800" y="16875"/>
                </a:lnTo>
                <a:lnTo>
                  <a:pt x="338025" y="17100"/>
                </a:lnTo>
                <a:lnTo>
                  <a:pt x="338100" y="17100"/>
                </a:lnTo>
                <a:lnTo>
                  <a:pt x="339000" y="18000"/>
                </a:lnTo>
                <a:lnTo>
                  <a:pt x="339075" y="18150"/>
                </a:lnTo>
                <a:lnTo>
                  <a:pt x="339150" y="18150"/>
                </a:lnTo>
                <a:lnTo>
                  <a:pt x="339225" y="18300"/>
                </a:lnTo>
                <a:lnTo>
                  <a:pt x="339450" y="18525"/>
                </a:lnTo>
                <a:lnTo>
                  <a:pt x="339525" y="18375"/>
                </a:lnTo>
                <a:lnTo>
                  <a:pt x="339600" y="18375"/>
                </a:lnTo>
                <a:lnTo>
                  <a:pt x="339675" y="18225"/>
                </a:lnTo>
                <a:lnTo>
                  <a:pt x="339750" y="18225"/>
                </a:lnTo>
                <a:lnTo>
                  <a:pt x="339825" y="18075"/>
                </a:lnTo>
                <a:lnTo>
                  <a:pt x="339975" y="18000"/>
                </a:lnTo>
                <a:lnTo>
                  <a:pt x="339975" y="17925"/>
                </a:lnTo>
                <a:lnTo>
                  <a:pt x="340200" y="17700"/>
                </a:lnTo>
                <a:lnTo>
                  <a:pt x="340275" y="17700"/>
                </a:lnTo>
                <a:lnTo>
                  <a:pt x="340350" y="17550"/>
                </a:lnTo>
                <a:lnTo>
                  <a:pt x="340500" y="17475"/>
                </a:lnTo>
                <a:lnTo>
                  <a:pt x="340500" y="17400"/>
                </a:lnTo>
                <a:lnTo>
                  <a:pt x="340650" y="17325"/>
                </a:lnTo>
                <a:lnTo>
                  <a:pt x="340650" y="17250"/>
                </a:lnTo>
                <a:lnTo>
                  <a:pt x="340800" y="17175"/>
                </a:lnTo>
                <a:lnTo>
                  <a:pt x="341025" y="16950"/>
                </a:lnTo>
                <a:lnTo>
                  <a:pt x="341100" y="16950"/>
                </a:lnTo>
                <a:lnTo>
                  <a:pt x="341175" y="16800"/>
                </a:lnTo>
                <a:lnTo>
                  <a:pt x="341250" y="16800"/>
                </a:lnTo>
                <a:lnTo>
                  <a:pt x="341325" y="16725"/>
                </a:lnTo>
                <a:lnTo>
                  <a:pt x="341400" y="16725"/>
                </a:lnTo>
                <a:lnTo>
                  <a:pt x="341475" y="16575"/>
                </a:lnTo>
                <a:lnTo>
                  <a:pt x="341550" y="16575"/>
                </a:lnTo>
                <a:lnTo>
                  <a:pt x="341625" y="16500"/>
                </a:lnTo>
                <a:lnTo>
                  <a:pt x="341700" y="16500"/>
                </a:lnTo>
                <a:lnTo>
                  <a:pt x="341925" y="16275"/>
                </a:lnTo>
                <a:lnTo>
                  <a:pt x="342000" y="16275"/>
                </a:lnTo>
                <a:lnTo>
                  <a:pt x="342225" y="16050"/>
                </a:lnTo>
                <a:lnTo>
                  <a:pt x="342300" y="16050"/>
                </a:lnTo>
                <a:lnTo>
                  <a:pt x="342750" y="15825"/>
                </a:lnTo>
                <a:lnTo>
                  <a:pt x="342750" y="15750"/>
                </a:lnTo>
                <a:lnTo>
                  <a:pt x="342900" y="15750"/>
                </a:lnTo>
                <a:lnTo>
                  <a:pt x="343050" y="15600"/>
                </a:lnTo>
                <a:lnTo>
                  <a:pt x="343125" y="15600"/>
                </a:lnTo>
                <a:lnTo>
                  <a:pt x="343200" y="15525"/>
                </a:lnTo>
                <a:lnTo>
                  <a:pt x="343275" y="15525"/>
                </a:lnTo>
                <a:lnTo>
                  <a:pt x="343875" y="15225"/>
                </a:lnTo>
                <a:lnTo>
                  <a:pt x="343950" y="15225"/>
                </a:lnTo>
                <a:lnTo>
                  <a:pt x="344025" y="15150"/>
                </a:lnTo>
                <a:lnTo>
                  <a:pt x="344100" y="15150"/>
                </a:lnTo>
                <a:lnTo>
                  <a:pt x="344400" y="15000"/>
                </a:lnTo>
                <a:lnTo>
                  <a:pt x="344550" y="15000"/>
                </a:lnTo>
                <a:lnTo>
                  <a:pt x="344625" y="14925"/>
                </a:lnTo>
                <a:lnTo>
                  <a:pt x="344775" y="14925"/>
                </a:lnTo>
                <a:lnTo>
                  <a:pt x="345075" y="14775"/>
                </a:lnTo>
                <a:lnTo>
                  <a:pt x="345225" y="14775"/>
                </a:lnTo>
                <a:lnTo>
                  <a:pt x="345300" y="14700"/>
                </a:lnTo>
                <a:lnTo>
                  <a:pt x="345450" y="14700"/>
                </a:lnTo>
                <a:lnTo>
                  <a:pt x="345600" y="14625"/>
                </a:lnTo>
                <a:lnTo>
                  <a:pt x="345825" y="14625"/>
                </a:lnTo>
                <a:lnTo>
                  <a:pt x="345975" y="14550"/>
                </a:lnTo>
                <a:lnTo>
                  <a:pt x="346200" y="14550"/>
                </a:lnTo>
                <a:lnTo>
                  <a:pt x="346350" y="14475"/>
                </a:lnTo>
                <a:lnTo>
                  <a:pt x="346500" y="14475"/>
                </a:lnTo>
                <a:lnTo>
                  <a:pt x="346650" y="14400"/>
                </a:lnTo>
                <a:lnTo>
                  <a:pt x="347025" y="14400"/>
                </a:lnTo>
                <a:lnTo>
                  <a:pt x="347100" y="14325"/>
                </a:lnTo>
                <a:lnTo>
                  <a:pt x="347775" y="14325"/>
                </a:lnTo>
                <a:lnTo>
                  <a:pt x="347775" y="14250"/>
                </a:lnTo>
                <a:lnTo>
                  <a:pt x="349575" y="14250"/>
                </a:lnTo>
                <a:lnTo>
                  <a:pt x="349725" y="14325"/>
                </a:lnTo>
                <a:lnTo>
                  <a:pt x="350325" y="14325"/>
                </a:lnTo>
                <a:lnTo>
                  <a:pt x="350400" y="14400"/>
                </a:lnTo>
                <a:lnTo>
                  <a:pt x="350850" y="14400"/>
                </a:lnTo>
                <a:lnTo>
                  <a:pt x="350925" y="14475"/>
                </a:lnTo>
                <a:lnTo>
                  <a:pt x="351150" y="14475"/>
                </a:lnTo>
                <a:lnTo>
                  <a:pt x="351300" y="14550"/>
                </a:lnTo>
                <a:lnTo>
                  <a:pt x="351525" y="14550"/>
                </a:lnTo>
                <a:lnTo>
                  <a:pt x="351675" y="14625"/>
                </a:lnTo>
                <a:lnTo>
                  <a:pt x="351825" y="14625"/>
                </a:lnTo>
                <a:lnTo>
                  <a:pt x="351900" y="14700"/>
                </a:lnTo>
                <a:lnTo>
                  <a:pt x="352050" y="14700"/>
                </a:lnTo>
                <a:lnTo>
                  <a:pt x="352200" y="14775"/>
                </a:lnTo>
                <a:lnTo>
                  <a:pt x="352350" y="14775"/>
                </a:lnTo>
                <a:lnTo>
                  <a:pt x="352425" y="14850"/>
                </a:lnTo>
                <a:lnTo>
                  <a:pt x="352575" y="14850"/>
                </a:lnTo>
                <a:lnTo>
                  <a:pt x="353025" y="15075"/>
                </a:lnTo>
                <a:lnTo>
                  <a:pt x="353175" y="15075"/>
                </a:lnTo>
                <a:lnTo>
                  <a:pt x="353250" y="15150"/>
                </a:lnTo>
                <a:lnTo>
                  <a:pt x="353400" y="15150"/>
                </a:lnTo>
                <a:lnTo>
                  <a:pt x="353400" y="15225"/>
                </a:lnTo>
                <a:lnTo>
                  <a:pt x="353550" y="15225"/>
                </a:lnTo>
                <a:lnTo>
                  <a:pt x="353550" y="15300"/>
                </a:lnTo>
                <a:lnTo>
                  <a:pt x="353700" y="15300"/>
                </a:lnTo>
                <a:lnTo>
                  <a:pt x="353700" y="15375"/>
                </a:lnTo>
                <a:lnTo>
                  <a:pt x="353850" y="15375"/>
                </a:lnTo>
                <a:lnTo>
                  <a:pt x="353925" y="15450"/>
                </a:lnTo>
                <a:lnTo>
                  <a:pt x="354000" y="15450"/>
                </a:lnTo>
                <a:lnTo>
                  <a:pt x="354075" y="15525"/>
                </a:lnTo>
                <a:lnTo>
                  <a:pt x="354150" y="15525"/>
                </a:lnTo>
                <a:lnTo>
                  <a:pt x="354225" y="15600"/>
                </a:lnTo>
                <a:lnTo>
                  <a:pt x="354675" y="15825"/>
                </a:lnTo>
                <a:lnTo>
                  <a:pt x="354675" y="14250"/>
                </a:lnTo>
                <a:lnTo>
                  <a:pt x="360375" y="14250"/>
                </a:lnTo>
                <a:lnTo>
                  <a:pt x="360375" y="52500"/>
                </a:lnTo>
                <a:close/>
                <a:moveTo>
                  <a:pt x="366675" y="66750"/>
                </a:moveTo>
                <a:lnTo>
                  <a:pt x="366675" y="26625"/>
                </a:lnTo>
                <a:lnTo>
                  <a:pt x="366750" y="26475"/>
                </a:lnTo>
                <a:lnTo>
                  <a:pt x="366750" y="25725"/>
                </a:lnTo>
                <a:lnTo>
                  <a:pt x="366825" y="25500"/>
                </a:lnTo>
                <a:lnTo>
                  <a:pt x="366825" y="25275"/>
                </a:lnTo>
                <a:lnTo>
                  <a:pt x="366900" y="25050"/>
                </a:lnTo>
                <a:lnTo>
                  <a:pt x="366900" y="24600"/>
                </a:lnTo>
                <a:lnTo>
                  <a:pt x="366975" y="24600"/>
                </a:lnTo>
                <a:lnTo>
                  <a:pt x="366975" y="24375"/>
                </a:lnTo>
                <a:lnTo>
                  <a:pt x="367050" y="24150"/>
                </a:lnTo>
                <a:lnTo>
                  <a:pt x="367050" y="23925"/>
                </a:lnTo>
                <a:lnTo>
                  <a:pt x="367125" y="23700"/>
                </a:lnTo>
                <a:lnTo>
                  <a:pt x="367125" y="23475"/>
                </a:lnTo>
                <a:lnTo>
                  <a:pt x="367200" y="23475"/>
                </a:lnTo>
                <a:lnTo>
                  <a:pt x="367200" y="23250"/>
                </a:lnTo>
                <a:lnTo>
                  <a:pt x="367425" y="22650"/>
                </a:lnTo>
                <a:lnTo>
                  <a:pt x="367425" y="22425"/>
                </a:lnTo>
                <a:lnTo>
                  <a:pt x="367500" y="22425"/>
                </a:lnTo>
                <a:lnTo>
                  <a:pt x="367500" y="22200"/>
                </a:lnTo>
                <a:lnTo>
                  <a:pt x="367575" y="22050"/>
                </a:lnTo>
                <a:lnTo>
                  <a:pt x="367575" y="21975"/>
                </a:lnTo>
                <a:lnTo>
                  <a:pt x="367725" y="21600"/>
                </a:lnTo>
                <a:lnTo>
                  <a:pt x="367875" y="21375"/>
                </a:lnTo>
                <a:lnTo>
                  <a:pt x="367875" y="21225"/>
                </a:lnTo>
                <a:lnTo>
                  <a:pt x="367950" y="21225"/>
                </a:lnTo>
                <a:lnTo>
                  <a:pt x="368025" y="21075"/>
                </a:lnTo>
                <a:lnTo>
                  <a:pt x="368100" y="20775"/>
                </a:lnTo>
                <a:lnTo>
                  <a:pt x="368250" y="20475"/>
                </a:lnTo>
                <a:lnTo>
                  <a:pt x="368325" y="20400"/>
                </a:lnTo>
                <a:lnTo>
                  <a:pt x="368475" y="20100"/>
                </a:lnTo>
                <a:lnTo>
                  <a:pt x="368475" y="20025"/>
                </a:lnTo>
                <a:lnTo>
                  <a:pt x="368625" y="19875"/>
                </a:lnTo>
                <a:lnTo>
                  <a:pt x="369000" y="19200"/>
                </a:lnTo>
                <a:lnTo>
                  <a:pt x="369075" y="19200"/>
                </a:lnTo>
                <a:lnTo>
                  <a:pt x="369150" y="19050"/>
                </a:lnTo>
                <a:lnTo>
                  <a:pt x="369150" y="18975"/>
                </a:lnTo>
                <a:lnTo>
                  <a:pt x="369300" y="18900"/>
                </a:lnTo>
                <a:lnTo>
                  <a:pt x="369300" y="18825"/>
                </a:lnTo>
                <a:lnTo>
                  <a:pt x="369375" y="18675"/>
                </a:lnTo>
                <a:lnTo>
                  <a:pt x="369450" y="18675"/>
                </a:lnTo>
                <a:lnTo>
                  <a:pt x="369750" y="18225"/>
                </a:lnTo>
                <a:lnTo>
                  <a:pt x="370800" y="17175"/>
                </a:lnTo>
                <a:lnTo>
                  <a:pt x="370875" y="17175"/>
                </a:lnTo>
                <a:lnTo>
                  <a:pt x="370950" y="17025"/>
                </a:lnTo>
                <a:lnTo>
                  <a:pt x="371025" y="17025"/>
                </a:lnTo>
                <a:lnTo>
                  <a:pt x="371175" y="16875"/>
                </a:lnTo>
                <a:lnTo>
                  <a:pt x="371325" y="16800"/>
                </a:lnTo>
                <a:lnTo>
                  <a:pt x="371325" y="16725"/>
                </a:lnTo>
                <a:lnTo>
                  <a:pt x="371475" y="16650"/>
                </a:lnTo>
                <a:lnTo>
                  <a:pt x="371550" y="16650"/>
                </a:lnTo>
                <a:lnTo>
                  <a:pt x="371625" y="16500"/>
                </a:lnTo>
                <a:lnTo>
                  <a:pt x="371700" y="16500"/>
                </a:lnTo>
                <a:lnTo>
                  <a:pt x="371850" y="16425"/>
                </a:lnTo>
                <a:lnTo>
                  <a:pt x="371850" y="16350"/>
                </a:lnTo>
                <a:lnTo>
                  <a:pt x="372000" y="16275"/>
                </a:lnTo>
                <a:lnTo>
                  <a:pt x="372075" y="16275"/>
                </a:lnTo>
                <a:lnTo>
                  <a:pt x="372225" y="16125"/>
                </a:lnTo>
                <a:lnTo>
                  <a:pt x="372525" y="15975"/>
                </a:lnTo>
                <a:lnTo>
                  <a:pt x="372600" y="15900"/>
                </a:lnTo>
                <a:lnTo>
                  <a:pt x="373125" y="15675"/>
                </a:lnTo>
                <a:lnTo>
                  <a:pt x="373125" y="15600"/>
                </a:lnTo>
                <a:lnTo>
                  <a:pt x="373275" y="15525"/>
                </a:lnTo>
                <a:lnTo>
                  <a:pt x="373575" y="15450"/>
                </a:lnTo>
                <a:lnTo>
                  <a:pt x="373650" y="15375"/>
                </a:lnTo>
                <a:lnTo>
                  <a:pt x="373950" y="15300"/>
                </a:lnTo>
                <a:lnTo>
                  <a:pt x="374100" y="15225"/>
                </a:lnTo>
                <a:lnTo>
                  <a:pt x="374100" y="15150"/>
                </a:lnTo>
                <a:lnTo>
                  <a:pt x="374325" y="15150"/>
                </a:lnTo>
                <a:lnTo>
                  <a:pt x="374325" y="15075"/>
                </a:lnTo>
                <a:lnTo>
                  <a:pt x="374475" y="15075"/>
                </a:lnTo>
                <a:lnTo>
                  <a:pt x="374550" y="15000"/>
                </a:lnTo>
                <a:lnTo>
                  <a:pt x="374700" y="15000"/>
                </a:lnTo>
                <a:lnTo>
                  <a:pt x="374775" y="14925"/>
                </a:lnTo>
                <a:lnTo>
                  <a:pt x="374925" y="14925"/>
                </a:lnTo>
                <a:lnTo>
                  <a:pt x="375525" y="14700"/>
                </a:lnTo>
                <a:lnTo>
                  <a:pt x="375750" y="14700"/>
                </a:lnTo>
                <a:lnTo>
                  <a:pt x="375825" y="14625"/>
                </a:lnTo>
                <a:lnTo>
                  <a:pt x="376050" y="14625"/>
                </a:lnTo>
                <a:lnTo>
                  <a:pt x="376200" y="14550"/>
                </a:lnTo>
                <a:lnTo>
                  <a:pt x="376425" y="14550"/>
                </a:lnTo>
                <a:lnTo>
                  <a:pt x="376650" y="14475"/>
                </a:lnTo>
                <a:lnTo>
                  <a:pt x="376875" y="14475"/>
                </a:lnTo>
                <a:lnTo>
                  <a:pt x="377100" y="14400"/>
                </a:lnTo>
                <a:lnTo>
                  <a:pt x="377325" y="14400"/>
                </a:lnTo>
                <a:lnTo>
                  <a:pt x="377550" y="14325"/>
                </a:lnTo>
                <a:lnTo>
                  <a:pt x="378225" y="14325"/>
                </a:lnTo>
                <a:lnTo>
                  <a:pt x="378450" y="14250"/>
                </a:lnTo>
                <a:lnTo>
                  <a:pt x="380550" y="14250"/>
                </a:lnTo>
                <a:lnTo>
                  <a:pt x="380775" y="14325"/>
                </a:lnTo>
                <a:lnTo>
                  <a:pt x="381300" y="14325"/>
                </a:lnTo>
                <a:lnTo>
                  <a:pt x="381525" y="14400"/>
                </a:lnTo>
                <a:lnTo>
                  <a:pt x="382050" y="14400"/>
                </a:lnTo>
                <a:lnTo>
                  <a:pt x="382275" y="14475"/>
                </a:lnTo>
                <a:lnTo>
                  <a:pt x="382500" y="14475"/>
                </a:lnTo>
                <a:lnTo>
                  <a:pt x="382725" y="14550"/>
                </a:lnTo>
                <a:lnTo>
                  <a:pt x="383025" y="14550"/>
                </a:lnTo>
                <a:lnTo>
                  <a:pt x="383250" y="14625"/>
                </a:lnTo>
                <a:lnTo>
                  <a:pt x="383475" y="14625"/>
                </a:lnTo>
                <a:lnTo>
                  <a:pt x="383550" y="14700"/>
                </a:lnTo>
                <a:lnTo>
                  <a:pt x="383775" y="14700"/>
                </a:lnTo>
                <a:lnTo>
                  <a:pt x="384225" y="14850"/>
                </a:lnTo>
                <a:lnTo>
                  <a:pt x="384525" y="14850"/>
                </a:lnTo>
                <a:lnTo>
                  <a:pt x="387150" y="15600"/>
                </a:lnTo>
                <a:lnTo>
                  <a:pt x="387675" y="15825"/>
                </a:lnTo>
                <a:lnTo>
                  <a:pt x="388425" y="16050"/>
                </a:lnTo>
                <a:lnTo>
                  <a:pt x="388500" y="16125"/>
                </a:lnTo>
                <a:lnTo>
                  <a:pt x="389025" y="16275"/>
                </a:lnTo>
                <a:lnTo>
                  <a:pt x="386775" y="21150"/>
                </a:lnTo>
                <a:lnTo>
                  <a:pt x="386550" y="21075"/>
                </a:lnTo>
                <a:lnTo>
                  <a:pt x="386325" y="20925"/>
                </a:lnTo>
                <a:lnTo>
                  <a:pt x="384600" y="20325"/>
                </a:lnTo>
                <a:lnTo>
                  <a:pt x="384375" y="20325"/>
                </a:lnTo>
                <a:lnTo>
                  <a:pt x="383700" y="20100"/>
                </a:lnTo>
                <a:lnTo>
                  <a:pt x="383550" y="20100"/>
                </a:lnTo>
                <a:lnTo>
                  <a:pt x="383100" y="19950"/>
                </a:lnTo>
                <a:lnTo>
                  <a:pt x="382950" y="19950"/>
                </a:lnTo>
                <a:lnTo>
                  <a:pt x="382725" y="19875"/>
                </a:lnTo>
                <a:lnTo>
                  <a:pt x="382500" y="19875"/>
                </a:lnTo>
                <a:lnTo>
                  <a:pt x="382350" y="19800"/>
                </a:lnTo>
                <a:lnTo>
                  <a:pt x="382125" y="19800"/>
                </a:lnTo>
                <a:lnTo>
                  <a:pt x="381975" y="19725"/>
                </a:lnTo>
                <a:lnTo>
                  <a:pt x="381750" y="19725"/>
                </a:lnTo>
                <a:lnTo>
                  <a:pt x="381600" y="19650"/>
                </a:lnTo>
                <a:lnTo>
                  <a:pt x="381225" y="19650"/>
                </a:lnTo>
                <a:lnTo>
                  <a:pt x="381075" y="19575"/>
                </a:lnTo>
                <a:lnTo>
                  <a:pt x="380550" y="19575"/>
                </a:lnTo>
                <a:lnTo>
                  <a:pt x="380400" y="19500"/>
                </a:lnTo>
                <a:lnTo>
                  <a:pt x="378675" y="19500"/>
                </a:lnTo>
                <a:lnTo>
                  <a:pt x="378525" y="19575"/>
                </a:lnTo>
                <a:lnTo>
                  <a:pt x="378000" y="19575"/>
                </a:lnTo>
                <a:lnTo>
                  <a:pt x="377850" y="19650"/>
                </a:lnTo>
                <a:lnTo>
                  <a:pt x="377625" y="19650"/>
                </a:lnTo>
                <a:lnTo>
                  <a:pt x="377475" y="19725"/>
                </a:lnTo>
                <a:lnTo>
                  <a:pt x="377250" y="19725"/>
                </a:lnTo>
                <a:lnTo>
                  <a:pt x="377100" y="19800"/>
                </a:lnTo>
                <a:lnTo>
                  <a:pt x="376875" y="19800"/>
                </a:lnTo>
                <a:lnTo>
                  <a:pt x="376800" y="19875"/>
                </a:lnTo>
                <a:lnTo>
                  <a:pt x="376650" y="19875"/>
                </a:lnTo>
                <a:lnTo>
                  <a:pt x="376575" y="19950"/>
                </a:lnTo>
                <a:lnTo>
                  <a:pt x="376425" y="19950"/>
                </a:lnTo>
                <a:lnTo>
                  <a:pt x="376350" y="20025"/>
                </a:lnTo>
                <a:lnTo>
                  <a:pt x="376275" y="20025"/>
                </a:lnTo>
                <a:lnTo>
                  <a:pt x="376050" y="20175"/>
                </a:lnTo>
                <a:lnTo>
                  <a:pt x="375750" y="20250"/>
                </a:lnTo>
                <a:lnTo>
                  <a:pt x="375525" y="20475"/>
                </a:lnTo>
                <a:lnTo>
                  <a:pt x="375375" y="20475"/>
                </a:lnTo>
                <a:lnTo>
                  <a:pt x="375225" y="20625"/>
                </a:lnTo>
                <a:lnTo>
                  <a:pt x="375150" y="20625"/>
                </a:lnTo>
                <a:lnTo>
                  <a:pt x="374625" y="21150"/>
                </a:lnTo>
                <a:lnTo>
                  <a:pt x="374550" y="21150"/>
                </a:lnTo>
                <a:lnTo>
                  <a:pt x="374325" y="21375"/>
                </a:lnTo>
                <a:lnTo>
                  <a:pt x="374250" y="21525"/>
                </a:lnTo>
                <a:lnTo>
                  <a:pt x="373875" y="21900"/>
                </a:lnTo>
                <a:lnTo>
                  <a:pt x="373875" y="21975"/>
                </a:lnTo>
                <a:lnTo>
                  <a:pt x="373800" y="22125"/>
                </a:lnTo>
                <a:lnTo>
                  <a:pt x="373650" y="22275"/>
                </a:lnTo>
                <a:lnTo>
                  <a:pt x="373575" y="22425"/>
                </a:lnTo>
                <a:lnTo>
                  <a:pt x="373575" y="22500"/>
                </a:lnTo>
                <a:lnTo>
                  <a:pt x="373350" y="22800"/>
                </a:lnTo>
                <a:lnTo>
                  <a:pt x="373350" y="22950"/>
                </a:lnTo>
                <a:lnTo>
                  <a:pt x="373125" y="23250"/>
                </a:lnTo>
                <a:lnTo>
                  <a:pt x="373125" y="23400"/>
                </a:lnTo>
                <a:lnTo>
                  <a:pt x="372900" y="23925"/>
                </a:lnTo>
                <a:lnTo>
                  <a:pt x="372900" y="24075"/>
                </a:lnTo>
                <a:lnTo>
                  <a:pt x="372750" y="24450"/>
                </a:lnTo>
                <a:lnTo>
                  <a:pt x="372750" y="24600"/>
                </a:lnTo>
                <a:lnTo>
                  <a:pt x="372675" y="24750"/>
                </a:lnTo>
                <a:lnTo>
                  <a:pt x="372675" y="24900"/>
                </a:lnTo>
                <a:lnTo>
                  <a:pt x="372600" y="25050"/>
                </a:lnTo>
                <a:lnTo>
                  <a:pt x="372600" y="25425"/>
                </a:lnTo>
                <a:lnTo>
                  <a:pt x="372525" y="25575"/>
                </a:lnTo>
                <a:lnTo>
                  <a:pt x="372525" y="25875"/>
                </a:lnTo>
                <a:lnTo>
                  <a:pt x="372450" y="26025"/>
                </a:lnTo>
                <a:lnTo>
                  <a:pt x="372450" y="26550"/>
                </a:lnTo>
                <a:lnTo>
                  <a:pt x="372375" y="26775"/>
                </a:lnTo>
                <a:lnTo>
                  <a:pt x="372375" y="66750"/>
                </a:lnTo>
                <a:close/>
                <a:moveTo>
                  <a:pt x="409650" y="51525"/>
                </a:moveTo>
                <a:lnTo>
                  <a:pt x="410550" y="53025"/>
                </a:lnTo>
                <a:lnTo>
                  <a:pt x="410700" y="53175"/>
                </a:lnTo>
                <a:lnTo>
                  <a:pt x="410775" y="53400"/>
                </a:lnTo>
                <a:lnTo>
                  <a:pt x="411000" y="53775"/>
                </a:lnTo>
                <a:lnTo>
                  <a:pt x="411150" y="53925"/>
                </a:lnTo>
                <a:lnTo>
                  <a:pt x="411225" y="54150"/>
                </a:lnTo>
                <a:lnTo>
                  <a:pt x="411375" y="54300"/>
                </a:lnTo>
                <a:lnTo>
                  <a:pt x="412275" y="55800"/>
                </a:lnTo>
                <a:lnTo>
                  <a:pt x="412425" y="56025"/>
                </a:lnTo>
                <a:lnTo>
                  <a:pt x="412575" y="56175"/>
                </a:lnTo>
                <a:lnTo>
                  <a:pt x="412650" y="56400"/>
                </a:lnTo>
                <a:lnTo>
                  <a:pt x="413250" y="57375"/>
                </a:lnTo>
                <a:lnTo>
                  <a:pt x="413400" y="57525"/>
                </a:lnTo>
                <a:lnTo>
                  <a:pt x="413475" y="57750"/>
                </a:lnTo>
                <a:lnTo>
                  <a:pt x="413625" y="57900"/>
                </a:lnTo>
                <a:lnTo>
                  <a:pt x="413700" y="58125"/>
                </a:lnTo>
                <a:lnTo>
                  <a:pt x="413850" y="58275"/>
                </a:lnTo>
                <a:lnTo>
                  <a:pt x="413925" y="58500"/>
                </a:lnTo>
                <a:lnTo>
                  <a:pt x="414075" y="58650"/>
                </a:lnTo>
                <a:lnTo>
                  <a:pt x="414150" y="58875"/>
                </a:lnTo>
                <a:lnTo>
                  <a:pt x="414300" y="59025"/>
                </a:lnTo>
                <a:lnTo>
                  <a:pt x="415350" y="60750"/>
                </a:lnTo>
                <a:lnTo>
                  <a:pt x="415500" y="60900"/>
                </a:lnTo>
                <a:lnTo>
                  <a:pt x="415575" y="61125"/>
                </a:lnTo>
                <a:lnTo>
                  <a:pt x="415725" y="61275"/>
                </a:lnTo>
                <a:lnTo>
                  <a:pt x="415800" y="61500"/>
                </a:lnTo>
                <a:lnTo>
                  <a:pt x="416025" y="61875"/>
                </a:lnTo>
                <a:lnTo>
                  <a:pt x="416325" y="62250"/>
                </a:lnTo>
                <a:lnTo>
                  <a:pt x="416400" y="62475"/>
                </a:lnTo>
                <a:lnTo>
                  <a:pt x="416550" y="62625"/>
                </a:lnTo>
                <a:lnTo>
                  <a:pt x="416625" y="62850"/>
                </a:lnTo>
                <a:lnTo>
                  <a:pt x="416775" y="63000"/>
                </a:lnTo>
                <a:lnTo>
                  <a:pt x="416850" y="63225"/>
                </a:lnTo>
                <a:lnTo>
                  <a:pt x="417000" y="63375"/>
                </a:lnTo>
                <a:lnTo>
                  <a:pt x="417450" y="64125"/>
                </a:lnTo>
                <a:lnTo>
                  <a:pt x="412500" y="66750"/>
                </a:lnTo>
                <a:lnTo>
                  <a:pt x="412425" y="66525"/>
                </a:lnTo>
                <a:lnTo>
                  <a:pt x="412275" y="66375"/>
                </a:lnTo>
                <a:lnTo>
                  <a:pt x="412200" y="66150"/>
                </a:lnTo>
                <a:lnTo>
                  <a:pt x="412050" y="66000"/>
                </a:lnTo>
                <a:lnTo>
                  <a:pt x="411900" y="65775"/>
                </a:lnTo>
                <a:lnTo>
                  <a:pt x="411150" y="64500"/>
                </a:lnTo>
                <a:lnTo>
                  <a:pt x="410850" y="64125"/>
                </a:lnTo>
                <a:lnTo>
                  <a:pt x="410775" y="63900"/>
                </a:lnTo>
                <a:lnTo>
                  <a:pt x="410625" y="63750"/>
                </a:lnTo>
                <a:lnTo>
                  <a:pt x="410550" y="63525"/>
                </a:lnTo>
                <a:lnTo>
                  <a:pt x="410400" y="63375"/>
                </a:lnTo>
                <a:lnTo>
                  <a:pt x="410025" y="62775"/>
                </a:lnTo>
                <a:lnTo>
                  <a:pt x="409350" y="61650"/>
                </a:lnTo>
                <a:lnTo>
                  <a:pt x="409275" y="61425"/>
                </a:lnTo>
                <a:lnTo>
                  <a:pt x="409125" y="61275"/>
                </a:lnTo>
                <a:lnTo>
                  <a:pt x="408975" y="61050"/>
                </a:lnTo>
                <a:lnTo>
                  <a:pt x="408450" y="60150"/>
                </a:lnTo>
                <a:lnTo>
                  <a:pt x="407925" y="59400"/>
                </a:lnTo>
                <a:lnTo>
                  <a:pt x="407850" y="59175"/>
                </a:lnTo>
                <a:lnTo>
                  <a:pt x="407700" y="59025"/>
                </a:lnTo>
                <a:lnTo>
                  <a:pt x="407625" y="58800"/>
                </a:lnTo>
                <a:lnTo>
                  <a:pt x="407475" y="58650"/>
                </a:lnTo>
                <a:lnTo>
                  <a:pt x="407400" y="58425"/>
                </a:lnTo>
                <a:lnTo>
                  <a:pt x="407250" y="58275"/>
                </a:lnTo>
                <a:lnTo>
                  <a:pt x="407100" y="58050"/>
                </a:lnTo>
                <a:lnTo>
                  <a:pt x="406575" y="57150"/>
                </a:lnTo>
                <a:lnTo>
                  <a:pt x="406425" y="56925"/>
                </a:lnTo>
                <a:lnTo>
                  <a:pt x="406275" y="56775"/>
                </a:lnTo>
                <a:lnTo>
                  <a:pt x="406200" y="56550"/>
                </a:lnTo>
                <a:lnTo>
                  <a:pt x="405750" y="55800"/>
                </a:lnTo>
                <a:lnTo>
                  <a:pt x="405600" y="55650"/>
                </a:lnTo>
                <a:lnTo>
                  <a:pt x="405525" y="55800"/>
                </a:lnTo>
                <a:lnTo>
                  <a:pt x="405375" y="55950"/>
                </a:lnTo>
                <a:lnTo>
                  <a:pt x="405300" y="56175"/>
                </a:lnTo>
                <a:lnTo>
                  <a:pt x="405150" y="56325"/>
                </a:lnTo>
                <a:lnTo>
                  <a:pt x="405075" y="56550"/>
                </a:lnTo>
                <a:lnTo>
                  <a:pt x="404925" y="56775"/>
                </a:lnTo>
                <a:lnTo>
                  <a:pt x="404775" y="56925"/>
                </a:lnTo>
                <a:lnTo>
                  <a:pt x="404700" y="57150"/>
                </a:lnTo>
                <a:lnTo>
                  <a:pt x="404550" y="57300"/>
                </a:lnTo>
                <a:lnTo>
                  <a:pt x="404475" y="57525"/>
                </a:lnTo>
                <a:lnTo>
                  <a:pt x="404325" y="57675"/>
                </a:lnTo>
                <a:lnTo>
                  <a:pt x="404250" y="57900"/>
                </a:lnTo>
                <a:lnTo>
                  <a:pt x="404100" y="58050"/>
                </a:lnTo>
                <a:lnTo>
                  <a:pt x="404025" y="58275"/>
                </a:lnTo>
                <a:lnTo>
                  <a:pt x="403875" y="58425"/>
                </a:lnTo>
                <a:lnTo>
                  <a:pt x="403200" y="59550"/>
                </a:lnTo>
                <a:lnTo>
                  <a:pt x="403050" y="59775"/>
                </a:lnTo>
                <a:lnTo>
                  <a:pt x="402900" y="59925"/>
                </a:lnTo>
                <a:lnTo>
                  <a:pt x="402675" y="60300"/>
                </a:lnTo>
                <a:lnTo>
                  <a:pt x="402600" y="60525"/>
                </a:lnTo>
                <a:lnTo>
                  <a:pt x="402450" y="60675"/>
                </a:lnTo>
                <a:lnTo>
                  <a:pt x="402375" y="60900"/>
                </a:lnTo>
                <a:lnTo>
                  <a:pt x="402225" y="61050"/>
                </a:lnTo>
                <a:lnTo>
                  <a:pt x="402150" y="61275"/>
                </a:lnTo>
                <a:lnTo>
                  <a:pt x="401850" y="61650"/>
                </a:lnTo>
                <a:lnTo>
                  <a:pt x="401775" y="61875"/>
                </a:lnTo>
                <a:lnTo>
                  <a:pt x="401625" y="62025"/>
                </a:lnTo>
                <a:lnTo>
                  <a:pt x="401550" y="62250"/>
                </a:lnTo>
                <a:lnTo>
                  <a:pt x="401025" y="63000"/>
                </a:lnTo>
                <a:lnTo>
                  <a:pt x="399900" y="64875"/>
                </a:lnTo>
                <a:lnTo>
                  <a:pt x="399750" y="65025"/>
                </a:lnTo>
                <a:lnTo>
                  <a:pt x="399675" y="65250"/>
                </a:lnTo>
                <a:lnTo>
                  <a:pt x="399525" y="65400"/>
                </a:lnTo>
                <a:lnTo>
                  <a:pt x="398700" y="66750"/>
                </a:lnTo>
                <a:lnTo>
                  <a:pt x="393750" y="64125"/>
                </a:lnTo>
                <a:lnTo>
                  <a:pt x="393900" y="63975"/>
                </a:lnTo>
                <a:lnTo>
                  <a:pt x="393975" y="63750"/>
                </a:lnTo>
                <a:lnTo>
                  <a:pt x="394275" y="63375"/>
                </a:lnTo>
                <a:lnTo>
                  <a:pt x="395175" y="61875"/>
                </a:lnTo>
                <a:lnTo>
                  <a:pt x="395325" y="61725"/>
                </a:lnTo>
                <a:lnTo>
                  <a:pt x="395400" y="61500"/>
                </a:lnTo>
                <a:lnTo>
                  <a:pt x="395850" y="60750"/>
                </a:lnTo>
                <a:lnTo>
                  <a:pt x="396000" y="60525"/>
                </a:lnTo>
                <a:lnTo>
                  <a:pt x="396150" y="60375"/>
                </a:lnTo>
                <a:lnTo>
                  <a:pt x="396225" y="60150"/>
                </a:lnTo>
                <a:lnTo>
                  <a:pt x="396600" y="59625"/>
                </a:lnTo>
                <a:lnTo>
                  <a:pt x="396675" y="59400"/>
                </a:lnTo>
                <a:lnTo>
                  <a:pt x="396825" y="59250"/>
                </a:lnTo>
                <a:lnTo>
                  <a:pt x="396900" y="59025"/>
                </a:lnTo>
                <a:lnTo>
                  <a:pt x="397200" y="58650"/>
                </a:lnTo>
                <a:lnTo>
                  <a:pt x="397725" y="57750"/>
                </a:lnTo>
                <a:lnTo>
                  <a:pt x="398025" y="57375"/>
                </a:lnTo>
                <a:lnTo>
                  <a:pt x="398100" y="57150"/>
                </a:lnTo>
                <a:lnTo>
                  <a:pt x="398250" y="57000"/>
                </a:lnTo>
                <a:lnTo>
                  <a:pt x="398325" y="56775"/>
                </a:lnTo>
                <a:lnTo>
                  <a:pt x="398475" y="56625"/>
                </a:lnTo>
                <a:lnTo>
                  <a:pt x="398550" y="56400"/>
                </a:lnTo>
                <a:lnTo>
                  <a:pt x="398775" y="56025"/>
                </a:lnTo>
                <a:lnTo>
                  <a:pt x="398925" y="55800"/>
                </a:lnTo>
                <a:lnTo>
                  <a:pt x="399075" y="55650"/>
                </a:lnTo>
                <a:lnTo>
                  <a:pt x="399150" y="55425"/>
                </a:lnTo>
                <a:lnTo>
                  <a:pt x="399300" y="55275"/>
                </a:lnTo>
                <a:lnTo>
                  <a:pt x="399375" y="55050"/>
                </a:lnTo>
                <a:lnTo>
                  <a:pt x="399525" y="54900"/>
                </a:lnTo>
                <a:lnTo>
                  <a:pt x="399600" y="54675"/>
                </a:lnTo>
                <a:lnTo>
                  <a:pt x="399750" y="54525"/>
                </a:lnTo>
                <a:lnTo>
                  <a:pt x="400650" y="53025"/>
                </a:lnTo>
                <a:lnTo>
                  <a:pt x="400800" y="52800"/>
                </a:lnTo>
                <a:lnTo>
                  <a:pt x="400950" y="52650"/>
                </a:lnTo>
                <a:lnTo>
                  <a:pt x="401025" y="52425"/>
                </a:lnTo>
                <a:lnTo>
                  <a:pt x="401175" y="52275"/>
                </a:lnTo>
                <a:lnTo>
                  <a:pt x="401250" y="52050"/>
                </a:lnTo>
                <a:lnTo>
                  <a:pt x="401400" y="51900"/>
                </a:lnTo>
                <a:lnTo>
                  <a:pt x="401475" y="51675"/>
                </a:lnTo>
                <a:lnTo>
                  <a:pt x="401625" y="51525"/>
                </a:lnTo>
                <a:lnTo>
                  <a:pt x="401775" y="51300"/>
                </a:lnTo>
                <a:lnTo>
                  <a:pt x="401775" y="51225"/>
                </a:lnTo>
                <a:lnTo>
                  <a:pt x="401625" y="51075"/>
                </a:lnTo>
                <a:lnTo>
                  <a:pt x="401250" y="50850"/>
                </a:lnTo>
                <a:lnTo>
                  <a:pt x="400950" y="50550"/>
                </a:lnTo>
                <a:lnTo>
                  <a:pt x="400875" y="50550"/>
                </a:lnTo>
                <a:lnTo>
                  <a:pt x="400725" y="50475"/>
                </a:lnTo>
                <a:lnTo>
                  <a:pt x="400725" y="50400"/>
                </a:lnTo>
                <a:lnTo>
                  <a:pt x="400575" y="50325"/>
                </a:lnTo>
                <a:lnTo>
                  <a:pt x="400425" y="50175"/>
                </a:lnTo>
                <a:lnTo>
                  <a:pt x="400350" y="50175"/>
                </a:lnTo>
                <a:lnTo>
                  <a:pt x="400275" y="50025"/>
                </a:lnTo>
                <a:lnTo>
                  <a:pt x="400200" y="50025"/>
                </a:lnTo>
                <a:lnTo>
                  <a:pt x="400050" y="49875"/>
                </a:lnTo>
                <a:lnTo>
                  <a:pt x="399900" y="49800"/>
                </a:lnTo>
                <a:lnTo>
                  <a:pt x="399900" y="49725"/>
                </a:lnTo>
                <a:lnTo>
                  <a:pt x="399750" y="49650"/>
                </a:lnTo>
                <a:lnTo>
                  <a:pt x="399750" y="49575"/>
                </a:lnTo>
                <a:lnTo>
                  <a:pt x="399600" y="49500"/>
                </a:lnTo>
                <a:lnTo>
                  <a:pt x="399450" y="49350"/>
                </a:lnTo>
                <a:lnTo>
                  <a:pt x="399375" y="49350"/>
                </a:lnTo>
                <a:lnTo>
                  <a:pt x="399300" y="49200"/>
                </a:lnTo>
                <a:lnTo>
                  <a:pt x="399225" y="49200"/>
                </a:lnTo>
                <a:lnTo>
                  <a:pt x="399150" y="49050"/>
                </a:lnTo>
                <a:lnTo>
                  <a:pt x="399075" y="49050"/>
                </a:lnTo>
                <a:lnTo>
                  <a:pt x="399000" y="48900"/>
                </a:lnTo>
                <a:lnTo>
                  <a:pt x="398925" y="48900"/>
                </a:lnTo>
                <a:lnTo>
                  <a:pt x="398850" y="48750"/>
                </a:lnTo>
                <a:lnTo>
                  <a:pt x="398775" y="48750"/>
                </a:lnTo>
                <a:lnTo>
                  <a:pt x="398700" y="48600"/>
                </a:lnTo>
                <a:lnTo>
                  <a:pt x="398625" y="48600"/>
                </a:lnTo>
                <a:lnTo>
                  <a:pt x="398550" y="48450"/>
                </a:lnTo>
                <a:lnTo>
                  <a:pt x="398475" y="48450"/>
                </a:lnTo>
                <a:lnTo>
                  <a:pt x="398400" y="48300"/>
                </a:lnTo>
                <a:lnTo>
                  <a:pt x="398250" y="48150"/>
                </a:lnTo>
                <a:lnTo>
                  <a:pt x="398250" y="48075"/>
                </a:lnTo>
                <a:lnTo>
                  <a:pt x="398100" y="48000"/>
                </a:lnTo>
                <a:lnTo>
                  <a:pt x="398100" y="47925"/>
                </a:lnTo>
                <a:lnTo>
                  <a:pt x="397950" y="47850"/>
                </a:lnTo>
                <a:lnTo>
                  <a:pt x="397950" y="47775"/>
                </a:lnTo>
                <a:lnTo>
                  <a:pt x="397800" y="47625"/>
                </a:lnTo>
                <a:lnTo>
                  <a:pt x="397725" y="47475"/>
                </a:lnTo>
                <a:lnTo>
                  <a:pt x="397650" y="47475"/>
                </a:lnTo>
                <a:lnTo>
                  <a:pt x="397575" y="47325"/>
                </a:lnTo>
                <a:lnTo>
                  <a:pt x="397275" y="47025"/>
                </a:lnTo>
                <a:lnTo>
                  <a:pt x="397275" y="46950"/>
                </a:lnTo>
                <a:lnTo>
                  <a:pt x="397200" y="46800"/>
                </a:lnTo>
                <a:lnTo>
                  <a:pt x="397125" y="46800"/>
                </a:lnTo>
                <a:lnTo>
                  <a:pt x="397050" y="46650"/>
                </a:lnTo>
                <a:lnTo>
                  <a:pt x="396900" y="46500"/>
                </a:lnTo>
                <a:lnTo>
                  <a:pt x="396825" y="46350"/>
                </a:lnTo>
                <a:lnTo>
                  <a:pt x="396825" y="46275"/>
                </a:lnTo>
                <a:lnTo>
                  <a:pt x="396675" y="46125"/>
                </a:lnTo>
                <a:lnTo>
                  <a:pt x="396600" y="45975"/>
                </a:lnTo>
                <a:lnTo>
                  <a:pt x="396525" y="45975"/>
                </a:lnTo>
                <a:lnTo>
                  <a:pt x="396150" y="45300"/>
                </a:lnTo>
                <a:lnTo>
                  <a:pt x="396075" y="45300"/>
                </a:lnTo>
                <a:lnTo>
                  <a:pt x="395925" y="44925"/>
                </a:lnTo>
                <a:lnTo>
                  <a:pt x="395775" y="44775"/>
                </a:lnTo>
                <a:lnTo>
                  <a:pt x="395775" y="44700"/>
                </a:lnTo>
                <a:lnTo>
                  <a:pt x="395625" y="44400"/>
                </a:lnTo>
                <a:lnTo>
                  <a:pt x="395475" y="44250"/>
                </a:lnTo>
                <a:lnTo>
                  <a:pt x="395475" y="44175"/>
                </a:lnTo>
                <a:lnTo>
                  <a:pt x="395325" y="43875"/>
                </a:lnTo>
                <a:lnTo>
                  <a:pt x="395325" y="43800"/>
                </a:lnTo>
                <a:lnTo>
                  <a:pt x="395250" y="43650"/>
                </a:lnTo>
                <a:lnTo>
                  <a:pt x="395100" y="43500"/>
                </a:lnTo>
                <a:lnTo>
                  <a:pt x="395100" y="43425"/>
                </a:lnTo>
                <a:lnTo>
                  <a:pt x="394950" y="43125"/>
                </a:lnTo>
                <a:lnTo>
                  <a:pt x="394950" y="43050"/>
                </a:lnTo>
                <a:lnTo>
                  <a:pt x="394350" y="41625"/>
                </a:lnTo>
                <a:lnTo>
                  <a:pt x="394350" y="41550"/>
                </a:lnTo>
                <a:lnTo>
                  <a:pt x="394125" y="41025"/>
                </a:lnTo>
                <a:lnTo>
                  <a:pt x="394125" y="40950"/>
                </a:lnTo>
                <a:lnTo>
                  <a:pt x="393975" y="40650"/>
                </a:lnTo>
                <a:lnTo>
                  <a:pt x="393975" y="40425"/>
                </a:lnTo>
                <a:lnTo>
                  <a:pt x="393900" y="40425"/>
                </a:lnTo>
                <a:lnTo>
                  <a:pt x="393900" y="40200"/>
                </a:lnTo>
                <a:lnTo>
                  <a:pt x="393750" y="39825"/>
                </a:lnTo>
                <a:lnTo>
                  <a:pt x="393750" y="39600"/>
                </a:lnTo>
                <a:lnTo>
                  <a:pt x="393675" y="39600"/>
                </a:lnTo>
                <a:lnTo>
                  <a:pt x="393600" y="39075"/>
                </a:lnTo>
                <a:lnTo>
                  <a:pt x="393525" y="39000"/>
                </a:lnTo>
                <a:lnTo>
                  <a:pt x="393525" y="38850"/>
                </a:lnTo>
                <a:lnTo>
                  <a:pt x="393450" y="38625"/>
                </a:lnTo>
                <a:lnTo>
                  <a:pt x="393450" y="38400"/>
                </a:lnTo>
                <a:lnTo>
                  <a:pt x="393375" y="38250"/>
                </a:lnTo>
                <a:lnTo>
                  <a:pt x="393375" y="38025"/>
                </a:lnTo>
                <a:lnTo>
                  <a:pt x="393300" y="37875"/>
                </a:lnTo>
                <a:lnTo>
                  <a:pt x="393300" y="37650"/>
                </a:lnTo>
                <a:lnTo>
                  <a:pt x="393225" y="37425"/>
                </a:lnTo>
                <a:lnTo>
                  <a:pt x="393225" y="37200"/>
                </a:lnTo>
                <a:lnTo>
                  <a:pt x="393150" y="37050"/>
                </a:lnTo>
                <a:lnTo>
                  <a:pt x="393150" y="36600"/>
                </a:lnTo>
                <a:lnTo>
                  <a:pt x="393075" y="36450"/>
                </a:lnTo>
                <a:lnTo>
                  <a:pt x="393075" y="36000"/>
                </a:lnTo>
                <a:lnTo>
                  <a:pt x="393000" y="35850"/>
                </a:lnTo>
                <a:lnTo>
                  <a:pt x="393000" y="34950"/>
                </a:lnTo>
                <a:lnTo>
                  <a:pt x="392925" y="34800"/>
                </a:lnTo>
                <a:lnTo>
                  <a:pt x="392925" y="32325"/>
                </a:lnTo>
                <a:lnTo>
                  <a:pt x="393000" y="32175"/>
                </a:lnTo>
                <a:lnTo>
                  <a:pt x="393000" y="31275"/>
                </a:lnTo>
                <a:lnTo>
                  <a:pt x="393075" y="31125"/>
                </a:lnTo>
                <a:lnTo>
                  <a:pt x="393075" y="30675"/>
                </a:lnTo>
                <a:lnTo>
                  <a:pt x="393150" y="30525"/>
                </a:lnTo>
                <a:lnTo>
                  <a:pt x="393150" y="30075"/>
                </a:lnTo>
                <a:lnTo>
                  <a:pt x="393225" y="29925"/>
                </a:lnTo>
                <a:lnTo>
                  <a:pt x="393225" y="29700"/>
                </a:lnTo>
                <a:lnTo>
                  <a:pt x="393300" y="29475"/>
                </a:lnTo>
                <a:lnTo>
                  <a:pt x="393300" y="29250"/>
                </a:lnTo>
                <a:lnTo>
                  <a:pt x="393375" y="29100"/>
                </a:lnTo>
                <a:lnTo>
                  <a:pt x="393375" y="28875"/>
                </a:lnTo>
                <a:lnTo>
                  <a:pt x="393450" y="28725"/>
                </a:lnTo>
                <a:lnTo>
                  <a:pt x="393450" y="28500"/>
                </a:lnTo>
                <a:lnTo>
                  <a:pt x="393525" y="28275"/>
                </a:lnTo>
                <a:lnTo>
                  <a:pt x="393525" y="28125"/>
                </a:lnTo>
                <a:lnTo>
                  <a:pt x="393600" y="28050"/>
                </a:lnTo>
                <a:lnTo>
                  <a:pt x="393675" y="27525"/>
                </a:lnTo>
                <a:lnTo>
                  <a:pt x="393750" y="27450"/>
                </a:lnTo>
                <a:lnTo>
                  <a:pt x="393750" y="27300"/>
                </a:lnTo>
                <a:lnTo>
                  <a:pt x="393900" y="26925"/>
                </a:lnTo>
                <a:lnTo>
                  <a:pt x="393900" y="26700"/>
                </a:lnTo>
                <a:lnTo>
                  <a:pt x="393975" y="26700"/>
                </a:lnTo>
                <a:lnTo>
                  <a:pt x="393975" y="26475"/>
                </a:lnTo>
                <a:lnTo>
                  <a:pt x="394350" y="25575"/>
                </a:lnTo>
                <a:lnTo>
                  <a:pt x="394350" y="25500"/>
                </a:lnTo>
                <a:lnTo>
                  <a:pt x="394500" y="25200"/>
                </a:lnTo>
                <a:lnTo>
                  <a:pt x="394500" y="25125"/>
                </a:lnTo>
                <a:lnTo>
                  <a:pt x="394650" y="24825"/>
                </a:lnTo>
                <a:lnTo>
                  <a:pt x="394650" y="24750"/>
                </a:lnTo>
                <a:lnTo>
                  <a:pt x="394950" y="24000"/>
                </a:lnTo>
                <a:lnTo>
                  <a:pt x="395100" y="23700"/>
                </a:lnTo>
                <a:lnTo>
                  <a:pt x="395100" y="23625"/>
                </a:lnTo>
                <a:lnTo>
                  <a:pt x="395250" y="23475"/>
                </a:lnTo>
                <a:lnTo>
                  <a:pt x="395475" y="22950"/>
                </a:lnTo>
                <a:lnTo>
                  <a:pt x="395475" y="22875"/>
                </a:lnTo>
                <a:lnTo>
                  <a:pt x="395625" y="22725"/>
                </a:lnTo>
                <a:lnTo>
                  <a:pt x="395775" y="22350"/>
                </a:lnTo>
                <a:lnTo>
                  <a:pt x="395925" y="22200"/>
                </a:lnTo>
                <a:lnTo>
                  <a:pt x="396075" y="21825"/>
                </a:lnTo>
                <a:lnTo>
                  <a:pt x="396150" y="21825"/>
                </a:lnTo>
                <a:lnTo>
                  <a:pt x="396525" y="21150"/>
                </a:lnTo>
                <a:lnTo>
                  <a:pt x="396600" y="21150"/>
                </a:lnTo>
                <a:lnTo>
                  <a:pt x="396675" y="21000"/>
                </a:lnTo>
                <a:lnTo>
                  <a:pt x="396675" y="20925"/>
                </a:lnTo>
                <a:lnTo>
                  <a:pt x="396825" y="20775"/>
                </a:lnTo>
                <a:lnTo>
                  <a:pt x="396900" y="20625"/>
                </a:lnTo>
                <a:lnTo>
                  <a:pt x="397275" y="20175"/>
                </a:lnTo>
                <a:lnTo>
                  <a:pt x="397275" y="20100"/>
                </a:lnTo>
                <a:lnTo>
                  <a:pt x="397575" y="19800"/>
                </a:lnTo>
                <a:lnTo>
                  <a:pt x="397650" y="19650"/>
                </a:lnTo>
                <a:lnTo>
                  <a:pt x="397725" y="19650"/>
                </a:lnTo>
                <a:lnTo>
                  <a:pt x="397800" y="19500"/>
                </a:lnTo>
                <a:lnTo>
                  <a:pt x="397950" y="19350"/>
                </a:lnTo>
                <a:lnTo>
                  <a:pt x="397950" y="19275"/>
                </a:lnTo>
                <a:lnTo>
                  <a:pt x="398100" y="19200"/>
                </a:lnTo>
                <a:lnTo>
                  <a:pt x="398100" y="19125"/>
                </a:lnTo>
                <a:lnTo>
                  <a:pt x="398400" y="18825"/>
                </a:lnTo>
                <a:lnTo>
                  <a:pt x="398475" y="18675"/>
                </a:lnTo>
                <a:lnTo>
                  <a:pt x="398550" y="18675"/>
                </a:lnTo>
                <a:lnTo>
                  <a:pt x="398625" y="18525"/>
                </a:lnTo>
                <a:lnTo>
                  <a:pt x="398700" y="18525"/>
                </a:lnTo>
                <a:lnTo>
                  <a:pt x="398775" y="18375"/>
                </a:lnTo>
                <a:lnTo>
                  <a:pt x="398850" y="18375"/>
                </a:lnTo>
                <a:lnTo>
                  <a:pt x="398925" y="18225"/>
                </a:lnTo>
                <a:lnTo>
                  <a:pt x="399000" y="18225"/>
                </a:lnTo>
                <a:lnTo>
                  <a:pt x="399075" y="18075"/>
                </a:lnTo>
                <a:lnTo>
                  <a:pt x="399150" y="18075"/>
                </a:lnTo>
                <a:lnTo>
                  <a:pt x="399225" y="17925"/>
                </a:lnTo>
                <a:lnTo>
                  <a:pt x="399300" y="17925"/>
                </a:lnTo>
                <a:lnTo>
                  <a:pt x="399375" y="17775"/>
                </a:lnTo>
                <a:lnTo>
                  <a:pt x="399450" y="17775"/>
                </a:lnTo>
                <a:lnTo>
                  <a:pt x="399600" y="17625"/>
                </a:lnTo>
                <a:lnTo>
                  <a:pt x="399750" y="17550"/>
                </a:lnTo>
                <a:lnTo>
                  <a:pt x="399750" y="17475"/>
                </a:lnTo>
                <a:lnTo>
                  <a:pt x="399900" y="17400"/>
                </a:lnTo>
                <a:lnTo>
                  <a:pt x="399900" y="17325"/>
                </a:lnTo>
                <a:lnTo>
                  <a:pt x="400050" y="17250"/>
                </a:lnTo>
                <a:lnTo>
                  <a:pt x="400050" y="17175"/>
                </a:lnTo>
                <a:lnTo>
                  <a:pt x="400200" y="17100"/>
                </a:lnTo>
                <a:lnTo>
                  <a:pt x="400275" y="17100"/>
                </a:lnTo>
                <a:lnTo>
                  <a:pt x="400350" y="16950"/>
                </a:lnTo>
                <a:lnTo>
                  <a:pt x="400425" y="16950"/>
                </a:lnTo>
                <a:lnTo>
                  <a:pt x="400575" y="16800"/>
                </a:lnTo>
                <a:lnTo>
                  <a:pt x="400725" y="16725"/>
                </a:lnTo>
                <a:lnTo>
                  <a:pt x="400725" y="16650"/>
                </a:lnTo>
                <a:lnTo>
                  <a:pt x="401100" y="16425"/>
                </a:lnTo>
                <a:lnTo>
                  <a:pt x="401250" y="16275"/>
                </a:lnTo>
                <a:lnTo>
                  <a:pt x="401625" y="16050"/>
                </a:lnTo>
                <a:lnTo>
                  <a:pt x="401775" y="15900"/>
                </a:lnTo>
                <a:lnTo>
                  <a:pt x="401850" y="15900"/>
                </a:lnTo>
                <a:lnTo>
                  <a:pt x="402000" y="15825"/>
                </a:lnTo>
                <a:lnTo>
                  <a:pt x="402150" y="15675"/>
                </a:lnTo>
                <a:lnTo>
                  <a:pt x="402225" y="15675"/>
                </a:lnTo>
                <a:lnTo>
                  <a:pt x="402375" y="15600"/>
                </a:lnTo>
                <a:lnTo>
                  <a:pt x="402375" y="15525"/>
                </a:lnTo>
                <a:lnTo>
                  <a:pt x="402750" y="15375"/>
                </a:lnTo>
                <a:lnTo>
                  <a:pt x="402750" y="15300"/>
                </a:lnTo>
                <a:lnTo>
                  <a:pt x="403125" y="15150"/>
                </a:lnTo>
                <a:lnTo>
                  <a:pt x="403125" y="15075"/>
                </a:lnTo>
                <a:lnTo>
                  <a:pt x="403725" y="14850"/>
                </a:lnTo>
                <a:lnTo>
                  <a:pt x="403725" y="14775"/>
                </a:lnTo>
                <a:lnTo>
                  <a:pt x="404700" y="14400"/>
                </a:lnTo>
                <a:lnTo>
                  <a:pt x="405450" y="14250"/>
                </a:lnTo>
                <a:lnTo>
                  <a:pt x="405825" y="14250"/>
                </a:lnTo>
                <a:lnTo>
                  <a:pt x="406575" y="14400"/>
                </a:lnTo>
                <a:lnTo>
                  <a:pt x="406875" y="14550"/>
                </a:lnTo>
                <a:lnTo>
                  <a:pt x="407250" y="14700"/>
                </a:lnTo>
                <a:lnTo>
                  <a:pt x="407325" y="14700"/>
                </a:lnTo>
                <a:lnTo>
                  <a:pt x="407475" y="14775"/>
                </a:lnTo>
                <a:lnTo>
                  <a:pt x="407475" y="14850"/>
                </a:lnTo>
                <a:lnTo>
                  <a:pt x="408075" y="15075"/>
                </a:lnTo>
                <a:lnTo>
                  <a:pt x="408075" y="15150"/>
                </a:lnTo>
                <a:lnTo>
                  <a:pt x="408450" y="15300"/>
                </a:lnTo>
                <a:lnTo>
                  <a:pt x="408525" y="15375"/>
                </a:lnTo>
                <a:lnTo>
                  <a:pt x="409050" y="15675"/>
                </a:lnTo>
                <a:lnTo>
                  <a:pt x="409200" y="15825"/>
                </a:lnTo>
                <a:lnTo>
                  <a:pt x="409275" y="15825"/>
                </a:lnTo>
                <a:lnTo>
                  <a:pt x="409425" y="15900"/>
                </a:lnTo>
                <a:lnTo>
                  <a:pt x="409575" y="16050"/>
                </a:lnTo>
                <a:lnTo>
                  <a:pt x="409650" y="16050"/>
                </a:lnTo>
                <a:lnTo>
                  <a:pt x="409800" y="16125"/>
                </a:lnTo>
                <a:lnTo>
                  <a:pt x="409800" y="16200"/>
                </a:lnTo>
                <a:lnTo>
                  <a:pt x="409950" y="16275"/>
                </a:lnTo>
                <a:lnTo>
                  <a:pt x="410100" y="16425"/>
                </a:lnTo>
                <a:lnTo>
                  <a:pt x="410175" y="16425"/>
                </a:lnTo>
                <a:lnTo>
                  <a:pt x="410325" y="16500"/>
                </a:lnTo>
                <a:lnTo>
                  <a:pt x="410325" y="16575"/>
                </a:lnTo>
                <a:lnTo>
                  <a:pt x="410475" y="16650"/>
                </a:lnTo>
                <a:lnTo>
                  <a:pt x="410475" y="16725"/>
                </a:lnTo>
                <a:lnTo>
                  <a:pt x="410625" y="16800"/>
                </a:lnTo>
                <a:lnTo>
                  <a:pt x="410700" y="16800"/>
                </a:lnTo>
                <a:lnTo>
                  <a:pt x="411000" y="17100"/>
                </a:lnTo>
                <a:lnTo>
                  <a:pt x="411150" y="17175"/>
                </a:lnTo>
                <a:lnTo>
                  <a:pt x="411150" y="17250"/>
                </a:lnTo>
                <a:lnTo>
                  <a:pt x="411300" y="17325"/>
                </a:lnTo>
                <a:lnTo>
                  <a:pt x="411525" y="17550"/>
                </a:lnTo>
                <a:lnTo>
                  <a:pt x="411675" y="17625"/>
                </a:lnTo>
                <a:lnTo>
                  <a:pt x="413025" y="18975"/>
                </a:lnTo>
                <a:lnTo>
                  <a:pt x="413100" y="19125"/>
                </a:lnTo>
                <a:lnTo>
                  <a:pt x="413325" y="19350"/>
                </a:lnTo>
                <a:lnTo>
                  <a:pt x="413400" y="19500"/>
                </a:lnTo>
                <a:lnTo>
                  <a:pt x="413700" y="19800"/>
                </a:lnTo>
                <a:lnTo>
                  <a:pt x="413775" y="19950"/>
                </a:lnTo>
                <a:lnTo>
                  <a:pt x="413850" y="19950"/>
                </a:lnTo>
                <a:lnTo>
                  <a:pt x="413925" y="20100"/>
                </a:lnTo>
                <a:lnTo>
                  <a:pt x="413925" y="20175"/>
                </a:lnTo>
                <a:lnTo>
                  <a:pt x="414075" y="20250"/>
                </a:lnTo>
                <a:lnTo>
                  <a:pt x="414075" y="20325"/>
                </a:lnTo>
                <a:lnTo>
                  <a:pt x="414150" y="20475"/>
                </a:lnTo>
                <a:lnTo>
                  <a:pt x="414225" y="20475"/>
                </a:lnTo>
                <a:lnTo>
                  <a:pt x="414300" y="20625"/>
                </a:lnTo>
                <a:lnTo>
                  <a:pt x="414450" y="20775"/>
                </a:lnTo>
                <a:lnTo>
                  <a:pt x="414600" y="21000"/>
                </a:lnTo>
                <a:lnTo>
                  <a:pt x="414750" y="21300"/>
                </a:lnTo>
                <a:lnTo>
                  <a:pt x="414825" y="21300"/>
                </a:lnTo>
                <a:lnTo>
                  <a:pt x="414975" y="21675"/>
                </a:lnTo>
                <a:lnTo>
                  <a:pt x="415050" y="21675"/>
                </a:lnTo>
                <a:lnTo>
                  <a:pt x="415200" y="21975"/>
                </a:lnTo>
                <a:lnTo>
                  <a:pt x="415200" y="22050"/>
                </a:lnTo>
                <a:lnTo>
                  <a:pt x="415350" y="22200"/>
                </a:lnTo>
                <a:lnTo>
                  <a:pt x="415500" y="22575"/>
                </a:lnTo>
                <a:lnTo>
                  <a:pt x="415575" y="22575"/>
                </a:lnTo>
                <a:lnTo>
                  <a:pt x="415800" y="23100"/>
                </a:lnTo>
                <a:lnTo>
                  <a:pt x="415950" y="23250"/>
                </a:lnTo>
                <a:lnTo>
                  <a:pt x="415950" y="23325"/>
                </a:lnTo>
                <a:lnTo>
                  <a:pt x="416100" y="23625"/>
                </a:lnTo>
                <a:lnTo>
                  <a:pt x="416100" y="23700"/>
                </a:lnTo>
                <a:lnTo>
                  <a:pt x="416325" y="24225"/>
                </a:lnTo>
                <a:lnTo>
                  <a:pt x="416400" y="24225"/>
                </a:lnTo>
                <a:lnTo>
                  <a:pt x="416475" y="24375"/>
                </a:lnTo>
                <a:lnTo>
                  <a:pt x="416625" y="24750"/>
                </a:lnTo>
                <a:lnTo>
                  <a:pt x="416625" y="24825"/>
                </a:lnTo>
                <a:lnTo>
                  <a:pt x="416925" y="25500"/>
                </a:lnTo>
                <a:lnTo>
                  <a:pt x="416925" y="25575"/>
                </a:lnTo>
                <a:lnTo>
                  <a:pt x="417075" y="25950"/>
                </a:lnTo>
                <a:lnTo>
                  <a:pt x="417075" y="26100"/>
                </a:lnTo>
                <a:lnTo>
                  <a:pt x="417150" y="26100"/>
                </a:lnTo>
                <a:lnTo>
                  <a:pt x="417150" y="26325"/>
                </a:lnTo>
                <a:lnTo>
                  <a:pt x="417375" y="26925"/>
                </a:lnTo>
                <a:lnTo>
                  <a:pt x="417375" y="27075"/>
                </a:lnTo>
                <a:lnTo>
                  <a:pt x="417450" y="27075"/>
                </a:lnTo>
                <a:lnTo>
                  <a:pt x="417450" y="27300"/>
                </a:lnTo>
                <a:lnTo>
                  <a:pt x="417600" y="27675"/>
                </a:lnTo>
                <a:lnTo>
                  <a:pt x="417600" y="27900"/>
                </a:lnTo>
                <a:lnTo>
                  <a:pt x="417750" y="28275"/>
                </a:lnTo>
                <a:lnTo>
                  <a:pt x="417750" y="28500"/>
                </a:lnTo>
                <a:lnTo>
                  <a:pt x="417825" y="28650"/>
                </a:lnTo>
                <a:lnTo>
                  <a:pt x="417825" y="28875"/>
                </a:lnTo>
                <a:lnTo>
                  <a:pt x="417900" y="29100"/>
                </a:lnTo>
                <a:lnTo>
                  <a:pt x="417900" y="29325"/>
                </a:lnTo>
                <a:lnTo>
                  <a:pt x="417975" y="29475"/>
                </a:lnTo>
                <a:lnTo>
                  <a:pt x="417975" y="29700"/>
                </a:lnTo>
                <a:lnTo>
                  <a:pt x="418050" y="29850"/>
                </a:lnTo>
                <a:lnTo>
                  <a:pt x="418050" y="30300"/>
                </a:lnTo>
                <a:lnTo>
                  <a:pt x="418125" y="30300"/>
                </a:lnTo>
                <a:lnTo>
                  <a:pt x="418125" y="30750"/>
                </a:lnTo>
                <a:lnTo>
                  <a:pt x="418200" y="30900"/>
                </a:lnTo>
                <a:lnTo>
                  <a:pt x="418200" y="31500"/>
                </a:lnTo>
                <a:lnTo>
                  <a:pt x="418275" y="31725"/>
                </a:lnTo>
                <a:lnTo>
                  <a:pt x="418275" y="35400"/>
                </a:lnTo>
                <a:lnTo>
                  <a:pt x="418200" y="35625"/>
                </a:lnTo>
                <a:lnTo>
                  <a:pt x="418200" y="36225"/>
                </a:lnTo>
                <a:lnTo>
                  <a:pt x="418125" y="36375"/>
                </a:lnTo>
                <a:lnTo>
                  <a:pt x="418125" y="36825"/>
                </a:lnTo>
                <a:lnTo>
                  <a:pt x="418050" y="36825"/>
                </a:lnTo>
                <a:lnTo>
                  <a:pt x="418050" y="37200"/>
                </a:lnTo>
                <a:lnTo>
                  <a:pt x="417975" y="37425"/>
                </a:lnTo>
                <a:lnTo>
                  <a:pt x="417975" y="37650"/>
                </a:lnTo>
                <a:lnTo>
                  <a:pt x="417900" y="37800"/>
                </a:lnTo>
                <a:lnTo>
                  <a:pt x="417900" y="38025"/>
                </a:lnTo>
                <a:lnTo>
                  <a:pt x="417825" y="38250"/>
                </a:lnTo>
                <a:lnTo>
                  <a:pt x="417825" y="38475"/>
                </a:lnTo>
                <a:lnTo>
                  <a:pt x="417750" y="38625"/>
                </a:lnTo>
                <a:lnTo>
                  <a:pt x="417750" y="38850"/>
                </a:lnTo>
                <a:lnTo>
                  <a:pt x="417600" y="39225"/>
                </a:lnTo>
                <a:lnTo>
                  <a:pt x="417600" y="39450"/>
                </a:lnTo>
                <a:lnTo>
                  <a:pt x="417450" y="39825"/>
                </a:lnTo>
                <a:lnTo>
                  <a:pt x="417450" y="39975"/>
                </a:lnTo>
                <a:lnTo>
                  <a:pt x="417375" y="40050"/>
                </a:lnTo>
                <a:lnTo>
                  <a:pt x="417375" y="40200"/>
                </a:lnTo>
                <a:lnTo>
                  <a:pt x="417150" y="40800"/>
                </a:lnTo>
                <a:lnTo>
                  <a:pt x="417150" y="40950"/>
                </a:lnTo>
                <a:lnTo>
                  <a:pt x="417075" y="41025"/>
                </a:lnTo>
                <a:lnTo>
                  <a:pt x="417075" y="41175"/>
                </a:lnTo>
                <a:lnTo>
                  <a:pt x="416925" y="41550"/>
                </a:lnTo>
                <a:lnTo>
                  <a:pt x="416925" y="41625"/>
                </a:lnTo>
                <a:lnTo>
                  <a:pt x="416775" y="41925"/>
                </a:lnTo>
                <a:lnTo>
                  <a:pt x="416775" y="42000"/>
                </a:lnTo>
                <a:lnTo>
                  <a:pt x="416625" y="42300"/>
                </a:lnTo>
                <a:lnTo>
                  <a:pt x="416625" y="42375"/>
                </a:lnTo>
                <a:lnTo>
                  <a:pt x="416475" y="42675"/>
                </a:lnTo>
                <a:lnTo>
                  <a:pt x="416475" y="42750"/>
                </a:lnTo>
                <a:lnTo>
                  <a:pt x="416400" y="42900"/>
                </a:lnTo>
                <a:lnTo>
                  <a:pt x="416325" y="42900"/>
                </a:lnTo>
                <a:lnTo>
                  <a:pt x="416100" y="43425"/>
                </a:lnTo>
                <a:lnTo>
                  <a:pt x="416100" y="43500"/>
                </a:lnTo>
                <a:lnTo>
                  <a:pt x="415950" y="43800"/>
                </a:lnTo>
                <a:lnTo>
                  <a:pt x="415950" y="43875"/>
                </a:lnTo>
                <a:lnTo>
                  <a:pt x="415800" y="44025"/>
                </a:lnTo>
                <a:lnTo>
                  <a:pt x="415575" y="44550"/>
                </a:lnTo>
                <a:lnTo>
                  <a:pt x="415500" y="44550"/>
                </a:lnTo>
                <a:lnTo>
                  <a:pt x="415425" y="44700"/>
                </a:lnTo>
                <a:lnTo>
                  <a:pt x="415425" y="44775"/>
                </a:lnTo>
                <a:lnTo>
                  <a:pt x="415350" y="44925"/>
                </a:lnTo>
                <a:lnTo>
                  <a:pt x="415200" y="45075"/>
                </a:lnTo>
                <a:lnTo>
                  <a:pt x="415050" y="45450"/>
                </a:lnTo>
                <a:lnTo>
                  <a:pt x="414975" y="45450"/>
                </a:lnTo>
                <a:lnTo>
                  <a:pt x="414825" y="45825"/>
                </a:lnTo>
                <a:lnTo>
                  <a:pt x="414750" y="45825"/>
                </a:lnTo>
                <a:lnTo>
                  <a:pt x="414600" y="46125"/>
                </a:lnTo>
                <a:lnTo>
                  <a:pt x="414525" y="46125"/>
                </a:lnTo>
                <a:lnTo>
                  <a:pt x="414450" y="46275"/>
                </a:lnTo>
                <a:lnTo>
                  <a:pt x="414450" y="46350"/>
                </a:lnTo>
                <a:lnTo>
                  <a:pt x="414300" y="46500"/>
                </a:lnTo>
                <a:lnTo>
                  <a:pt x="414225" y="46650"/>
                </a:lnTo>
                <a:lnTo>
                  <a:pt x="414150" y="46650"/>
                </a:lnTo>
                <a:lnTo>
                  <a:pt x="414075" y="46800"/>
                </a:lnTo>
                <a:lnTo>
                  <a:pt x="413925" y="46950"/>
                </a:lnTo>
                <a:lnTo>
                  <a:pt x="413925" y="47025"/>
                </a:lnTo>
                <a:lnTo>
                  <a:pt x="413850" y="47175"/>
                </a:lnTo>
                <a:lnTo>
                  <a:pt x="413775" y="47175"/>
                </a:lnTo>
                <a:lnTo>
                  <a:pt x="413700" y="47325"/>
                </a:lnTo>
                <a:lnTo>
                  <a:pt x="413025" y="48075"/>
                </a:lnTo>
                <a:lnTo>
                  <a:pt x="413025" y="48150"/>
                </a:lnTo>
                <a:lnTo>
                  <a:pt x="411675" y="49500"/>
                </a:lnTo>
                <a:lnTo>
                  <a:pt x="411525" y="49575"/>
                </a:lnTo>
                <a:lnTo>
                  <a:pt x="411300" y="49800"/>
                </a:lnTo>
                <a:lnTo>
                  <a:pt x="411150" y="49875"/>
                </a:lnTo>
                <a:lnTo>
                  <a:pt x="410700" y="50325"/>
                </a:lnTo>
                <a:lnTo>
                  <a:pt x="410625" y="50325"/>
                </a:lnTo>
                <a:lnTo>
                  <a:pt x="410475" y="50400"/>
                </a:lnTo>
                <a:lnTo>
                  <a:pt x="410475" y="50475"/>
                </a:lnTo>
                <a:lnTo>
                  <a:pt x="410325" y="50550"/>
                </a:lnTo>
                <a:lnTo>
                  <a:pt x="410175" y="50700"/>
                </a:lnTo>
                <a:lnTo>
                  <a:pt x="410100" y="50700"/>
                </a:lnTo>
                <a:lnTo>
                  <a:pt x="409950" y="50850"/>
                </a:lnTo>
                <a:lnTo>
                  <a:pt x="409800" y="50925"/>
                </a:lnTo>
                <a:lnTo>
                  <a:pt x="409800" y="51000"/>
                </a:lnTo>
                <a:lnTo>
                  <a:pt x="409650" y="51075"/>
                </a:lnTo>
                <a:lnTo>
                  <a:pt x="409575" y="51075"/>
                </a:lnTo>
                <a:lnTo>
                  <a:pt x="409425" y="51225"/>
                </a:lnTo>
                <a:close/>
                <a:moveTo>
                  <a:pt x="405225" y="20100"/>
                </a:moveTo>
                <a:lnTo>
                  <a:pt x="405150" y="20175"/>
                </a:lnTo>
                <a:lnTo>
                  <a:pt x="404850" y="20325"/>
                </a:lnTo>
                <a:lnTo>
                  <a:pt x="404775" y="20475"/>
                </a:lnTo>
                <a:lnTo>
                  <a:pt x="404250" y="20775"/>
                </a:lnTo>
                <a:lnTo>
                  <a:pt x="404175" y="20925"/>
                </a:lnTo>
                <a:lnTo>
                  <a:pt x="404025" y="21000"/>
                </a:lnTo>
                <a:lnTo>
                  <a:pt x="403725" y="21300"/>
                </a:lnTo>
                <a:lnTo>
                  <a:pt x="403575" y="21375"/>
                </a:lnTo>
                <a:lnTo>
                  <a:pt x="403500" y="21525"/>
                </a:lnTo>
                <a:lnTo>
                  <a:pt x="403350" y="21600"/>
                </a:lnTo>
                <a:lnTo>
                  <a:pt x="402525" y="22425"/>
                </a:lnTo>
                <a:lnTo>
                  <a:pt x="402450" y="22575"/>
                </a:lnTo>
                <a:lnTo>
                  <a:pt x="402225" y="22800"/>
                </a:lnTo>
                <a:lnTo>
                  <a:pt x="402150" y="22950"/>
                </a:lnTo>
                <a:lnTo>
                  <a:pt x="401850" y="23250"/>
                </a:lnTo>
                <a:lnTo>
                  <a:pt x="401700" y="23550"/>
                </a:lnTo>
                <a:lnTo>
                  <a:pt x="401550" y="23625"/>
                </a:lnTo>
                <a:lnTo>
                  <a:pt x="400050" y="26325"/>
                </a:lnTo>
                <a:lnTo>
                  <a:pt x="400050" y="26475"/>
                </a:lnTo>
                <a:lnTo>
                  <a:pt x="399750" y="27075"/>
                </a:lnTo>
                <a:lnTo>
                  <a:pt x="399750" y="27225"/>
                </a:lnTo>
                <a:lnTo>
                  <a:pt x="399600" y="27525"/>
                </a:lnTo>
                <a:lnTo>
                  <a:pt x="399600" y="27675"/>
                </a:lnTo>
                <a:lnTo>
                  <a:pt x="399450" y="27975"/>
                </a:lnTo>
                <a:lnTo>
                  <a:pt x="399450" y="28125"/>
                </a:lnTo>
                <a:lnTo>
                  <a:pt x="399300" y="28425"/>
                </a:lnTo>
                <a:lnTo>
                  <a:pt x="399300" y="28575"/>
                </a:lnTo>
                <a:lnTo>
                  <a:pt x="399225" y="28725"/>
                </a:lnTo>
                <a:lnTo>
                  <a:pt x="399225" y="28875"/>
                </a:lnTo>
                <a:lnTo>
                  <a:pt x="399150" y="29025"/>
                </a:lnTo>
                <a:lnTo>
                  <a:pt x="399150" y="29250"/>
                </a:lnTo>
                <a:lnTo>
                  <a:pt x="399075" y="29400"/>
                </a:lnTo>
                <a:lnTo>
                  <a:pt x="399075" y="29550"/>
                </a:lnTo>
                <a:lnTo>
                  <a:pt x="399000" y="29700"/>
                </a:lnTo>
                <a:lnTo>
                  <a:pt x="399000" y="29850"/>
                </a:lnTo>
                <a:lnTo>
                  <a:pt x="398925" y="30000"/>
                </a:lnTo>
                <a:lnTo>
                  <a:pt x="398925" y="30300"/>
                </a:lnTo>
                <a:lnTo>
                  <a:pt x="398850" y="30450"/>
                </a:lnTo>
                <a:lnTo>
                  <a:pt x="398850" y="30825"/>
                </a:lnTo>
                <a:lnTo>
                  <a:pt x="398775" y="30975"/>
                </a:lnTo>
                <a:lnTo>
                  <a:pt x="398775" y="31425"/>
                </a:lnTo>
                <a:lnTo>
                  <a:pt x="398700" y="31575"/>
                </a:lnTo>
                <a:lnTo>
                  <a:pt x="398700" y="32250"/>
                </a:lnTo>
                <a:lnTo>
                  <a:pt x="398625" y="32400"/>
                </a:lnTo>
                <a:lnTo>
                  <a:pt x="398625" y="34725"/>
                </a:lnTo>
                <a:lnTo>
                  <a:pt x="398700" y="34875"/>
                </a:lnTo>
                <a:lnTo>
                  <a:pt x="398700" y="35475"/>
                </a:lnTo>
                <a:lnTo>
                  <a:pt x="398775" y="35700"/>
                </a:lnTo>
                <a:lnTo>
                  <a:pt x="398775" y="36150"/>
                </a:lnTo>
                <a:lnTo>
                  <a:pt x="398850" y="36300"/>
                </a:lnTo>
                <a:lnTo>
                  <a:pt x="398850" y="36675"/>
                </a:lnTo>
                <a:lnTo>
                  <a:pt x="398925" y="36825"/>
                </a:lnTo>
                <a:lnTo>
                  <a:pt x="398925" y="37125"/>
                </a:lnTo>
                <a:lnTo>
                  <a:pt x="399000" y="37275"/>
                </a:lnTo>
                <a:lnTo>
                  <a:pt x="399000" y="37425"/>
                </a:lnTo>
                <a:lnTo>
                  <a:pt x="399075" y="37575"/>
                </a:lnTo>
                <a:lnTo>
                  <a:pt x="399075" y="37725"/>
                </a:lnTo>
                <a:lnTo>
                  <a:pt x="399150" y="37875"/>
                </a:lnTo>
                <a:lnTo>
                  <a:pt x="399150" y="38025"/>
                </a:lnTo>
                <a:lnTo>
                  <a:pt x="399225" y="38250"/>
                </a:lnTo>
                <a:lnTo>
                  <a:pt x="399225" y="38400"/>
                </a:lnTo>
                <a:lnTo>
                  <a:pt x="399300" y="38550"/>
                </a:lnTo>
                <a:lnTo>
                  <a:pt x="399300" y="38700"/>
                </a:lnTo>
                <a:lnTo>
                  <a:pt x="399450" y="39000"/>
                </a:lnTo>
                <a:lnTo>
                  <a:pt x="399450" y="39150"/>
                </a:lnTo>
                <a:lnTo>
                  <a:pt x="399600" y="39450"/>
                </a:lnTo>
                <a:lnTo>
                  <a:pt x="399600" y="39600"/>
                </a:lnTo>
                <a:lnTo>
                  <a:pt x="399750" y="39900"/>
                </a:lnTo>
                <a:lnTo>
                  <a:pt x="399750" y="40050"/>
                </a:lnTo>
                <a:lnTo>
                  <a:pt x="400050" y="40650"/>
                </a:lnTo>
                <a:lnTo>
                  <a:pt x="400050" y="40800"/>
                </a:lnTo>
                <a:lnTo>
                  <a:pt x="400200" y="41025"/>
                </a:lnTo>
                <a:lnTo>
                  <a:pt x="401025" y="42600"/>
                </a:lnTo>
                <a:lnTo>
                  <a:pt x="401100" y="42675"/>
                </a:lnTo>
                <a:lnTo>
                  <a:pt x="401550" y="43500"/>
                </a:lnTo>
                <a:lnTo>
                  <a:pt x="401700" y="43575"/>
                </a:lnTo>
                <a:lnTo>
                  <a:pt x="401925" y="43950"/>
                </a:lnTo>
                <a:lnTo>
                  <a:pt x="402150" y="44175"/>
                </a:lnTo>
                <a:lnTo>
                  <a:pt x="402225" y="44325"/>
                </a:lnTo>
                <a:lnTo>
                  <a:pt x="402525" y="44625"/>
                </a:lnTo>
                <a:lnTo>
                  <a:pt x="402600" y="44775"/>
                </a:lnTo>
                <a:lnTo>
                  <a:pt x="402750" y="44850"/>
                </a:lnTo>
                <a:lnTo>
                  <a:pt x="402825" y="45000"/>
                </a:lnTo>
                <a:lnTo>
                  <a:pt x="403350" y="45525"/>
                </a:lnTo>
                <a:lnTo>
                  <a:pt x="403500" y="45600"/>
                </a:lnTo>
                <a:lnTo>
                  <a:pt x="403575" y="45750"/>
                </a:lnTo>
                <a:lnTo>
                  <a:pt x="403725" y="45825"/>
                </a:lnTo>
                <a:lnTo>
                  <a:pt x="404025" y="46125"/>
                </a:lnTo>
                <a:lnTo>
                  <a:pt x="404175" y="46200"/>
                </a:lnTo>
                <a:lnTo>
                  <a:pt x="404250" y="46350"/>
                </a:lnTo>
                <a:lnTo>
                  <a:pt x="404775" y="46650"/>
                </a:lnTo>
                <a:lnTo>
                  <a:pt x="405000" y="46875"/>
                </a:lnTo>
                <a:lnTo>
                  <a:pt x="405525" y="47175"/>
                </a:lnTo>
                <a:lnTo>
                  <a:pt x="405600" y="47250"/>
                </a:lnTo>
                <a:lnTo>
                  <a:pt x="406275" y="46875"/>
                </a:lnTo>
                <a:lnTo>
                  <a:pt x="406350" y="46725"/>
                </a:lnTo>
                <a:lnTo>
                  <a:pt x="406875" y="46425"/>
                </a:lnTo>
                <a:lnTo>
                  <a:pt x="407175" y="46125"/>
                </a:lnTo>
                <a:lnTo>
                  <a:pt x="407325" y="46050"/>
                </a:lnTo>
                <a:lnTo>
                  <a:pt x="407400" y="45900"/>
                </a:lnTo>
                <a:lnTo>
                  <a:pt x="407550" y="45825"/>
                </a:lnTo>
                <a:lnTo>
                  <a:pt x="407850" y="45525"/>
                </a:lnTo>
                <a:lnTo>
                  <a:pt x="408000" y="45450"/>
                </a:lnTo>
                <a:lnTo>
                  <a:pt x="408075" y="45300"/>
                </a:lnTo>
                <a:lnTo>
                  <a:pt x="408225" y="45225"/>
                </a:lnTo>
                <a:lnTo>
                  <a:pt x="408300" y="45075"/>
                </a:lnTo>
                <a:lnTo>
                  <a:pt x="408825" y="44550"/>
                </a:lnTo>
                <a:lnTo>
                  <a:pt x="408900" y="44400"/>
                </a:lnTo>
                <a:lnTo>
                  <a:pt x="409200" y="44100"/>
                </a:lnTo>
                <a:lnTo>
                  <a:pt x="409350" y="43800"/>
                </a:lnTo>
                <a:lnTo>
                  <a:pt x="409500" y="43725"/>
                </a:lnTo>
                <a:lnTo>
                  <a:pt x="409800" y="43200"/>
                </a:lnTo>
                <a:lnTo>
                  <a:pt x="410025" y="42975"/>
                </a:lnTo>
                <a:lnTo>
                  <a:pt x="410550" y="42000"/>
                </a:lnTo>
                <a:lnTo>
                  <a:pt x="410625" y="41925"/>
                </a:lnTo>
                <a:lnTo>
                  <a:pt x="410925" y="41325"/>
                </a:lnTo>
                <a:lnTo>
                  <a:pt x="410925" y="41175"/>
                </a:lnTo>
                <a:lnTo>
                  <a:pt x="411075" y="40950"/>
                </a:lnTo>
                <a:lnTo>
                  <a:pt x="411375" y="40350"/>
                </a:lnTo>
                <a:lnTo>
                  <a:pt x="411375" y="40200"/>
                </a:lnTo>
                <a:lnTo>
                  <a:pt x="411525" y="39900"/>
                </a:lnTo>
                <a:lnTo>
                  <a:pt x="411525" y="39750"/>
                </a:lnTo>
                <a:lnTo>
                  <a:pt x="411750" y="39300"/>
                </a:lnTo>
                <a:lnTo>
                  <a:pt x="411750" y="39150"/>
                </a:lnTo>
                <a:lnTo>
                  <a:pt x="411825" y="39000"/>
                </a:lnTo>
                <a:lnTo>
                  <a:pt x="411825" y="38850"/>
                </a:lnTo>
                <a:lnTo>
                  <a:pt x="411975" y="38550"/>
                </a:lnTo>
                <a:lnTo>
                  <a:pt x="411975" y="38400"/>
                </a:lnTo>
                <a:lnTo>
                  <a:pt x="412050" y="38250"/>
                </a:lnTo>
                <a:lnTo>
                  <a:pt x="412050" y="38025"/>
                </a:lnTo>
                <a:lnTo>
                  <a:pt x="412125" y="37875"/>
                </a:lnTo>
                <a:lnTo>
                  <a:pt x="412125" y="37725"/>
                </a:lnTo>
                <a:lnTo>
                  <a:pt x="412200" y="37575"/>
                </a:lnTo>
                <a:lnTo>
                  <a:pt x="412200" y="37425"/>
                </a:lnTo>
                <a:lnTo>
                  <a:pt x="412275" y="37275"/>
                </a:lnTo>
                <a:lnTo>
                  <a:pt x="412275" y="36975"/>
                </a:lnTo>
                <a:lnTo>
                  <a:pt x="412350" y="36825"/>
                </a:lnTo>
                <a:lnTo>
                  <a:pt x="412350" y="36450"/>
                </a:lnTo>
                <a:lnTo>
                  <a:pt x="412425" y="36300"/>
                </a:lnTo>
                <a:lnTo>
                  <a:pt x="412425" y="36000"/>
                </a:lnTo>
                <a:lnTo>
                  <a:pt x="412500" y="35850"/>
                </a:lnTo>
                <a:lnTo>
                  <a:pt x="412500" y="35325"/>
                </a:lnTo>
                <a:lnTo>
                  <a:pt x="412575" y="35175"/>
                </a:lnTo>
                <a:lnTo>
                  <a:pt x="412575" y="31950"/>
                </a:lnTo>
                <a:lnTo>
                  <a:pt x="412500" y="31800"/>
                </a:lnTo>
                <a:lnTo>
                  <a:pt x="412500" y="31275"/>
                </a:lnTo>
                <a:lnTo>
                  <a:pt x="412425" y="31125"/>
                </a:lnTo>
                <a:lnTo>
                  <a:pt x="412425" y="30825"/>
                </a:lnTo>
                <a:lnTo>
                  <a:pt x="412350" y="30675"/>
                </a:lnTo>
                <a:lnTo>
                  <a:pt x="412350" y="30300"/>
                </a:lnTo>
                <a:lnTo>
                  <a:pt x="412275" y="30150"/>
                </a:lnTo>
                <a:lnTo>
                  <a:pt x="412275" y="29850"/>
                </a:lnTo>
                <a:lnTo>
                  <a:pt x="412200" y="29700"/>
                </a:lnTo>
                <a:lnTo>
                  <a:pt x="412200" y="29550"/>
                </a:lnTo>
                <a:lnTo>
                  <a:pt x="412125" y="29400"/>
                </a:lnTo>
                <a:lnTo>
                  <a:pt x="412125" y="29250"/>
                </a:lnTo>
                <a:lnTo>
                  <a:pt x="412050" y="29025"/>
                </a:lnTo>
                <a:lnTo>
                  <a:pt x="412050" y="28875"/>
                </a:lnTo>
                <a:lnTo>
                  <a:pt x="411975" y="28725"/>
                </a:lnTo>
                <a:lnTo>
                  <a:pt x="411975" y="28575"/>
                </a:lnTo>
                <a:lnTo>
                  <a:pt x="411825" y="28275"/>
                </a:lnTo>
                <a:lnTo>
                  <a:pt x="411825" y="28125"/>
                </a:lnTo>
                <a:lnTo>
                  <a:pt x="411750" y="27975"/>
                </a:lnTo>
                <a:lnTo>
                  <a:pt x="411750" y="27825"/>
                </a:lnTo>
                <a:lnTo>
                  <a:pt x="411525" y="27375"/>
                </a:lnTo>
                <a:lnTo>
                  <a:pt x="411525" y="27225"/>
                </a:lnTo>
                <a:lnTo>
                  <a:pt x="411375" y="26925"/>
                </a:lnTo>
                <a:lnTo>
                  <a:pt x="411375" y="26775"/>
                </a:lnTo>
                <a:lnTo>
                  <a:pt x="411075" y="26175"/>
                </a:lnTo>
                <a:lnTo>
                  <a:pt x="410925" y="25950"/>
                </a:lnTo>
                <a:lnTo>
                  <a:pt x="410925" y="25800"/>
                </a:lnTo>
                <a:lnTo>
                  <a:pt x="410625" y="25200"/>
                </a:lnTo>
                <a:lnTo>
                  <a:pt x="410550" y="25125"/>
                </a:lnTo>
                <a:lnTo>
                  <a:pt x="410025" y="24150"/>
                </a:lnTo>
                <a:lnTo>
                  <a:pt x="409800" y="23925"/>
                </a:lnTo>
                <a:lnTo>
                  <a:pt x="409500" y="23400"/>
                </a:lnTo>
                <a:lnTo>
                  <a:pt x="409275" y="23175"/>
                </a:lnTo>
                <a:lnTo>
                  <a:pt x="409200" y="23025"/>
                </a:lnTo>
                <a:lnTo>
                  <a:pt x="408900" y="22725"/>
                </a:lnTo>
                <a:lnTo>
                  <a:pt x="408750" y="22425"/>
                </a:lnTo>
                <a:lnTo>
                  <a:pt x="408600" y="22350"/>
                </a:lnTo>
                <a:lnTo>
                  <a:pt x="408525" y="22200"/>
                </a:lnTo>
                <a:lnTo>
                  <a:pt x="408375" y="22125"/>
                </a:lnTo>
                <a:lnTo>
                  <a:pt x="408225" y="21900"/>
                </a:lnTo>
                <a:lnTo>
                  <a:pt x="408075" y="21825"/>
                </a:lnTo>
                <a:lnTo>
                  <a:pt x="408000" y="21675"/>
                </a:lnTo>
                <a:lnTo>
                  <a:pt x="407850" y="21600"/>
                </a:lnTo>
                <a:lnTo>
                  <a:pt x="407550" y="21300"/>
                </a:lnTo>
                <a:lnTo>
                  <a:pt x="407400" y="21225"/>
                </a:lnTo>
                <a:lnTo>
                  <a:pt x="407325" y="21075"/>
                </a:lnTo>
                <a:lnTo>
                  <a:pt x="407175" y="21000"/>
                </a:lnTo>
                <a:lnTo>
                  <a:pt x="406875" y="20700"/>
                </a:lnTo>
                <a:lnTo>
                  <a:pt x="406575" y="20550"/>
                </a:lnTo>
                <a:lnTo>
                  <a:pt x="406275" y="20250"/>
                </a:lnTo>
                <a:lnTo>
                  <a:pt x="405600" y="19875"/>
                </a:lnTo>
                <a:lnTo>
                  <a:pt x="405525" y="19950"/>
                </a:lnTo>
                <a:close/>
                <a:moveTo>
                  <a:pt x="459150" y="47250"/>
                </a:moveTo>
                <a:lnTo>
                  <a:pt x="459150" y="47175"/>
                </a:lnTo>
                <a:lnTo>
                  <a:pt x="459000" y="47025"/>
                </a:lnTo>
                <a:lnTo>
                  <a:pt x="458925" y="46800"/>
                </a:lnTo>
                <a:lnTo>
                  <a:pt x="458775" y="46575"/>
                </a:lnTo>
                <a:lnTo>
                  <a:pt x="458625" y="46425"/>
                </a:lnTo>
                <a:lnTo>
                  <a:pt x="458400" y="46050"/>
                </a:lnTo>
                <a:lnTo>
                  <a:pt x="458325" y="45825"/>
                </a:lnTo>
                <a:lnTo>
                  <a:pt x="458175" y="45675"/>
                </a:lnTo>
                <a:lnTo>
                  <a:pt x="457125" y="43950"/>
                </a:lnTo>
                <a:lnTo>
                  <a:pt x="456975" y="43725"/>
                </a:lnTo>
                <a:lnTo>
                  <a:pt x="456825" y="43575"/>
                </a:lnTo>
                <a:lnTo>
                  <a:pt x="456750" y="43350"/>
                </a:lnTo>
                <a:lnTo>
                  <a:pt x="456600" y="43200"/>
                </a:lnTo>
                <a:lnTo>
                  <a:pt x="456525" y="42975"/>
                </a:lnTo>
                <a:lnTo>
                  <a:pt x="456375" y="42825"/>
                </a:lnTo>
                <a:lnTo>
                  <a:pt x="456300" y="42600"/>
                </a:lnTo>
                <a:lnTo>
                  <a:pt x="456000" y="42225"/>
                </a:lnTo>
                <a:lnTo>
                  <a:pt x="455775" y="41850"/>
                </a:lnTo>
                <a:lnTo>
                  <a:pt x="455700" y="41625"/>
                </a:lnTo>
                <a:lnTo>
                  <a:pt x="455550" y="41475"/>
                </a:lnTo>
                <a:lnTo>
                  <a:pt x="455400" y="41250"/>
                </a:lnTo>
                <a:lnTo>
                  <a:pt x="454275" y="39375"/>
                </a:lnTo>
                <a:lnTo>
                  <a:pt x="454125" y="39150"/>
                </a:lnTo>
                <a:lnTo>
                  <a:pt x="453975" y="39000"/>
                </a:lnTo>
                <a:lnTo>
                  <a:pt x="453900" y="38775"/>
                </a:lnTo>
                <a:lnTo>
                  <a:pt x="453750" y="38625"/>
                </a:lnTo>
                <a:lnTo>
                  <a:pt x="453675" y="38400"/>
                </a:lnTo>
                <a:lnTo>
                  <a:pt x="453525" y="38250"/>
                </a:lnTo>
                <a:lnTo>
                  <a:pt x="453375" y="38025"/>
                </a:lnTo>
                <a:lnTo>
                  <a:pt x="453300" y="37800"/>
                </a:lnTo>
                <a:lnTo>
                  <a:pt x="453150" y="37650"/>
                </a:lnTo>
                <a:lnTo>
                  <a:pt x="453075" y="37425"/>
                </a:lnTo>
                <a:lnTo>
                  <a:pt x="452925" y="37275"/>
                </a:lnTo>
                <a:lnTo>
                  <a:pt x="452775" y="37050"/>
                </a:lnTo>
                <a:lnTo>
                  <a:pt x="451500" y="34950"/>
                </a:lnTo>
                <a:lnTo>
                  <a:pt x="451350" y="34800"/>
                </a:lnTo>
                <a:lnTo>
                  <a:pt x="451275" y="34575"/>
                </a:lnTo>
                <a:lnTo>
                  <a:pt x="451125" y="34425"/>
                </a:lnTo>
                <a:lnTo>
                  <a:pt x="451050" y="34200"/>
                </a:lnTo>
                <a:lnTo>
                  <a:pt x="450900" y="34050"/>
                </a:lnTo>
                <a:lnTo>
                  <a:pt x="450750" y="33825"/>
                </a:lnTo>
                <a:lnTo>
                  <a:pt x="450675" y="33600"/>
                </a:lnTo>
                <a:lnTo>
                  <a:pt x="450150" y="32850"/>
                </a:lnTo>
                <a:lnTo>
                  <a:pt x="449025" y="30975"/>
                </a:lnTo>
                <a:lnTo>
                  <a:pt x="448875" y="30750"/>
                </a:lnTo>
                <a:lnTo>
                  <a:pt x="448725" y="30600"/>
                </a:lnTo>
                <a:lnTo>
                  <a:pt x="448500" y="30225"/>
                </a:lnTo>
                <a:lnTo>
                  <a:pt x="448425" y="30000"/>
                </a:lnTo>
                <a:lnTo>
                  <a:pt x="448275" y="29850"/>
                </a:lnTo>
                <a:lnTo>
                  <a:pt x="447900" y="29250"/>
                </a:lnTo>
                <a:lnTo>
                  <a:pt x="447825" y="29025"/>
                </a:lnTo>
                <a:lnTo>
                  <a:pt x="447675" y="28875"/>
                </a:lnTo>
                <a:lnTo>
                  <a:pt x="447000" y="27750"/>
                </a:lnTo>
                <a:lnTo>
                  <a:pt x="446850" y="27525"/>
                </a:lnTo>
                <a:lnTo>
                  <a:pt x="446700" y="27375"/>
                </a:lnTo>
                <a:lnTo>
                  <a:pt x="446625" y="27150"/>
                </a:lnTo>
                <a:lnTo>
                  <a:pt x="446250" y="26550"/>
                </a:lnTo>
                <a:lnTo>
                  <a:pt x="446100" y="26400"/>
                </a:lnTo>
                <a:lnTo>
                  <a:pt x="446025" y="26175"/>
                </a:lnTo>
                <a:lnTo>
                  <a:pt x="445875" y="26025"/>
                </a:lnTo>
                <a:lnTo>
                  <a:pt x="445800" y="25800"/>
                </a:lnTo>
                <a:lnTo>
                  <a:pt x="445650" y="25650"/>
                </a:lnTo>
                <a:lnTo>
                  <a:pt x="445275" y="25050"/>
                </a:lnTo>
                <a:lnTo>
                  <a:pt x="445200" y="24825"/>
                </a:lnTo>
                <a:lnTo>
                  <a:pt x="445050" y="24675"/>
                </a:lnTo>
                <a:lnTo>
                  <a:pt x="444975" y="24450"/>
                </a:lnTo>
                <a:lnTo>
                  <a:pt x="444825" y="24300"/>
                </a:lnTo>
                <a:lnTo>
                  <a:pt x="444375" y="23550"/>
                </a:lnTo>
                <a:lnTo>
                  <a:pt x="444225" y="23325"/>
                </a:lnTo>
                <a:lnTo>
                  <a:pt x="444075" y="23175"/>
                </a:lnTo>
                <a:lnTo>
                  <a:pt x="444000" y="22950"/>
                </a:lnTo>
                <a:lnTo>
                  <a:pt x="443850" y="22800"/>
                </a:lnTo>
                <a:lnTo>
                  <a:pt x="443775" y="22575"/>
                </a:lnTo>
                <a:lnTo>
                  <a:pt x="443625" y="22350"/>
                </a:lnTo>
                <a:lnTo>
                  <a:pt x="443475" y="22200"/>
                </a:lnTo>
                <a:lnTo>
                  <a:pt x="443400" y="21975"/>
                </a:lnTo>
                <a:lnTo>
                  <a:pt x="443250" y="21825"/>
                </a:lnTo>
                <a:lnTo>
                  <a:pt x="443175" y="21600"/>
                </a:lnTo>
                <a:lnTo>
                  <a:pt x="443025" y="21450"/>
                </a:lnTo>
                <a:lnTo>
                  <a:pt x="442950" y="21225"/>
                </a:lnTo>
                <a:lnTo>
                  <a:pt x="442800" y="21075"/>
                </a:lnTo>
                <a:lnTo>
                  <a:pt x="442650" y="20850"/>
                </a:lnTo>
                <a:lnTo>
                  <a:pt x="442350" y="20250"/>
                </a:lnTo>
                <a:lnTo>
                  <a:pt x="442200" y="20100"/>
                </a:lnTo>
                <a:lnTo>
                  <a:pt x="441750" y="19350"/>
                </a:lnTo>
                <a:lnTo>
                  <a:pt x="441450" y="18975"/>
                </a:lnTo>
                <a:lnTo>
                  <a:pt x="441375" y="18750"/>
                </a:lnTo>
                <a:lnTo>
                  <a:pt x="441225" y="18600"/>
                </a:lnTo>
                <a:lnTo>
                  <a:pt x="441150" y="18375"/>
                </a:lnTo>
                <a:lnTo>
                  <a:pt x="441000" y="18150"/>
                </a:lnTo>
                <a:lnTo>
                  <a:pt x="440700" y="17550"/>
                </a:lnTo>
                <a:lnTo>
                  <a:pt x="440625" y="17250"/>
                </a:lnTo>
                <a:lnTo>
                  <a:pt x="440625" y="16500"/>
                </a:lnTo>
                <a:lnTo>
                  <a:pt x="440700" y="16200"/>
                </a:lnTo>
                <a:lnTo>
                  <a:pt x="441000" y="15525"/>
                </a:lnTo>
                <a:lnTo>
                  <a:pt x="441225" y="15300"/>
                </a:lnTo>
                <a:lnTo>
                  <a:pt x="441450" y="15000"/>
                </a:lnTo>
                <a:lnTo>
                  <a:pt x="441750" y="14775"/>
                </a:lnTo>
                <a:lnTo>
                  <a:pt x="442725" y="14325"/>
                </a:lnTo>
                <a:lnTo>
                  <a:pt x="443100" y="14250"/>
                </a:lnTo>
                <a:lnTo>
                  <a:pt x="464850" y="14250"/>
                </a:lnTo>
                <a:lnTo>
                  <a:pt x="465225" y="14325"/>
                </a:lnTo>
                <a:lnTo>
                  <a:pt x="466200" y="14775"/>
                </a:lnTo>
                <a:lnTo>
                  <a:pt x="466500" y="15000"/>
                </a:lnTo>
                <a:lnTo>
                  <a:pt x="466725" y="15300"/>
                </a:lnTo>
                <a:lnTo>
                  <a:pt x="466950" y="15525"/>
                </a:lnTo>
                <a:lnTo>
                  <a:pt x="467250" y="16200"/>
                </a:lnTo>
                <a:lnTo>
                  <a:pt x="467325" y="16500"/>
                </a:lnTo>
                <a:lnTo>
                  <a:pt x="467325" y="21375"/>
                </a:lnTo>
                <a:lnTo>
                  <a:pt x="461625" y="21375"/>
                </a:lnTo>
                <a:lnTo>
                  <a:pt x="461625" y="19500"/>
                </a:lnTo>
                <a:lnTo>
                  <a:pt x="448425" y="19500"/>
                </a:lnTo>
                <a:lnTo>
                  <a:pt x="448425" y="19575"/>
                </a:lnTo>
                <a:lnTo>
                  <a:pt x="448575" y="19725"/>
                </a:lnTo>
                <a:lnTo>
                  <a:pt x="448650" y="19950"/>
                </a:lnTo>
                <a:lnTo>
                  <a:pt x="448800" y="20175"/>
                </a:lnTo>
                <a:lnTo>
                  <a:pt x="448950" y="20325"/>
                </a:lnTo>
                <a:lnTo>
                  <a:pt x="449025" y="20550"/>
                </a:lnTo>
                <a:lnTo>
                  <a:pt x="449175" y="20700"/>
                </a:lnTo>
                <a:lnTo>
                  <a:pt x="449250" y="20925"/>
                </a:lnTo>
                <a:lnTo>
                  <a:pt x="449400" y="21075"/>
                </a:lnTo>
                <a:lnTo>
                  <a:pt x="450600" y="23025"/>
                </a:lnTo>
                <a:lnTo>
                  <a:pt x="450750" y="23175"/>
                </a:lnTo>
                <a:lnTo>
                  <a:pt x="450825" y="23400"/>
                </a:lnTo>
                <a:lnTo>
                  <a:pt x="450975" y="23550"/>
                </a:lnTo>
                <a:lnTo>
                  <a:pt x="451050" y="23775"/>
                </a:lnTo>
                <a:lnTo>
                  <a:pt x="451200" y="23925"/>
                </a:lnTo>
                <a:lnTo>
                  <a:pt x="451275" y="24150"/>
                </a:lnTo>
                <a:lnTo>
                  <a:pt x="451425" y="24375"/>
                </a:lnTo>
                <a:lnTo>
                  <a:pt x="451575" y="24525"/>
                </a:lnTo>
                <a:lnTo>
                  <a:pt x="451650" y="24750"/>
                </a:lnTo>
                <a:lnTo>
                  <a:pt x="451800" y="24900"/>
                </a:lnTo>
                <a:lnTo>
                  <a:pt x="451875" y="25125"/>
                </a:lnTo>
                <a:lnTo>
                  <a:pt x="452025" y="25275"/>
                </a:lnTo>
                <a:lnTo>
                  <a:pt x="452175" y="25500"/>
                </a:lnTo>
                <a:lnTo>
                  <a:pt x="453675" y="27975"/>
                </a:lnTo>
                <a:lnTo>
                  <a:pt x="453825" y="28125"/>
                </a:lnTo>
                <a:lnTo>
                  <a:pt x="453900" y="28350"/>
                </a:lnTo>
                <a:lnTo>
                  <a:pt x="454050" y="28500"/>
                </a:lnTo>
                <a:lnTo>
                  <a:pt x="454200" y="28725"/>
                </a:lnTo>
                <a:lnTo>
                  <a:pt x="454275" y="28950"/>
                </a:lnTo>
                <a:lnTo>
                  <a:pt x="454425" y="29100"/>
                </a:lnTo>
                <a:lnTo>
                  <a:pt x="454500" y="29325"/>
                </a:lnTo>
                <a:lnTo>
                  <a:pt x="454650" y="29475"/>
                </a:lnTo>
                <a:lnTo>
                  <a:pt x="454800" y="29700"/>
                </a:lnTo>
                <a:lnTo>
                  <a:pt x="455925" y="31575"/>
                </a:lnTo>
                <a:lnTo>
                  <a:pt x="456075" y="31800"/>
                </a:lnTo>
                <a:lnTo>
                  <a:pt x="456225" y="31950"/>
                </a:lnTo>
                <a:lnTo>
                  <a:pt x="456300" y="32175"/>
                </a:lnTo>
                <a:lnTo>
                  <a:pt x="456450" y="32325"/>
                </a:lnTo>
                <a:lnTo>
                  <a:pt x="456825" y="32925"/>
                </a:lnTo>
                <a:lnTo>
                  <a:pt x="456900" y="33150"/>
                </a:lnTo>
                <a:lnTo>
                  <a:pt x="457050" y="33300"/>
                </a:lnTo>
                <a:lnTo>
                  <a:pt x="458550" y="35775"/>
                </a:lnTo>
                <a:lnTo>
                  <a:pt x="458700" y="36000"/>
                </a:lnTo>
                <a:lnTo>
                  <a:pt x="458850" y="36150"/>
                </a:lnTo>
                <a:lnTo>
                  <a:pt x="458925" y="36375"/>
                </a:lnTo>
                <a:lnTo>
                  <a:pt x="459075" y="36525"/>
                </a:lnTo>
                <a:lnTo>
                  <a:pt x="459150" y="36750"/>
                </a:lnTo>
                <a:lnTo>
                  <a:pt x="459300" y="36900"/>
                </a:lnTo>
                <a:lnTo>
                  <a:pt x="459450" y="37125"/>
                </a:lnTo>
                <a:lnTo>
                  <a:pt x="459675" y="37500"/>
                </a:lnTo>
                <a:lnTo>
                  <a:pt x="459750" y="37725"/>
                </a:lnTo>
                <a:lnTo>
                  <a:pt x="459900" y="37875"/>
                </a:lnTo>
                <a:lnTo>
                  <a:pt x="460050" y="38100"/>
                </a:lnTo>
                <a:lnTo>
                  <a:pt x="461175" y="39975"/>
                </a:lnTo>
                <a:lnTo>
                  <a:pt x="461325" y="40200"/>
                </a:lnTo>
                <a:lnTo>
                  <a:pt x="461475" y="40350"/>
                </a:lnTo>
                <a:lnTo>
                  <a:pt x="461550" y="40575"/>
                </a:lnTo>
                <a:lnTo>
                  <a:pt x="461700" y="40725"/>
                </a:lnTo>
                <a:lnTo>
                  <a:pt x="461775" y="40950"/>
                </a:lnTo>
                <a:lnTo>
                  <a:pt x="461925" y="41100"/>
                </a:lnTo>
                <a:lnTo>
                  <a:pt x="462075" y="41325"/>
                </a:lnTo>
                <a:lnTo>
                  <a:pt x="462375" y="41925"/>
                </a:lnTo>
                <a:lnTo>
                  <a:pt x="462525" y="42075"/>
                </a:lnTo>
                <a:lnTo>
                  <a:pt x="462600" y="42300"/>
                </a:lnTo>
                <a:lnTo>
                  <a:pt x="462750" y="42450"/>
                </a:lnTo>
                <a:lnTo>
                  <a:pt x="463575" y="43800"/>
                </a:lnTo>
                <a:lnTo>
                  <a:pt x="463725" y="43950"/>
                </a:lnTo>
                <a:lnTo>
                  <a:pt x="463800" y="44175"/>
                </a:lnTo>
                <a:lnTo>
                  <a:pt x="463950" y="44400"/>
                </a:lnTo>
                <a:lnTo>
                  <a:pt x="464100" y="44550"/>
                </a:lnTo>
                <a:lnTo>
                  <a:pt x="464175" y="44775"/>
                </a:lnTo>
                <a:lnTo>
                  <a:pt x="464325" y="44925"/>
                </a:lnTo>
                <a:lnTo>
                  <a:pt x="464400" y="45150"/>
                </a:lnTo>
                <a:lnTo>
                  <a:pt x="464550" y="45300"/>
                </a:lnTo>
                <a:lnTo>
                  <a:pt x="464625" y="45525"/>
                </a:lnTo>
                <a:lnTo>
                  <a:pt x="464775" y="45675"/>
                </a:lnTo>
                <a:lnTo>
                  <a:pt x="464925" y="45900"/>
                </a:lnTo>
                <a:lnTo>
                  <a:pt x="465225" y="46500"/>
                </a:lnTo>
                <a:lnTo>
                  <a:pt x="465375" y="46650"/>
                </a:lnTo>
                <a:lnTo>
                  <a:pt x="466125" y="47775"/>
                </a:lnTo>
                <a:lnTo>
                  <a:pt x="466200" y="48000"/>
                </a:lnTo>
                <a:lnTo>
                  <a:pt x="466350" y="48150"/>
                </a:lnTo>
                <a:lnTo>
                  <a:pt x="466425" y="48375"/>
                </a:lnTo>
                <a:lnTo>
                  <a:pt x="466575" y="48600"/>
                </a:lnTo>
                <a:lnTo>
                  <a:pt x="466875" y="49200"/>
                </a:lnTo>
                <a:lnTo>
                  <a:pt x="466950" y="49500"/>
                </a:lnTo>
                <a:lnTo>
                  <a:pt x="466950" y="50250"/>
                </a:lnTo>
                <a:lnTo>
                  <a:pt x="466875" y="50550"/>
                </a:lnTo>
                <a:lnTo>
                  <a:pt x="466575" y="51225"/>
                </a:lnTo>
                <a:lnTo>
                  <a:pt x="466350" y="51450"/>
                </a:lnTo>
                <a:lnTo>
                  <a:pt x="466125" y="51750"/>
                </a:lnTo>
                <a:lnTo>
                  <a:pt x="465825" y="51975"/>
                </a:lnTo>
                <a:lnTo>
                  <a:pt x="464850" y="52425"/>
                </a:lnTo>
                <a:lnTo>
                  <a:pt x="464475" y="52500"/>
                </a:lnTo>
                <a:lnTo>
                  <a:pt x="442725" y="52500"/>
                </a:lnTo>
                <a:lnTo>
                  <a:pt x="442350" y="52425"/>
                </a:lnTo>
                <a:lnTo>
                  <a:pt x="441975" y="52275"/>
                </a:lnTo>
                <a:lnTo>
                  <a:pt x="441375" y="51975"/>
                </a:lnTo>
                <a:lnTo>
                  <a:pt x="441075" y="51750"/>
                </a:lnTo>
                <a:lnTo>
                  <a:pt x="440850" y="51450"/>
                </a:lnTo>
                <a:lnTo>
                  <a:pt x="440625" y="51225"/>
                </a:lnTo>
                <a:lnTo>
                  <a:pt x="440325" y="50550"/>
                </a:lnTo>
                <a:lnTo>
                  <a:pt x="440250" y="50250"/>
                </a:lnTo>
                <a:lnTo>
                  <a:pt x="440250" y="45375"/>
                </a:lnTo>
                <a:lnTo>
                  <a:pt x="445950" y="45375"/>
                </a:lnTo>
                <a:lnTo>
                  <a:pt x="445950" y="47250"/>
                </a:lnTo>
                <a:close/>
                <a:moveTo>
                  <a:pt x="484500" y="13800"/>
                </a:moveTo>
                <a:lnTo>
                  <a:pt x="485625" y="13800"/>
                </a:lnTo>
                <a:lnTo>
                  <a:pt x="485775" y="13875"/>
                </a:lnTo>
                <a:lnTo>
                  <a:pt x="486600" y="13875"/>
                </a:lnTo>
                <a:lnTo>
                  <a:pt x="486600" y="13950"/>
                </a:lnTo>
                <a:lnTo>
                  <a:pt x="487200" y="13950"/>
                </a:lnTo>
                <a:lnTo>
                  <a:pt x="487350" y="14025"/>
                </a:lnTo>
                <a:lnTo>
                  <a:pt x="487800" y="14025"/>
                </a:lnTo>
                <a:lnTo>
                  <a:pt x="487950" y="14100"/>
                </a:lnTo>
                <a:lnTo>
                  <a:pt x="488175" y="14100"/>
                </a:lnTo>
                <a:lnTo>
                  <a:pt x="488325" y="14175"/>
                </a:lnTo>
                <a:lnTo>
                  <a:pt x="488550" y="14175"/>
                </a:lnTo>
                <a:lnTo>
                  <a:pt x="488700" y="14250"/>
                </a:lnTo>
                <a:lnTo>
                  <a:pt x="489075" y="14250"/>
                </a:lnTo>
                <a:lnTo>
                  <a:pt x="489075" y="14325"/>
                </a:lnTo>
                <a:lnTo>
                  <a:pt x="489300" y="14325"/>
                </a:lnTo>
                <a:lnTo>
                  <a:pt x="489450" y="14400"/>
                </a:lnTo>
                <a:lnTo>
                  <a:pt x="489675" y="14400"/>
                </a:lnTo>
                <a:lnTo>
                  <a:pt x="489825" y="14475"/>
                </a:lnTo>
                <a:lnTo>
                  <a:pt x="490050" y="14475"/>
                </a:lnTo>
                <a:lnTo>
                  <a:pt x="490200" y="14550"/>
                </a:lnTo>
                <a:lnTo>
                  <a:pt x="490350" y="14550"/>
                </a:lnTo>
                <a:lnTo>
                  <a:pt x="490350" y="14625"/>
                </a:lnTo>
                <a:lnTo>
                  <a:pt x="490575" y="14625"/>
                </a:lnTo>
                <a:lnTo>
                  <a:pt x="490725" y="14700"/>
                </a:lnTo>
                <a:lnTo>
                  <a:pt x="490875" y="14700"/>
                </a:lnTo>
                <a:lnTo>
                  <a:pt x="490950" y="14775"/>
                </a:lnTo>
                <a:lnTo>
                  <a:pt x="491100" y="14775"/>
                </a:lnTo>
                <a:lnTo>
                  <a:pt x="491400" y="14925"/>
                </a:lnTo>
                <a:lnTo>
                  <a:pt x="491625" y="14925"/>
                </a:lnTo>
                <a:lnTo>
                  <a:pt x="492075" y="15150"/>
                </a:lnTo>
                <a:lnTo>
                  <a:pt x="492300" y="15150"/>
                </a:lnTo>
                <a:lnTo>
                  <a:pt x="492300" y="15225"/>
                </a:lnTo>
                <a:lnTo>
                  <a:pt x="492450" y="15225"/>
                </a:lnTo>
                <a:lnTo>
                  <a:pt x="492750" y="15375"/>
                </a:lnTo>
                <a:lnTo>
                  <a:pt x="492825" y="15375"/>
                </a:lnTo>
                <a:lnTo>
                  <a:pt x="492900" y="15450"/>
                </a:lnTo>
                <a:lnTo>
                  <a:pt x="492975" y="15450"/>
                </a:lnTo>
                <a:lnTo>
                  <a:pt x="493875" y="15900"/>
                </a:lnTo>
                <a:lnTo>
                  <a:pt x="493950" y="15900"/>
                </a:lnTo>
                <a:lnTo>
                  <a:pt x="494025" y="15975"/>
                </a:lnTo>
                <a:lnTo>
                  <a:pt x="494100" y="15975"/>
                </a:lnTo>
                <a:lnTo>
                  <a:pt x="494175" y="16050"/>
                </a:lnTo>
                <a:lnTo>
                  <a:pt x="494250" y="16050"/>
                </a:lnTo>
                <a:lnTo>
                  <a:pt x="494325" y="16125"/>
                </a:lnTo>
                <a:lnTo>
                  <a:pt x="494400" y="16125"/>
                </a:lnTo>
                <a:lnTo>
                  <a:pt x="495450" y="16650"/>
                </a:lnTo>
                <a:lnTo>
                  <a:pt x="495525" y="16725"/>
                </a:lnTo>
                <a:lnTo>
                  <a:pt x="495600" y="16725"/>
                </a:lnTo>
                <a:lnTo>
                  <a:pt x="495825" y="16950"/>
                </a:lnTo>
                <a:lnTo>
                  <a:pt x="495900" y="16950"/>
                </a:lnTo>
                <a:lnTo>
                  <a:pt x="495975" y="17025"/>
                </a:lnTo>
                <a:lnTo>
                  <a:pt x="496050" y="17025"/>
                </a:lnTo>
                <a:lnTo>
                  <a:pt x="496125" y="17100"/>
                </a:lnTo>
                <a:lnTo>
                  <a:pt x="496425" y="17250"/>
                </a:lnTo>
                <a:lnTo>
                  <a:pt x="496425" y="17325"/>
                </a:lnTo>
                <a:lnTo>
                  <a:pt x="496725" y="17475"/>
                </a:lnTo>
                <a:lnTo>
                  <a:pt x="496800" y="17550"/>
                </a:lnTo>
                <a:lnTo>
                  <a:pt x="496875" y="17550"/>
                </a:lnTo>
                <a:lnTo>
                  <a:pt x="496950" y="17625"/>
                </a:lnTo>
                <a:lnTo>
                  <a:pt x="496950" y="17700"/>
                </a:lnTo>
                <a:lnTo>
                  <a:pt x="497250" y="17850"/>
                </a:lnTo>
                <a:lnTo>
                  <a:pt x="497475" y="18075"/>
                </a:lnTo>
                <a:lnTo>
                  <a:pt x="497775" y="18225"/>
                </a:lnTo>
                <a:lnTo>
                  <a:pt x="497775" y="18300"/>
                </a:lnTo>
                <a:lnTo>
                  <a:pt x="497850" y="18375"/>
                </a:lnTo>
                <a:lnTo>
                  <a:pt x="497925" y="18375"/>
                </a:lnTo>
                <a:lnTo>
                  <a:pt x="498225" y="18675"/>
                </a:lnTo>
                <a:lnTo>
                  <a:pt x="498375" y="18750"/>
                </a:lnTo>
                <a:lnTo>
                  <a:pt x="498375" y="18825"/>
                </a:lnTo>
                <a:lnTo>
                  <a:pt x="498450" y="18900"/>
                </a:lnTo>
                <a:lnTo>
                  <a:pt x="498525" y="18900"/>
                </a:lnTo>
                <a:lnTo>
                  <a:pt x="499050" y="19425"/>
                </a:lnTo>
                <a:lnTo>
                  <a:pt x="499125" y="19425"/>
                </a:lnTo>
                <a:lnTo>
                  <a:pt x="499200" y="19575"/>
                </a:lnTo>
                <a:lnTo>
                  <a:pt x="499275" y="19650"/>
                </a:lnTo>
                <a:lnTo>
                  <a:pt x="499350" y="19650"/>
                </a:lnTo>
                <a:lnTo>
                  <a:pt x="499425" y="19800"/>
                </a:lnTo>
                <a:lnTo>
                  <a:pt x="499950" y="20325"/>
                </a:lnTo>
                <a:lnTo>
                  <a:pt x="500025" y="20475"/>
                </a:lnTo>
                <a:lnTo>
                  <a:pt x="500100" y="20475"/>
                </a:lnTo>
                <a:lnTo>
                  <a:pt x="500175" y="20550"/>
                </a:lnTo>
                <a:lnTo>
                  <a:pt x="500175" y="20625"/>
                </a:lnTo>
                <a:lnTo>
                  <a:pt x="500325" y="20850"/>
                </a:lnTo>
                <a:lnTo>
                  <a:pt x="500400" y="20850"/>
                </a:lnTo>
                <a:lnTo>
                  <a:pt x="500475" y="20925"/>
                </a:lnTo>
                <a:lnTo>
                  <a:pt x="500550" y="21075"/>
                </a:lnTo>
                <a:lnTo>
                  <a:pt x="500775" y="21300"/>
                </a:lnTo>
                <a:lnTo>
                  <a:pt x="500925" y="21525"/>
                </a:lnTo>
                <a:lnTo>
                  <a:pt x="500925" y="21600"/>
                </a:lnTo>
                <a:lnTo>
                  <a:pt x="501000" y="21675"/>
                </a:lnTo>
                <a:lnTo>
                  <a:pt x="501075" y="21675"/>
                </a:lnTo>
                <a:lnTo>
                  <a:pt x="501375" y="22200"/>
                </a:lnTo>
                <a:lnTo>
                  <a:pt x="501600" y="22425"/>
                </a:lnTo>
                <a:lnTo>
                  <a:pt x="501750" y="22725"/>
                </a:lnTo>
                <a:lnTo>
                  <a:pt x="501825" y="22800"/>
                </a:lnTo>
                <a:lnTo>
                  <a:pt x="501825" y="22875"/>
                </a:lnTo>
                <a:lnTo>
                  <a:pt x="502125" y="23325"/>
                </a:lnTo>
                <a:lnTo>
                  <a:pt x="502125" y="23400"/>
                </a:lnTo>
                <a:lnTo>
                  <a:pt x="502200" y="23475"/>
                </a:lnTo>
                <a:lnTo>
                  <a:pt x="502350" y="23775"/>
                </a:lnTo>
                <a:lnTo>
                  <a:pt x="502425" y="23850"/>
                </a:lnTo>
                <a:lnTo>
                  <a:pt x="502425" y="23925"/>
                </a:lnTo>
                <a:lnTo>
                  <a:pt x="502500" y="24000"/>
                </a:lnTo>
                <a:lnTo>
                  <a:pt x="502725" y="24450"/>
                </a:lnTo>
                <a:lnTo>
                  <a:pt x="502800" y="24525"/>
                </a:lnTo>
                <a:lnTo>
                  <a:pt x="502800" y="24600"/>
                </a:lnTo>
                <a:lnTo>
                  <a:pt x="502875" y="24675"/>
                </a:lnTo>
                <a:lnTo>
                  <a:pt x="502875" y="24825"/>
                </a:lnTo>
                <a:lnTo>
                  <a:pt x="502950" y="24825"/>
                </a:lnTo>
                <a:lnTo>
                  <a:pt x="502950" y="24975"/>
                </a:lnTo>
                <a:lnTo>
                  <a:pt x="503100" y="25200"/>
                </a:lnTo>
                <a:lnTo>
                  <a:pt x="503100" y="25275"/>
                </a:lnTo>
                <a:lnTo>
                  <a:pt x="503175" y="25350"/>
                </a:lnTo>
                <a:lnTo>
                  <a:pt x="503175" y="25425"/>
                </a:lnTo>
                <a:lnTo>
                  <a:pt x="503250" y="25500"/>
                </a:lnTo>
                <a:lnTo>
                  <a:pt x="503250" y="25650"/>
                </a:lnTo>
                <a:lnTo>
                  <a:pt x="503475" y="26100"/>
                </a:lnTo>
                <a:lnTo>
                  <a:pt x="503475" y="26250"/>
                </a:lnTo>
                <a:lnTo>
                  <a:pt x="503625" y="26475"/>
                </a:lnTo>
                <a:lnTo>
                  <a:pt x="503625" y="26625"/>
                </a:lnTo>
                <a:lnTo>
                  <a:pt x="503775" y="26925"/>
                </a:lnTo>
                <a:lnTo>
                  <a:pt x="503775" y="27075"/>
                </a:lnTo>
                <a:lnTo>
                  <a:pt x="503850" y="27225"/>
                </a:lnTo>
                <a:lnTo>
                  <a:pt x="503850" y="27375"/>
                </a:lnTo>
                <a:lnTo>
                  <a:pt x="503925" y="27375"/>
                </a:lnTo>
                <a:lnTo>
                  <a:pt x="503925" y="27525"/>
                </a:lnTo>
                <a:lnTo>
                  <a:pt x="504000" y="27600"/>
                </a:lnTo>
                <a:lnTo>
                  <a:pt x="504000" y="27825"/>
                </a:lnTo>
                <a:lnTo>
                  <a:pt x="504075" y="27900"/>
                </a:lnTo>
                <a:lnTo>
                  <a:pt x="504075" y="28050"/>
                </a:lnTo>
                <a:lnTo>
                  <a:pt x="504150" y="28200"/>
                </a:lnTo>
                <a:lnTo>
                  <a:pt x="504150" y="28350"/>
                </a:lnTo>
                <a:lnTo>
                  <a:pt x="504225" y="28500"/>
                </a:lnTo>
                <a:lnTo>
                  <a:pt x="504225" y="28650"/>
                </a:lnTo>
                <a:lnTo>
                  <a:pt x="504300" y="28800"/>
                </a:lnTo>
                <a:lnTo>
                  <a:pt x="504300" y="29100"/>
                </a:lnTo>
                <a:lnTo>
                  <a:pt x="504375" y="29250"/>
                </a:lnTo>
                <a:lnTo>
                  <a:pt x="504375" y="29400"/>
                </a:lnTo>
                <a:lnTo>
                  <a:pt x="504450" y="29550"/>
                </a:lnTo>
                <a:lnTo>
                  <a:pt x="504450" y="29850"/>
                </a:lnTo>
                <a:lnTo>
                  <a:pt x="504525" y="29925"/>
                </a:lnTo>
                <a:lnTo>
                  <a:pt x="504525" y="30450"/>
                </a:lnTo>
                <a:lnTo>
                  <a:pt x="504600" y="30525"/>
                </a:lnTo>
                <a:lnTo>
                  <a:pt x="504600" y="30975"/>
                </a:lnTo>
                <a:lnTo>
                  <a:pt x="504675" y="31125"/>
                </a:lnTo>
                <a:lnTo>
                  <a:pt x="504675" y="31875"/>
                </a:lnTo>
                <a:lnTo>
                  <a:pt x="504750" y="32025"/>
                </a:lnTo>
                <a:lnTo>
                  <a:pt x="504750" y="34275"/>
                </a:lnTo>
                <a:lnTo>
                  <a:pt x="504675" y="34425"/>
                </a:lnTo>
                <a:lnTo>
                  <a:pt x="504675" y="35175"/>
                </a:lnTo>
                <a:lnTo>
                  <a:pt x="504600" y="35250"/>
                </a:lnTo>
                <a:lnTo>
                  <a:pt x="504600" y="35700"/>
                </a:lnTo>
                <a:lnTo>
                  <a:pt x="504525" y="35850"/>
                </a:lnTo>
                <a:lnTo>
                  <a:pt x="504525" y="36300"/>
                </a:lnTo>
                <a:lnTo>
                  <a:pt x="504450" y="36450"/>
                </a:lnTo>
                <a:lnTo>
                  <a:pt x="504450" y="36750"/>
                </a:lnTo>
                <a:lnTo>
                  <a:pt x="504375" y="36900"/>
                </a:lnTo>
                <a:lnTo>
                  <a:pt x="504375" y="37050"/>
                </a:lnTo>
                <a:lnTo>
                  <a:pt x="504300" y="37200"/>
                </a:lnTo>
                <a:lnTo>
                  <a:pt x="504300" y="37500"/>
                </a:lnTo>
                <a:lnTo>
                  <a:pt x="504225" y="37650"/>
                </a:lnTo>
                <a:lnTo>
                  <a:pt x="504225" y="37800"/>
                </a:lnTo>
                <a:lnTo>
                  <a:pt x="504150" y="37875"/>
                </a:lnTo>
                <a:lnTo>
                  <a:pt x="504150" y="38100"/>
                </a:lnTo>
                <a:lnTo>
                  <a:pt x="504075" y="38175"/>
                </a:lnTo>
                <a:lnTo>
                  <a:pt x="504075" y="38325"/>
                </a:lnTo>
                <a:lnTo>
                  <a:pt x="504000" y="38475"/>
                </a:lnTo>
                <a:lnTo>
                  <a:pt x="504000" y="38625"/>
                </a:lnTo>
                <a:lnTo>
                  <a:pt x="503925" y="38775"/>
                </a:lnTo>
                <a:lnTo>
                  <a:pt x="503925" y="38925"/>
                </a:lnTo>
                <a:lnTo>
                  <a:pt x="503850" y="38925"/>
                </a:lnTo>
                <a:lnTo>
                  <a:pt x="503850" y="39075"/>
                </a:lnTo>
                <a:lnTo>
                  <a:pt x="503775" y="39225"/>
                </a:lnTo>
                <a:lnTo>
                  <a:pt x="503775" y="39375"/>
                </a:lnTo>
                <a:lnTo>
                  <a:pt x="503625" y="39600"/>
                </a:lnTo>
                <a:lnTo>
                  <a:pt x="503625" y="39750"/>
                </a:lnTo>
                <a:lnTo>
                  <a:pt x="503475" y="40050"/>
                </a:lnTo>
                <a:lnTo>
                  <a:pt x="503475" y="40200"/>
                </a:lnTo>
                <a:lnTo>
                  <a:pt x="503325" y="40500"/>
                </a:lnTo>
                <a:lnTo>
                  <a:pt x="503250" y="40575"/>
                </a:lnTo>
                <a:lnTo>
                  <a:pt x="503250" y="40800"/>
                </a:lnTo>
                <a:lnTo>
                  <a:pt x="503175" y="40875"/>
                </a:lnTo>
                <a:lnTo>
                  <a:pt x="502950" y="41325"/>
                </a:lnTo>
                <a:lnTo>
                  <a:pt x="502950" y="41400"/>
                </a:lnTo>
                <a:lnTo>
                  <a:pt x="502875" y="41475"/>
                </a:lnTo>
                <a:lnTo>
                  <a:pt x="502875" y="41625"/>
                </a:lnTo>
                <a:lnTo>
                  <a:pt x="502800" y="41700"/>
                </a:lnTo>
                <a:lnTo>
                  <a:pt x="502575" y="42150"/>
                </a:lnTo>
                <a:lnTo>
                  <a:pt x="502500" y="42225"/>
                </a:lnTo>
                <a:lnTo>
                  <a:pt x="502500" y="42300"/>
                </a:lnTo>
                <a:lnTo>
                  <a:pt x="502200" y="42750"/>
                </a:lnTo>
                <a:lnTo>
                  <a:pt x="502200" y="42825"/>
                </a:lnTo>
                <a:lnTo>
                  <a:pt x="501900" y="43275"/>
                </a:lnTo>
                <a:lnTo>
                  <a:pt x="501900" y="43350"/>
                </a:lnTo>
                <a:lnTo>
                  <a:pt x="501600" y="43800"/>
                </a:lnTo>
                <a:lnTo>
                  <a:pt x="501600" y="43875"/>
                </a:lnTo>
                <a:lnTo>
                  <a:pt x="501525" y="43950"/>
                </a:lnTo>
                <a:lnTo>
                  <a:pt x="501450" y="43950"/>
                </a:lnTo>
                <a:lnTo>
                  <a:pt x="501150" y="44475"/>
                </a:lnTo>
                <a:lnTo>
                  <a:pt x="500925" y="44700"/>
                </a:lnTo>
                <a:lnTo>
                  <a:pt x="500775" y="44925"/>
                </a:lnTo>
                <a:lnTo>
                  <a:pt x="500775" y="45000"/>
                </a:lnTo>
                <a:lnTo>
                  <a:pt x="500700" y="45075"/>
                </a:lnTo>
                <a:lnTo>
                  <a:pt x="500625" y="45075"/>
                </a:lnTo>
                <a:lnTo>
                  <a:pt x="500475" y="45300"/>
                </a:lnTo>
                <a:lnTo>
                  <a:pt x="500475" y="45375"/>
                </a:lnTo>
                <a:lnTo>
                  <a:pt x="500400" y="45450"/>
                </a:lnTo>
                <a:lnTo>
                  <a:pt x="500325" y="45450"/>
                </a:lnTo>
                <a:lnTo>
                  <a:pt x="500100" y="45825"/>
                </a:lnTo>
                <a:lnTo>
                  <a:pt x="500025" y="45825"/>
                </a:lnTo>
                <a:lnTo>
                  <a:pt x="499875" y="46050"/>
                </a:lnTo>
                <a:lnTo>
                  <a:pt x="499725" y="46125"/>
                </a:lnTo>
                <a:lnTo>
                  <a:pt x="499725" y="46200"/>
                </a:lnTo>
                <a:lnTo>
                  <a:pt x="499500" y="46350"/>
                </a:lnTo>
                <a:lnTo>
                  <a:pt x="499500" y="46425"/>
                </a:lnTo>
                <a:lnTo>
                  <a:pt x="498975" y="46950"/>
                </a:lnTo>
                <a:lnTo>
                  <a:pt x="498825" y="47025"/>
                </a:lnTo>
                <a:lnTo>
                  <a:pt x="498825" y="47100"/>
                </a:lnTo>
                <a:lnTo>
                  <a:pt x="498750" y="47175"/>
                </a:lnTo>
                <a:lnTo>
                  <a:pt x="498600" y="47250"/>
                </a:lnTo>
                <a:lnTo>
                  <a:pt x="498600" y="47325"/>
                </a:lnTo>
                <a:lnTo>
                  <a:pt x="498525" y="47400"/>
                </a:lnTo>
                <a:lnTo>
                  <a:pt x="498450" y="47400"/>
                </a:lnTo>
                <a:lnTo>
                  <a:pt x="498150" y="47700"/>
                </a:lnTo>
                <a:lnTo>
                  <a:pt x="498000" y="47775"/>
                </a:lnTo>
                <a:lnTo>
                  <a:pt x="498000" y="47850"/>
                </a:lnTo>
                <a:lnTo>
                  <a:pt x="497925" y="47925"/>
                </a:lnTo>
                <a:lnTo>
                  <a:pt x="497850" y="47925"/>
                </a:lnTo>
                <a:lnTo>
                  <a:pt x="497625" y="48075"/>
                </a:lnTo>
                <a:lnTo>
                  <a:pt x="497625" y="48150"/>
                </a:lnTo>
                <a:lnTo>
                  <a:pt x="497400" y="48300"/>
                </a:lnTo>
                <a:lnTo>
                  <a:pt x="497325" y="48300"/>
                </a:lnTo>
                <a:lnTo>
                  <a:pt x="497250" y="48375"/>
                </a:lnTo>
                <a:lnTo>
                  <a:pt x="497250" y="48450"/>
                </a:lnTo>
                <a:lnTo>
                  <a:pt x="496950" y="48600"/>
                </a:lnTo>
                <a:lnTo>
                  <a:pt x="496725" y="48825"/>
                </a:lnTo>
                <a:lnTo>
                  <a:pt x="496275" y="49050"/>
                </a:lnTo>
                <a:lnTo>
                  <a:pt x="496275" y="49125"/>
                </a:lnTo>
                <a:lnTo>
                  <a:pt x="496050" y="49275"/>
                </a:lnTo>
                <a:lnTo>
                  <a:pt x="495975" y="49275"/>
                </a:lnTo>
                <a:lnTo>
                  <a:pt x="495900" y="49350"/>
                </a:lnTo>
                <a:lnTo>
                  <a:pt x="495825" y="49350"/>
                </a:lnTo>
                <a:lnTo>
                  <a:pt x="495750" y="49425"/>
                </a:lnTo>
                <a:lnTo>
                  <a:pt x="495675" y="49425"/>
                </a:lnTo>
                <a:lnTo>
                  <a:pt x="495600" y="49500"/>
                </a:lnTo>
                <a:lnTo>
                  <a:pt x="495525" y="49500"/>
                </a:lnTo>
                <a:lnTo>
                  <a:pt x="495450" y="49575"/>
                </a:lnTo>
                <a:lnTo>
                  <a:pt x="495450" y="49650"/>
                </a:lnTo>
                <a:lnTo>
                  <a:pt x="494400" y="50175"/>
                </a:lnTo>
                <a:lnTo>
                  <a:pt x="494325" y="50175"/>
                </a:lnTo>
                <a:lnTo>
                  <a:pt x="494250" y="50250"/>
                </a:lnTo>
                <a:lnTo>
                  <a:pt x="494175" y="50250"/>
                </a:lnTo>
                <a:lnTo>
                  <a:pt x="493950" y="50400"/>
                </a:lnTo>
                <a:lnTo>
                  <a:pt x="493875" y="50400"/>
                </a:lnTo>
                <a:lnTo>
                  <a:pt x="492975" y="50850"/>
                </a:lnTo>
                <a:lnTo>
                  <a:pt x="492900" y="50850"/>
                </a:lnTo>
                <a:lnTo>
                  <a:pt x="492825" y="50925"/>
                </a:lnTo>
                <a:lnTo>
                  <a:pt x="492600" y="50925"/>
                </a:lnTo>
                <a:lnTo>
                  <a:pt x="492600" y="51000"/>
                </a:lnTo>
                <a:lnTo>
                  <a:pt x="492450" y="51000"/>
                </a:lnTo>
                <a:lnTo>
                  <a:pt x="491775" y="51300"/>
                </a:lnTo>
                <a:lnTo>
                  <a:pt x="491625" y="51300"/>
                </a:lnTo>
                <a:lnTo>
                  <a:pt x="491250" y="51450"/>
                </a:lnTo>
                <a:lnTo>
                  <a:pt x="491100" y="51450"/>
                </a:lnTo>
                <a:lnTo>
                  <a:pt x="491100" y="51525"/>
                </a:lnTo>
                <a:lnTo>
                  <a:pt x="490875" y="51525"/>
                </a:lnTo>
                <a:lnTo>
                  <a:pt x="490575" y="51675"/>
                </a:lnTo>
                <a:lnTo>
                  <a:pt x="490350" y="51675"/>
                </a:lnTo>
                <a:lnTo>
                  <a:pt x="490200" y="51750"/>
                </a:lnTo>
                <a:lnTo>
                  <a:pt x="489975" y="51750"/>
                </a:lnTo>
                <a:lnTo>
                  <a:pt x="489675" y="51900"/>
                </a:lnTo>
                <a:lnTo>
                  <a:pt x="489450" y="51900"/>
                </a:lnTo>
                <a:lnTo>
                  <a:pt x="489300" y="51975"/>
                </a:lnTo>
                <a:lnTo>
                  <a:pt x="489075" y="51975"/>
                </a:lnTo>
                <a:lnTo>
                  <a:pt x="488925" y="52050"/>
                </a:lnTo>
                <a:lnTo>
                  <a:pt x="488700" y="52050"/>
                </a:lnTo>
                <a:lnTo>
                  <a:pt x="488550" y="52125"/>
                </a:lnTo>
                <a:lnTo>
                  <a:pt x="488175" y="52125"/>
                </a:lnTo>
                <a:lnTo>
                  <a:pt x="488175" y="52200"/>
                </a:lnTo>
                <a:lnTo>
                  <a:pt x="487725" y="52200"/>
                </a:lnTo>
                <a:lnTo>
                  <a:pt x="487575" y="52275"/>
                </a:lnTo>
                <a:lnTo>
                  <a:pt x="487200" y="52275"/>
                </a:lnTo>
                <a:lnTo>
                  <a:pt x="486975" y="52350"/>
                </a:lnTo>
                <a:lnTo>
                  <a:pt x="486450" y="52350"/>
                </a:lnTo>
                <a:lnTo>
                  <a:pt x="486375" y="52425"/>
                </a:lnTo>
                <a:lnTo>
                  <a:pt x="485400" y="52425"/>
                </a:lnTo>
                <a:lnTo>
                  <a:pt x="485250" y="52500"/>
                </a:lnTo>
                <a:lnTo>
                  <a:pt x="478800" y="52500"/>
                </a:lnTo>
                <a:lnTo>
                  <a:pt x="478800" y="5250"/>
                </a:lnTo>
                <a:lnTo>
                  <a:pt x="472275" y="5250"/>
                </a:lnTo>
                <a:lnTo>
                  <a:pt x="472275" y="0"/>
                </a:lnTo>
                <a:lnTo>
                  <a:pt x="503775" y="0"/>
                </a:lnTo>
                <a:lnTo>
                  <a:pt x="503775" y="5250"/>
                </a:lnTo>
                <a:lnTo>
                  <a:pt x="484500" y="5250"/>
                </a:lnTo>
                <a:close/>
                <a:moveTo>
                  <a:pt x="484500" y="47250"/>
                </a:moveTo>
                <a:lnTo>
                  <a:pt x="485100" y="47250"/>
                </a:lnTo>
                <a:lnTo>
                  <a:pt x="485250" y="47175"/>
                </a:lnTo>
                <a:lnTo>
                  <a:pt x="486000" y="47175"/>
                </a:lnTo>
                <a:lnTo>
                  <a:pt x="486150" y="47100"/>
                </a:lnTo>
                <a:lnTo>
                  <a:pt x="486600" y="47100"/>
                </a:lnTo>
                <a:lnTo>
                  <a:pt x="486750" y="47025"/>
                </a:lnTo>
                <a:lnTo>
                  <a:pt x="487125" y="47025"/>
                </a:lnTo>
                <a:lnTo>
                  <a:pt x="487275" y="46950"/>
                </a:lnTo>
                <a:lnTo>
                  <a:pt x="487575" y="46950"/>
                </a:lnTo>
                <a:lnTo>
                  <a:pt x="487725" y="46875"/>
                </a:lnTo>
                <a:lnTo>
                  <a:pt x="488025" y="46875"/>
                </a:lnTo>
                <a:lnTo>
                  <a:pt x="488100" y="46800"/>
                </a:lnTo>
                <a:lnTo>
                  <a:pt x="488250" y="46800"/>
                </a:lnTo>
                <a:lnTo>
                  <a:pt x="488400" y="46725"/>
                </a:lnTo>
                <a:lnTo>
                  <a:pt x="488550" y="46725"/>
                </a:lnTo>
                <a:lnTo>
                  <a:pt x="488625" y="46650"/>
                </a:lnTo>
                <a:lnTo>
                  <a:pt x="488775" y="46650"/>
                </a:lnTo>
                <a:lnTo>
                  <a:pt x="488925" y="46575"/>
                </a:lnTo>
                <a:lnTo>
                  <a:pt x="489150" y="46575"/>
                </a:lnTo>
                <a:lnTo>
                  <a:pt x="489300" y="46500"/>
                </a:lnTo>
                <a:lnTo>
                  <a:pt x="489450" y="46500"/>
                </a:lnTo>
                <a:lnTo>
                  <a:pt x="489675" y="46350"/>
                </a:lnTo>
                <a:lnTo>
                  <a:pt x="489825" y="46350"/>
                </a:lnTo>
                <a:lnTo>
                  <a:pt x="489900" y="46275"/>
                </a:lnTo>
                <a:lnTo>
                  <a:pt x="490050" y="46275"/>
                </a:lnTo>
                <a:lnTo>
                  <a:pt x="490200" y="46200"/>
                </a:lnTo>
                <a:lnTo>
                  <a:pt x="490275" y="46200"/>
                </a:lnTo>
                <a:lnTo>
                  <a:pt x="490500" y="46050"/>
                </a:lnTo>
                <a:lnTo>
                  <a:pt x="490650" y="46050"/>
                </a:lnTo>
                <a:lnTo>
                  <a:pt x="490725" y="45975"/>
                </a:lnTo>
                <a:lnTo>
                  <a:pt x="490875" y="45900"/>
                </a:lnTo>
                <a:lnTo>
                  <a:pt x="490950" y="45900"/>
                </a:lnTo>
                <a:lnTo>
                  <a:pt x="491175" y="45750"/>
                </a:lnTo>
                <a:lnTo>
                  <a:pt x="491325" y="45750"/>
                </a:lnTo>
                <a:lnTo>
                  <a:pt x="491400" y="45675"/>
                </a:lnTo>
                <a:lnTo>
                  <a:pt x="491550" y="45600"/>
                </a:lnTo>
                <a:lnTo>
                  <a:pt x="491625" y="45600"/>
                </a:lnTo>
                <a:lnTo>
                  <a:pt x="492000" y="45375"/>
                </a:lnTo>
                <a:lnTo>
                  <a:pt x="492075" y="45375"/>
                </a:lnTo>
                <a:lnTo>
                  <a:pt x="492375" y="45150"/>
                </a:lnTo>
                <a:lnTo>
                  <a:pt x="492450" y="45150"/>
                </a:lnTo>
                <a:lnTo>
                  <a:pt x="492600" y="45075"/>
                </a:lnTo>
                <a:lnTo>
                  <a:pt x="492750" y="44925"/>
                </a:lnTo>
                <a:lnTo>
                  <a:pt x="492975" y="44775"/>
                </a:lnTo>
                <a:lnTo>
                  <a:pt x="493050" y="44775"/>
                </a:lnTo>
                <a:lnTo>
                  <a:pt x="493200" y="44700"/>
                </a:lnTo>
                <a:lnTo>
                  <a:pt x="493800" y="44175"/>
                </a:lnTo>
                <a:lnTo>
                  <a:pt x="494025" y="44025"/>
                </a:lnTo>
                <a:lnTo>
                  <a:pt x="494100" y="44025"/>
                </a:lnTo>
                <a:lnTo>
                  <a:pt x="494325" y="43800"/>
                </a:lnTo>
                <a:lnTo>
                  <a:pt x="494475" y="43725"/>
                </a:lnTo>
                <a:lnTo>
                  <a:pt x="494850" y="43350"/>
                </a:lnTo>
                <a:lnTo>
                  <a:pt x="494925" y="43200"/>
                </a:lnTo>
                <a:lnTo>
                  <a:pt x="495750" y="42375"/>
                </a:lnTo>
                <a:lnTo>
                  <a:pt x="495825" y="42225"/>
                </a:lnTo>
                <a:lnTo>
                  <a:pt x="496200" y="41850"/>
                </a:lnTo>
                <a:lnTo>
                  <a:pt x="496275" y="41700"/>
                </a:lnTo>
                <a:lnTo>
                  <a:pt x="496425" y="41550"/>
                </a:lnTo>
                <a:lnTo>
                  <a:pt x="496425" y="41475"/>
                </a:lnTo>
                <a:lnTo>
                  <a:pt x="496575" y="41250"/>
                </a:lnTo>
                <a:lnTo>
                  <a:pt x="496800" y="41025"/>
                </a:lnTo>
                <a:lnTo>
                  <a:pt x="496800" y="40950"/>
                </a:lnTo>
                <a:lnTo>
                  <a:pt x="496875" y="40800"/>
                </a:lnTo>
                <a:lnTo>
                  <a:pt x="497025" y="40650"/>
                </a:lnTo>
                <a:lnTo>
                  <a:pt x="497025" y="40500"/>
                </a:lnTo>
                <a:lnTo>
                  <a:pt x="497250" y="40275"/>
                </a:lnTo>
                <a:lnTo>
                  <a:pt x="497250" y="40125"/>
                </a:lnTo>
                <a:lnTo>
                  <a:pt x="497400" y="39975"/>
                </a:lnTo>
                <a:lnTo>
                  <a:pt x="497475" y="39825"/>
                </a:lnTo>
                <a:lnTo>
                  <a:pt x="497475" y="39750"/>
                </a:lnTo>
                <a:lnTo>
                  <a:pt x="497550" y="39675"/>
                </a:lnTo>
                <a:lnTo>
                  <a:pt x="497550" y="39525"/>
                </a:lnTo>
                <a:lnTo>
                  <a:pt x="497700" y="39375"/>
                </a:lnTo>
                <a:lnTo>
                  <a:pt x="497700" y="39225"/>
                </a:lnTo>
                <a:lnTo>
                  <a:pt x="497850" y="39075"/>
                </a:lnTo>
                <a:lnTo>
                  <a:pt x="497850" y="38925"/>
                </a:lnTo>
                <a:lnTo>
                  <a:pt x="497925" y="38850"/>
                </a:lnTo>
                <a:lnTo>
                  <a:pt x="498000" y="38550"/>
                </a:lnTo>
                <a:lnTo>
                  <a:pt x="498075" y="38475"/>
                </a:lnTo>
                <a:lnTo>
                  <a:pt x="498150" y="38325"/>
                </a:lnTo>
                <a:lnTo>
                  <a:pt x="498225" y="38025"/>
                </a:lnTo>
                <a:lnTo>
                  <a:pt x="498300" y="37950"/>
                </a:lnTo>
                <a:lnTo>
                  <a:pt x="498300" y="37725"/>
                </a:lnTo>
                <a:lnTo>
                  <a:pt x="498375" y="37575"/>
                </a:lnTo>
                <a:lnTo>
                  <a:pt x="498375" y="37500"/>
                </a:lnTo>
                <a:lnTo>
                  <a:pt x="498450" y="37425"/>
                </a:lnTo>
                <a:lnTo>
                  <a:pt x="498450" y="37275"/>
                </a:lnTo>
                <a:lnTo>
                  <a:pt x="498525" y="37200"/>
                </a:lnTo>
                <a:lnTo>
                  <a:pt x="498525" y="36975"/>
                </a:lnTo>
                <a:lnTo>
                  <a:pt x="498600" y="36825"/>
                </a:lnTo>
                <a:lnTo>
                  <a:pt x="498600" y="36600"/>
                </a:lnTo>
                <a:lnTo>
                  <a:pt x="498675" y="36525"/>
                </a:lnTo>
                <a:lnTo>
                  <a:pt x="498675" y="36300"/>
                </a:lnTo>
                <a:lnTo>
                  <a:pt x="498750" y="36225"/>
                </a:lnTo>
                <a:lnTo>
                  <a:pt x="498750" y="36000"/>
                </a:lnTo>
                <a:lnTo>
                  <a:pt x="498825" y="35850"/>
                </a:lnTo>
                <a:lnTo>
                  <a:pt x="498825" y="35550"/>
                </a:lnTo>
                <a:lnTo>
                  <a:pt x="498900" y="35400"/>
                </a:lnTo>
                <a:lnTo>
                  <a:pt x="498900" y="34950"/>
                </a:lnTo>
                <a:lnTo>
                  <a:pt x="498975" y="34875"/>
                </a:lnTo>
                <a:lnTo>
                  <a:pt x="498975" y="34200"/>
                </a:lnTo>
                <a:lnTo>
                  <a:pt x="499050" y="34125"/>
                </a:lnTo>
                <a:lnTo>
                  <a:pt x="499050" y="32175"/>
                </a:lnTo>
                <a:lnTo>
                  <a:pt x="498975" y="32100"/>
                </a:lnTo>
                <a:lnTo>
                  <a:pt x="498975" y="31425"/>
                </a:lnTo>
                <a:lnTo>
                  <a:pt x="498900" y="31275"/>
                </a:lnTo>
                <a:lnTo>
                  <a:pt x="498900" y="30825"/>
                </a:lnTo>
                <a:lnTo>
                  <a:pt x="498825" y="30750"/>
                </a:lnTo>
                <a:lnTo>
                  <a:pt x="498825" y="30375"/>
                </a:lnTo>
                <a:lnTo>
                  <a:pt x="498750" y="30300"/>
                </a:lnTo>
                <a:lnTo>
                  <a:pt x="498750" y="30075"/>
                </a:lnTo>
                <a:lnTo>
                  <a:pt x="498675" y="30000"/>
                </a:lnTo>
                <a:lnTo>
                  <a:pt x="498675" y="29775"/>
                </a:lnTo>
                <a:lnTo>
                  <a:pt x="498600" y="29625"/>
                </a:lnTo>
                <a:lnTo>
                  <a:pt x="498600" y="29400"/>
                </a:lnTo>
                <a:lnTo>
                  <a:pt x="498525" y="29325"/>
                </a:lnTo>
                <a:lnTo>
                  <a:pt x="498525" y="29100"/>
                </a:lnTo>
                <a:lnTo>
                  <a:pt x="498450" y="29025"/>
                </a:lnTo>
                <a:lnTo>
                  <a:pt x="498450" y="28875"/>
                </a:lnTo>
                <a:lnTo>
                  <a:pt x="498375" y="28800"/>
                </a:lnTo>
                <a:lnTo>
                  <a:pt x="498375" y="28650"/>
                </a:lnTo>
                <a:lnTo>
                  <a:pt x="498300" y="28575"/>
                </a:lnTo>
                <a:lnTo>
                  <a:pt x="498300" y="28350"/>
                </a:lnTo>
                <a:lnTo>
                  <a:pt x="498225" y="28275"/>
                </a:lnTo>
                <a:lnTo>
                  <a:pt x="498225" y="28125"/>
                </a:lnTo>
                <a:lnTo>
                  <a:pt x="498150" y="28050"/>
                </a:lnTo>
                <a:lnTo>
                  <a:pt x="498150" y="27975"/>
                </a:lnTo>
                <a:lnTo>
                  <a:pt x="498000" y="27750"/>
                </a:lnTo>
                <a:lnTo>
                  <a:pt x="498000" y="27600"/>
                </a:lnTo>
                <a:lnTo>
                  <a:pt x="497925" y="27525"/>
                </a:lnTo>
                <a:lnTo>
                  <a:pt x="497850" y="27225"/>
                </a:lnTo>
                <a:lnTo>
                  <a:pt x="497775" y="27150"/>
                </a:lnTo>
                <a:lnTo>
                  <a:pt x="497700" y="27000"/>
                </a:lnTo>
                <a:lnTo>
                  <a:pt x="497700" y="26925"/>
                </a:lnTo>
                <a:lnTo>
                  <a:pt x="497625" y="26850"/>
                </a:lnTo>
                <a:lnTo>
                  <a:pt x="497550" y="26700"/>
                </a:lnTo>
                <a:lnTo>
                  <a:pt x="497550" y="26625"/>
                </a:lnTo>
                <a:lnTo>
                  <a:pt x="497475" y="26550"/>
                </a:lnTo>
                <a:lnTo>
                  <a:pt x="497475" y="26400"/>
                </a:lnTo>
                <a:lnTo>
                  <a:pt x="497325" y="26250"/>
                </a:lnTo>
                <a:lnTo>
                  <a:pt x="497250" y="26100"/>
                </a:lnTo>
                <a:lnTo>
                  <a:pt x="497250" y="26025"/>
                </a:lnTo>
                <a:lnTo>
                  <a:pt x="497100" y="25875"/>
                </a:lnTo>
                <a:lnTo>
                  <a:pt x="497025" y="25725"/>
                </a:lnTo>
                <a:lnTo>
                  <a:pt x="497025" y="25650"/>
                </a:lnTo>
                <a:lnTo>
                  <a:pt x="496800" y="25350"/>
                </a:lnTo>
                <a:lnTo>
                  <a:pt x="496800" y="25275"/>
                </a:lnTo>
                <a:lnTo>
                  <a:pt x="496425" y="24825"/>
                </a:lnTo>
                <a:lnTo>
                  <a:pt x="496425" y="24750"/>
                </a:lnTo>
                <a:lnTo>
                  <a:pt x="496350" y="24600"/>
                </a:lnTo>
                <a:lnTo>
                  <a:pt x="495975" y="24225"/>
                </a:lnTo>
                <a:lnTo>
                  <a:pt x="495900" y="24075"/>
                </a:lnTo>
                <a:lnTo>
                  <a:pt x="495300" y="23475"/>
                </a:lnTo>
                <a:lnTo>
                  <a:pt x="495225" y="23325"/>
                </a:lnTo>
                <a:lnTo>
                  <a:pt x="494475" y="22575"/>
                </a:lnTo>
                <a:lnTo>
                  <a:pt x="494325" y="22500"/>
                </a:lnTo>
                <a:lnTo>
                  <a:pt x="493950" y="22125"/>
                </a:lnTo>
                <a:lnTo>
                  <a:pt x="493425" y="21825"/>
                </a:lnTo>
                <a:lnTo>
                  <a:pt x="493200" y="21600"/>
                </a:lnTo>
                <a:lnTo>
                  <a:pt x="492975" y="21450"/>
                </a:lnTo>
                <a:lnTo>
                  <a:pt x="492900" y="21450"/>
                </a:lnTo>
                <a:lnTo>
                  <a:pt x="492750" y="21375"/>
                </a:lnTo>
                <a:lnTo>
                  <a:pt x="492600" y="21225"/>
                </a:lnTo>
                <a:lnTo>
                  <a:pt x="492375" y="21075"/>
                </a:lnTo>
                <a:lnTo>
                  <a:pt x="492300" y="21075"/>
                </a:lnTo>
                <a:lnTo>
                  <a:pt x="492150" y="21000"/>
                </a:lnTo>
                <a:lnTo>
                  <a:pt x="492000" y="20850"/>
                </a:lnTo>
                <a:lnTo>
                  <a:pt x="491850" y="20850"/>
                </a:lnTo>
                <a:lnTo>
                  <a:pt x="491550" y="20625"/>
                </a:lnTo>
                <a:lnTo>
                  <a:pt x="491400" y="20625"/>
                </a:lnTo>
                <a:lnTo>
                  <a:pt x="491325" y="20550"/>
                </a:lnTo>
                <a:lnTo>
                  <a:pt x="491175" y="20475"/>
                </a:lnTo>
                <a:lnTo>
                  <a:pt x="491100" y="20475"/>
                </a:lnTo>
                <a:lnTo>
                  <a:pt x="490875" y="20325"/>
                </a:lnTo>
                <a:lnTo>
                  <a:pt x="490725" y="20325"/>
                </a:lnTo>
                <a:lnTo>
                  <a:pt x="490500" y="20175"/>
                </a:lnTo>
                <a:lnTo>
                  <a:pt x="490200" y="20100"/>
                </a:lnTo>
                <a:lnTo>
                  <a:pt x="489900" y="19950"/>
                </a:lnTo>
                <a:lnTo>
                  <a:pt x="489825" y="19950"/>
                </a:lnTo>
                <a:lnTo>
                  <a:pt x="489675" y="19875"/>
                </a:lnTo>
                <a:lnTo>
                  <a:pt x="489525" y="19875"/>
                </a:lnTo>
                <a:lnTo>
                  <a:pt x="489450" y="19800"/>
                </a:lnTo>
                <a:lnTo>
                  <a:pt x="489300" y="19800"/>
                </a:lnTo>
                <a:lnTo>
                  <a:pt x="489150" y="19725"/>
                </a:lnTo>
                <a:lnTo>
                  <a:pt x="489075" y="19725"/>
                </a:lnTo>
                <a:lnTo>
                  <a:pt x="488925" y="19650"/>
                </a:lnTo>
                <a:lnTo>
                  <a:pt x="488775" y="19650"/>
                </a:lnTo>
                <a:lnTo>
                  <a:pt x="488400" y="19500"/>
                </a:lnTo>
                <a:lnTo>
                  <a:pt x="488100" y="19500"/>
                </a:lnTo>
                <a:lnTo>
                  <a:pt x="488025" y="19425"/>
                </a:lnTo>
                <a:lnTo>
                  <a:pt x="487875" y="19425"/>
                </a:lnTo>
                <a:lnTo>
                  <a:pt x="487725" y="19350"/>
                </a:lnTo>
                <a:lnTo>
                  <a:pt x="487425" y="19350"/>
                </a:lnTo>
                <a:lnTo>
                  <a:pt x="487275" y="19275"/>
                </a:lnTo>
                <a:lnTo>
                  <a:pt x="486900" y="19275"/>
                </a:lnTo>
                <a:lnTo>
                  <a:pt x="486750" y="19200"/>
                </a:lnTo>
                <a:lnTo>
                  <a:pt x="486300" y="19200"/>
                </a:lnTo>
                <a:lnTo>
                  <a:pt x="486150" y="19125"/>
                </a:lnTo>
                <a:lnTo>
                  <a:pt x="485550" y="19125"/>
                </a:lnTo>
                <a:lnTo>
                  <a:pt x="485400" y="19050"/>
                </a:lnTo>
                <a:lnTo>
                  <a:pt x="484500" y="19050"/>
                </a:lnTo>
                <a:close/>
                <a:moveTo>
                  <a:pt x="514650" y="14250"/>
                </a:moveTo>
                <a:lnTo>
                  <a:pt x="514650" y="15375"/>
                </a:lnTo>
                <a:lnTo>
                  <a:pt x="514725" y="15600"/>
                </a:lnTo>
                <a:lnTo>
                  <a:pt x="514725" y="16125"/>
                </a:lnTo>
                <a:lnTo>
                  <a:pt x="514800" y="16350"/>
                </a:lnTo>
                <a:lnTo>
                  <a:pt x="514800" y="16725"/>
                </a:lnTo>
                <a:lnTo>
                  <a:pt x="514875" y="16875"/>
                </a:lnTo>
                <a:lnTo>
                  <a:pt x="514875" y="17250"/>
                </a:lnTo>
                <a:lnTo>
                  <a:pt x="514950" y="17400"/>
                </a:lnTo>
                <a:lnTo>
                  <a:pt x="515025" y="17925"/>
                </a:lnTo>
                <a:lnTo>
                  <a:pt x="515100" y="18075"/>
                </a:lnTo>
                <a:lnTo>
                  <a:pt x="515100" y="18300"/>
                </a:lnTo>
                <a:lnTo>
                  <a:pt x="515250" y="18600"/>
                </a:lnTo>
                <a:lnTo>
                  <a:pt x="515250" y="18750"/>
                </a:lnTo>
                <a:lnTo>
                  <a:pt x="515400" y="19125"/>
                </a:lnTo>
                <a:lnTo>
                  <a:pt x="515400" y="19275"/>
                </a:lnTo>
                <a:lnTo>
                  <a:pt x="515550" y="19575"/>
                </a:lnTo>
                <a:lnTo>
                  <a:pt x="515550" y="19800"/>
                </a:lnTo>
                <a:lnTo>
                  <a:pt x="515925" y="20550"/>
                </a:lnTo>
                <a:lnTo>
                  <a:pt x="516075" y="20925"/>
                </a:lnTo>
                <a:lnTo>
                  <a:pt x="516075" y="21075"/>
                </a:lnTo>
                <a:lnTo>
                  <a:pt x="516225" y="21375"/>
                </a:lnTo>
                <a:lnTo>
                  <a:pt x="516375" y="21525"/>
                </a:lnTo>
                <a:lnTo>
                  <a:pt x="516900" y="22650"/>
                </a:lnTo>
                <a:lnTo>
                  <a:pt x="517050" y="22800"/>
                </a:lnTo>
                <a:lnTo>
                  <a:pt x="517275" y="23250"/>
                </a:lnTo>
                <a:lnTo>
                  <a:pt x="517425" y="23400"/>
                </a:lnTo>
                <a:lnTo>
                  <a:pt x="517575" y="23700"/>
                </a:lnTo>
                <a:lnTo>
                  <a:pt x="517950" y="24150"/>
                </a:lnTo>
                <a:lnTo>
                  <a:pt x="518100" y="24450"/>
                </a:lnTo>
                <a:lnTo>
                  <a:pt x="518250" y="24600"/>
                </a:lnTo>
                <a:lnTo>
                  <a:pt x="518475" y="24975"/>
                </a:lnTo>
                <a:lnTo>
                  <a:pt x="518625" y="25125"/>
                </a:lnTo>
                <a:lnTo>
                  <a:pt x="518925" y="25575"/>
                </a:lnTo>
                <a:lnTo>
                  <a:pt x="519225" y="25875"/>
                </a:lnTo>
                <a:lnTo>
                  <a:pt x="519300" y="26025"/>
                </a:lnTo>
                <a:lnTo>
                  <a:pt x="519750" y="26475"/>
                </a:lnTo>
                <a:lnTo>
                  <a:pt x="519825" y="26625"/>
                </a:lnTo>
                <a:lnTo>
                  <a:pt x="520875" y="27675"/>
                </a:lnTo>
                <a:lnTo>
                  <a:pt x="520950" y="27825"/>
                </a:lnTo>
                <a:lnTo>
                  <a:pt x="521400" y="28275"/>
                </a:lnTo>
                <a:lnTo>
                  <a:pt x="521625" y="28425"/>
                </a:lnTo>
                <a:lnTo>
                  <a:pt x="522675" y="29475"/>
                </a:lnTo>
                <a:lnTo>
                  <a:pt x="522900" y="29625"/>
                </a:lnTo>
                <a:lnTo>
                  <a:pt x="523350" y="30075"/>
                </a:lnTo>
                <a:lnTo>
                  <a:pt x="523575" y="30225"/>
                </a:lnTo>
                <a:lnTo>
                  <a:pt x="523875" y="30525"/>
                </a:lnTo>
                <a:lnTo>
                  <a:pt x="524100" y="30675"/>
                </a:lnTo>
                <a:lnTo>
                  <a:pt x="524400" y="30975"/>
                </a:lnTo>
                <a:lnTo>
                  <a:pt x="525000" y="31425"/>
                </a:lnTo>
                <a:lnTo>
                  <a:pt x="525225" y="31650"/>
                </a:lnTo>
                <a:lnTo>
                  <a:pt x="525450" y="31950"/>
                </a:lnTo>
                <a:lnTo>
                  <a:pt x="525750" y="32550"/>
                </a:lnTo>
                <a:lnTo>
                  <a:pt x="525900" y="33225"/>
                </a:lnTo>
                <a:lnTo>
                  <a:pt x="525900" y="33525"/>
                </a:lnTo>
                <a:lnTo>
                  <a:pt x="525750" y="34200"/>
                </a:lnTo>
                <a:lnTo>
                  <a:pt x="525450" y="34800"/>
                </a:lnTo>
                <a:lnTo>
                  <a:pt x="525225" y="35100"/>
                </a:lnTo>
                <a:lnTo>
                  <a:pt x="525000" y="35325"/>
                </a:lnTo>
                <a:lnTo>
                  <a:pt x="524775" y="35475"/>
                </a:lnTo>
                <a:lnTo>
                  <a:pt x="524625" y="35625"/>
                </a:lnTo>
                <a:lnTo>
                  <a:pt x="524400" y="35775"/>
                </a:lnTo>
                <a:lnTo>
                  <a:pt x="524100" y="36075"/>
                </a:lnTo>
                <a:lnTo>
                  <a:pt x="523875" y="36225"/>
                </a:lnTo>
                <a:lnTo>
                  <a:pt x="523575" y="36525"/>
                </a:lnTo>
                <a:lnTo>
                  <a:pt x="523350" y="36675"/>
                </a:lnTo>
                <a:lnTo>
                  <a:pt x="522900" y="37125"/>
                </a:lnTo>
                <a:lnTo>
                  <a:pt x="522675" y="37275"/>
                </a:lnTo>
                <a:lnTo>
                  <a:pt x="521625" y="38325"/>
                </a:lnTo>
                <a:lnTo>
                  <a:pt x="521400" y="38475"/>
                </a:lnTo>
                <a:lnTo>
                  <a:pt x="520950" y="38925"/>
                </a:lnTo>
                <a:lnTo>
                  <a:pt x="520875" y="39075"/>
                </a:lnTo>
                <a:lnTo>
                  <a:pt x="519825" y="40125"/>
                </a:lnTo>
                <a:lnTo>
                  <a:pt x="519750" y="40275"/>
                </a:lnTo>
                <a:lnTo>
                  <a:pt x="519300" y="40725"/>
                </a:lnTo>
                <a:lnTo>
                  <a:pt x="519225" y="40875"/>
                </a:lnTo>
                <a:lnTo>
                  <a:pt x="518925" y="41175"/>
                </a:lnTo>
                <a:lnTo>
                  <a:pt x="518850" y="41325"/>
                </a:lnTo>
                <a:lnTo>
                  <a:pt x="518475" y="41775"/>
                </a:lnTo>
                <a:lnTo>
                  <a:pt x="518250" y="42150"/>
                </a:lnTo>
                <a:lnTo>
                  <a:pt x="518100" y="42300"/>
                </a:lnTo>
                <a:lnTo>
                  <a:pt x="517950" y="42600"/>
                </a:lnTo>
                <a:lnTo>
                  <a:pt x="517800" y="42750"/>
                </a:lnTo>
                <a:lnTo>
                  <a:pt x="517725" y="42900"/>
                </a:lnTo>
                <a:lnTo>
                  <a:pt x="517575" y="43050"/>
                </a:lnTo>
                <a:lnTo>
                  <a:pt x="517425" y="43350"/>
                </a:lnTo>
                <a:lnTo>
                  <a:pt x="517275" y="43500"/>
                </a:lnTo>
                <a:lnTo>
                  <a:pt x="517050" y="43950"/>
                </a:lnTo>
                <a:lnTo>
                  <a:pt x="516900" y="44100"/>
                </a:lnTo>
                <a:lnTo>
                  <a:pt x="516375" y="45225"/>
                </a:lnTo>
                <a:lnTo>
                  <a:pt x="516225" y="45375"/>
                </a:lnTo>
                <a:lnTo>
                  <a:pt x="516075" y="45675"/>
                </a:lnTo>
                <a:lnTo>
                  <a:pt x="516075" y="45825"/>
                </a:lnTo>
                <a:lnTo>
                  <a:pt x="515925" y="46200"/>
                </a:lnTo>
                <a:lnTo>
                  <a:pt x="515550" y="46950"/>
                </a:lnTo>
                <a:lnTo>
                  <a:pt x="515550" y="47175"/>
                </a:lnTo>
                <a:lnTo>
                  <a:pt x="515400" y="47475"/>
                </a:lnTo>
                <a:lnTo>
                  <a:pt x="515400" y="47625"/>
                </a:lnTo>
                <a:lnTo>
                  <a:pt x="515250" y="48000"/>
                </a:lnTo>
                <a:lnTo>
                  <a:pt x="515250" y="48150"/>
                </a:lnTo>
                <a:lnTo>
                  <a:pt x="515100" y="48450"/>
                </a:lnTo>
                <a:lnTo>
                  <a:pt x="515100" y="48675"/>
                </a:lnTo>
                <a:lnTo>
                  <a:pt x="515025" y="48825"/>
                </a:lnTo>
                <a:lnTo>
                  <a:pt x="514950" y="49350"/>
                </a:lnTo>
                <a:lnTo>
                  <a:pt x="514875" y="49500"/>
                </a:lnTo>
                <a:lnTo>
                  <a:pt x="514875" y="49875"/>
                </a:lnTo>
                <a:lnTo>
                  <a:pt x="514800" y="50025"/>
                </a:lnTo>
                <a:lnTo>
                  <a:pt x="514800" y="50400"/>
                </a:lnTo>
                <a:lnTo>
                  <a:pt x="514725" y="50625"/>
                </a:lnTo>
                <a:lnTo>
                  <a:pt x="514725" y="51150"/>
                </a:lnTo>
                <a:lnTo>
                  <a:pt x="514650" y="51375"/>
                </a:lnTo>
                <a:lnTo>
                  <a:pt x="514650" y="52500"/>
                </a:lnTo>
                <a:lnTo>
                  <a:pt x="508950" y="52500"/>
                </a:lnTo>
                <a:lnTo>
                  <a:pt x="508950" y="51225"/>
                </a:lnTo>
                <a:lnTo>
                  <a:pt x="509025" y="51075"/>
                </a:lnTo>
                <a:lnTo>
                  <a:pt x="509025" y="50325"/>
                </a:lnTo>
                <a:lnTo>
                  <a:pt x="509100" y="50100"/>
                </a:lnTo>
                <a:lnTo>
                  <a:pt x="509100" y="49650"/>
                </a:lnTo>
                <a:lnTo>
                  <a:pt x="509175" y="49575"/>
                </a:lnTo>
                <a:lnTo>
                  <a:pt x="509175" y="49125"/>
                </a:lnTo>
                <a:lnTo>
                  <a:pt x="509250" y="48900"/>
                </a:lnTo>
                <a:lnTo>
                  <a:pt x="509250" y="48675"/>
                </a:lnTo>
                <a:lnTo>
                  <a:pt x="509400" y="48225"/>
                </a:lnTo>
                <a:lnTo>
                  <a:pt x="509400" y="48000"/>
                </a:lnTo>
                <a:lnTo>
                  <a:pt x="509550" y="47550"/>
                </a:lnTo>
                <a:lnTo>
                  <a:pt x="509550" y="47325"/>
                </a:lnTo>
                <a:lnTo>
                  <a:pt x="509775" y="46650"/>
                </a:lnTo>
                <a:lnTo>
                  <a:pt x="509775" y="46425"/>
                </a:lnTo>
                <a:lnTo>
                  <a:pt x="509850" y="46425"/>
                </a:lnTo>
                <a:lnTo>
                  <a:pt x="509850" y="46200"/>
                </a:lnTo>
                <a:lnTo>
                  <a:pt x="510375" y="44700"/>
                </a:lnTo>
                <a:lnTo>
                  <a:pt x="510450" y="44700"/>
                </a:lnTo>
                <a:lnTo>
                  <a:pt x="510825" y="43650"/>
                </a:lnTo>
                <a:lnTo>
                  <a:pt x="510900" y="43650"/>
                </a:lnTo>
                <a:lnTo>
                  <a:pt x="511050" y="43275"/>
                </a:lnTo>
                <a:lnTo>
                  <a:pt x="511050" y="43200"/>
                </a:lnTo>
                <a:lnTo>
                  <a:pt x="511275" y="42825"/>
                </a:lnTo>
                <a:lnTo>
                  <a:pt x="511425" y="42450"/>
                </a:lnTo>
                <a:lnTo>
                  <a:pt x="511500" y="42450"/>
                </a:lnTo>
                <a:lnTo>
                  <a:pt x="511650" y="42075"/>
                </a:lnTo>
                <a:lnTo>
                  <a:pt x="511650" y="42000"/>
                </a:lnTo>
                <a:lnTo>
                  <a:pt x="511800" y="41850"/>
                </a:lnTo>
                <a:lnTo>
                  <a:pt x="511875" y="41625"/>
                </a:lnTo>
                <a:lnTo>
                  <a:pt x="512025" y="41475"/>
                </a:lnTo>
                <a:lnTo>
                  <a:pt x="512025" y="41400"/>
                </a:lnTo>
                <a:lnTo>
                  <a:pt x="512100" y="41250"/>
                </a:lnTo>
                <a:lnTo>
                  <a:pt x="512175" y="41250"/>
                </a:lnTo>
                <a:lnTo>
                  <a:pt x="512250" y="41025"/>
                </a:lnTo>
                <a:lnTo>
                  <a:pt x="512400" y="40875"/>
                </a:lnTo>
                <a:lnTo>
                  <a:pt x="512475" y="40650"/>
                </a:lnTo>
                <a:lnTo>
                  <a:pt x="512625" y="40500"/>
                </a:lnTo>
                <a:lnTo>
                  <a:pt x="512775" y="40275"/>
                </a:lnTo>
                <a:lnTo>
                  <a:pt x="512850" y="40125"/>
                </a:lnTo>
                <a:lnTo>
                  <a:pt x="512850" y="40050"/>
                </a:lnTo>
                <a:lnTo>
                  <a:pt x="513150" y="39750"/>
                </a:lnTo>
                <a:lnTo>
                  <a:pt x="513150" y="39675"/>
                </a:lnTo>
                <a:lnTo>
                  <a:pt x="513300" y="39525"/>
                </a:lnTo>
                <a:lnTo>
                  <a:pt x="513375" y="39375"/>
                </a:lnTo>
                <a:lnTo>
                  <a:pt x="513375" y="39300"/>
                </a:lnTo>
                <a:lnTo>
                  <a:pt x="513675" y="39000"/>
                </a:lnTo>
                <a:lnTo>
                  <a:pt x="513675" y="38925"/>
                </a:lnTo>
                <a:lnTo>
                  <a:pt x="513975" y="38625"/>
                </a:lnTo>
                <a:lnTo>
                  <a:pt x="514125" y="38400"/>
                </a:lnTo>
                <a:lnTo>
                  <a:pt x="514275" y="38250"/>
                </a:lnTo>
                <a:lnTo>
                  <a:pt x="514500" y="37875"/>
                </a:lnTo>
                <a:lnTo>
                  <a:pt x="514575" y="37875"/>
                </a:lnTo>
                <a:lnTo>
                  <a:pt x="514650" y="37725"/>
                </a:lnTo>
                <a:lnTo>
                  <a:pt x="514725" y="37725"/>
                </a:lnTo>
                <a:lnTo>
                  <a:pt x="514800" y="37500"/>
                </a:lnTo>
                <a:lnTo>
                  <a:pt x="514875" y="37500"/>
                </a:lnTo>
                <a:lnTo>
                  <a:pt x="514950" y="37350"/>
                </a:lnTo>
                <a:lnTo>
                  <a:pt x="515025" y="37350"/>
                </a:lnTo>
                <a:lnTo>
                  <a:pt x="515175" y="37200"/>
                </a:lnTo>
                <a:lnTo>
                  <a:pt x="515175" y="37125"/>
                </a:lnTo>
                <a:lnTo>
                  <a:pt x="515625" y="36675"/>
                </a:lnTo>
                <a:lnTo>
                  <a:pt x="515625" y="36600"/>
                </a:lnTo>
                <a:lnTo>
                  <a:pt x="516075" y="36150"/>
                </a:lnTo>
                <a:lnTo>
                  <a:pt x="516075" y="36075"/>
                </a:lnTo>
                <a:lnTo>
                  <a:pt x="516225" y="35925"/>
                </a:lnTo>
                <a:lnTo>
                  <a:pt x="516300" y="35925"/>
                </a:lnTo>
                <a:lnTo>
                  <a:pt x="516600" y="35625"/>
                </a:lnTo>
                <a:lnTo>
                  <a:pt x="516750" y="35400"/>
                </a:lnTo>
                <a:lnTo>
                  <a:pt x="516900" y="35250"/>
                </a:lnTo>
                <a:lnTo>
                  <a:pt x="517125" y="35100"/>
                </a:lnTo>
                <a:lnTo>
                  <a:pt x="517275" y="34950"/>
                </a:lnTo>
                <a:lnTo>
                  <a:pt x="517275" y="34875"/>
                </a:lnTo>
                <a:lnTo>
                  <a:pt x="517575" y="34575"/>
                </a:lnTo>
                <a:lnTo>
                  <a:pt x="517650" y="34575"/>
                </a:lnTo>
                <a:lnTo>
                  <a:pt x="517950" y="34275"/>
                </a:lnTo>
                <a:lnTo>
                  <a:pt x="517950" y="34200"/>
                </a:lnTo>
                <a:lnTo>
                  <a:pt x="518175" y="34050"/>
                </a:lnTo>
                <a:lnTo>
                  <a:pt x="518475" y="33750"/>
                </a:lnTo>
                <a:lnTo>
                  <a:pt x="518700" y="33600"/>
                </a:lnTo>
                <a:lnTo>
                  <a:pt x="518850" y="33375"/>
                </a:lnTo>
                <a:lnTo>
                  <a:pt x="518700" y="33150"/>
                </a:lnTo>
                <a:lnTo>
                  <a:pt x="518475" y="33000"/>
                </a:lnTo>
                <a:lnTo>
                  <a:pt x="518175" y="32700"/>
                </a:lnTo>
                <a:lnTo>
                  <a:pt x="517950" y="32550"/>
                </a:lnTo>
                <a:lnTo>
                  <a:pt x="517950" y="32475"/>
                </a:lnTo>
                <a:lnTo>
                  <a:pt x="517650" y="32175"/>
                </a:lnTo>
                <a:lnTo>
                  <a:pt x="517575" y="32175"/>
                </a:lnTo>
                <a:lnTo>
                  <a:pt x="517275" y="31875"/>
                </a:lnTo>
                <a:lnTo>
                  <a:pt x="517275" y="31800"/>
                </a:lnTo>
                <a:lnTo>
                  <a:pt x="517125" y="31650"/>
                </a:lnTo>
                <a:lnTo>
                  <a:pt x="516900" y="31500"/>
                </a:lnTo>
                <a:lnTo>
                  <a:pt x="516750" y="31350"/>
                </a:lnTo>
                <a:lnTo>
                  <a:pt x="516600" y="31125"/>
                </a:lnTo>
                <a:lnTo>
                  <a:pt x="516300" y="30825"/>
                </a:lnTo>
                <a:lnTo>
                  <a:pt x="516225" y="30825"/>
                </a:lnTo>
                <a:lnTo>
                  <a:pt x="516075" y="30675"/>
                </a:lnTo>
                <a:lnTo>
                  <a:pt x="516075" y="30600"/>
                </a:lnTo>
                <a:lnTo>
                  <a:pt x="515625" y="30150"/>
                </a:lnTo>
                <a:lnTo>
                  <a:pt x="515625" y="30075"/>
                </a:lnTo>
                <a:lnTo>
                  <a:pt x="515175" y="29625"/>
                </a:lnTo>
                <a:lnTo>
                  <a:pt x="515175" y="29550"/>
                </a:lnTo>
                <a:lnTo>
                  <a:pt x="515025" y="29400"/>
                </a:lnTo>
                <a:lnTo>
                  <a:pt x="514950" y="29400"/>
                </a:lnTo>
                <a:lnTo>
                  <a:pt x="514875" y="29250"/>
                </a:lnTo>
                <a:lnTo>
                  <a:pt x="514800" y="29250"/>
                </a:lnTo>
                <a:lnTo>
                  <a:pt x="514725" y="29025"/>
                </a:lnTo>
                <a:lnTo>
                  <a:pt x="514650" y="29025"/>
                </a:lnTo>
                <a:lnTo>
                  <a:pt x="514575" y="28875"/>
                </a:lnTo>
                <a:lnTo>
                  <a:pt x="514500" y="28875"/>
                </a:lnTo>
                <a:lnTo>
                  <a:pt x="514275" y="28500"/>
                </a:lnTo>
                <a:lnTo>
                  <a:pt x="514125" y="28350"/>
                </a:lnTo>
                <a:lnTo>
                  <a:pt x="513975" y="28125"/>
                </a:lnTo>
                <a:lnTo>
                  <a:pt x="513675" y="27825"/>
                </a:lnTo>
                <a:lnTo>
                  <a:pt x="513675" y="27750"/>
                </a:lnTo>
                <a:lnTo>
                  <a:pt x="513375" y="27450"/>
                </a:lnTo>
                <a:lnTo>
                  <a:pt x="513375" y="27375"/>
                </a:lnTo>
                <a:lnTo>
                  <a:pt x="513300" y="27225"/>
                </a:lnTo>
                <a:lnTo>
                  <a:pt x="513150" y="27075"/>
                </a:lnTo>
                <a:lnTo>
                  <a:pt x="513150" y="27000"/>
                </a:lnTo>
                <a:lnTo>
                  <a:pt x="512850" y="26700"/>
                </a:lnTo>
                <a:lnTo>
                  <a:pt x="512850" y="26625"/>
                </a:lnTo>
                <a:lnTo>
                  <a:pt x="512775" y="26475"/>
                </a:lnTo>
                <a:lnTo>
                  <a:pt x="512625" y="26250"/>
                </a:lnTo>
                <a:lnTo>
                  <a:pt x="512475" y="26100"/>
                </a:lnTo>
                <a:lnTo>
                  <a:pt x="512400" y="25875"/>
                </a:lnTo>
                <a:lnTo>
                  <a:pt x="512250" y="25725"/>
                </a:lnTo>
                <a:lnTo>
                  <a:pt x="512175" y="25500"/>
                </a:lnTo>
                <a:lnTo>
                  <a:pt x="512100" y="25500"/>
                </a:lnTo>
                <a:lnTo>
                  <a:pt x="512025" y="25350"/>
                </a:lnTo>
                <a:lnTo>
                  <a:pt x="512025" y="25275"/>
                </a:lnTo>
                <a:lnTo>
                  <a:pt x="511875" y="25125"/>
                </a:lnTo>
                <a:lnTo>
                  <a:pt x="511800" y="24900"/>
                </a:lnTo>
                <a:lnTo>
                  <a:pt x="511650" y="24750"/>
                </a:lnTo>
                <a:lnTo>
                  <a:pt x="511650" y="24675"/>
                </a:lnTo>
                <a:lnTo>
                  <a:pt x="511500" y="24300"/>
                </a:lnTo>
                <a:lnTo>
                  <a:pt x="511425" y="24300"/>
                </a:lnTo>
                <a:lnTo>
                  <a:pt x="511350" y="24150"/>
                </a:lnTo>
                <a:lnTo>
                  <a:pt x="511350" y="24075"/>
                </a:lnTo>
                <a:lnTo>
                  <a:pt x="511050" y="23550"/>
                </a:lnTo>
                <a:lnTo>
                  <a:pt x="511050" y="23475"/>
                </a:lnTo>
                <a:lnTo>
                  <a:pt x="510900" y="23100"/>
                </a:lnTo>
                <a:lnTo>
                  <a:pt x="510825" y="23100"/>
                </a:lnTo>
                <a:lnTo>
                  <a:pt x="510450" y="22050"/>
                </a:lnTo>
                <a:lnTo>
                  <a:pt x="510375" y="22050"/>
                </a:lnTo>
                <a:lnTo>
                  <a:pt x="510225" y="21675"/>
                </a:lnTo>
                <a:lnTo>
                  <a:pt x="510225" y="21600"/>
                </a:lnTo>
                <a:lnTo>
                  <a:pt x="509850" y="20550"/>
                </a:lnTo>
                <a:lnTo>
                  <a:pt x="509850" y="20325"/>
                </a:lnTo>
                <a:lnTo>
                  <a:pt x="509775" y="20325"/>
                </a:lnTo>
                <a:lnTo>
                  <a:pt x="509775" y="20100"/>
                </a:lnTo>
                <a:lnTo>
                  <a:pt x="509550" y="19425"/>
                </a:lnTo>
                <a:lnTo>
                  <a:pt x="509550" y="19200"/>
                </a:lnTo>
                <a:lnTo>
                  <a:pt x="509400" y="18750"/>
                </a:lnTo>
                <a:lnTo>
                  <a:pt x="509400" y="18525"/>
                </a:lnTo>
                <a:lnTo>
                  <a:pt x="509250" y="18075"/>
                </a:lnTo>
                <a:lnTo>
                  <a:pt x="509250" y="17850"/>
                </a:lnTo>
                <a:lnTo>
                  <a:pt x="509175" y="17625"/>
                </a:lnTo>
                <a:lnTo>
                  <a:pt x="509175" y="17175"/>
                </a:lnTo>
                <a:lnTo>
                  <a:pt x="509100" y="17100"/>
                </a:lnTo>
                <a:lnTo>
                  <a:pt x="509100" y="16650"/>
                </a:lnTo>
                <a:lnTo>
                  <a:pt x="509025" y="16425"/>
                </a:lnTo>
                <a:lnTo>
                  <a:pt x="509025" y="15675"/>
                </a:lnTo>
                <a:lnTo>
                  <a:pt x="508950" y="15525"/>
                </a:lnTo>
                <a:lnTo>
                  <a:pt x="508950" y="14250"/>
                </a:lnTo>
                <a:close/>
                <a:moveTo>
                  <a:pt x="542775" y="13800"/>
                </a:moveTo>
                <a:lnTo>
                  <a:pt x="543900" y="13800"/>
                </a:lnTo>
                <a:lnTo>
                  <a:pt x="544050" y="13875"/>
                </a:lnTo>
                <a:lnTo>
                  <a:pt x="544875" y="13875"/>
                </a:lnTo>
                <a:lnTo>
                  <a:pt x="544875" y="13950"/>
                </a:lnTo>
                <a:lnTo>
                  <a:pt x="545475" y="13950"/>
                </a:lnTo>
                <a:lnTo>
                  <a:pt x="545625" y="14025"/>
                </a:lnTo>
                <a:lnTo>
                  <a:pt x="546075" y="14025"/>
                </a:lnTo>
                <a:lnTo>
                  <a:pt x="546225" y="14100"/>
                </a:lnTo>
                <a:lnTo>
                  <a:pt x="546450" y="14100"/>
                </a:lnTo>
                <a:lnTo>
                  <a:pt x="546600" y="14175"/>
                </a:lnTo>
                <a:lnTo>
                  <a:pt x="546825" y="14175"/>
                </a:lnTo>
                <a:lnTo>
                  <a:pt x="546975" y="14250"/>
                </a:lnTo>
                <a:lnTo>
                  <a:pt x="547350" y="14250"/>
                </a:lnTo>
                <a:lnTo>
                  <a:pt x="547350" y="14325"/>
                </a:lnTo>
                <a:lnTo>
                  <a:pt x="547575" y="14325"/>
                </a:lnTo>
                <a:lnTo>
                  <a:pt x="547725" y="14400"/>
                </a:lnTo>
                <a:lnTo>
                  <a:pt x="547950" y="14400"/>
                </a:lnTo>
                <a:lnTo>
                  <a:pt x="548100" y="14475"/>
                </a:lnTo>
                <a:lnTo>
                  <a:pt x="548325" y="14475"/>
                </a:lnTo>
                <a:lnTo>
                  <a:pt x="548475" y="14550"/>
                </a:lnTo>
                <a:lnTo>
                  <a:pt x="548625" y="14550"/>
                </a:lnTo>
                <a:lnTo>
                  <a:pt x="548625" y="14625"/>
                </a:lnTo>
                <a:lnTo>
                  <a:pt x="548850" y="14625"/>
                </a:lnTo>
                <a:lnTo>
                  <a:pt x="549000" y="14700"/>
                </a:lnTo>
                <a:lnTo>
                  <a:pt x="549150" y="14700"/>
                </a:lnTo>
                <a:lnTo>
                  <a:pt x="549225" y="14775"/>
                </a:lnTo>
                <a:lnTo>
                  <a:pt x="549375" y="14775"/>
                </a:lnTo>
                <a:lnTo>
                  <a:pt x="549675" y="14925"/>
                </a:lnTo>
                <a:lnTo>
                  <a:pt x="549900" y="14925"/>
                </a:lnTo>
                <a:lnTo>
                  <a:pt x="550350" y="15150"/>
                </a:lnTo>
                <a:lnTo>
                  <a:pt x="550575" y="15150"/>
                </a:lnTo>
                <a:lnTo>
                  <a:pt x="550575" y="15225"/>
                </a:lnTo>
                <a:lnTo>
                  <a:pt x="550725" y="15225"/>
                </a:lnTo>
                <a:lnTo>
                  <a:pt x="551025" y="15375"/>
                </a:lnTo>
                <a:lnTo>
                  <a:pt x="551100" y="15375"/>
                </a:lnTo>
                <a:lnTo>
                  <a:pt x="551175" y="15450"/>
                </a:lnTo>
                <a:lnTo>
                  <a:pt x="551250" y="15450"/>
                </a:lnTo>
                <a:lnTo>
                  <a:pt x="552150" y="15900"/>
                </a:lnTo>
                <a:lnTo>
                  <a:pt x="552225" y="15900"/>
                </a:lnTo>
                <a:lnTo>
                  <a:pt x="552300" y="15975"/>
                </a:lnTo>
                <a:lnTo>
                  <a:pt x="552375" y="15975"/>
                </a:lnTo>
                <a:lnTo>
                  <a:pt x="552450" y="16050"/>
                </a:lnTo>
                <a:lnTo>
                  <a:pt x="552525" y="16050"/>
                </a:lnTo>
                <a:lnTo>
                  <a:pt x="552600" y="16125"/>
                </a:lnTo>
                <a:lnTo>
                  <a:pt x="552675" y="16125"/>
                </a:lnTo>
                <a:lnTo>
                  <a:pt x="553725" y="16650"/>
                </a:lnTo>
                <a:lnTo>
                  <a:pt x="553800" y="16725"/>
                </a:lnTo>
                <a:lnTo>
                  <a:pt x="553875" y="16725"/>
                </a:lnTo>
                <a:lnTo>
                  <a:pt x="554100" y="16950"/>
                </a:lnTo>
                <a:lnTo>
                  <a:pt x="554175" y="16950"/>
                </a:lnTo>
                <a:lnTo>
                  <a:pt x="554250" y="17025"/>
                </a:lnTo>
                <a:lnTo>
                  <a:pt x="554325" y="17025"/>
                </a:lnTo>
                <a:lnTo>
                  <a:pt x="554400" y="17100"/>
                </a:lnTo>
                <a:lnTo>
                  <a:pt x="554700" y="17250"/>
                </a:lnTo>
                <a:lnTo>
                  <a:pt x="554700" y="17325"/>
                </a:lnTo>
                <a:lnTo>
                  <a:pt x="555000" y="17475"/>
                </a:lnTo>
                <a:lnTo>
                  <a:pt x="555075" y="17550"/>
                </a:lnTo>
                <a:lnTo>
                  <a:pt x="555150" y="17550"/>
                </a:lnTo>
                <a:lnTo>
                  <a:pt x="555225" y="17625"/>
                </a:lnTo>
                <a:lnTo>
                  <a:pt x="555225" y="17700"/>
                </a:lnTo>
                <a:lnTo>
                  <a:pt x="555525" y="17850"/>
                </a:lnTo>
                <a:lnTo>
                  <a:pt x="555750" y="18075"/>
                </a:lnTo>
                <a:lnTo>
                  <a:pt x="556050" y="18225"/>
                </a:lnTo>
                <a:lnTo>
                  <a:pt x="556050" y="18300"/>
                </a:lnTo>
                <a:lnTo>
                  <a:pt x="556125" y="18375"/>
                </a:lnTo>
                <a:lnTo>
                  <a:pt x="556200" y="18375"/>
                </a:lnTo>
                <a:lnTo>
                  <a:pt x="556500" y="18675"/>
                </a:lnTo>
                <a:lnTo>
                  <a:pt x="556650" y="18750"/>
                </a:lnTo>
                <a:lnTo>
                  <a:pt x="556650" y="18825"/>
                </a:lnTo>
                <a:lnTo>
                  <a:pt x="556725" y="18900"/>
                </a:lnTo>
                <a:lnTo>
                  <a:pt x="556800" y="18900"/>
                </a:lnTo>
                <a:lnTo>
                  <a:pt x="557325" y="19425"/>
                </a:lnTo>
                <a:lnTo>
                  <a:pt x="557400" y="19425"/>
                </a:lnTo>
                <a:lnTo>
                  <a:pt x="557475" y="19575"/>
                </a:lnTo>
                <a:lnTo>
                  <a:pt x="557550" y="19650"/>
                </a:lnTo>
                <a:lnTo>
                  <a:pt x="557625" y="19650"/>
                </a:lnTo>
                <a:lnTo>
                  <a:pt x="557700" y="19800"/>
                </a:lnTo>
                <a:lnTo>
                  <a:pt x="558225" y="20325"/>
                </a:lnTo>
                <a:lnTo>
                  <a:pt x="558300" y="20475"/>
                </a:lnTo>
                <a:lnTo>
                  <a:pt x="558375" y="20475"/>
                </a:lnTo>
                <a:lnTo>
                  <a:pt x="558450" y="20550"/>
                </a:lnTo>
                <a:lnTo>
                  <a:pt x="558450" y="20625"/>
                </a:lnTo>
                <a:lnTo>
                  <a:pt x="558600" y="20850"/>
                </a:lnTo>
                <a:lnTo>
                  <a:pt x="558675" y="20850"/>
                </a:lnTo>
                <a:lnTo>
                  <a:pt x="558750" y="20925"/>
                </a:lnTo>
                <a:lnTo>
                  <a:pt x="558825" y="21075"/>
                </a:lnTo>
                <a:lnTo>
                  <a:pt x="559050" y="21300"/>
                </a:lnTo>
                <a:lnTo>
                  <a:pt x="559200" y="21525"/>
                </a:lnTo>
                <a:lnTo>
                  <a:pt x="559200" y="21600"/>
                </a:lnTo>
                <a:lnTo>
                  <a:pt x="559275" y="21675"/>
                </a:lnTo>
                <a:lnTo>
                  <a:pt x="559350" y="21675"/>
                </a:lnTo>
                <a:lnTo>
                  <a:pt x="559650" y="22200"/>
                </a:lnTo>
                <a:lnTo>
                  <a:pt x="559875" y="22425"/>
                </a:lnTo>
                <a:lnTo>
                  <a:pt x="560025" y="22725"/>
                </a:lnTo>
                <a:lnTo>
                  <a:pt x="560100" y="22800"/>
                </a:lnTo>
                <a:lnTo>
                  <a:pt x="560100" y="22875"/>
                </a:lnTo>
                <a:lnTo>
                  <a:pt x="560400" y="23325"/>
                </a:lnTo>
                <a:lnTo>
                  <a:pt x="560400" y="23400"/>
                </a:lnTo>
                <a:lnTo>
                  <a:pt x="560475" y="23475"/>
                </a:lnTo>
                <a:lnTo>
                  <a:pt x="560625" y="23775"/>
                </a:lnTo>
                <a:lnTo>
                  <a:pt x="560700" y="23850"/>
                </a:lnTo>
                <a:lnTo>
                  <a:pt x="560700" y="23925"/>
                </a:lnTo>
                <a:lnTo>
                  <a:pt x="560775" y="24000"/>
                </a:lnTo>
                <a:lnTo>
                  <a:pt x="561000" y="24450"/>
                </a:lnTo>
                <a:lnTo>
                  <a:pt x="561075" y="24525"/>
                </a:lnTo>
                <a:lnTo>
                  <a:pt x="561075" y="24600"/>
                </a:lnTo>
                <a:lnTo>
                  <a:pt x="561150" y="24675"/>
                </a:lnTo>
                <a:lnTo>
                  <a:pt x="561150" y="24825"/>
                </a:lnTo>
                <a:lnTo>
                  <a:pt x="561225" y="24825"/>
                </a:lnTo>
                <a:lnTo>
                  <a:pt x="561225" y="24975"/>
                </a:lnTo>
                <a:lnTo>
                  <a:pt x="561375" y="25200"/>
                </a:lnTo>
                <a:lnTo>
                  <a:pt x="561375" y="25275"/>
                </a:lnTo>
                <a:lnTo>
                  <a:pt x="561450" y="25350"/>
                </a:lnTo>
                <a:lnTo>
                  <a:pt x="561450" y="25425"/>
                </a:lnTo>
                <a:lnTo>
                  <a:pt x="561525" y="25500"/>
                </a:lnTo>
                <a:lnTo>
                  <a:pt x="561525" y="25650"/>
                </a:lnTo>
                <a:lnTo>
                  <a:pt x="561750" y="26100"/>
                </a:lnTo>
                <a:lnTo>
                  <a:pt x="561750" y="26250"/>
                </a:lnTo>
                <a:lnTo>
                  <a:pt x="561900" y="26475"/>
                </a:lnTo>
                <a:lnTo>
                  <a:pt x="561900" y="26625"/>
                </a:lnTo>
                <a:lnTo>
                  <a:pt x="562050" y="26925"/>
                </a:lnTo>
                <a:lnTo>
                  <a:pt x="562050" y="27075"/>
                </a:lnTo>
                <a:lnTo>
                  <a:pt x="562125" y="27225"/>
                </a:lnTo>
                <a:lnTo>
                  <a:pt x="562125" y="27375"/>
                </a:lnTo>
                <a:lnTo>
                  <a:pt x="562200" y="27375"/>
                </a:lnTo>
                <a:lnTo>
                  <a:pt x="562200" y="27525"/>
                </a:lnTo>
                <a:lnTo>
                  <a:pt x="562275" y="27600"/>
                </a:lnTo>
                <a:lnTo>
                  <a:pt x="562275" y="27825"/>
                </a:lnTo>
                <a:lnTo>
                  <a:pt x="562350" y="27900"/>
                </a:lnTo>
                <a:lnTo>
                  <a:pt x="562350" y="28050"/>
                </a:lnTo>
                <a:lnTo>
                  <a:pt x="562425" y="28200"/>
                </a:lnTo>
                <a:lnTo>
                  <a:pt x="562425" y="28350"/>
                </a:lnTo>
                <a:lnTo>
                  <a:pt x="562500" y="28500"/>
                </a:lnTo>
                <a:lnTo>
                  <a:pt x="562500" y="28650"/>
                </a:lnTo>
                <a:lnTo>
                  <a:pt x="562575" y="28800"/>
                </a:lnTo>
                <a:lnTo>
                  <a:pt x="562575" y="29100"/>
                </a:lnTo>
                <a:lnTo>
                  <a:pt x="562650" y="29250"/>
                </a:lnTo>
                <a:lnTo>
                  <a:pt x="562650" y="29400"/>
                </a:lnTo>
                <a:lnTo>
                  <a:pt x="562725" y="29550"/>
                </a:lnTo>
                <a:lnTo>
                  <a:pt x="562725" y="29850"/>
                </a:lnTo>
                <a:lnTo>
                  <a:pt x="562800" y="29925"/>
                </a:lnTo>
                <a:lnTo>
                  <a:pt x="562800" y="30450"/>
                </a:lnTo>
                <a:lnTo>
                  <a:pt x="562875" y="30525"/>
                </a:lnTo>
                <a:lnTo>
                  <a:pt x="562875" y="30975"/>
                </a:lnTo>
                <a:lnTo>
                  <a:pt x="562950" y="31125"/>
                </a:lnTo>
                <a:lnTo>
                  <a:pt x="562950" y="31875"/>
                </a:lnTo>
                <a:lnTo>
                  <a:pt x="563025" y="32025"/>
                </a:lnTo>
                <a:lnTo>
                  <a:pt x="563025" y="34275"/>
                </a:lnTo>
                <a:lnTo>
                  <a:pt x="562950" y="34425"/>
                </a:lnTo>
                <a:lnTo>
                  <a:pt x="562950" y="35175"/>
                </a:lnTo>
                <a:lnTo>
                  <a:pt x="562875" y="35250"/>
                </a:lnTo>
                <a:lnTo>
                  <a:pt x="562875" y="35700"/>
                </a:lnTo>
                <a:lnTo>
                  <a:pt x="562800" y="35850"/>
                </a:lnTo>
                <a:lnTo>
                  <a:pt x="562800" y="36300"/>
                </a:lnTo>
                <a:lnTo>
                  <a:pt x="562725" y="36450"/>
                </a:lnTo>
                <a:lnTo>
                  <a:pt x="562725" y="36750"/>
                </a:lnTo>
                <a:lnTo>
                  <a:pt x="562650" y="36900"/>
                </a:lnTo>
                <a:lnTo>
                  <a:pt x="562650" y="37050"/>
                </a:lnTo>
                <a:lnTo>
                  <a:pt x="562575" y="37200"/>
                </a:lnTo>
                <a:lnTo>
                  <a:pt x="562575" y="37500"/>
                </a:lnTo>
                <a:lnTo>
                  <a:pt x="562500" y="37650"/>
                </a:lnTo>
                <a:lnTo>
                  <a:pt x="562500" y="37800"/>
                </a:lnTo>
                <a:lnTo>
                  <a:pt x="562425" y="37875"/>
                </a:lnTo>
                <a:lnTo>
                  <a:pt x="562425" y="38100"/>
                </a:lnTo>
                <a:lnTo>
                  <a:pt x="562350" y="38175"/>
                </a:lnTo>
                <a:lnTo>
                  <a:pt x="562350" y="38325"/>
                </a:lnTo>
                <a:lnTo>
                  <a:pt x="562275" y="38475"/>
                </a:lnTo>
                <a:lnTo>
                  <a:pt x="562275" y="38625"/>
                </a:lnTo>
                <a:lnTo>
                  <a:pt x="562200" y="38775"/>
                </a:lnTo>
                <a:lnTo>
                  <a:pt x="562200" y="38925"/>
                </a:lnTo>
                <a:lnTo>
                  <a:pt x="562125" y="38925"/>
                </a:lnTo>
                <a:lnTo>
                  <a:pt x="562125" y="39075"/>
                </a:lnTo>
                <a:lnTo>
                  <a:pt x="562050" y="39225"/>
                </a:lnTo>
                <a:lnTo>
                  <a:pt x="562050" y="39375"/>
                </a:lnTo>
                <a:lnTo>
                  <a:pt x="561900" y="39600"/>
                </a:lnTo>
                <a:lnTo>
                  <a:pt x="561900" y="39750"/>
                </a:lnTo>
                <a:lnTo>
                  <a:pt x="561750" y="40050"/>
                </a:lnTo>
                <a:lnTo>
                  <a:pt x="561750" y="40200"/>
                </a:lnTo>
                <a:lnTo>
                  <a:pt x="561600" y="40500"/>
                </a:lnTo>
                <a:lnTo>
                  <a:pt x="561525" y="40575"/>
                </a:lnTo>
                <a:lnTo>
                  <a:pt x="561525" y="40800"/>
                </a:lnTo>
                <a:lnTo>
                  <a:pt x="561450" y="40875"/>
                </a:lnTo>
                <a:lnTo>
                  <a:pt x="561225" y="41325"/>
                </a:lnTo>
                <a:lnTo>
                  <a:pt x="561225" y="41400"/>
                </a:lnTo>
                <a:lnTo>
                  <a:pt x="561150" y="41475"/>
                </a:lnTo>
                <a:lnTo>
                  <a:pt x="561150" y="41625"/>
                </a:lnTo>
                <a:lnTo>
                  <a:pt x="561075" y="41700"/>
                </a:lnTo>
                <a:lnTo>
                  <a:pt x="560850" y="42150"/>
                </a:lnTo>
                <a:lnTo>
                  <a:pt x="560775" y="42225"/>
                </a:lnTo>
                <a:lnTo>
                  <a:pt x="560775" y="42300"/>
                </a:lnTo>
                <a:lnTo>
                  <a:pt x="560475" y="42750"/>
                </a:lnTo>
                <a:lnTo>
                  <a:pt x="560475" y="42825"/>
                </a:lnTo>
                <a:lnTo>
                  <a:pt x="560175" y="43275"/>
                </a:lnTo>
                <a:lnTo>
                  <a:pt x="560175" y="43350"/>
                </a:lnTo>
                <a:lnTo>
                  <a:pt x="559875" y="43800"/>
                </a:lnTo>
                <a:lnTo>
                  <a:pt x="559875" y="43875"/>
                </a:lnTo>
                <a:lnTo>
                  <a:pt x="559800" y="43950"/>
                </a:lnTo>
                <a:lnTo>
                  <a:pt x="559725" y="43950"/>
                </a:lnTo>
                <a:lnTo>
                  <a:pt x="559425" y="44475"/>
                </a:lnTo>
                <a:lnTo>
                  <a:pt x="559200" y="44700"/>
                </a:lnTo>
                <a:lnTo>
                  <a:pt x="559050" y="44925"/>
                </a:lnTo>
                <a:lnTo>
                  <a:pt x="559050" y="45000"/>
                </a:lnTo>
                <a:lnTo>
                  <a:pt x="558975" y="45075"/>
                </a:lnTo>
                <a:lnTo>
                  <a:pt x="558900" y="45075"/>
                </a:lnTo>
                <a:lnTo>
                  <a:pt x="558750" y="45300"/>
                </a:lnTo>
                <a:lnTo>
                  <a:pt x="558750" y="45375"/>
                </a:lnTo>
                <a:lnTo>
                  <a:pt x="558675" y="45450"/>
                </a:lnTo>
                <a:lnTo>
                  <a:pt x="558600" y="45450"/>
                </a:lnTo>
                <a:lnTo>
                  <a:pt x="558375" y="45825"/>
                </a:lnTo>
                <a:lnTo>
                  <a:pt x="558300" y="45825"/>
                </a:lnTo>
                <a:lnTo>
                  <a:pt x="558150" y="46050"/>
                </a:lnTo>
                <a:lnTo>
                  <a:pt x="558000" y="46125"/>
                </a:lnTo>
                <a:lnTo>
                  <a:pt x="558000" y="46200"/>
                </a:lnTo>
                <a:lnTo>
                  <a:pt x="557775" y="46350"/>
                </a:lnTo>
                <a:lnTo>
                  <a:pt x="557775" y="46425"/>
                </a:lnTo>
                <a:lnTo>
                  <a:pt x="557250" y="46950"/>
                </a:lnTo>
                <a:lnTo>
                  <a:pt x="557100" y="47025"/>
                </a:lnTo>
                <a:lnTo>
                  <a:pt x="557100" y="47100"/>
                </a:lnTo>
                <a:lnTo>
                  <a:pt x="557025" y="47175"/>
                </a:lnTo>
                <a:lnTo>
                  <a:pt x="556875" y="47250"/>
                </a:lnTo>
                <a:lnTo>
                  <a:pt x="556875" y="47325"/>
                </a:lnTo>
                <a:lnTo>
                  <a:pt x="556800" y="47400"/>
                </a:lnTo>
                <a:lnTo>
                  <a:pt x="556725" y="47400"/>
                </a:lnTo>
                <a:lnTo>
                  <a:pt x="556425" y="47700"/>
                </a:lnTo>
                <a:lnTo>
                  <a:pt x="556275" y="47775"/>
                </a:lnTo>
                <a:lnTo>
                  <a:pt x="556275" y="47850"/>
                </a:lnTo>
                <a:lnTo>
                  <a:pt x="556200" y="47925"/>
                </a:lnTo>
                <a:lnTo>
                  <a:pt x="556125" y="47925"/>
                </a:lnTo>
                <a:lnTo>
                  <a:pt x="555900" y="48075"/>
                </a:lnTo>
                <a:lnTo>
                  <a:pt x="555900" y="48150"/>
                </a:lnTo>
                <a:lnTo>
                  <a:pt x="555675" y="48300"/>
                </a:lnTo>
                <a:lnTo>
                  <a:pt x="555600" y="48300"/>
                </a:lnTo>
                <a:lnTo>
                  <a:pt x="555525" y="48375"/>
                </a:lnTo>
                <a:lnTo>
                  <a:pt x="555525" y="48450"/>
                </a:lnTo>
                <a:lnTo>
                  <a:pt x="555225" y="48600"/>
                </a:lnTo>
                <a:lnTo>
                  <a:pt x="555000" y="48825"/>
                </a:lnTo>
                <a:lnTo>
                  <a:pt x="554550" y="49050"/>
                </a:lnTo>
                <a:lnTo>
                  <a:pt x="554550" y="49125"/>
                </a:lnTo>
                <a:lnTo>
                  <a:pt x="554325" y="49275"/>
                </a:lnTo>
                <a:lnTo>
                  <a:pt x="554250" y="49275"/>
                </a:lnTo>
                <a:lnTo>
                  <a:pt x="554175" y="49350"/>
                </a:lnTo>
                <a:lnTo>
                  <a:pt x="554100" y="49350"/>
                </a:lnTo>
                <a:lnTo>
                  <a:pt x="554025" y="49425"/>
                </a:lnTo>
                <a:lnTo>
                  <a:pt x="553950" y="49425"/>
                </a:lnTo>
                <a:lnTo>
                  <a:pt x="553875" y="49500"/>
                </a:lnTo>
                <a:lnTo>
                  <a:pt x="553800" y="49500"/>
                </a:lnTo>
                <a:lnTo>
                  <a:pt x="553725" y="49575"/>
                </a:lnTo>
                <a:lnTo>
                  <a:pt x="553725" y="49650"/>
                </a:lnTo>
                <a:lnTo>
                  <a:pt x="552675" y="50175"/>
                </a:lnTo>
                <a:lnTo>
                  <a:pt x="552600" y="50175"/>
                </a:lnTo>
                <a:lnTo>
                  <a:pt x="552525" y="50250"/>
                </a:lnTo>
                <a:lnTo>
                  <a:pt x="552450" y="50250"/>
                </a:lnTo>
                <a:lnTo>
                  <a:pt x="552225" y="50400"/>
                </a:lnTo>
                <a:lnTo>
                  <a:pt x="552150" y="50400"/>
                </a:lnTo>
                <a:lnTo>
                  <a:pt x="551250" y="50850"/>
                </a:lnTo>
                <a:lnTo>
                  <a:pt x="551175" y="50850"/>
                </a:lnTo>
                <a:lnTo>
                  <a:pt x="551100" y="50925"/>
                </a:lnTo>
                <a:lnTo>
                  <a:pt x="550875" y="50925"/>
                </a:lnTo>
                <a:lnTo>
                  <a:pt x="550875" y="51000"/>
                </a:lnTo>
                <a:lnTo>
                  <a:pt x="550725" y="51000"/>
                </a:lnTo>
                <a:lnTo>
                  <a:pt x="550050" y="51300"/>
                </a:lnTo>
                <a:lnTo>
                  <a:pt x="549900" y="51300"/>
                </a:lnTo>
                <a:lnTo>
                  <a:pt x="549525" y="51450"/>
                </a:lnTo>
                <a:lnTo>
                  <a:pt x="549375" y="51450"/>
                </a:lnTo>
                <a:lnTo>
                  <a:pt x="549375" y="51525"/>
                </a:lnTo>
                <a:lnTo>
                  <a:pt x="549150" y="51525"/>
                </a:lnTo>
                <a:lnTo>
                  <a:pt x="548850" y="51675"/>
                </a:lnTo>
                <a:lnTo>
                  <a:pt x="548625" y="51675"/>
                </a:lnTo>
                <a:lnTo>
                  <a:pt x="548475" y="51750"/>
                </a:lnTo>
                <a:lnTo>
                  <a:pt x="548250" y="51750"/>
                </a:lnTo>
                <a:lnTo>
                  <a:pt x="547950" y="51900"/>
                </a:lnTo>
                <a:lnTo>
                  <a:pt x="547725" y="51900"/>
                </a:lnTo>
                <a:lnTo>
                  <a:pt x="547575" y="51975"/>
                </a:lnTo>
                <a:lnTo>
                  <a:pt x="547350" y="51975"/>
                </a:lnTo>
                <a:lnTo>
                  <a:pt x="547200" y="52050"/>
                </a:lnTo>
                <a:lnTo>
                  <a:pt x="546975" y="52050"/>
                </a:lnTo>
                <a:lnTo>
                  <a:pt x="546825" y="52125"/>
                </a:lnTo>
                <a:lnTo>
                  <a:pt x="546450" y="52125"/>
                </a:lnTo>
                <a:lnTo>
                  <a:pt x="546450" y="52200"/>
                </a:lnTo>
                <a:lnTo>
                  <a:pt x="546000" y="52200"/>
                </a:lnTo>
                <a:lnTo>
                  <a:pt x="545850" y="52275"/>
                </a:lnTo>
                <a:lnTo>
                  <a:pt x="545475" y="52275"/>
                </a:lnTo>
                <a:lnTo>
                  <a:pt x="545250" y="52350"/>
                </a:lnTo>
                <a:lnTo>
                  <a:pt x="544725" y="52350"/>
                </a:lnTo>
                <a:lnTo>
                  <a:pt x="544650" y="52425"/>
                </a:lnTo>
                <a:lnTo>
                  <a:pt x="543675" y="52425"/>
                </a:lnTo>
                <a:lnTo>
                  <a:pt x="543525" y="52500"/>
                </a:lnTo>
                <a:lnTo>
                  <a:pt x="537075" y="52500"/>
                </a:lnTo>
                <a:lnTo>
                  <a:pt x="537075" y="5250"/>
                </a:lnTo>
                <a:lnTo>
                  <a:pt x="530550" y="5250"/>
                </a:lnTo>
                <a:lnTo>
                  <a:pt x="530550" y="0"/>
                </a:lnTo>
                <a:lnTo>
                  <a:pt x="562050" y="0"/>
                </a:lnTo>
                <a:lnTo>
                  <a:pt x="562050" y="5250"/>
                </a:lnTo>
                <a:lnTo>
                  <a:pt x="542775" y="5250"/>
                </a:lnTo>
                <a:close/>
                <a:moveTo>
                  <a:pt x="542775" y="47250"/>
                </a:moveTo>
                <a:lnTo>
                  <a:pt x="543375" y="47250"/>
                </a:lnTo>
                <a:lnTo>
                  <a:pt x="543525" y="47175"/>
                </a:lnTo>
                <a:lnTo>
                  <a:pt x="544275" y="47175"/>
                </a:lnTo>
                <a:lnTo>
                  <a:pt x="544425" y="47100"/>
                </a:lnTo>
                <a:lnTo>
                  <a:pt x="544875" y="47100"/>
                </a:lnTo>
                <a:lnTo>
                  <a:pt x="545025" y="47025"/>
                </a:lnTo>
                <a:lnTo>
                  <a:pt x="545400" y="47025"/>
                </a:lnTo>
                <a:lnTo>
                  <a:pt x="545550" y="46950"/>
                </a:lnTo>
                <a:lnTo>
                  <a:pt x="545850" y="46950"/>
                </a:lnTo>
                <a:lnTo>
                  <a:pt x="546000" y="46875"/>
                </a:lnTo>
                <a:lnTo>
                  <a:pt x="546300" y="46875"/>
                </a:lnTo>
                <a:lnTo>
                  <a:pt x="546375" y="46800"/>
                </a:lnTo>
                <a:lnTo>
                  <a:pt x="546525" y="46800"/>
                </a:lnTo>
                <a:lnTo>
                  <a:pt x="546675" y="46725"/>
                </a:lnTo>
                <a:lnTo>
                  <a:pt x="546825" y="46725"/>
                </a:lnTo>
                <a:lnTo>
                  <a:pt x="546900" y="46650"/>
                </a:lnTo>
                <a:lnTo>
                  <a:pt x="547050" y="46650"/>
                </a:lnTo>
                <a:lnTo>
                  <a:pt x="547200" y="46575"/>
                </a:lnTo>
                <a:lnTo>
                  <a:pt x="547425" y="46575"/>
                </a:lnTo>
                <a:lnTo>
                  <a:pt x="547575" y="46500"/>
                </a:lnTo>
                <a:lnTo>
                  <a:pt x="547725" y="46500"/>
                </a:lnTo>
                <a:lnTo>
                  <a:pt x="547950" y="46350"/>
                </a:lnTo>
                <a:lnTo>
                  <a:pt x="548100" y="46350"/>
                </a:lnTo>
                <a:lnTo>
                  <a:pt x="548175" y="46275"/>
                </a:lnTo>
                <a:lnTo>
                  <a:pt x="548325" y="46275"/>
                </a:lnTo>
                <a:lnTo>
                  <a:pt x="548475" y="46200"/>
                </a:lnTo>
                <a:lnTo>
                  <a:pt x="548550" y="46200"/>
                </a:lnTo>
                <a:lnTo>
                  <a:pt x="548775" y="46050"/>
                </a:lnTo>
                <a:lnTo>
                  <a:pt x="548925" y="46050"/>
                </a:lnTo>
                <a:lnTo>
                  <a:pt x="549000" y="45975"/>
                </a:lnTo>
                <a:lnTo>
                  <a:pt x="549150" y="45900"/>
                </a:lnTo>
                <a:lnTo>
                  <a:pt x="549225" y="45900"/>
                </a:lnTo>
                <a:lnTo>
                  <a:pt x="549450" y="45750"/>
                </a:lnTo>
                <a:lnTo>
                  <a:pt x="549600" y="45750"/>
                </a:lnTo>
                <a:lnTo>
                  <a:pt x="549675" y="45675"/>
                </a:lnTo>
                <a:lnTo>
                  <a:pt x="549825" y="45600"/>
                </a:lnTo>
                <a:lnTo>
                  <a:pt x="549900" y="45600"/>
                </a:lnTo>
                <a:lnTo>
                  <a:pt x="550275" y="45375"/>
                </a:lnTo>
                <a:lnTo>
                  <a:pt x="550350" y="45375"/>
                </a:lnTo>
                <a:lnTo>
                  <a:pt x="550650" y="45150"/>
                </a:lnTo>
                <a:lnTo>
                  <a:pt x="550725" y="45150"/>
                </a:lnTo>
                <a:lnTo>
                  <a:pt x="550875" y="45075"/>
                </a:lnTo>
                <a:lnTo>
                  <a:pt x="551025" y="44925"/>
                </a:lnTo>
                <a:lnTo>
                  <a:pt x="551250" y="44775"/>
                </a:lnTo>
                <a:lnTo>
                  <a:pt x="551325" y="44775"/>
                </a:lnTo>
                <a:lnTo>
                  <a:pt x="551475" y="44700"/>
                </a:lnTo>
                <a:lnTo>
                  <a:pt x="552075" y="44175"/>
                </a:lnTo>
                <a:lnTo>
                  <a:pt x="552300" y="44025"/>
                </a:lnTo>
                <a:lnTo>
                  <a:pt x="552375" y="44025"/>
                </a:lnTo>
                <a:lnTo>
                  <a:pt x="552600" y="43800"/>
                </a:lnTo>
                <a:lnTo>
                  <a:pt x="552750" y="43725"/>
                </a:lnTo>
                <a:lnTo>
                  <a:pt x="553125" y="43350"/>
                </a:lnTo>
                <a:lnTo>
                  <a:pt x="553200" y="43200"/>
                </a:lnTo>
                <a:lnTo>
                  <a:pt x="554025" y="42375"/>
                </a:lnTo>
                <a:lnTo>
                  <a:pt x="554100" y="42225"/>
                </a:lnTo>
                <a:lnTo>
                  <a:pt x="554475" y="41850"/>
                </a:lnTo>
                <a:lnTo>
                  <a:pt x="554550" y="41700"/>
                </a:lnTo>
                <a:lnTo>
                  <a:pt x="554700" y="41550"/>
                </a:lnTo>
                <a:lnTo>
                  <a:pt x="554700" y="41475"/>
                </a:lnTo>
                <a:lnTo>
                  <a:pt x="554850" y="41250"/>
                </a:lnTo>
                <a:lnTo>
                  <a:pt x="555075" y="41025"/>
                </a:lnTo>
                <a:lnTo>
                  <a:pt x="555075" y="40950"/>
                </a:lnTo>
                <a:lnTo>
                  <a:pt x="555150" y="40800"/>
                </a:lnTo>
                <a:lnTo>
                  <a:pt x="555300" y="40650"/>
                </a:lnTo>
                <a:lnTo>
                  <a:pt x="555300" y="40500"/>
                </a:lnTo>
                <a:lnTo>
                  <a:pt x="555525" y="40275"/>
                </a:lnTo>
                <a:lnTo>
                  <a:pt x="555525" y="40125"/>
                </a:lnTo>
                <a:lnTo>
                  <a:pt x="555675" y="39975"/>
                </a:lnTo>
                <a:lnTo>
                  <a:pt x="555750" y="39825"/>
                </a:lnTo>
                <a:lnTo>
                  <a:pt x="555750" y="39750"/>
                </a:lnTo>
                <a:lnTo>
                  <a:pt x="555825" y="39675"/>
                </a:lnTo>
                <a:lnTo>
                  <a:pt x="555825" y="39525"/>
                </a:lnTo>
                <a:lnTo>
                  <a:pt x="555975" y="39375"/>
                </a:lnTo>
                <a:lnTo>
                  <a:pt x="555975" y="39225"/>
                </a:lnTo>
                <a:lnTo>
                  <a:pt x="556125" y="39075"/>
                </a:lnTo>
                <a:lnTo>
                  <a:pt x="556125" y="38925"/>
                </a:lnTo>
                <a:lnTo>
                  <a:pt x="556200" y="38850"/>
                </a:lnTo>
                <a:lnTo>
                  <a:pt x="556275" y="38550"/>
                </a:lnTo>
                <a:lnTo>
                  <a:pt x="556350" y="38475"/>
                </a:lnTo>
                <a:lnTo>
                  <a:pt x="556425" y="38325"/>
                </a:lnTo>
                <a:lnTo>
                  <a:pt x="556500" y="38025"/>
                </a:lnTo>
                <a:lnTo>
                  <a:pt x="556575" y="37950"/>
                </a:lnTo>
                <a:lnTo>
                  <a:pt x="556575" y="37725"/>
                </a:lnTo>
                <a:lnTo>
                  <a:pt x="556650" y="37575"/>
                </a:lnTo>
                <a:lnTo>
                  <a:pt x="556650" y="37500"/>
                </a:lnTo>
                <a:lnTo>
                  <a:pt x="556725" y="37425"/>
                </a:lnTo>
                <a:lnTo>
                  <a:pt x="556725" y="37275"/>
                </a:lnTo>
                <a:lnTo>
                  <a:pt x="556800" y="37200"/>
                </a:lnTo>
                <a:lnTo>
                  <a:pt x="556800" y="36975"/>
                </a:lnTo>
                <a:lnTo>
                  <a:pt x="556875" y="36825"/>
                </a:lnTo>
                <a:lnTo>
                  <a:pt x="556875" y="36600"/>
                </a:lnTo>
                <a:lnTo>
                  <a:pt x="556950" y="36525"/>
                </a:lnTo>
                <a:lnTo>
                  <a:pt x="556950" y="36300"/>
                </a:lnTo>
                <a:lnTo>
                  <a:pt x="557025" y="36225"/>
                </a:lnTo>
                <a:lnTo>
                  <a:pt x="557025" y="36000"/>
                </a:lnTo>
                <a:lnTo>
                  <a:pt x="557100" y="35850"/>
                </a:lnTo>
                <a:lnTo>
                  <a:pt x="557100" y="35550"/>
                </a:lnTo>
                <a:lnTo>
                  <a:pt x="557175" y="35400"/>
                </a:lnTo>
                <a:lnTo>
                  <a:pt x="557175" y="34950"/>
                </a:lnTo>
                <a:lnTo>
                  <a:pt x="557250" y="34875"/>
                </a:lnTo>
                <a:lnTo>
                  <a:pt x="557250" y="34200"/>
                </a:lnTo>
                <a:lnTo>
                  <a:pt x="557325" y="34125"/>
                </a:lnTo>
                <a:lnTo>
                  <a:pt x="557325" y="32175"/>
                </a:lnTo>
                <a:lnTo>
                  <a:pt x="557250" y="32100"/>
                </a:lnTo>
                <a:lnTo>
                  <a:pt x="557250" y="31425"/>
                </a:lnTo>
                <a:lnTo>
                  <a:pt x="557175" y="31275"/>
                </a:lnTo>
                <a:lnTo>
                  <a:pt x="557175" y="30825"/>
                </a:lnTo>
                <a:lnTo>
                  <a:pt x="557100" y="30750"/>
                </a:lnTo>
                <a:lnTo>
                  <a:pt x="557100" y="30375"/>
                </a:lnTo>
                <a:lnTo>
                  <a:pt x="557025" y="30300"/>
                </a:lnTo>
                <a:lnTo>
                  <a:pt x="557025" y="30075"/>
                </a:lnTo>
                <a:lnTo>
                  <a:pt x="556950" y="30000"/>
                </a:lnTo>
                <a:lnTo>
                  <a:pt x="556950" y="29775"/>
                </a:lnTo>
                <a:lnTo>
                  <a:pt x="556875" y="29625"/>
                </a:lnTo>
                <a:lnTo>
                  <a:pt x="556875" y="29400"/>
                </a:lnTo>
                <a:lnTo>
                  <a:pt x="556800" y="29325"/>
                </a:lnTo>
                <a:lnTo>
                  <a:pt x="556800" y="29100"/>
                </a:lnTo>
                <a:lnTo>
                  <a:pt x="556725" y="29025"/>
                </a:lnTo>
                <a:lnTo>
                  <a:pt x="556725" y="28875"/>
                </a:lnTo>
                <a:lnTo>
                  <a:pt x="556650" y="28800"/>
                </a:lnTo>
                <a:lnTo>
                  <a:pt x="556650" y="28650"/>
                </a:lnTo>
                <a:lnTo>
                  <a:pt x="556575" y="28575"/>
                </a:lnTo>
                <a:lnTo>
                  <a:pt x="556575" y="28350"/>
                </a:lnTo>
                <a:lnTo>
                  <a:pt x="556500" y="28275"/>
                </a:lnTo>
                <a:lnTo>
                  <a:pt x="556500" y="28125"/>
                </a:lnTo>
                <a:lnTo>
                  <a:pt x="556425" y="28050"/>
                </a:lnTo>
                <a:lnTo>
                  <a:pt x="556425" y="27975"/>
                </a:lnTo>
                <a:lnTo>
                  <a:pt x="556275" y="27750"/>
                </a:lnTo>
                <a:lnTo>
                  <a:pt x="556275" y="27600"/>
                </a:lnTo>
                <a:lnTo>
                  <a:pt x="556200" y="27525"/>
                </a:lnTo>
                <a:lnTo>
                  <a:pt x="556125" y="27225"/>
                </a:lnTo>
                <a:lnTo>
                  <a:pt x="556050" y="27150"/>
                </a:lnTo>
                <a:lnTo>
                  <a:pt x="555975" y="27000"/>
                </a:lnTo>
                <a:lnTo>
                  <a:pt x="555975" y="26925"/>
                </a:lnTo>
                <a:lnTo>
                  <a:pt x="555900" y="26850"/>
                </a:lnTo>
                <a:lnTo>
                  <a:pt x="555825" y="26700"/>
                </a:lnTo>
                <a:lnTo>
                  <a:pt x="555825" y="26625"/>
                </a:lnTo>
                <a:lnTo>
                  <a:pt x="555750" y="26550"/>
                </a:lnTo>
                <a:lnTo>
                  <a:pt x="555750" y="26400"/>
                </a:lnTo>
                <a:lnTo>
                  <a:pt x="555600" y="26250"/>
                </a:lnTo>
                <a:lnTo>
                  <a:pt x="555525" y="26100"/>
                </a:lnTo>
                <a:lnTo>
                  <a:pt x="555525" y="26025"/>
                </a:lnTo>
                <a:lnTo>
                  <a:pt x="555375" y="25875"/>
                </a:lnTo>
                <a:lnTo>
                  <a:pt x="555300" y="25725"/>
                </a:lnTo>
                <a:lnTo>
                  <a:pt x="555300" y="25650"/>
                </a:lnTo>
                <a:lnTo>
                  <a:pt x="555075" y="25350"/>
                </a:lnTo>
                <a:lnTo>
                  <a:pt x="555075" y="25275"/>
                </a:lnTo>
                <a:lnTo>
                  <a:pt x="554700" y="24825"/>
                </a:lnTo>
                <a:lnTo>
                  <a:pt x="554700" y="24750"/>
                </a:lnTo>
                <a:lnTo>
                  <a:pt x="554625" y="24600"/>
                </a:lnTo>
                <a:lnTo>
                  <a:pt x="554250" y="24225"/>
                </a:lnTo>
                <a:lnTo>
                  <a:pt x="554175" y="24075"/>
                </a:lnTo>
                <a:lnTo>
                  <a:pt x="553575" y="23475"/>
                </a:lnTo>
                <a:lnTo>
                  <a:pt x="553500" y="23325"/>
                </a:lnTo>
                <a:lnTo>
                  <a:pt x="552750" y="22575"/>
                </a:lnTo>
                <a:lnTo>
                  <a:pt x="552600" y="22500"/>
                </a:lnTo>
                <a:lnTo>
                  <a:pt x="552225" y="22125"/>
                </a:lnTo>
                <a:lnTo>
                  <a:pt x="551700" y="21825"/>
                </a:lnTo>
                <a:lnTo>
                  <a:pt x="551475" y="21600"/>
                </a:lnTo>
                <a:lnTo>
                  <a:pt x="551250" y="21450"/>
                </a:lnTo>
                <a:lnTo>
                  <a:pt x="551175" y="21450"/>
                </a:lnTo>
                <a:lnTo>
                  <a:pt x="551025" y="21375"/>
                </a:lnTo>
                <a:lnTo>
                  <a:pt x="550875" y="21225"/>
                </a:lnTo>
                <a:lnTo>
                  <a:pt x="550650" y="21075"/>
                </a:lnTo>
                <a:lnTo>
                  <a:pt x="550575" y="21075"/>
                </a:lnTo>
                <a:lnTo>
                  <a:pt x="550425" y="21000"/>
                </a:lnTo>
                <a:lnTo>
                  <a:pt x="550275" y="20850"/>
                </a:lnTo>
                <a:lnTo>
                  <a:pt x="550125" y="20850"/>
                </a:lnTo>
                <a:lnTo>
                  <a:pt x="549825" y="20625"/>
                </a:lnTo>
                <a:lnTo>
                  <a:pt x="549675" y="20625"/>
                </a:lnTo>
                <a:lnTo>
                  <a:pt x="549600" y="20550"/>
                </a:lnTo>
                <a:lnTo>
                  <a:pt x="549450" y="20475"/>
                </a:lnTo>
                <a:lnTo>
                  <a:pt x="549375" y="20475"/>
                </a:lnTo>
                <a:lnTo>
                  <a:pt x="549150" y="20325"/>
                </a:lnTo>
                <a:lnTo>
                  <a:pt x="549000" y="20325"/>
                </a:lnTo>
                <a:lnTo>
                  <a:pt x="548775" y="20175"/>
                </a:lnTo>
                <a:lnTo>
                  <a:pt x="548475" y="20100"/>
                </a:lnTo>
                <a:lnTo>
                  <a:pt x="548175" y="19950"/>
                </a:lnTo>
                <a:lnTo>
                  <a:pt x="548100" y="19950"/>
                </a:lnTo>
                <a:lnTo>
                  <a:pt x="547950" y="19875"/>
                </a:lnTo>
                <a:lnTo>
                  <a:pt x="547800" y="19875"/>
                </a:lnTo>
                <a:lnTo>
                  <a:pt x="547725" y="19800"/>
                </a:lnTo>
                <a:lnTo>
                  <a:pt x="547575" y="19800"/>
                </a:lnTo>
                <a:lnTo>
                  <a:pt x="547425" y="19725"/>
                </a:lnTo>
                <a:lnTo>
                  <a:pt x="547350" y="19725"/>
                </a:lnTo>
                <a:lnTo>
                  <a:pt x="547200" y="19650"/>
                </a:lnTo>
                <a:lnTo>
                  <a:pt x="547050" y="19650"/>
                </a:lnTo>
                <a:lnTo>
                  <a:pt x="546675" y="19500"/>
                </a:lnTo>
                <a:lnTo>
                  <a:pt x="546375" y="19500"/>
                </a:lnTo>
                <a:lnTo>
                  <a:pt x="546300" y="19425"/>
                </a:lnTo>
                <a:lnTo>
                  <a:pt x="546150" y="19425"/>
                </a:lnTo>
                <a:lnTo>
                  <a:pt x="546000" y="19350"/>
                </a:lnTo>
                <a:lnTo>
                  <a:pt x="545700" y="19350"/>
                </a:lnTo>
                <a:lnTo>
                  <a:pt x="545550" y="19275"/>
                </a:lnTo>
                <a:lnTo>
                  <a:pt x="545175" y="19275"/>
                </a:lnTo>
                <a:lnTo>
                  <a:pt x="545025" y="19200"/>
                </a:lnTo>
                <a:lnTo>
                  <a:pt x="544575" y="19200"/>
                </a:lnTo>
                <a:lnTo>
                  <a:pt x="544425" y="19125"/>
                </a:lnTo>
                <a:lnTo>
                  <a:pt x="543825" y="19125"/>
                </a:lnTo>
                <a:lnTo>
                  <a:pt x="543675" y="19050"/>
                </a:lnTo>
                <a:lnTo>
                  <a:pt x="542775" y="19050"/>
                </a:lnTo>
                <a:close/>
                <a:moveTo>
                  <a:pt x="614475" y="52500"/>
                </a:moveTo>
                <a:lnTo>
                  <a:pt x="608775" y="52500"/>
                </a:lnTo>
                <a:lnTo>
                  <a:pt x="608775" y="25650"/>
                </a:lnTo>
                <a:lnTo>
                  <a:pt x="608700" y="25500"/>
                </a:lnTo>
                <a:lnTo>
                  <a:pt x="608700" y="25125"/>
                </a:lnTo>
                <a:lnTo>
                  <a:pt x="608625" y="25050"/>
                </a:lnTo>
                <a:lnTo>
                  <a:pt x="608625" y="24825"/>
                </a:lnTo>
                <a:lnTo>
                  <a:pt x="608550" y="24675"/>
                </a:lnTo>
                <a:lnTo>
                  <a:pt x="608550" y="24450"/>
                </a:lnTo>
                <a:lnTo>
                  <a:pt x="608475" y="24375"/>
                </a:lnTo>
                <a:lnTo>
                  <a:pt x="608475" y="24225"/>
                </a:lnTo>
                <a:lnTo>
                  <a:pt x="608400" y="24150"/>
                </a:lnTo>
                <a:lnTo>
                  <a:pt x="608400" y="24000"/>
                </a:lnTo>
                <a:lnTo>
                  <a:pt x="608325" y="23925"/>
                </a:lnTo>
                <a:lnTo>
                  <a:pt x="608250" y="23625"/>
                </a:lnTo>
                <a:lnTo>
                  <a:pt x="608175" y="23550"/>
                </a:lnTo>
                <a:lnTo>
                  <a:pt x="608175" y="23400"/>
                </a:lnTo>
                <a:lnTo>
                  <a:pt x="608100" y="23325"/>
                </a:lnTo>
                <a:lnTo>
                  <a:pt x="608100" y="23250"/>
                </a:lnTo>
                <a:lnTo>
                  <a:pt x="607950" y="23100"/>
                </a:lnTo>
                <a:lnTo>
                  <a:pt x="607950" y="22950"/>
                </a:lnTo>
                <a:lnTo>
                  <a:pt x="607725" y="22725"/>
                </a:lnTo>
                <a:lnTo>
                  <a:pt x="607725" y="22650"/>
                </a:lnTo>
                <a:lnTo>
                  <a:pt x="607500" y="22425"/>
                </a:lnTo>
                <a:lnTo>
                  <a:pt x="607500" y="22275"/>
                </a:lnTo>
                <a:lnTo>
                  <a:pt x="607125" y="21900"/>
                </a:lnTo>
                <a:lnTo>
                  <a:pt x="607125" y="21825"/>
                </a:lnTo>
                <a:lnTo>
                  <a:pt x="607050" y="21750"/>
                </a:lnTo>
                <a:lnTo>
                  <a:pt x="606975" y="21750"/>
                </a:lnTo>
                <a:lnTo>
                  <a:pt x="606375" y="21150"/>
                </a:lnTo>
                <a:lnTo>
                  <a:pt x="606300" y="21150"/>
                </a:lnTo>
                <a:lnTo>
                  <a:pt x="606150" y="21000"/>
                </a:lnTo>
                <a:lnTo>
                  <a:pt x="606000" y="20925"/>
                </a:lnTo>
                <a:lnTo>
                  <a:pt x="605925" y="20925"/>
                </a:lnTo>
                <a:lnTo>
                  <a:pt x="605700" y="20700"/>
                </a:lnTo>
                <a:lnTo>
                  <a:pt x="605625" y="20700"/>
                </a:lnTo>
                <a:lnTo>
                  <a:pt x="605400" y="20550"/>
                </a:lnTo>
                <a:lnTo>
                  <a:pt x="605325" y="20550"/>
                </a:lnTo>
                <a:lnTo>
                  <a:pt x="605175" y="20400"/>
                </a:lnTo>
                <a:lnTo>
                  <a:pt x="605025" y="20400"/>
                </a:lnTo>
                <a:lnTo>
                  <a:pt x="604950" y="20325"/>
                </a:lnTo>
                <a:lnTo>
                  <a:pt x="604875" y="20325"/>
                </a:lnTo>
                <a:lnTo>
                  <a:pt x="604650" y="20175"/>
                </a:lnTo>
                <a:lnTo>
                  <a:pt x="604575" y="20175"/>
                </a:lnTo>
                <a:lnTo>
                  <a:pt x="604500" y="20100"/>
                </a:lnTo>
                <a:lnTo>
                  <a:pt x="604350" y="20100"/>
                </a:lnTo>
                <a:lnTo>
                  <a:pt x="604275" y="20025"/>
                </a:lnTo>
                <a:lnTo>
                  <a:pt x="604125" y="20025"/>
                </a:lnTo>
                <a:lnTo>
                  <a:pt x="604050" y="19950"/>
                </a:lnTo>
                <a:lnTo>
                  <a:pt x="603825" y="19950"/>
                </a:lnTo>
                <a:lnTo>
                  <a:pt x="603750" y="19875"/>
                </a:lnTo>
                <a:lnTo>
                  <a:pt x="603675" y="19875"/>
                </a:lnTo>
                <a:lnTo>
                  <a:pt x="603525" y="19800"/>
                </a:lnTo>
                <a:lnTo>
                  <a:pt x="603300" y="19800"/>
                </a:lnTo>
                <a:lnTo>
                  <a:pt x="603225" y="19725"/>
                </a:lnTo>
                <a:lnTo>
                  <a:pt x="603000" y="19725"/>
                </a:lnTo>
                <a:lnTo>
                  <a:pt x="602850" y="19650"/>
                </a:lnTo>
                <a:lnTo>
                  <a:pt x="602550" y="19650"/>
                </a:lnTo>
                <a:lnTo>
                  <a:pt x="602400" y="19575"/>
                </a:lnTo>
                <a:lnTo>
                  <a:pt x="601950" y="19575"/>
                </a:lnTo>
                <a:lnTo>
                  <a:pt x="601875" y="19500"/>
                </a:lnTo>
                <a:lnTo>
                  <a:pt x="600150" y="19500"/>
                </a:lnTo>
                <a:lnTo>
                  <a:pt x="600000" y="19575"/>
                </a:lnTo>
                <a:lnTo>
                  <a:pt x="599550" y="19575"/>
                </a:lnTo>
                <a:lnTo>
                  <a:pt x="599475" y="19650"/>
                </a:lnTo>
                <a:lnTo>
                  <a:pt x="599100" y="19650"/>
                </a:lnTo>
                <a:lnTo>
                  <a:pt x="599025" y="19725"/>
                </a:lnTo>
                <a:lnTo>
                  <a:pt x="598800" y="19725"/>
                </a:lnTo>
                <a:lnTo>
                  <a:pt x="598650" y="19800"/>
                </a:lnTo>
                <a:lnTo>
                  <a:pt x="598425" y="19800"/>
                </a:lnTo>
                <a:lnTo>
                  <a:pt x="598350" y="19875"/>
                </a:lnTo>
                <a:lnTo>
                  <a:pt x="598200" y="19875"/>
                </a:lnTo>
                <a:lnTo>
                  <a:pt x="598125" y="19950"/>
                </a:lnTo>
                <a:lnTo>
                  <a:pt x="597975" y="19950"/>
                </a:lnTo>
                <a:lnTo>
                  <a:pt x="597900" y="20025"/>
                </a:lnTo>
                <a:lnTo>
                  <a:pt x="597675" y="20025"/>
                </a:lnTo>
                <a:lnTo>
                  <a:pt x="597450" y="20175"/>
                </a:lnTo>
                <a:lnTo>
                  <a:pt x="597150" y="20250"/>
                </a:lnTo>
                <a:lnTo>
                  <a:pt x="597075" y="20325"/>
                </a:lnTo>
                <a:lnTo>
                  <a:pt x="596925" y="20325"/>
                </a:lnTo>
                <a:lnTo>
                  <a:pt x="596775" y="20475"/>
                </a:lnTo>
                <a:lnTo>
                  <a:pt x="596625" y="20475"/>
                </a:lnTo>
                <a:lnTo>
                  <a:pt x="596475" y="20625"/>
                </a:lnTo>
                <a:lnTo>
                  <a:pt x="596325" y="20625"/>
                </a:lnTo>
                <a:lnTo>
                  <a:pt x="596100" y="20850"/>
                </a:lnTo>
                <a:lnTo>
                  <a:pt x="595950" y="20850"/>
                </a:lnTo>
                <a:lnTo>
                  <a:pt x="595725" y="21075"/>
                </a:lnTo>
                <a:lnTo>
                  <a:pt x="595500" y="21225"/>
                </a:lnTo>
                <a:lnTo>
                  <a:pt x="595425" y="21225"/>
                </a:lnTo>
                <a:lnTo>
                  <a:pt x="595200" y="21450"/>
                </a:lnTo>
                <a:lnTo>
                  <a:pt x="595050" y="21525"/>
                </a:lnTo>
                <a:lnTo>
                  <a:pt x="594225" y="22350"/>
                </a:lnTo>
                <a:lnTo>
                  <a:pt x="594150" y="22500"/>
                </a:lnTo>
                <a:lnTo>
                  <a:pt x="593850" y="22800"/>
                </a:lnTo>
                <a:lnTo>
                  <a:pt x="593775" y="22950"/>
                </a:lnTo>
                <a:lnTo>
                  <a:pt x="593775" y="23025"/>
                </a:lnTo>
                <a:lnTo>
                  <a:pt x="593400" y="23475"/>
                </a:lnTo>
                <a:lnTo>
                  <a:pt x="593400" y="23625"/>
                </a:lnTo>
                <a:lnTo>
                  <a:pt x="593250" y="23775"/>
                </a:lnTo>
                <a:lnTo>
                  <a:pt x="593175" y="23925"/>
                </a:lnTo>
                <a:lnTo>
                  <a:pt x="593175" y="24000"/>
                </a:lnTo>
                <a:lnTo>
                  <a:pt x="593025" y="24225"/>
                </a:lnTo>
                <a:lnTo>
                  <a:pt x="593025" y="24375"/>
                </a:lnTo>
                <a:lnTo>
                  <a:pt x="592950" y="24450"/>
                </a:lnTo>
                <a:lnTo>
                  <a:pt x="592950" y="24600"/>
                </a:lnTo>
                <a:lnTo>
                  <a:pt x="592800" y="24825"/>
                </a:lnTo>
                <a:lnTo>
                  <a:pt x="592800" y="24975"/>
                </a:lnTo>
                <a:lnTo>
                  <a:pt x="592725" y="25050"/>
                </a:lnTo>
                <a:lnTo>
                  <a:pt x="592725" y="25200"/>
                </a:lnTo>
                <a:lnTo>
                  <a:pt x="592650" y="25350"/>
                </a:lnTo>
                <a:lnTo>
                  <a:pt x="592650" y="25575"/>
                </a:lnTo>
                <a:lnTo>
                  <a:pt x="592575" y="25725"/>
                </a:lnTo>
                <a:lnTo>
                  <a:pt x="592575" y="25875"/>
                </a:lnTo>
                <a:lnTo>
                  <a:pt x="592500" y="26025"/>
                </a:lnTo>
                <a:lnTo>
                  <a:pt x="592500" y="26250"/>
                </a:lnTo>
                <a:lnTo>
                  <a:pt x="592425" y="26400"/>
                </a:lnTo>
                <a:lnTo>
                  <a:pt x="592425" y="27000"/>
                </a:lnTo>
                <a:lnTo>
                  <a:pt x="592350" y="27150"/>
                </a:lnTo>
                <a:lnTo>
                  <a:pt x="592350" y="52500"/>
                </a:lnTo>
                <a:lnTo>
                  <a:pt x="586650" y="52500"/>
                </a:lnTo>
                <a:lnTo>
                  <a:pt x="586650" y="27000"/>
                </a:lnTo>
                <a:lnTo>
                  <a:pt x="586725" y="26850"/>
                </a:lnTo>
                <a:lnTo>
                  <a:pt x="586725" y="26100"/>
                </a:lnTo>
                <a:lnTo>
                  <a:pt x="586800" y="25950"/>
                </a:lnTo>
                <a:lnTo>
                  <a:pt x="586800" y="25500"/>
                </a:lnTo>
                <a:lnTo>
                  <a:pt x="586875" y="25500"/>
                </a:lnTo>
                <a:lnTo>
                  <a:pt x="586875" y="25125"/>
                </a:lnTo>
                <a:lnTo>
                  <a:pt x="586950" y="25050"/>
                </a:lnTo>
                <a:lnTo>
                  <a:pt x="586950" y="24825"/>
                </a:lnTo>
                <a:lnTo>
                  <a:pt x="587025" y="24675"/>
                </a:lnTo>
                <a:lnTo>
                  <a:pt x="587025" y="24450"/>
                </a:lnTo>
                <a:lnTo>
                  <a:pt x="587175" y="24075"/>
                </a:lnTo>
                <a:lnTo>
                  <a:pt x="587175" y="23850"/>
                </a:lnTo>
                <a:lnTo>
                  <a:pt x="587250" y="23850"/>
                </a:lnTo>
                <a:lnTo>
                  <a:pt x="587250" y="23625"/>
                </a:lnTo>
                <a:lnTo>
                  <a:pt x="587325" y="23475"/>
                </a:lnTo>
                <a:lnTo>
                  <a:pt x="587325" y="23400"/>
                </a:lnTo>
                <a:lnTo>
                  <a:pt x="587475" y="23100"/>
                </a:lnTo>
                <a:lnTo>
                  <a:pt x="587475" y="23025"/>
                </a:lnTo>
                <a:lnTo>
                  <a:pt x="587625" y="22725"/>
                </a:lnTo>
                <a:lnTo>
                  <a:pt x="587625" y="22650"/>
                </a:lnTo>
                <a:lnTo>
                  <a:pt x="587775" y="22350"/>
                </a:lnTo>
                <a:lnTo>
                  <a:pt x="587775" y="22275"/>
                </a:lnTo>
                <a:lnTo>
                  <a:pt x="587925" y="21975"/>
                </a:lnTo>
                <a:lnTo>
                  <a:pt x="587925" y="21900"/>
                </a:lnTo>
                <a:lnTo>
                  <a:pt x="588450" y="20925"/>
                </a:lnTo>
                <a:lnTo>
                  <a:pt x="588525" y="20850"/>
                </a:lnTo>
                <a:lnTo>
                  <a:pt x="588675" y="20550"/>
                </a:lnTo>
                <a:lnTo>
                  <a:pt x="588825" y="20400"/>
                </a:lnTo>
                <a:lnTo>
                  <a:pt x="588900" y="20250"/>
                </a:lnTo>
                <a:lnTo>
                  <a:pt x="588900" y="20175"/>
                </a:lnTo>
                <a:lnTo>
                  <a:pt x="589125" y="19950"/>
                </a:lnTo>
                <a:lnTo>
                  <a:pt x="589125" y="19875"/>
                </a:lnTo>
                <a:lnTo>
                  <a:pt x="589275" y="19725"/>
                </a:lnTo>
                <a:lnTo>
                  <a:pt x="589575" y="19275"/>
                </a:lnTo>
                <a:lnTo>
                  <a:pt x="589650" y="19275"/>
                </a:lnTo>
                <a:lnTo>
                  <a:pt x="589725" y="19125"/>
                </a:lnTo>
                <a:lnTo>
                  <a:pt x="590100" y="18750"/>
                </a:lnTo>
                <a:lnTo>
                  <a:pt x="590100" y="18675"/>
                </a:lnTo>
                <a:lnTo>
                  <a:pt x="590250" y="18600"/>
                </a:lnTo>
                <a:lnTo>
                  <a:pt x="590250" y="18525"/>
                </a:lnTo>
                <a:lnTo>
                  <a:pt x="590400" y="18450"/>
                </a:lnTo>
                <a:lnTo>
                  <a:pt x="590475" y="18300"/>
                </a:lnTo>
                <a:lnTo>
                  <a:pt x="590550" y="18300"/>
                </a:lnTo>
                <a:lnTo>
                  <a:pt x="590625" y="18150"/>
                </a:lnTo>
                <a:lnTo>
                  <a:pt x="590700" y="18150"/>
                </a:lnTo>
                <a:lnTo>
                  <a:pt x="591075" y="17775"/>
                </a:lnTo>
                <a:lnTo>
                  <a:pt x="591225" y="17700"/>
                </a:lnTo>
                <a:lnTo>
                  <a:pt x="591225" y="17625"/>
                </a:lnTo>
                <a:lnTo>
                  <a:pt x="591675" y="17325"/>
                </a:lnTo>
                <a:lnTo>
                  <a:pt x="591675" y="17250"/>
                </a:lnTo>
                <a:lnTo>
                  <a:pt x="591975" y="17100"/>
                </a:lnTo>
                <a:lnTo>
                  <a:pt x="591975" y="17025"/>
                </a:lnTo>
                <a:lnTo>
                  <a:pt x="592275" y="16875"/>
                </a:lnTo>
                <a:lnTo>
                  <a:pt x="592425" y="16725"/>
                </a:lnTo>
                <a:lnTo>
                  <a:pt x="592500" y="16725"/>
                </a:lnTo>
                <a:lnTo>
                  <a:pt x="592575" y="16650"/>
                </a:lnTo>
                <a:lnTo>
                  <a:pt x="592650" y="16650"/>
                </a:lnTo>
                <a:lnTo>
                  <a:pt x="592875" y="16425"/>
                </a:lnTo>
                <a:lnTo>
                  <a:pt x="592950" y="16425"/>
                </a:lnTo>
                <a:lnTo>
                  <a:pt x="593400" y="16200"/>
                </a:lnTo>
                <a:lnTo>
                  <a:pt x="593400" y="16125"/>
                </a:lnTo>
                <a:lnTo>
                  <a:pt x="593550" y="16050"/>
                </a:lnTo>
                <a:lnTo>
                  <a:pt x="593625" y="16050"/>
                </a:lnTo>
                <a:lnTo>
                  <a:pt x="593700" y="15975"/>
                </a:lnTo>
                <a:lnTo>
                  <a:pt x="593775" y="15975"/>
                </a:lnTo>
                <a:lnTo>
                  <a:pt x="594225" y="15750"/>
                </a:lnTo>
                <a:lnTo>
                  <a:pt x="594300" y="15750"/>
                </a:lnTo>
                <a:lnTo>
                  <a:pt x="594375" y="15675"/>
                </a:lnTo>
                <a:lnTo>
                  <a:pt x="594450" y="15675"/>
                </a:lnTo>
                <a:lnTo>
                  <a:pt x="594900" y="15450"/>
                </a:lnTo>
                <a:lnTo>
                  <a:pt x="594975" y="15450"/>
                </a:lnTo>
                <a:lnTo>
                  <a:pt x="595800" y="15075"/>
                </a:lnTo>
                <a:lnTo>
                  <a:pt x="595950" y="15075"/>
                </a:lnTo>
                <a:lnTo>
                  <a:pt x="596025" y="15000"/>
                </a:lnTo>
                <a:lnTo>
                  <a:pt x="596175" y="15000"/>
                </a:lnTo>
                <a:lnTo>
                  <a:pt x="596325" y="14925"/>
                </a:lnTo>
                <a:lnTo>
                  <a:pt x="596400" y="14925"/>
                </a:lnTo>
                <a:lnTo>
                  <a:pt x="596475" y="14850"/>
                </a:lnTo>
                <a:lnTo>
                  <a:pt x="596700" y="14850"/>
                </a:lnTo>
                <a:lnTo>
                  <a:pt x="597075" y="14700"/>
                </a:lnTo>
                <a:lnTo>
                  <a:pt x="597225" y="14700"/>
                </a:lnTo>
                <a:lnTo>
                  <a:pt x="597375" y="14625"/>
                </a:lnTo>
                <a:lnTo>
                  <a:pt x="597600" y="14625"/>
                </a:lnTo>
                <a:lnTo>
                  <a:pt x="597750" y="14550"/>
                </a:lnTo>
                <a:lnTo>
                  <a:pt x="597975" y="14550"/>
                </a:lnTo>
                <a:lnTo>
                  <a:pt x="598125" y="14475"/>
                </a:lnTo>
                <a:lnTo>
                  <a:pt x="598500" y="14475"/>
                </a:lnTo>
                <a:lnTo>
                  <a:pt x="598575" y="14400"/>
                </a:lnTo>
                <a:lnTo>
                  <a:pt x="599025" y="14400"/>
                </a:lnTo>
                <a:lnTo>
                  <a:pt x="599100" y="14325"/>
                </a:lnTo>
                <a:lnTo>
                  <a:pt x="599850" y="14325"/>
                </a:lnTo>
                <a:lnTo>
                  <a:pt x="600000" y="14250"/>
                </a:lnTo>
                <a:lnTo>
                  <a:pt x="602025" y="14250"/>
                </a:lnTo>
                <a:lnTo>
                  <a:pt x="602175" y="14325"/>
                </a:lnTo>
                <a:lnTo>
                  <a:pt x="602775" y="14325"/>
                </a:lnTo>
                <a:lnTo>
                  <a:pt x="602925" y="14400"/>
                </a:lnTo>
                <a:lnTo>
                  <a:pt x="603450" y="14400"/>
                </a:lnTo>
                <a:lnTo>
                  <a:pt x="603525" y="14475"/>
                </a:lnTo>
                <a:lnTo>
                  <a:pt x="603900" y="14475"/>
                </a:lnTo>
                <a:lnTo>
                  <a:pt x="604050" y="14550"/>
                </a:lnTo>
                <a:lnTo>
                  <a:pt x="604200" y="14550"/>
                </a:lnTo>
                <a:lnTo>
                  <a:pt x="604350" y="14625"/>
                </a:lnTo>
                <a:lnTo>
                  <a:pt x="604575" y="14625"/>
                </a:lnTo>
                <a:lnTo>
                  <a:pt x="604725" y="14700"/>
                </a:lnTo>
                <a:lnTo>
                  <a:pt x="604950" y="14700"/>
                </a:lnTo>
                <a:lnTo>
                  <a:pt x="605250" y="14850"/>
                </a:lnTo>
                <a:lnTo>
                  <a:pt x="605475" y="14850"/>
                </a:lnTo>
                <a:lnTo>
                  <a:pt x="605775" y="15000"/>
                </a:lnTo>
                <a:lnTo>
                  <a:pt x="606000" y="15000"/>
                </a:lnTo>
                <a:lnTo>
                  <a:pt x="606000" y="15075"/>
                </a:lnTo>
                <a:lnTo>
                  <a:pt x="606150" y="15075"/>
                </a:lnTo>
                <a:lnTo>
                  <a:pt x="606300" y="15150"/>
                </a:lnTo>
                <a:lnTo>
                  <a:pt x="606375" y="15150"/>
                </a:lnTo>
                <a:lnTo>
                  <a:pt x="606825" y="15375"/>
                </a:lnTo>
                <a:lnTo>
                  <a:pt x="606900" y="15375"/>
                </a:lnTo>
                <a:lnTo>
                  <a:pt x="606975" y="15450"/>
                </a:lnTo>
                <a:lnTo>
                  <a:pt x="607050" y="15450"/>
                </a:lnTo>
                <a:lnTo>
                  <a:pt x="607500" y="15675"/>
                </a:lnTo>
                <a:lnTo>
                  <a:pt x="607575" y="15675"/>
                </a:lnTo>
                <a:lnTo>
                  <a:pt x="607650" y="15750"/>
                </a:lnTo>
                <a:lnTo>
                  <a:pt x="607725" y="15750"/>
                </a:lnTo>
                <a:lnTo>
                  <a:pt x="608325" y="16050"/>
                </a:lnTo>
                <a:lnTo>
                  <a:pt x="608400" y="16050"/>
                </a:lnTo>
                <a:lnTo>
                  <a:pt x="608625" y="16275"/>
                </a:lnTo>
                <a:lnTo>
                  <a:pt x="608700" y="16275"/>
                </a:lnTo>
                <a:lnTo>
                  <a:pt x="608775" y="16350"/>
                </a:lnTo>
                <a:lnTo>
                  <a:pt x="608775" y="14250"/>
                </a:lnTo>
                <a:lnTo>
                  <a:pt x="614475" y="14250"/>
                </a:lnTo>
                <a:close/>
                <a:moveTo>
                  <a:pt x="620775" y="66750"/>
                </a:moveTo>
                <a:lnTo>
                  <a:pt x="620775" y="26625"/>
                </a:lnTo>
                <a:lnTo>
                  <a:pt x="620850" y="26475"/>
                </a:lnTo>
                <a:lnTo>
                  <a:pt x="620850" y="25725"/>
                </a:lnTo>
                <a:lnTo>
                  <a:pt x="620925" y="25500"/>
                </a:lnTo>
                <a:lnTo>
                  <a:pt x="620925" y="25275"/>
                </a:lnTo>
                <a:lnTo>
                  <a:pt x="621000" y="25050"/>
                </a:lnTo>
                <a:lnTo>
                  <a:pt x="621000" y="24600"/>
                </a:lnTo>
                <a:lnTo>
                  <a:pt x="621075" y="24600"/>
                </a:lnTo>
                <a:lnTo>
                  <a:pt x="621075" y="24375"/>
                </a:lnTo>
                <a:lnTo>
                  <a:pt x="621150" y="24150"/>
                </a:lnTo>
                <a:lnTo>
                  <a:pt x="621150" y="23925"/>
                </a:lnTo>
                <a:lnTo>
                  <a:pt x="621225" y="23700"/>
                </a:lnTo>
                <a:lnTo>
                  <a:pt x="621225" y="23475"/>
                </a:lnTo>
                <a:lnTo>
                  <a:pt x="621300" y="23475"/>
                </a:lnTo>
                <a:lnTo>
                  <a:pt x="621300" y="23250"/>
                </a:lnTo>
                <a:lnTo>
                  <a:pt x="621525" y="22650"/>
                </a:lnTo>
                <a:lnTo>
                  <a:pt x="621525" y="22425"/>
                </a:lnTo>
                <a:lnTo>
                  <a:pt x="621600" y="22425"/>
                </a:lnTo>
                <a:lnTo>
                  <a:pt x="621600" y="22200"/>
                </a:lnTo>
                <a:lnTo>
                  <a:pt x="621675" y="22050"/>
                </a:lnTo>
                <a:lnTo>
                  <a:pt x="621675" y="21975"/>
                </a:lnTo>
                <a:lnTo>
                  <a:pt x="621825" y="21600"/>
                </a:lnTo>
                <a:lnTo>
                  <a:pt x="621975" y="21375"/>
                </a:lnTo>
                <a:lnTo>
                  <a:pt x="621975" y="21225"/>
                </a:lnTo>
                <a:lnTo>
                  <a:pt x="622050" y="21225"/>
                </a:lnTo>
                <a:lnTo>
                  <a:pt x="622125" y="21075"/>
                </a:lnTo>
                <a:lnTo>
                  <a:pt x="622200" y="20775"/>
                </a:lnTo>
                <a:lnTo>
                  <a:pt x="622350" y="20475"/>
                </a:lnTo>
                <a:lnTo>
                  <a:pt x="622425" y="20400"/>
                </a:lnTo>
                <a:lnTo>
                  <a:pt x="622575" y="20100"/>
                </a:lnTo>
                <a:lnTo>
                  <a:pt x="622575" y="20025"/>
                </a:lnTo>
                <a:lnTo>
                  <a:pt x="622725" y="19875"/>
                </a:lnTo>
                <a:lnTo>
                  <a:pt x="623100" y="19200"/>
                </a:lnTo>
                <a:lnTo>
                  <a:pt x="623175" y="19200"/>
                </a:lnTo>
                <a:lnTo>
                  <a:pt x="623250" y="19050"/>
                </a:lnTo>
                <a:lnTo>
                  <a:pt x="623250" y="18975"/>
                </a:lnTo>
                <a:lnTo>
                  <a:pt x="623400" y="18900"/>
                </a:lnTo>
                <a:lnTo>
                  <a:pt x="623400" y="18825"/>
                </a:lnTo>
                <a:lnTo>
                  <a:pt x="623475" y="18675"/>
                </a:lnTo>
                <a:lnTo>
                  <a:pt x="623550" y="18675"/>
                </a:lnTo>
                <a:lnTo>
                  <a:pt x="623850" y="18225"/>
                </a:lnTo>
                <a:lnTo>
                  <a:pt x="624900" y="17175"/>
                </a:lnTo>
                <a:lnTo>
                  <a:pt x="624975" y="17175"/>
                </a:lnTo>
                <a:lnTo>
                  <a:pt x="625050" y="17025"/>
                </a:lnTo>
                <a:lnTo>
                  <a:pt x="625125" y="17025"/>
                </a:lnTo>
                <a:lnTo>
                  <a:pt x="625275" y="16875"/>
                </a:lnTo>
                <a:lnTo>
                  <a:pt x="625425" y="16800"/>
                </a:lnTo>
                <a:lnTo>
                  <a:pt x="625425" y="16725"/>
                </a:lnTo>
                <a:lnTo>
                  <a:pt x="625575" y="16650"/>
                </a:lnTo>
                <a:lnTo>
                  <a:pt x="625650" y="16650"/>
                </a:lnTo>
                <a:lnTo>
                  <a:pt x="625725" y="16500"/>
                </a:lnTo>
                <a:lnTo>
                  <a:pt x="625800" y="16500"/>
                </a:lnTo>
                <a:lnTo>
                  <a:pt x="625950" y="16425"/>
                </a:lnTo>
                <a:lnTo>
                  <a:pt x="625950" y="16350"/>
                </a:lnTo>
                <a:lnTo>
                  <a:pt x="626100" y="16275"/>
                </a:lnTo>
                <a:lnTo>
                  <a:pt x="626175" y="16275"/>
                </a:lnTo>
                <a:lnTo>
                  <a:pt x="626325" y="16125"/>
                </a:lnTo>
                <a:lnTo>
                  <a:pt x="626625" y="15975"/>
                </a:lnTo>
                <a:lnTo>
                  <a:pt x="626700" y="15900"/>
                </a:lnTo>
                <a:lnTo>
                  <a:pt x="627225" y="15675"/>
                </a:lnTo>
                <a:lnTo>
                  <a:pt x="627225" y="15600"/>
                </a:lnTo>
                <a:lnTo>
                  <a:pt x="627375" y="15525"/>
                </a:lnTo>
                <a:lnTo>
                  <a:pt x="627675" y="15450"/>
                </a:lnTo>
                <a:lnTo>
                  <a:pt x="627750" y="15375"/>
                </a:lnTo>
                <a:lnTo>
                  <a:pt x="628050" y="15300"/>
                </a:lnTo>
                <a:lnTo>
                  <a:pt x="628200" y="15225"/>
                </a:lnTo>
                <a:lnTo>
                  <a:pt x="628200" y="15150"/>
                </a:lnTo>
                <a:lnTo>
                  <a:pt x="628425" y="15150"/>
                </a:lnTo>
                <a:lnTo>
                  <a:pt x="628425" y="15075"/>
                </a:lnTo>
                <a:lnTo>
                  <a:pt x="628575" y="15075"/>
                </a:lnTo>
                <a:lnTo>
                  <a:pt x="628650" y="15000"/>
                </a:lnTo>
                <a:lnTo>
                  <a:pt x="628800" y="15000"/>
                </a:lnTo>
                <a:lnTo>
                  <a:pt x="628875" y="14925"/>
                </a:lnTo>
                <a:lnTo>
                  <a:pt x="629025" y="14925"/>
                </a:lnTo>
                <a:lnTo>
                  <a:pt x="629625" y="14700"/>
                </a:lnTo>
                <a:lnTo>
                  <a:pt x="629850" y="14700"/>
                </a:lnTo>
                <a:lnTo>
                  <a:pt x="629925" y="14625"/>
                </a:lnTo>
                <a:lnTo>
                  <a:pt x="630150" y="14625"/>
                </a:lnTo>
                <a:lnTo>
                  <a:pt x="630300" y="14550"/>
                </a:lnTo>
                <a:lnTo>
                  <a:pt x="630525" y="14550"/>
                </a:lnTo>
                <a:lnTo>
                  <a:pt x="630750" y="14475"/>
                </a:lnTo>
                <a:lnTo>
                  <a:pt x="630975" y="14475"/>
                </a:lnTo>
                <a:lnTo>
                  <a:pt x="631200" y="14400"/>
                </a:lnTo>
                <a:lnTo>
                  <a:pt x="631425" y="14400"/>
                </a:lnTo>
                <a:lnTo>
                  <a:pt x="631650" y="14325"/>
                </a:lnTo>
                <a:lnTo>
                  <a:pt x="632325" y="14325"/>
                </a:lnTo>
                <a:lnTo>
                  <a:pt x="632550" y="14250"/>
                </a:lnTo>
                <a:lnTo>
                  <a:pt x="634650" y="14250"/>
                </a:lnTo>
                <a:lnTo>
                  <a:pt x="634875" y="14325"/>
                </a:lnTo>
                <a:lnTo>
                  <a:pt x="635400" y="14325"/>
                </a:lnTo>
                <a:lnTo>
                  <a:pt x="635625" y="14400"/>
                </a:lnTo>
                <a:lnTo>
                  <a:pt x="636150" y="14400"/>
                </a:lnTo>
                <a:lnTo>
                  <a:pt x="636375" y="14475"/>
                </a:lnTo>
                <a:lnTo>
                  <a:pt x="636600" y="14475"/>
                </a:lnTo>
                <a:lnTo>
                  <a:pt x="636825" y="14550"/>
                </a:lnTo>
                <a:lnTo>
                  <a:pt x="637125" y="14550"/>
                </a:lnTo>
                <a:lnTo>
                  <a:pt x="637350" y="14625"/>
                </a:lnTo>
                <a:lnTo>
                  <a:pt x="637575" y="14625"/>
                </a:lnTo>
                <a:lnTo>
                  <a:pt x="637650" y="14700"/>
                </a:lnTo>
                <a:lnTo>
                  <a:pt x="637875" y="14700"/>
                </a:lnTo>
                <a:lnTo>
                  <a:pt x="638325" y="14850"/>
                </a:lnTo>
                <a:lnTo>
                  <a:pt x="638625" y="14850"/>
                </a:lnTo>
                <a:lnTo>
                  <a:pt x="641250" y="15600"/>
                </a:lnTo>
                <a:lnTo>
                  <a:pt x="641775" y="15825"/>
                </a:lnTo>
                <a:lnTo>
                  <a:pt x="642525" y="16050"/>
                </a:lnTo>
                <a:lnTo>
                  <a:pt x="642600" y="16125"/>
                </a:lnTo>
                <a:lnTo>
                  <a:pt x="643125" y="16275"/>
                </a:lnTo>
                <a:lnTo>
                  <a:pt x="640875" y="21150"/>
                </a:lnTo>
                <a:lnTo>
                  <a:pt x="640650" y="21075"/>
                </a:lnTo>
                <a:lnTo>
                  <a:pt x="640425" y="20925"/>
                </a:lnTo>
                <a:lnTo>
                  <a:pt x="638700" y="20325"/>
                </a:lnTo>
                <a:lnTo>
                  <a:pt x="638475" y="20325"/>
                </a:lnTo>
                <a:lnTo>
                  <a:pt x="637800" y="20100"/>
                </a:lnTo>
                <a:lnTo>
                  <a:pt x="637650" y="20100"/>
                </a:lnTo>
                <a:lnTo>
                  <a:pt x="637200" y="19950"/>
                </a:lnTo>
                <a:lnTo>
                  <a:pt x="637050" y="19950"/>
                </a:lnTo>
                <a:lnTo>
                  <a:pt x="636825" y="19875"/>
                </a:lnTo>
                <a:lnTo>
                  <a:pt x="636600" y="19875"/>
                </a:lnTo>
                <a:lnTo>
                  <a:pt x="636450" y="19800"/>
                </a:lnTo>
                <a:lnTo>
                  <a:pt x="636225" y="19800"/>
                </a:lnTo>
                <a:lnTo>
                  <a:pt x="636075" y="19725"/>
                </a:lnTo>
                <a:lnTo>
                  <a:pt x="635850" y="19725"/>
                </a:lnTo>
                <a:lnTo>
                  <a:pt x="635700" y="19650"/>
                </a:lnTo>
                <a:lnTo>
                  <a:pt x="635325" y="19650"/>
                </a:lnTo>
                <a:lnTo>
                  <a:pt x="635175" y="19575"/>
                </a:lnTo>
                <a:lnTo>
                  <a:pt x="634650" y="19575"/>
                </a:lnTo>
                <a:lnTo>
                  <a:pt x="634500" y="19500"/>
                </a:lnTo>
                <a:lnTo>
                  <a:pt x="632775" y="19500"/>
                </a:lnTo>
                <a:lnTo>
                  <a:pt x="632625" y="19575"/>
                </a:lnTo>
                <a:lnTo>
                  <a:pt x="632100" y="19575"/>
                </a:lnTo>
                <a:lnTo>
                  <a:pt x="631950" y="19650"/>
                </a:lnTo>
                <a:lnTo>
                  <a:pt x="631725" y="19650"/>
                </a:lnTo>
                <a:lnTo>
                  <a:pt x="631575" y="19725"/>
                </a:lnTo>
                <a:lnTo>
                  <a:pt x="631350" y="19725"/>
                </a:lnTo>
                <a:lnTo>
                  <a:pt x="631200" y="19800"/>
                </a:lnTo>
                <a:lnTo>
                  <a:pt x="630975" y="19800"/>
                </a:lnTo>
                <a:lnTo>
                  <a:pt x="630900" y="19875"/>
                </a:lnTo>
                <a:lnTo>
                  <a:pt x="630750" y="19875"/>
                </a:lnTo>
                <a:lnTo>
                  <a:pt x="630675" y="19950"/>
                </a:lnTo>
                <a:lnTo>
                  <a:pt x="630525" y="19950"/>
                </a:lnTo>
                <a:lnTo>
                  <a:pt x="630450" y="20025"/>
                </a:lnTo>
                <a:lnTo>
                  <a:pt x="630375" y="20025"/>
                </a:lnTo>
                <a:lnTo>
                  <a:pt x="630150" y="20175"/>
                </a:lnTo>
                <a:lnTo>
                  <a:pt x="629850" y="20250"/>
                </a:lnTo>
                <a:lnTo>
                  <a:pt x="629625" y="20475"/>
                </a:lnTo>
                <a:lnTo>
                  <a:pt x="629475" y="20475"/>
                </a:lnTo>
                <a:lnTo>
                  <a:pt x="629325" y="20625"/>
                </a:lnTo>
                <a:lnTo>
                  <a:pt x="629250" y="20625"/>
                </a:lnTo>
                <a:lnTo>
                  <a:pt x="628725" y="21150"/>
                </a:lnTo>
                <a:lnTo>
                  <a:pt x="628650" y="21150"/>
                </a:lnTo>
                <a:lnTo>
                  <a:pt x="628425" y="21375"/>
                </a:lnTo>
                <a:lnTo>
                  <a:pt x="628350" y="21525"/>
                </a:lnTo>
                <a:lnTo>
                  <a:pt x="627975" y="21900"/>
                </a:lnTo>
                <a:lnTo>
                  <a:pt x="627975" y="21975"/>
                </a:lnTo>
                <a:lnTo>
                  <a:pt x="627900" y="22125"/>
                </a:lnTo>
                <a:lnTo>
                  <a:pt x="627750" y="22275"/>
                </a:lnTo>
                <a:lnTo>
                  <a:pt x="627675" y="22425"/>
                </a:lnTo>
                <a:lnTo>
                  <a:pt x="627675" y="22500"/>
                </a:lnTo>
                <a:lnTo>
                  <a:pt x="627450" y="22800"/>
                </a:lnTo>
                <a:lnTo>
                  <a:pt x="627450" y="22950"/>
                </a:lnTo>
                <a:lnTo>
                  <a:pt x="627225" y="23250"/>
                </a:lnTo>
                <a:lnTo>
                  <a:pt x="627225" y="23400"/>
                </a:lnTo>
                <a:lnTo>
                  <a:pt x="627000" y="23925"/>
                </a:lnTo>
                <a:lnTo>
                  <a:pt x="627000" y="24075"/>
                </a:lnTo>
                <a:lnTo>
                  <a:pt x="626850" y="24450"/>
                </a:lnTo>
                <a:lnTo>
                  <a:pt x="626850" y="24600"/>
                </a:lnTo>
                <a:lnTo>
                  <a:pt x="626775" y="24750"/>
                </a:lnTo>
                <a:lnTo>
                  <a:pt x="626775" y="24900"/>
                </a:lnTo>
                <a:lnTo>
                  <a:pt x="626700" y="25050"/>
                </a:lnTo>
                <a:lnTo>
                  <a:pt x="626700" y="25425"/>
                </a:lnTo>
                <a:lnTo>
                  <a:pt x="626625" y="25575"/>
                </a:lnTo>
                <a:lnTo>
                  <a:pt x="626625" y="25875"/>
                </a:lnTo>
                <a:lnTo>
                  <a:pt x="626550" y="26025"/>
                </a:lnTo>
                <a:lnTo>
                  <a:pt x="626550" y="26550"/>
                </a:lnTo>
                <a:lnTo>
                  <a:pt x="626475" y="26775"/>
                </a:lnTo>
                <a:lnTo>
                  <a:pt x="626475" y="66750"/>
                </a:lnTo>
                <a:close/>
                <a:moveTo>
                  <a:pt x="654075" y="14250"/>
                </a:moveTo>
                <a:lnTo>
                  <a:pt x="654075" y="52500"/>
                </a:lnTo>
                <a:lnTo>
                  <a:pt x="648375" y="52500"/>
                </a:lnTo>
                <a:lnTo>
                  <a:pt x="648375" y="14250"/>
                </a:lnTo>
                <a:close/>
                <a:moveTo>
                  <a:pt x="663300" y="14250"/>
                </a:moveTo>
                <a:lnTo>
                  <a:pt x="663900" y="14250"/>
                </a:lnTo>
                <a:lnTo>
                  <a:pt x="663975" y="14325"/>
                </a:lnTo>
                <a:lnTo>
                  <a:pt x="664350" y="14325"/>
                </a:lnTo>
                <a:lnTo>
                  <a:pt x="664425" y="14400"/>
                </a:lnTo>
                <a:lnTo>
                  <a:pt x="664800" y="14400"/>
                </a:lnTo>
                <a:lnTo>
                  <a:pt x="664875" y="14475"/>
                </a:lnTo>
                <a:lnTo>
                  <a:pt x="664950" y="14475"/>
                </a:lnTo>
                <a:lnTo>
                  <a:pt x="665100" y="14550"/>
                </a:lnTo>
                <a:lnTo>
                  <a:pt x="665325" y="14550"/>
                </a:lnTo>
                <a:lnTo>
                  <a:pt x="665400" y="14625"/>
                </a:lnTo>
                <a:lnTo>
                  <a:pt x="665700" y="14700"/>
                </a:lnTo>
                <a:lnTo>
                  <a:pt x="665775" y="14775"/>
                </a:lnTo>
                <a:lnTo>
                  <a:pt x="665925" y="14775"/>
                </a:lnTo>
                <a:lnTo>
                  <a:pt x="666075" y="14925"/>
                </a:lnTo>
                <a:lnTo>
                  <a:pt x="666150" y="14925"/>
                </a:lnTo>
                <a:lnTo>
                  <a:pt x="666225" y="15000"/>
                </a:lnTo>
                <a:lnTo>
                  <a:pt x="666375" y="15000"/>
                </a:lnTo>
                <a:lnTo>
                  <a:pt x="666525" y="15150"/>
                </a:lnTo>
                <a:lnTo>
                  <a:pt x="666600" y="15150"/>
                </a:lnTo>
                <a:lnTo>
                  <a:pt x="666750" y="15300"/>
                </a:lnTo>
                <a:lnTo>
                  <a:pt x="666900" y="15300"/>
                </a:lnTo>
                <a:lnTo>
                  <a:pt x="666900" y="15375"/>
                </a:lnTo>
                <a:lnTo>
                  <a:pt x="667050" y="15450"/>
                </a:lnTo>
                <a:lnTo>
                  <a:pt x="667125" y="15450"/>
                </a:lnTo>
                <a:lnTo>
                  <a:pt x="667350" y="15675"/>
                </a:lnTo>
                <a:lnTo>
                  <a:pt x="667425" y="15675"/>
                </a:lnTo>
                <a:lnTo>
                  <a:pt x="667500" y="15750"/>
                </a:lnTo>
                <a:lnTo>
                  <a:pt x="667500" y="15825"/>
                </a:lnTo>
                <a:lnTo>
                  <a:pt x="667800" y="15975"/>
                </a:lnTo>
                <a:lnTo>
                  <a:pt x="667800" y="16050"/>
                </a:lnTo>
                <a:lnTo>
                  <a:pt x="667875" y="16125"/>
                </a:lnTo>
                <a:lnTo>
                  <a:pt x="667950" y="16125"/>
                </a:lnTo>
                <a:lnTo>
                  <a:pt x="668025" y="16275"/>
                </a:lnTo>
                <a:lnTo>
                  <a:pt x="668100" y="16275"/>
                </a:lnTo>
                <a:lnTo>
                  <a:pt x="668175" y="16350"/>
                </a:lnTo>
                <a:lnTo>
                  <a:pt x="668175" y="16425"/>
                </a:lnTo>
                <a:lnTo>
                  <a:pt x="668325" y="16500"/>
                </a:lnTo>
                <a:lnTo>
                  <a:pt x="668400" y="16650"/>
                </a:lnTo>
                <a:lnTo>
                  <a:pt x="668475" y="16650"/>
                </a:lnTo>
                <a:lnTo>
                  <a:pt x="668550" y="16725"/>
                </a:lnTo>
                <a:lnTo>
                  <a:pt x="668550" y="16800"/>
                </a:lnTo>
                <a:lnTo>
                  <a:pt x="668700" y="16875"/>
                </a:lnTo>
                <a:lnTo>
                  <a:pt x="668775" y="17025"/>
                </a:lnTo>
                <a:lnTo>
                  <a:pt x="668850" y="17025"/>
                </a:lnTo>
                <a:lnTo>
                  <a:pt x="669000" y="17325"/>
                </a:lnTo>
                <a:lnTo>
                  <a:pt x="669075" y="17325"/>
                </a:lnTo>
                <a:lnTo>
                  <a:pt x="669150" y="17400"/>
                </a:lnTo>
                <a:lnTo>
                  <a:pt x="669150" y="17475"/>
                </a:lnTo>
                <a:lnTo>
                  <a:pt x="669375" y="17700"/>
                </a:lnTo>
                <a:lnTo>
                  <a:pt x="669450" y="17850"/>
                </a:lnTo>
                <a:lnTo>
                  <a:pt x="669600" y="18000"/>
                </a:lnTo>
                <a:lnTo>
                  <a:pt x="669750" y="18300"/>
                </a:lnTo>
                <a:lnTo>
                  <a:pt x="669825" y="18300"/>
                </a:lnTo>
                <a:lnTo>
                  <a:pt x="669975" y="18600"/>
                </a:lnTo>
                <a:lnTo>
                  <a:pt x="670125" y="18750"/>
                </a:lnTo>
                <a:lnTo>
                  <a:pt x="670275" y="19050"/>
                </a:lnTo>
                <a:lnTo>
                  <a:pt x="670275" y="19125"/>
                </a:lnTo>
                <a:lnTo>
                  <a:pt x="670425" y="19275"/>
                </a:lnTo>
                <a:lnTo>
                  <a:pt x="670650" y="19725"/>
                </a:lnTo>
                <a:lnTo>
                  <a:pt x="670725" y="19725"/>
                </a:lnTo>
                <a:lnTo>
                  <a:pt x="670875" y="20100"/>
                </a:lnTo>
                <a:lnTo>
                  <a:pt x="671025" y="20400"/>
                </a:lnTo>
                <a:lnTo>
                  <a:pt x="671175" y="20550"/>
                </a:lnTo>
                <a:lnTo>
                  <a:pt x="671175" y="20625"/>
                </a:lnTo>
                <a:lnTo>
                  <a:pt x="671400" y="21150"/>
                </a:lnTo>
                <a:lnTo>
                  <a:pt x="671475" y="21300"/>
                </a:lnTo>
                <a:lnTo>
                  <a:pt x="671550" y="21300"/>
                </a:lnTo>
                <a:lnTo>
                  <a:pt x="671850" y="22050"/>
                </a:lnTo>
                <a:lnTo>
                  <a:pt x="672150" y="22575"/>
                </a:lnTo>
                <a:lnTo>
                  <a:pt x="672600" y="23775"/>
                </a:lnTo>
                <a:lnTo>
                  <a:pt x="672675" y="23775"/>
                </a:lnTo>
                <a:lnTo>
                  <a:pt x="672750" y="23925"/>
                </a:lnTo>
                <a:lnTo>
                  <a:pt x="672750" y="24000"/>
                </a:lnTo>
                <a:lnTo>
                  <a:pt x="673350" y="25575"/>
                </a:lnTo>
                <a:lnTo>
                  <a:pt x="673500" y="25800"/>
                </a:lnTo>
                <a:lnTo>
                  <a:pt x="674475" y="28575"/>
                </a:lnTo>
                <a:lnTo>
                  <a:pt x="674625" y="28800"/>
                </a:lnTo>
                <a:lnTo>
                  <a:pt x="675900" y="32550"/>
                </a:lnTo>
                <a:lnTo>
                  <a:pt x="676050" y="32775"/>
                </a:lnTo>
                <a:lnTo>
                  <a:pt x="677250" y="36300"/>
                </a:lnTo>
                <a:lnTo>
                  <a:pt x="677400" y="36450"/>
                </a:lnTo>
                <a:lnTo>
                  <a:pt x="677775" y="37575"/>
                </a:lnTo>
                <a:lnTo>
                  <a:pt x="678225" y="38775"/>
                </a:lnTo>
                <a:lnTo>
                  <a:pt x="678450" y="39150"/>
                </a:lnTo>
                <a:lnTo>
                  <a:pt x="678975" y="40575"/>
                </a:lnTo>
                <a:lnTo>
                  <a:pt x="679275" y="41100"/>
                </a:lnTo>
                <a:lnTo>
                  <a:pt x="679650" y="42075"/>
                </a:lnTo>
                <a:lnTo>
                  <a:pt x="679725" y="42225"/>
                </a:lnTo>
                <a:lnTo>
                  <a:pt x="679875" y="42375"/>
                </a:lnTo>
                <a:lnTo>
                  <a:pt x="680325" y="43425"/>
                </a:lnTo>
                <a:lnTo>
                  <a:pt x="680475" y="43575"/>
                </a:lnTo>
                <a:lnTo>
                  <a:pt x="680850" y="44325"/>
                </a:lnTo>
                <a:lnTo>
                  <a:pt x="681000" y="44475"/>
                </a:lnTo>
                <a:lnTo>
                  <a:pt x="681000" y="14250"/>
                </a:lnTo>
                <a:lnTo>
                  <a:pt x="686700" y="14250"/>
                </a:lnTo>
                <a:lnTo>
                  <a:pt x="686700" y="50175"/>
                </a:lnTo>
                <a:lnTo>
                  <a:pt x="683850" y="50175"/>
                </a:lnTo>
                <a:lnTo>
                  <a:pt x="683400" y="52500"/>
                </a:lnTo>
                <a:lnTo>
                  <a:pt x="683250" y="52425"/>
                </a:lnTo>
                <a:lnTo>
                  <a:pt x="682950" y="52425"/>
                </a:lnTo>
                <a:lnTo>
                  <a:pt x="682800" y="52350"/>
                </a:lnTo>
                <a:lnTo>
                  <a:pt x="682575" y="52350"/>
                </a:lnTo>
                <a:lnTo>
                  <a:pt x="682500" y="52275"/>
                </a:lnTo>
                <a:lnTo>
                  <a:pt x="682275" y="52275"/>
                </a:lnTo>
                <a:lnTo>
                  <a:pt x="682125" y="52200"/>
                </a:lnTo>
                <a:lnTo>
                  <a:pt x="681825" y="52125"/>
                </a:lnTo>
                <a:lnTo>
                  <a:pt x="681750" y="52050"/>
                </a:lnTo>
                <a:lnTo>
                  <a:pt x="681225" y="51900"/>
                </a:lnTo>
                <a:lnTo>
                  <a:pt x="681150" y="51825"/>
                </a:lnTo>
                <a:lnTo>
                  <a:pt x="681075" y="51825"/>
                </a:lnTo>
                <a:lnTo>
                  <a:pt x="680850" y="51675"/>
                </a:lnTo>
                <a:lnTo>
                  <a:pt x="680775" y="51675"/>
                </a:lnTo>
                <a:lnTo>
                  <a:pt x="680700" y="51600"/>
                </a:lnTo>
                <a:lnTo>
                  <a:pt x="680550" y="51525"/>
                </a:lnTo>
                <a:lnTo>
                  <a:pt x="680475" y="51525"/>
                </a:lnTo>
                <a:lnTo>
                  <a:pt x="680325" y="51375"/>
                </a:lnTo>
                <a:lnTo>
                  <a:pt x="680250" y="51375"/>
                </a:lnTo>
                <a:lnTo>
                  <a:pt x="680175" y="51300"/>
                </a:lnTo>
                <a:lnTo>
                  <a:pt x="679875" y="51150"/>
                </a:lnTo>
                <a:lnTo>
                  <a:pt x="679725" y="51000"/>
                </a:lnTo>
                <a:lnTo>
                  <a:pt x="679650" y="51000"/>
                </a:lnTo>
                <a:lnTo>
                  <a:pt x="679425" y="50775"/>
                </a:lnTo>
                <a:lnTo>
                  <a:pt x="679350" y="50775"/>
                </a:lnTo>
                <a:lnTo>
                  <a:pt x="679275" y="50625"/>
                </a:lnTo>
                <a:lnTo>
                  <a:pt x="679200" y="50625"/>
                </a:lnTo>
                <a:lnTo>
                  <a:pt x="678975" y="50400"/>
                </a:lnTo>
                <a:lnTo>
                  <a:pt x="678900" y="50400"/>
                </a:lnTo>
                <a:lnTo>
                  <a:pt x="678825" y="50250"/>
                </a:lnTo>
                <a:lnTo>
                  <a:pt x="678750" y="50250"/>
                </a:lnTo>
                <a:lnTo>
                  <a:pt x="678675" y="50175"/>
                </a:lnTo>
                <a:lnTo>
                  <a:pt x="678675" y="50100"/>
                </a:lnTo>
                <a:lnTo>
                  <a:pt x="678525" y="50025"/>
                </a:lnTo>
                <a:lnTo>
                  <a:pt x="678375" y="49875"/>
                </a:lnTo>
                <a:lnTo>
                  <a:pt x="678300" y="49725"/>
                </a:lnTo>
                <a:lnTo>
                  <a:pt x="678225" y="49725"/>
                </a:lnTo>
                <a:lnTo>
                  <a:pt x="678150" y="49575"/>
                </a:lnTo>
                <a:lnTo>
                  <a:pt x="678075" y="49575"/>
                </a:lnTo>
                <a:lnTo>
                  <a:pt x="678000" y="49500"/>
                </a:lnTo>
                <a:lnTo>
                  <a:pt x="678000" y="49425"/>
                </a:lnTo>
                <a:lnTo>
                  <a:pt x="677850" y="49350"/>
                </a:lnTo>
                <a:lnTo>
                  <a:pt x="677850" y="49275"/>
                </a:lnTo>
                <a:lnTo>
                  <a:pt x="677775" y="49200"/>
                </a:lnTo>
                <a:lnTo>
                  <a:pt x="677700" y="49200"/>
                </a:lnTo>
                <a:lnTo>
                  <a:pt x="677625" y="49050"/>
                </a:lnTo>
                <a:lnTo>
                  <a:pt x="677475" y="48900"/>
                </a:lnTo>
                <a:lnTo>
                  <a:pt x="677175" y="48450"/>
                </a:lnTo>
                <a:lnTo>
                  <a:pt x="677100" y="48450"/>
                </a:lnTo>
                <a:lnTo>
                  <a:pt x="676950" y="48150"/>
                </a:lnTo>
                <a:lnTo>
                  <a:pt x="676800" y="48000"/>
                </a:lnTo>
                <a:lnTo>
                  <a:pt x="676800" y="47925"/>
                </a:lnTo>
                <a:lnTo>
                  <a:pt x="676725" y="47775"/>
                </a:lnTo>
                <a:lnTo>
                  <a:pt x="676650" y="47775"/>
                </a:lnTo>
                <a:lnTo>
                  <a:pt x="676500" y="47475"/>
                </a:lnTo>
                <a:lnTo>
                  <a:pt x="676425" y="47475"/>
                </a:lnTo>
                <a:lnTo>
                  <a:pt x="676275" y="47175"/>
                </a:lnTo>
                <a:lnTo>
                  <a:pt x="676275" y="47100"/>
                </a:lnTo>
                <a:lnTo>
                  <a:pt x="675900" y="46650"/>
                </a:lnTo>
                <a:lnTo>
                  <a:pt x="675825" y="46500"/>
                </a:lnTo>
                <a:lnTo>
                  <a:pt x="675825" y="46425"/>
                </a:lnTo>
                <a:lnTo>
                  <a:pt x="675750" y="46275"/>
                </a:lnTo>
                <a:lnTo>
                  <a:pt x="675600" y="46125"/>
                </a:lnTo>
                <a:lnTo>
                  <a:pt x="675450" y="45750"/>
                </a:lnTo>
                <a:lnTo>
                  <a:pt x="675375" y="45750"/>
                </a:lnTo>
                <a:lnTo>
                  <a:pt x="675300" y="45600"/>
                </a:lnTo>
                <a:lnTo>
                  <a:pt x="675300" y="45525"/>
                </a:lnTo>
                <a:lnTo>
                  <a:pt x="675000" y="45000"/>
                </a:lnTo>
                <a:lnTo>
                  <a:pt x="674850" y="44625"/>
                </a:lnTo>
                <a:lnTo>
                  <a:pt x="674700" y="44475"/>
                </a:lnTo>
                <a:lnTo>
                  <a:pt x="674550" y="44100"/>
                </a:lnTo>
                <a:lnTo>
                  <a:pt x="674550" y="44025"/>
                </a:lnTo>
                <a:lnTo>
                  <a:pt x="674250" y="43500"/>
                </a:lnTo>
                <a:lnTo>
                  <a:pt x="674100" y="43050"/>
                </a:lnTo>
                <a:lnTo>
                  <a:pt x="673950" y="42900"/>
                </a:lnTo>
                <a:lnTo>
                  <a:pt x="673650" y="42075"/>
                </a:lnTo>
                <a:lnTo>
                  <a:pt x="673500" y="41850"/>
                </a:lnTo>
                <a:lnTo>
                  <a:pt x="673350" y="41475"/>
                </a:lnTo>
                <a:lnTo>
                  <a:pt x="673125" y="40800"/>
                </a:lnTo>
                <a:lnTo>
                  <a:pt x="672975" y="40650"/>
                </a:lnTo>
                <a:lnTo>
                  <a:pt x="672975" y="40575"/>
                </a:lnTo>
                <a:lnTo>
                  <a:pt x="672525" y="39300"/>
                </a:lnTo>
                <a:lnTo>
                  <a:pt x="672300" y="38925"/>
                </a:lnTo>
                <a:lnTo>
                  <a:pt x="671700" y="37125"/>
                </a:lnTo>
                <a:lnTo>
                  <a:pt x="671625" y="37125"/>
                </a:lnTo>
                <a:lnTo>
                  <a:pt x="670650" y="34275"/>
                </a:lnTo>
                <a:lnTo>
                  <a:pt x="670500" y="34050"/>
                </a:lnTo>
                <a:lnTo>
                  <a:pt x="669000" y="29625"/>
                </a:lnTo>
                <a:lnTo>
                  <a:pt x="668850" y="29475"/>
                </a:lnTo>
                <a:lnTo>
                  <a:pt x="668250" y="27750"/>
                </a:lnTo>
                <a:lnTo>
                  <a:pt x="667200" y="25050"/>
                </a:lnTo>
                <a:lnTo>
                  <a:pt x="667050" y="24900"/>
                </a:lnTo>
                <a:lnTo>
                  <a:pt x="666525" y="23625"/>
                </a:lnTo>
                <a:lnTo>
                  <a:pt x="666225" y="23025"/>
                </a:lnTo>
                <a:lnTo>
                  <a:pt x="666150" y="22800"/>
                </a:lnTo>
                <a:lnTo>
                  <a:pt x="666075" y="22725"/>
                </a:lnTo>
                <a:lnTo>
                  <a:pt x="666075" y="66750"/>
                </a:lnTo>
                <a:lnTo>
                  <a:pt x="660375" y="66750"/>
                </a:lnTo>
                <a:lnTo>
                  <a:pt x="660375" y="16500"/>
                </a:lnTo>
                <a:lnTo>
                  <a:pt x="663225" y="16500"/>
                </a:lnTo>
                <a:close/>
                <a:moveTo>
                  <a:pt x="729750" y="52500"/>
                </a:moveTo>
                <a:lnTo>
                  <a:pt x="729750" y="25725"/>
                </a:lnTo>
                <a:lnTo>
                  <a:pt x="729675" y="25575"/>
                </a:lnTo>
                <a:lnTo>
                  <a:pt x="729675" y="25050"/>
                </a:lnTo>
                <a:lnTo>
                  <a:pt x="729600" y="24900"/>
                </a:lnTo>
                <a:lnTo>
                  <a:pt x="729600" y="24600"/>
                </a:lnTo>
                <a:lnTo>
                  <a:pt x="729525" y="24450"/>
                </a:lnTo>
                <a:lnTo>
                  <a:pt x="729525" y="24225"/>
                </a:lnTo>
                <a:lnTo>
                  <a:pt x="729450" y="24075"/>
                </a:lnTo>
                <a:lnTo>
                  <a:pt x="729150" y="23100"/>
                </a:lnTo>
                <a:lnTo>
                  <a:pt x="729075" y="23025"/>
                </a:lnTo>
                <a:lnTo>
                  <a:pt x="729075" y="22875"/>
                </a:lnTo>
                <a:lnTo>
                  <a:pt x="728925" y="22725"/>
                </a:lnTo>
                <a:lnTo>
                  <a:pt x="728925" y="22575"/>
                </a:lnTo>
                <a:lnTo>
                  <a:pt x="728775" y="22425"/>
                </a:lnTo>
                <a:lnTo>
                  <a:pt x="728775" y="22350"/>
                </a:lnTo>
                <a:lnTo>
                  <a:pt x="728700" y="22200"/>
                </a:lnTo>
                <a:lnTo>
                  <a:pt x="728550" y="22050"/>
                </a:lnTo>
                <a:lnTo>
                  <a:pt x="728550" y="21975"/>
                </a:lnTo>
                <a:lnTo>
                  <a:pt x="728325" y="21750"/>
                </a:lnTo>
                <a:lnTo>
                  <a:pt x="728325" y="21675"/>
                </a:lnTo>
                <a:lnTo>
                  <a:pt x="727950" y="21300"/>
                </a:lnTo>
                <a:lnTo>
                  <a:pt x="727950" y="21225"/>
                </a:lnTo>
                <a:lnTo>
                  <a:pt x="727725" y="21000"/>
                </a:lnTo>
                <a:lnTo>
                  <a:pt x="727650" y="21000"/>
                </a:lnTo>
                <a:lnTo>
                  <a:pt x="727350" y="20700"/>
                </a:lnTo>
                <a:lnTo>
                  <a:pt x="727275" y="20700"/>
                </a:lnTo>
                <a:lnTo>
                  <a:pt x="727050" y="20475"/>
                </a:lnTo>
                <a:lnTo>
                  <a:pt x="726975" y="20475"/>
                </a:lnTo>
                <a:lnTo>
                  <a:pt x="726900" y="20400"/>
                </a:lnTo>
                <a:lnTo>
                  <a:pt x="726825" y="20400"/>
                </a:lnTo>
                <a:lnTo>
                  <a:pt x="726675" y="20250"/>
                </a:lnTo>
                <a:lnTo>
                  <a:pt x="726600" y="20250"/>
                </a:lnTo>
                <a:lnTo>
                  <a:pt x="726525" y="20175"/>
                </a:lnTo>
                <a:lnTo>
                  <a:pt x="726450" y="20175"/>
                </a:lnTo>
                <a:lnTo>
                  <a:pt x="726375" y="20100"/>
                </a:lnTo>
                <a:lnTo>
                  <a:pt x="726300" y="20100"/>
                </a:lnTo>
                <a:lnTo>
                  <a:pt x="726225" y="20025"/>
                </a:lnTo>
                <a:lnTo>
                  <a:pt x="726150" y="20025"/>
                </a:lnTo>
                <a:lnTo>
                  <a:pt x="726075" y="19950"/>
                </a:lnTo>
                <a:lnTo>
                  <a:pt x="726000" y="19950"/>
                </a:lnTo>
                <a:lnTo>
                  <a:pt x="725775" y="19800"/>
                </a:lnTo>
                <a:lnTo>
                  <a:pt x="725550" y="19800"/>
                </a:lnTo>
                <a:lnTo>
                  <a:pt x="725475" y="19725"/>
                </a:lnTo>
                <a:lnTo>
                  <a:pt x="725325" y="19725"/>
                </a:lnTo>
                <a:lnTo>
                  <a:pt x="725250" y="19650"/>
                </a:lnTo>
                <a:lnTo>
                  <a:pt x="725025" y="19650"/>
                </a:lnTo>
                <a:lnTo>
                  <a:pt x="724875" y="19575"/>
                </a:lnTo>
                <a:lnTo>
                  <a:pt x="724500" y="19575"/>
                </a:lnTo>
                <a:lnTo>
                  <a:pt x="724350" y="19500"/>
                </a:lnTo>
                <a:lnTo>
                  <a:pt x="723150" y="19500"/>
                </a:lnTo>
                <a:lnTo>
                  <a:pt x="723075" y="19575"/>
                </a:lnTo>
                <a:lnTo>
                  <a:pt x="722700" y="19575"/>
                </a:lnTo>
                <a:lnTo>
                  <a:pt x="722625" y="19650"/>
                </a:lnTo>
                <a:lnTo>
                  <a:pt x="722325" y="19650"/>
                </a:lnTo>
                <a:lnTo>
                  <a:pt x="722250" y="19725"/>
                </a:lnTo>
                <a:lnTo>
                  <a:pt x="722100" y="19725"/>
                </a:lnTo>
                <a:lnTo>
                  <a:pt x="721950" y="19800"/>
                </a:lnTo>
                <a:lnTo>
                  <a:pt x="721800" y="19800"/>
                </a:lnTo>
                <a:lnTo>
                  <a:pt x="721575" y="19950"/>
                </a:lnTo>
                <a:lnTo>
                  <a:pt x="721275" y="20025"/>
                </a:lnTo>
                <a:lnTo>
                  <a:pt x="721200" y="20100"/>
                </a:lnTo>
                <a:lnTo>
                  <a:pt x="721125" y="20100"/>
                </a:lnTo>
                <a:lnTo>
                  <a:pt x="721050" y="20175"/>
                </a:lnTo>
                <a:lnTo>
                  <a:pt x="720975" y="20175"/>
                </a:lnTo>
                <a:lnTo>
                  <a:pt x="720900" y="20250"/>
                </a:lnTo>
                <a:lnTo>
                  <a:pt x="720825" y="20250"/>
                </a:lnTo>
                <a:lnTo>
                  <a:pt x="720600" y="20400"/>
                </a:lnTo>
                <a:lnTo>
                  <a:pt x="720525" y="20400"/>
                </a:lnTo>
                <a:lnTo>
                  <a:pt x="720375" y="20550"/>
                </a:lnTo>
                <a:lnTo>
                  <a:pt x="720300" y="20550"/>
                </a:lnTo>
                <a:lnTo>
                  <a:pt x="720000" y="20850"/>
                </a:lnTo>
                <a:lnTo>
                  <a:pt x="719925" y="20850"/>
                </a:lnTo>
                <a:lnTo>
                  <a:pt x="718725" y="22050"/>
                </a:lnTo>
                <a:lnTo>
                  <a:pt x="718725" y="22200"/>
                </a:lnTo>
                <a:lnTo>
                  <a:pt x="718500" y="22425"/>
                </a:lnTo>
                <a:lnTo>
                  <a:pt x="718350" y="22650"/>
                </a:lnTo>
                <a:lnTo>
                  <a:pt x="718350" y="22725"/>
                </a:lnTo>
                <a:lnTo>
                  <a:pt x="718200" y="22950"/>
                </a:lnTo>
                <a:lnTo>
                  <a:pt x="718125" y="23100"/>
                </a:lnTo>
                <a:lnTo>
                  <a:pt x="718125" y="23175"/>
                </a:lnTo>
                <a:lnTo>
                  <a:pt x="717975" y="23400"/>
                </a:lnTo>
                <a:lnTo>
                  <a:pt x="717825" y="23775"/>
                </a:lnTo>
                <a:lnTo>
                  <a:pt x="717750" y="23850"/>
                </a:lnTo>
                <a:lnTo>
                  <a:pt x="717750" y="24000"/>
                </a:lnTo>
                <a:lnTo>
                  <a:pt x="717525" y="24525"/>
                </a:lnTo>
                <a:lnTo>
                  <a:pt x="717525" y="24675"/>
                </a:lnTo>
                <a:lnTo>
                  <a:pt x="717450" y="24750"/>
                </a:lnTo>
                <a:lnTo>
                  <a:pt x="717450" y="24900"/>
                </a:lnTo>
                <a:lnTo>
                  <a:pt x="717375" y="25050"/>
                </a:lnTo>
                <a:lnTo>
                  <a:pt x="717375" y="25350"/>
                </a:lnTo>
                <a:lnTo>
                  <a:pt x="717300" y="25500"/>
                </a:lnTo>
                <a:lnTo>
                  <a:pt x="717300" y="25650"/>
                </a:lnTo>
                <a:lnTo>
                  <a:pt x="717225" y="25800"/>
                </a:lnTo>
                <a:lnTo>
                  <a:pt x="717225" y="26100"/>
                </a:lnTo>
                <a:lnTo>
                  <a:pt x="717150" y="26250"/>
                </a:lnTo>
                <a:lnTo>
                  <a:pt x="717150" y="26925"/>
                </a:lnTo>
                <a:lnTo>
                  <a:pt x="717075" y="27075"/>
                </a:lnTo>
                <a:lnTo>
                  <a:pt x="717075" y="66750"/>
                </a:lnTo>
                <a:lnTo>
                  <a:pt x="711375" y="66750"/>
                </a:lnTo>
                <a:lnTo>
                  <a:pt x="711375" y="26775"/>
                </a:lnTo>
                <a:lnTo>
                  <a:pt x="711450" y="26775"/>
                </a:lnTo>
                <a:lnTo>
                  <a:pt x="711450" y="26475"/>
                </a:lnTo>
                <a:lnTo>
                  <a:pt x="711375" y="26475"/>
                </a:lnTo>
                <a:lnTo>
                  <a:pt x="711375" y="25725"/>
                </a:lnTo>
                <a:lnTo>
                  <a:pt x="711300" y="25575"/>
                </a:lnTo>
                <a:lnTo>
                  <a:pt x="711300" y="24975"/>
                </a:lnTo>
                <a:lnTo>
                  <a:pt x="711225" y="24825"/>
                </a:lnTo>
                <a:lnTo>
                  <a:pt x="711225" y="24600"/>
                </a:lnTo>
                <a:lnTo>
                  <a:pt x="711150" y="24450"/>
                </a:lnTo>
                <a:lnTo>
                  <a:pt x="711150" y="24225"/>
                </a:lnTo>
                <a:lnTo>
                  <a:pt x="711075" y="24075"/>
                </a:lnTo>
                <a:lnTo>
                  <a:pt x="710700" y="22875"/>
                </a:lnTo>
                <a:lnTo>
                  <a:pt x="710625" y="22800"/>
                </a:lnTo>
                <a:lnTo>
                  <a:pt x="710550" y="22650"/>
                </a:lnTo>
                <a:lnTo>
                  <a:pt x="710550" y="22575"/>
                </a:lnTo>
                <a:lnTo>
                  <a:pt x="710400" y="22425"/>
                </a:lnTo>
                <a:lnTo>
                  <a:pt x="710400" y="22350"/>
                </a:lnTo>
                <a:lnTo>
                  <a:pt x="710325" y="22200"/>
                </a:lnTo>
                <a:lnTo>
                  <a:pt x="710175" y="22050"/>
                </a:lnTo>
                <a:lnTo>
                  <a:pt x="710175" y="21975"/>
                </a:lnTo>
                <a:lnTo>
                  <a:pt x="709950" y="21750"/>
                </a:lnTo>
                <a:lnTo>
                  <a:pt x="709950" y="21675"/>
                </a:lnTo>
                <a:lnTo>
                  <a:pt x="709575" y="21300"/>
                </a:lnTo>
                <a:lnTo>
                  <a:pt x="709575" y="21225"/>
                </a:lnTo>
                <a:lnTo>
                  <a:pt x="709275" y="20925"/>
                </a:lnTo>
                <a:lnTo>
                  <a:pt x="709200" y="20925"/>
                </a:lnTo>
                <a:lnTo>
                  <a:pt x="708975" y="20700"/>
                </a:lnTo>
                <a:lnTo>
                  <a:pt x="708900" y="20700"/>
                </a:lnTo>
                <a:lnTo>
                  <a:pt x="708675" y="20475"/>
                </a:lnTo>
                <a:lnTo>
                  <a:pt x="708600" y="20475"/>
                </a:lnTo>
                <a:lnTo>
                  <a:pt x="708600" y="20400"/>
                </a:lnTo>
                <a:lnTo>
                  <a:pt x="708525" y="20400"/>
                </a:lnTo>
                <a:lnTo>
                  <a:pt x="708300" y="20250"/>
                </a:lnTo>
                <a:lnTo>
                  <a:pt x="708225" y="20250"/>
                </a:lnTo>
                <a:lnTo>
                  <a:pt x="708150" y="20175"/>
                </a:lnTo>
                <a:lnTo>
                  <a:pt x="708075" y="20175"/>
                </a:lnTo>
                <a:lnTo>
                  <a:pt x="708000" y="20100"/>
                </a:lnTo>
                <a:lnTo>
                  <a:pt x="707925" y="20100"/>
                </a:lnTo>
                <a:lnTo>
                  <a:pt x="707850" y="20025"/>
                </a:lnTo>
                <a:lnTo>
                  <a:pt x="707775" y="20025"/>
                </a:lnTo>
                <a:lnTo>
                  <a:pt x="707700" y="19950"/>
                </a:lnTo>
                <a:lnTo>
                  <a:pt x="707625" y="19950"/>
                </a:lnTo>
                <a:lnTo>
                  <a:pt x="707550" y="19875"/>
                </a:lnTo>
                <a:lnTo>
                  <a:pt x="707475" y="19875"/>
                </a:lnTo>
                <a:lnTo>
                  <a:pt x="707400" y="19800"/>
                </a:lnTo>
                <a:lnTo>
                  <a:pt x="707250" y="19800"/>
                </a:lnTo>
                <a:lnTo>
                  <a:pt x="707100" y="19725"/>
                </a:lnTo>
                <a:lnTo>
                  <a:pt x="706950" y="19725"/>
                </a:lnTo>
                <a:lnTo>
                  <a:pt x="706875" y="19650"/>
                </a:lnTo>
                <a:lnTo>
                  <a:pt x="706650" y="19650"/>
                </a:lnTo>
                <a:lnTo>
                  <a:pt x="706500" y="19575"/>
                </a:lnTo>
                <a:lnTo>
                  <a:pt x="706125" y="19575"/>
                </a:lnTo>
                <a:lnTo>
                  <a:pt x="705975" y="19500"/>
                </a:lnTo>
                <a:lnTo>
                  <a:pt x="704775" y="19500"/>
                </a:lnTo>
                <a:lnTo>
                  <a:pt x="704700" y="19575"/>
                </a:lnTo>
                <a:lnTo>
                  <a:pt x="704325" y="19575"/>
                </a:lnTo>
                <a:lnTo>
                  <a:pt x="704250" y="19650"/>
                </a:lnTo>
                <a:lnTo>
                  <a:pt x="703950" y="19650"/>
                </a:lnTo>
                <a:lnTo>
                  <a:pt x="703875" y="19725"/>
                </a:lnTo>
                <a:lnTo>
                  <a:pt x="703725" y="19725"/>
                </a:lnTo>
                <a:lnTo>
                  <a:pt x="703575" y="19800"/>
                </a:lnTo>
                <a:lnTo>
                  <a:pt x="703425" y="19800"/>
                </a:lnTo>
                <a:lnTo>
                  <a:pt x="703350" y="19875"/>
                </a:lnTo>
                <a:lnTo>
                  <a:pt x="703275" y="19875"/>
                </a:lnTo>
                <a:lnTo>
                  <a:pt x="703200" y="19950"/>
                </a:lnTo>
                <a:lnTo>
                  <a:pt x="703050" y="19950"/>
                </a:lnTo>
                <a:lnTo>
                  <a:pt x="702975" y="20025"/>
                </a:lnTo>
                <a:lnTo>
                  <a:pt x="702900" y="20025"/>
                </a:lnTo>
                <a:lnTo>
                  <a:pt x="702825" y="20100"/>
                </a:lnTo>
                <a:lnTo>
                  <a:pt x="702750" y="20100"/>
                </a:lnTo>
                <a:lnTo>
                  <a:pt x="702525" y="20250"/>
                </a:lnTo>
                <a:lnTo>
                  <a:pt x="702375" y="20250"/>
                </a:lnTo>
                <a:lnTo>
                  <a:pt x="702225" y="20400"/>
                </a:lnTo>
                <a:lnTo>
                  <a:pt x="702150" y="20400"/>
                </a:lnTo>
                <a:lnTo>
                  <a:pt x="702000" y="20550"/>
                </a:lnTo>
                <a:lnTo>
                  <a:pt x="701925" y="20550"/>
                </a:lnTo>
                <a:lnTo>
                  <a:pt x="701625" y="20850"/>
                </a:lnTo>
                <a:lnTo>
                  <a:pt x="701550" y="20850"/>
                </a:lnTo>
                <a:lnTo>
                  <a:pt x="700350" y="22050"/>
                </a:lnTo>
                <a:lnTo>
                  <a:pt x="700350" y="22200"/>
                </a:lnTo>
                <a:lnTo>
                  <a:pt x="700125" y="22425"/>
                </a:lnTo>
                <a:lnTo>
                  <a:pt x="699975" y="22650"/>
                </a:lnTo>
                <a:lnTo>
                  <a:pt x="699975" y="22725"/>
                </a:lnTo>
                <a:lnTo>
                  <a:pt x="699900" y="22875"/>
                </a:lnTo>
                <a:lnTo>
                  <a:pt x="699750" y="23025"/>
                </a:lnTo>
                <a:lnTo>
                  <a:pt x="699675" y="23175"/>
                </a:lnTo>
                <a:lnTo>
                  <a:pt x="699675" y="23250"/>
                </a:lnTo>
                <a:lnTo>
                  <a:pt x="699525" y="23475"/>
                </a:lnTo>
                <a:lnTo>
                  <a:pt x="699525" y="23625"/>
                </a:lnTo>
                <a:lnTo>
                  <a:pt x="699375" y="23850"/>
                </a:lnTo>
                <a:lnTo>
                  <a:pt x="699375" y="24000"/>
                </a:lnTo>
                <a:lnTo>
                  <a:pt x="699300" y="24075"/>
                </a:lnTo>
                <a:lnTo>
                  <a:pt x="699300" y="24225"/>
                </a:lnTo>
                <a:lnTo>
                  <a:pt x="699150" y="24525"/>
                </a:lnTo>
                <a:lnTo>
                  <a:pt x="699150" y="24600"/>
                </a:lnTo>
                <a:lnTo>
                  <a:pt x="699075" y="24750"/>
                </a:lnTo>
                <a:lnTo>
                  <a:pt x="699075" y="24900"/>
                </a:lnTo>
                <a:lnTo>
                  <a:pt x="699000" y="25050"/>
                </a:lnTo>
                <a:lnTo>
                  <a:pt x="699000" y="25350"/>
                </a:lnTo>
                <a:lnTo>
                  <a:pt x="698925" y="25500"/>
                </a:lnTo>
                <a:lnTo>
                  <a:pt x="698925" y="25650"/>
                </a:lnTo>
                <a:lnTo>
                  <a:pt x="698850" y="25800"/>
                </a:lnTo>
                <a:lnTo>
                  <a:pt x="698850" y="26100"/>
                </a:lnTo>
                <a:lnTo>
                  <a:pt x="698775" y="26250"/>
                </a:lnTo>
                <a:lnTo>
                  <a:pt x="698775" y="26925"/>
                </a:lnTo>
                <a:lnTo>
                  <a:pt x="698700" y="27075"/>
                </a:lnTo>
                <a:lnTo>
                  <a:pt x="698700" y="52500"/>
                </a:lnTo>
                <a:lnTo>
                  <a:pt x="693000" y="52500"/>
                </a:lnTo>
                <a:lnTo>
                  <a:pt x="693000" y="26775"/>
                </a:lnTo>
                <a:lnTo>
                  <a:pt x="693075" y="26775"/>
                </a:lnTo>
                <a:lnTo>
                  <a:pt x="693075" y="26025"/>
                </a:lnTo>
                <a:lnTo>
                  <a:pt x="693150" y="25875"/>
                </a:lnTo>
                <a:lnTo>
                  <a:pt x="693150" y="25350"/>
                </a:lnTo>
                <a:lnTo>
                  <a:pt x="693225" y="25200"/>
                </a:lnTo>
                <a:lnTo>
                  <a:pt x="693225" y="24900"/>
                </a:lnTo>
                <a:lnTo>
                  <a:pt x="693300" y="24750"/>
                </a:lnTo>
                <a:lnTo>
                  <a:pt x="693300" y="24525"/>
                </a:lnTo>
                <a:lnTo>
                  <a:pt x="693450" y="24075"/>
                </a:lnTo>
                <a:lnTo>
                  <a:pt x="693450" y="23850"/>
                </a:lnTo>
                <a:lnTo>
                  <a:pt x="693600" y="23475"/>
                </a:lnTo>
                <a:lnTo>
                  <a:pt x="693600" y="23250"/>
                </a:lnTo>
                <a:lnTo>
                  <a:pt x="693675" y="23250"/>
                </a:lnTo>
                <a:lnTo>
                  <a:pt x="693675" y="23025"/>
                </a:lnTo>
                <a:lnTo>
                  <a:pt x="693900" y="22500"/>
                </a:lnTo>
                <a:lnTo>
                  <a:pt x="693900" y="22425"/>
                </a:lnTo>
                <a:lnTo>
                  <a:pt x="694050" y="22125"/>
                </a:lnTo>
                <a:lnTo>
                  <a:pt x="694050" y="22050"/>
                </a:lnTo>
                <a:lnTo>
                  <a:pt x="694200" y="21750"/>
                </a:lnTo>
                <a:lnTo>
                  <a:pt x="694200" y="21675"/>
                </a:lnTo>
                <a:lnTo>
                  <a:pt x="694350" y="21375"/>
                </a:lnTo>
                <a:lnTo>
                  <a:pt x="694350" y="21300"/>
                </a:lnTo>
                <a:lnTo>
                  <a:pt x="694500" y="21000"/>
                </a:lnTo>
                <a:lnTo>
                  <a:pt x="694575" y="20925"/>
                </a:lnTo>
                <a:lnTo>
                  <a:pt x="694800" y="20475"/>
                </a:lnTo>
                <a:lnTo>
                  <a:pt x="694800" y="20400"/>
                </a:lnTo>
                <a:lnTo>
                  <a:pt x="694875" y="20250"/>
                </a:lnTo>
                <a:lnTo>
                  <a:pt x="694950" y="20250"/>
                </a:lnTo>
                <a:lnTo>
                  <a:pt x="695100" y="19950"/>
                </a:lnTo>
                <a:lnTo>
                  <a:pt x="695100" y="19875"/>
                </a:lnTo>
                <a:lnTo>
                  <a:pt x="695250" y="19800"/>
                </a:lnTo>
                <a:lnTo>
                  <a:pt x="695250" y="19725"/>
                </a:lnTo>
                <a:lnTo>
                  <a:pt x="695400" y="19425"/>
                </a:lnTo>
                <a:lnTo>
                  <a:pt x="695475" y="19425"/>
                </a:lnTo>
                <a:lnTo>
                  <a:pt x="695625" y="19125"/>
                </a:lnTo>
                <a:lnTo>
                  <a:pt x="695700" y="19125"/>
                </a:lnTo>
                <a:lnTo>
                  <a:pt x="695775" y="18975"/>
                </a:lnTo>
                <a:lnTo>
                  <a:pt x="695925" y="18825"/>
                </a:lnTo>
                <a:lnTo>
                  <a:pt x="696000" y="18675"/>
                </a:lnTo>
                <a:lnTo>
                  <a:pt x="696075" y="18675"/>
                </a:lnTo>
                <a:lnTo>
                  <a:pt x="696375" y="18225"/>
                </a:lnTo>
                <a:lnTo>
                  <a:pt x="696450" y="18225"/>
                </a:lnTo>
                <a:lnTo>
                  <a:pt x="696525" y="18075"/>
                </a:lnTo>
                <a:lnTo>
                  <a:pt x="697200" y="17400"/>
                </a:lnTo>
                <a:lnTo>
                  <a:pt x="697350" y="17325"/>
                </a:lnTo>
                <a:lnTo>
                  <a:pt x="697350" y="17250"/>
                </a:lnTo>
                <a:lnTo>
                  <a:pt x="697500" y="17175"/>
                </a:lnTo>
                <a:lnTo>
                  <a:pt x="697575" y="17025"/>
                </a:lnTo>
                <a:lnTo>
                  <a:pt x="697650" y="17025"/>
                </a:lnTo>
                <a:lnTo>
                  <a:pt x="697725" y="16950"/>
                </a:lnTo>
                <a:lnTo>
                  <a:pt x="697800" y="16950"/>
                </a:lnTo>
                <a:lnTo>
                  <a:pt x="697875" y="16800"/>
                </a:lnTo>
                <a:lnTo>
                  <a:pt x="697950" y="16800"/>
                </a:lnTo>
                <a:lnTo>
                  <a:pt x="698175" y="16575"/>
                </a:lnTo>
                <a:lnTo>
                  <a:pt x="698250" y="16575"/>
                </a:lnTo>
                <a:lnTo>
                  <a:pt x="698325" y="16500"/>
                </a:lnTo>
                <a:lnTo>
                  <a:pt x="698400" y="16500"/>
                </a:lnTo>
                <a:lnTo>
                  <a:pt x="698475" y="16350"/>
                </a:lnTo>
                <a:lnTo>
                  <a:pt x="698550" y="16350"/>
                </a:lnTo>
                <a:lnTo>
                  <a:pt x="698625" y="16275"/>
                </a:lnTo>
                <a:lnTo>
                  <a:pt x="698700" y="16275"/>
                </a:lnTo>
                <a:lnTo>
                  <a:pt x="698850" y="16125"/>
                </a:lnTo>
                <a:lnTo>
                  <a:pt x="699450" y="15825"/>
                </a:lnTo>
                <a:lnTo>
                  <a:pt x="699450" y="15750"/>
                </a:lnTo>
                <a:lnTo>
                  <a:pt x="699600" y="15675"/>
                </a:lnTo>
                <a:lnTo>
                  <a:pt x="699675" y="15675"/>
                </a:lnTo>
                <a:lnTo>
                  <a:pt x="699900" y="15525"/>
                </a:lnTo>
                <a:lnTo>
                  <a:pt x="699975" y="15525"/>
                </a:lnTo>
                <a:lnTo>
                  <a:pt x="700425" y="15300"/>
                </a:lnTo>
                <a:lnTo>
                  <a:pt x="700500" y="15300"/>
                </a:lnTo>
                <a:lnTo>
                  <a:pt x="700725" y="15150"/>
                </a:lnTo>
                <a:lnTo>
                  <a:pt x="700800" y="15150"/>
                </a:lnTo>
                <a:lnTo>
                  <a:pt x="701100" y="15000"/>
                </a:lnTo>
                <a:lnTo>
                  <a:pt x="701250" y="15000"/>
                </a:lnTo>
                <a:lnTo>
                  <a:pt x="701325" y="14925"/>
                </a:lnTo>
                <a:lnTo>
                  <a:pt x="701475" y="14925"/>
                </a:lnTo>
                <a:lnTo>
                  <a:pt x="701775" y="14775"/>
                </a:lnTo>
                <a:lnTo>
                  <a:pt x="701925" y="14775"/>
                </a:lnTo>
                <a:lnTo>
                  <a:pt x="702000" y="14700"/>
                </a:lnTo>
                <a:lnTo>
                  <a:pt x="702150" y="14700"/>
                </a:lnTo>
                <a:lnTo>
                  <a:pt x="702300" y="14625"/>
                </a:lnTo>
                <a:lnTo>
                  <a:pt x="702525" y="14625"/>
                </a:lnTo>
                <a:lnTo>
                  <a:pt x="702675" y="14550"/>
                </a:lnTo>
                <a:lnTo>
                  <a:pt x="702825" y="14550"/>
                </a:lnTo>
                <a:lnTo>
                  <a:pt x="702900" y="14475"/>
                </a:lnTo>
                <a:lnTo>
                  <a:pt x="703200" y="14475"/>
                </a:lnTo>
                <a:lnTo>
                  <a:pt x="703350" y="14400"/>
                </a:lnTo>
                <a:lnTo>
                  <a:pt x="703725" y="14400"/>
                </a:lnTo>
                <a:lnTo>
                  <a:pt x="703800" y="14325"/>
                </a:lnTo>
                <a:lnTo>
                  <a:pt x="704475" y="14325"/>
                </a:lnTo>
                <a:lnTo>
                  <a:pt x="704475" y="14250"/>
                </a:lnTo>
                <a:lnTo>
                  <a:pt x="706275" y="14250"/>
                </a:lnTo>
                <a:lnTo>
                  <a:pt x="706425" y="14325"/>
                </a:lnTo>
                <a:lnTo>
                  <a:pt x="707025" y="14325"/>
                </a:lnTo>
                <a:lnTo>
                  <a:pt x="707100" y="14400"/>
                </a:lnTo>
                <a:lnTo>
                  <a:pt x="707550" y="14400"/>
                </a:lnTo>
                <a:lnTo>
                  <a:pt x="707625" y="14475"/>
                </a:lnTo>
                <a:lnTo>
                  <a:pt x="707850" y="14475"/>
                </a:lnTo>
                <a:lnTo>
                  <a:pt x="708000" y="14550"/>
                </a:lnTo>
                <a:lnTo>
                  <a:pt x="708225" y="14550"/>
                </a:lnTo>
                <a:lnTo>
                  <a:pt x="708375" y="14625"/>
                </a:lnTo>
                <a:lnTo>
                  <a:pt x="708525" y="14625"/>
                </a:lnTo>
                <a:lnTo>
                  <a:pt x="708600" y="14700"/>
                </a:lnTo>
                <a:lnTo>
                  <a:pt x="708750" y="14700"/>
                </a:lnTo>
                <a:lnTo>
                  <a:pt x="708900" y="14775"/>
                </a:lnTo>
                <a:lnTo>
                  <a:pt x="709050" y="14775"/>
                </a:lnTo>
                <a:lnTo>
                  <a:pt x="709125" y="14850"/>
                </a:lnTo>
                <a:lnTo>
                  <a:pt x="709275" y="14850"/>
                </a:lnTo>
                <a:lnTo>
                  <a:pt x="709725" y="15075"/>
                </a:lnTo>
                <a:lnTo>
                  <a:pt x="709875" y="15075"/>
                </a:lnTo>
                <a:lnTo>
                  <a:pt x="710100" y="15225"/>
                </a:lnTo>
                <a:lnTo>
                  <a:pt x="710250" y="15225"/>
                </a:lnTo>
                <a:lnTo>
                  <a:pt x="710250" y="15300"/>
                </a:lnTo>
                <a:lnTo>
                  <a:pt x="710400" y="15300"/>
                </a:lnTo>
                <a:lnTo>
                  <a:pt x="710400" y="15375"/>
                </a:lnTo>
                <a:lnTo>
                  <a:pt x="710550" y="15375"/>
                </a:lnTo>
                <a:lnTo>
                  <a:pt x="710625" y="15450"/>
                </a:lnTo>
                <a:lnTo>
                  <a:pt x="710700" y="15450"/>
                </a:lnTo>
                <a:lnTo>
                  <a:pt x="710775" y="15525"/>
                </a:lnTo>
                <a:lnTo>
                  <a:pt x="710850" y="15525"/>
                </a:lnTo>
                <a:lnTo>
                  <a:pt x="711000" y="15675"/>
                </a:lnTo>
                <a:lnTo>
                  <a:pt x="711075" y="15675"/>
                </a:lnTo>
                <a:lnTo>
                  <a:pt x="711675" y="15975"/>
                </a:lnTo>
                <a:lnTo>
                  <a:pt x="711675" y="16050"/>
                </a:lnTo>
                <a:lnTo>
                  <a:pt x="712125" y="16275"/>
                </a:lnTo>
                <a:lnTo>
                  <a:pt x="712125" y="16350"/>
                </a:lnTo>
                <a:lnTo>
                  <a:pt x="712425" y="16500"/>
                </a:lnTo>
                <a:lnTo>
                  <a:pt x="712425" y="16575"/>
                </a:lnTo>
                <a:lnTo>
                  <a:pt x="712725" y="16725"/>
                </a:lnTo>
                <a:lnTo>
                  <a:pt x="712725" y="16800"/>
                </a:lnTo>
                <a:lnTo>
                  <a:pt x="712875" y="16875"/>
                </a:lnTo>
                <a:lnTo>
                  <a:pt x="713100" y="17100"/>
                </a:lnTo>
                <a:lnTo>
                  <a:pt x="713175" y="17100"/>
                </a:lnTo>
                <a:lnTo>
                  <a:pt x="714075" y="18000"/>
                </a:lnTo>
                <a:lnTo>
                  <a:pt x="714150" y="18150"/>
                </a:lnTo>
                <a:lnTo>
                  <a:pt x="714225" y="18150"/>
                </a:lnTo>
                <a:lnTo>
                  <a:pt x="714300" y="18300"/>
                </a:lnTo>
                <a:lnTo>
                  <a:pt x="714525" y="18525"/>
                </a:lnTo>
                <a:lnTo>
                  <a:pt x="714600" y="18375"/>
                </a:lnTo>
                <a:lnTo>
                  <a:pt x="714675" y="18375"/>
                </a:lnTo>
                <a:lnTo>
                  <a:pt x="714750" y="18225"/>
                </a:lnTo>
                <a:lnTo>
                  <a:pt x="714825" y="18225"/>
                </a:lnTo>
                <a:lnTo>
                  <a:pt x="714900" y="18075"/>
                </a:lnTo>
                <a:lnTo>
                  <a:pt x="715050" y="18000"/>
                </a:lnTo>
                <a:lnTo>
                  <a:pt x="715050" y="17925"/>
                </a:lnTo>
                <a:lnTo>
                  <a:pt x="715275" y="17700"/>
                </a:lnTo>
                <a:lnTo>
                  <a:pt x="715350" y="17700"/>
                </a:lnTo>
                <a:lnTo>
                  <a:pt x="715425" y="17550"/>
                </a:lnTo>
                <a:lnTo>
                  <a:pt x="715575" y="17475"/>
                </a:lnTo>
                <a:lnTo>
                  <a:pt x="715575" y="17400"/>
                </a:lnTo>
                <a:lnTo>
                  <a:pt x="715725" y="17325"/>
                </a:lnTo>
                <a:lnTo>
                  <a:pt x="715725" y="17250"/>
                </a:lnTo>
                <a:lnTo>
                  <a:pt x="715875" y="17175"/>
                </a:lnTo>
                <a:lnTo>
                  <a:pt x="716100" y="16950"/>
                </a:lnTo>
                <a:lnTo>
                  <a:pt x="716175" y="16950"/>
                </a:lnTo>
                <a:lnTo>
                  <a:pt x="716250" y="16800"/>
                </a:lnTo>
                <a:lnTo>
                  <a:pt x="716325" y="16800"/>
                </a:lnTo>
                <a:lnTo>
                  <a:pt x="716400" y="16725"/>
                </a:lnTo>
                <a:lnTo>
                  <a:pt x="716475" y="16725"/>
                </a:lnTo>
                <a:lnTo>
                  <a:pt x="716550" y="16575"/>
                </a:lnTo>
                <a:lnTo>
                  <a:pt x="716625" y="16575"/>
                </a:lnTo>
                <a:lnTo>
                  <a:pt x="716700" y="16500"/>
                </a:lnTo>
                <a:lnTo>
                  <a:pt x="716775" y="16500"/>
                </a:lnTo>
                <a:lnTo>
                  <a:pt x="717000" y="16275"/>
                </a:lnTo>
                <a:lnTo>
                  <a:pt x="717075" y="16275"/>
                </a:lnTo>
                <a:lnTo>
                  <a:pt x="717300" y="16050"/>
                </a:lnTo>
                <a:lnTo>
                  <a:pt x="717375" y="16050"/>
                </a:lnTo>
                <a:lnTo>
                  <a:pt x="717825" y="15825"/>
                </a:lnTo>
                <a:lnTo>
                  <a:pt x="717825" y="15750"/>
                </a:lnTo>
                <a:lnTo>
                  <a:pt x="717975" y="15750"/>
                </a:lnTo>
                <a:lnTo>
                  <a:pt x="718125" y="15600"/>
                </a:lnTo>
                <a:lnTo>
                  <a:pt x="718200" y="15600"/>
                </a:lnTo>
                <a:lnTo>
                  <a:pt x="718275" y="15525"/>
                </a:lnTo>
                <a:lnTo>
                  <a:pt x="718350" y="15525"/>
                </a:lnTo>
                <a:lnTo>
                  <a:pt x="718950" y="15225"/>
                </a:lnTo>
                <a:lnTo>
                  <a:pt x="719025" y="15225"/>
                </a:lnTo>
                <a:lnTo>
                  <a:pt x="719100" y="15150"/>
                </a:lnTo>
                <a:lnTo>
                  <a:pt x="719175" y="15150"/>
                </a:lnTo>
                <a:lnTo>
                  <a:pt x="719475" y="15000"/>
                </a:lnTo>
                <a:lnTo>
                  <a:pt x="719625" y="15000"/>
                </a:lnTo>
                <a:lnTo>
                  <a:pt x="719700" y="14925"/>
                </a:lnTo>
                <a:lnTo>
                  <a:pt x="719850" y="14925"/>
                </a:lnTo>
                <a:lnTo>
                  <a:pt x="720150" y="14775"/>
                </a:lnTo>
                <a:lnTo>
                  <a:pt x="720300" y="14775"/>
                </a:lnTo>
                <a:lnTo>
                  <a:pt x="720375" y="14700"/>
                </a:lnTo>
                <a:lnTo>
                  <a:pt x="720525" y="14700"/>
                </a:lnTo>
                <a:lnTo>
                  <a:pt x="720675" y="14625"/>
                </a:lnTo>
                <a:lnTo>
                  <a:pt x="720900" y="14625"/>
                </a:lnTo>
                <a:lnTo>
                  <a:pt x="721050" y="14550"/>
                </a:lnTo>
                <a:lnTo>
                  <a:pt x="721275" y="14550"/>
                </a:lnTo>
                <a:lnTo>
                  <a:pt x="721425" y="14475"/>
                </a:lnTo>
                <a:lnTo>
                  <a:pt x="721575" y="14475"/>
                </a:lnTo>
                <a:lnTo>
                  <a:pt x="721725" y="14400"/>
                </a:lnTo>
                <a:lnTo>
                  <a:pt x="722100" y="14400"/>
                </a:lnTo>
                <a:lnTo>
                  <a:pt x="722175" y="14325"/>
                </a:lnTo>
                <a:lnTo>
                  <a:pt x="722850" y="14325"/>
                </a:lnTo>
                <a:lnTo>
                  <a:pt x="722850" y="14250"/>
                </a:lnTo>
                <a:lnTo>
                  <a:pt x="724650" y="14250"/>
                </a:lnTo>
                <a:lnTo>
                  <a:pt x="724800" y="14325"/>
                </a:lnTo>
                <a:lnTo>
                  <a:pt x="725400" y="14325"/>
                </a:lnTo>
                <a:lnTo>
                  <a:pt x="725475" y="14400"/>
                </a:lnTo>
                <a:lnTo>
                  <a:pt x="725925" y="14400"/>
                </a:lnTo>
                <a:lnTo>
                  <a:pt x="726000" y="14475"/>
                </a:lnTo>
                <a:lnTo>
                  <a:pt x="726225" y="14475"/>
                </a:lnTo>
                <a:lnTo>
                  <a:pt x="726375" y="14550"/>
                </a:lnTo>
                <a:lnTo>
                  <a:pt x="726600" y="14550"/>
                </a:lnTo>
                <a:lnTo>
                  <a:pt x="726750" y="14625"/>
                </a:lnTo>
                <a:lnTo>
                  <a:pt x="726900" y="14625"/>
                </a:lnTo>
                <a:lnTo>
                  <a:pt x="726975" y="14700"/>
                </a:lnTo>
                <a:lnTo>
                  <a:pt x="727125" y="14700"/>
                </a:lnTo>
                <a:lnTo>
                  <a:pt x="727275" y="14775"/>
                </a:lnTo>
                <a:lnTo>
                  <a:pt x="727425" y="14775"/>
                </a:lnTo>
                <a:lnTo>
                  <a:pt x="727500" y="14850"/>
                </a:lnTo>
                <a:lnTo>
                  <a:pt x="727650" y="14850"/>
                </a:lnTo>
                <a:lnTo>
                  <a:pt x="728100" y="15075"/>
                </a:lnTo>
                <a:lnTo>
                  <a:pt x="728250" y="15075"/>
                </a:lnTo>
                <a:lnTo>
                  <a:pt x="728325" y="15150"/>
                </a:lnTo>
                <a:lnTo>
                  <a:pt x="728475" y="15150"/>
                </a:lnTo>
                <a:lnTo>
                  <a:pt x="728475" y="15225"/>
                </a:lnTo>
                <a:lnTo>
                  <a:pt x="728625" y="15225"/>
                </a:lnTo>
                <a:lnTo>
                  <a:pt x="728625" y="15300"/>
                </a:lnTo>
                <a:lnTo>
                  <a:pt x="728775" y="15300"/>
                </a:lnTo>
                <a:lnTo>
                  <a:pt x="728775" y="15375"/>
                </a:lnTo>
                <a:lnTo>
                  <a:pt x="728925" y="15375"/>
                </a:lnTo>
                <a:lnTo>
                  <a:pt x="729000" y="15450"/>
                </a:lnTo>
                <a:lnTo>
                  <a:pt x="729075" y="15450"/>
                </a:lnTo>
                <a:lnTo>
                  <a:pt x="729150" y="15525"/>
                </a:lnTo>
                <a:lnTo>
                  <a:pt x="729225" y="15525"/>
                </a:lnTo>
                <a:lnTo>
                  <a:pt x="729300" y="15600"/>
                </a:lnTo>
                <a:lnTo>
                  <a:pt x="729750" y="15825"/>
                </a:lnTo>
                <a:lnTo>
                  <a:pt x="729750" y="14250"/>
                </a:lnTo>
                <a:lnTo>
                  <a:pt x="735450" y="14250"/>
                </a:lnTo>
                <a:lnTo>
                  <a:pt x="735450" y="52500"/>
                </a:lnTo>
                <a:close/>
                <a:moveTo>
                  <a:pt x="744675" y="14250"/>
                </a:moveTo>
                <a:lnTo>
                  <a:pt x="745275" y="14250"/>
                </a:lnTo>
                <a:lnTo>
                  <a:pt x="745350" y="14325"/>
                </a:lnTo>
                <a:lnTo>
                  <a:pt x="745725" y="14325"/>
                </a:lnTo>
                <a:lnTo>
                  <a:pt x="745800" y="14400"/>
                </a:lnTo>
                <a:lnTo>
                  <a:pt x="746175" y="14400"/>
                </a:lnTo>
                <a:lnTo>
                  <a:pt x="746250" y="14475"/>
                </a:lnTo>
                <a:lnTo>
                  <a:pt x="746325" y="14475"/>
                </a:lnTo>
                <a:lnTo>
                  <a:pt x="746475" y="14550"/>
                </a:lnTo>
                <a:lnTo>
                  <a:pt x="746700" y="14550"/>
                </a:lnTo>
                <a:lnTo>
                  <a:pt x="746775" y="14625"/>
                </a:lnTo>
                <a:lnTo>
                  <a:pt x="747075" y="14700"/>
                </a:lnTo>
                <a:lnTo>
                  <a:pt x="747150" y="14775"/>
                </a:lnTo>
                <a:lnTo>
                  <a:pt x="747300" y="14775"/>
                </a:lnTo>
                <a:lnTo>
                  <a:pt x="747450" y="14925"/>
                </a:lnTo>
                <a:lnTo>
                  <a:pt x="747525" y="14925"/>
                </a:lnTo>
                <a:lnTo>
                  <a:pt x="747600" y="15000"/>
                </a:lnTo>
                <a:lnTo>
                  <a:pt x="747750" y="15000"/>
                </a:lnTo>
                <a:lnTo>
                  <a:pt x="747900" y="15150"/>
                </a:lnTo>
                <a:lnTo>
                  <a:pt x="747975" y="15150"/>
                </a:lnTo>
                <a:lnTo>
                  <a:pt x="748125" y="15300"/>
                </a:lnTo>
                <a:lnTo>
                  <a:pt x="748275" y="15300"/>
                </a:lnTo>
                <a:lnTo>
                  <a:pt x="748275" y="15375"/>
                </a:lnTo>
                <a:lnTo>
                  <a:pt x="748425" y="15450"/>
                </a:lnTo>
                <a:lnTo>
                  <a:pt x="748500" y="15450"/>
                </a:lnTo>
                <a:lnTo>
                  <a:pt x="748725" y="15675"/>
                </a:lnTo>
                <a:lnTo>
                  <a:pt x="748800" y="15675"/>
                </a:lnTo>
                <a:lnTo>
                  <a:pt x="748875" y="15750"/>
                </a:lnTo>
                <a:lnTo>
                  <a:pt x="748875" y="15825"/>
                </a:lnTo>
                <a:lnTo>
                  <a:pt x="749175" y="15975"/>
                </a:lnTo>
                <a:lnTo>
                  <a:pt x="749175" y="16050"/>
                </a:lnTo>
                <a:lnTo>
                  <a:pt x="749250" y="16125"/>
                </a:lnTo>
                <a:lnTo>
                  <a:pt x="749325" y="16125"/>
                </a:lnTo>
                <a:lnTo>
                  <a:pt x="749400" y="16275"/>
                </a:lnTo>
                <a:lnTo>
                  <a:pt x="749475" y="16275"/>
                </a:lnTo>
                <a:lnTo>
                  <a:pt x="749550" y="16350"/>
                </a:lnTo>
                <a:lnTo>
                  <a:pt x="749550" y="16425"/>
                </a:lnTo>
                <a:lnTo>
                  <a:pt x="749700" y="16500"/>
                </a:lnTo>
                <a:lnTo>
                  <a:pt x="749775" y="16650"/>
                </a:lnTo>
                <a:lnTo>
                  <a:pt x="749850" y="16650"/>
                </a:lnTo>
                <a:lnTo>
                  <a:pt x="749925" y="16725"/>
                </a:lnTo>
                <a:lnTo>
                  <a:pt x="749925" y="16800"/>
                </a:lnTo>
                <a:lnTo>
                  <a:pt x="750075" y="16875"/>
                </a:lnTo>
                <a:lnTo>
                  <a:pt x="750150" y="17025"/>
                </a:lnTo>
                <a:lnTo>
                  <a:pt x="750225" y="17025"/>
                </a:lnTo>
                <a:lnTo>
                  <a:pt x="750375" y="17325"/>
                </a:lnTo>
                <a:lnTo>
                  <a:pt x="750450" y="17325"/>
                </a:lnTo>
                <a:lnTo>
                  <a:pt x="750525" y="17400"/>
                </a:lnTo>
                <a:lnTo>
                  <a:pt x="750525" y="17475"/>
                </a:lnTo>
                <a:lnTo>
                  <a:pt x="750750" y="17700"/>
                </a:lnTo>
                <a:lnTo>
                  <a:pt x="750825" y="17850"/>
                </a:lnTo>
                <a:lnTo>
                  <a:pt x="750975" y="18000"/>
                </a:lnTo>
                <a:lnTo>
                  <a:pt x="751125" y="18300"/>
                </a:lnTo>
                <a:lnTo>
                  <a:pt x="751200" y="18300"/>
                </a:lnTo>
                <a:lnTo>
                  <a:pt x="751350" y="18600"/>
                </a:lnTo>
                <a:lnTo>
                  <a:pt x="751500" y="18750"/>
                </a:lnTo>
                <a:lnTo>
                  <a:pt x="751650" y="19050"/>
                </a:lnTo>
                <a:lnTo>
                  <a:pt x="751650" y="19125"/>
                </a:lnTo>
                <a:lnTo>
                  <a:pt x="751800" y="19275"/>
                </a:lnTo>
                <a:lnTo>
                  <a:pt x="752025" y="19725"/>
                </a:lnTo>
                <a:lnTo>
                  <a:pt x="752100" y="19725"/>
                </a:lnTo>
                <a:lnTo>
                  <a:pt x="752250" y="20100"/>
                </a:lnTo>
                <a:lnTo>
                  <a:pt x="752400" y="20400"/>
                </a:lnTo>
                <a:lnTo>
                  <a:pt x="752550" y="20550"/>
                </a:lnTo>
                <a:lnTo>
                  <a:pt x="752550" y="20625"/>
                </a:lnTo>
                <a:lnTo>
                  <a:pt x="752775" y="21150"/>
                </a:lnTo>
                <a:lnTo>
                  <a:pt x="752850" y="21300"/>
                </a:lnTo>
                <a:lnTo>
                  <a:pt x="752925" y="21300"/>
                </a:lnTo>
                <a:lnTo>
                  <a:pt x="753225" y="22050"/>
                </a:lnTo>
                <a:lnTo>
                  <a:pt x="753525" y="22575"/>
                </a:lnTo>
                <a:lnTo>
                  <a:pt x="753975" y="23775"/>
                </a:lnTo>
                <a:lnTo>
                  <a:pt x="754050" y="23775"/>
                </a:lnTo>
                <a:lnTo>
                  <a:pt x="754125" y="23925"/>
                </a:lnTo>
                <a:lnTo>
                  <a:pt x="754125" y="24000"/>
                </a:lnTo>
                <a:lnTo>
                  <a:pt x="754725" y="25575"/>
                </a:lnTo>
                <a:lnTo>
                  <a:pt x="754875" y="25800"/>
                </a:lnTo>
                <a:lnTo>
                  <a:pt x="755850" y="28575"/>
                </a:lnTo>
                <a:lnTo>
                  <a:pt x="756000" y="28800"/>
                </a:lnTo>
                <a:lnTo>
                  <a:pt x="757275" y="32550"/>
                </a:lnTo>
                <a:lnTo>
                  <a:pt x="757425" y="32775"/>
                </a:lnTo>
                <a:lnTo>
                  <a:pt x="758625" y="36300"/>
                </a:lnTo>
                <a:lnTo>
                  <a:pt x="758775" y="36450"/>
                </a:lnTo>
                <a:lnTo>
                  <a:pt x="759150" y="37575"/>
                </a:lnTo>
                <a:lnTo>
                  <a:pt x="759600" y="38775"/>
                </a:lnTo>
                <a:lnTo>
                  <a:pt x="759825" y="39150"/>
                </a:lnTo>
                <a:lnTo>
                  <a:pt x="760350" y="40575"/>
                </a:lnTo>
                <a:lnTo>
                  <a:pt x="760650" y="41100"/>
                </a:lnTo>
                <a:lnTo>
                  <a:pt x="761025" y="42075"/>
                </a:lnTo>
                <a:lnTo>
                  <a:pt x="761100" y="42225"/>
                </a:lnTo>
                <a:lnTo>
                  <a:pt x="761250" y="42375"/>
                </a:lnTo>
                <a:lnTo>
                  <a:pt x="761700" y="43425"/>
                </a:lnTo>
                <a:lnTo>
                  <a:pt x="761850" y="43575"/>
                </a:lnTo>
                <a:lnTo>
                  <a:pt x="762225" y="44325"/>
                </a:lnTo>
                <a:lnTo>
                  <a:pt x="762375" y="44475"/>
                </a:lnTo>
                <a:lnTo>
                  <a:pt x="762375" y="14250"/>
                </a:lnTo>
                <a:lnTo>
                  <a:pt x="768075" y="14250"/>
                </a:lnTo>
                <a:lnTo>
                  <a:pt x="768075" y="50175"/>
                </a:lnTo>
                <a:lnTo>
                  <a:pt x="765225" y="50175"/>
                </a:lnTo>
                <a:lnTo>
                  <a:pt x="764775" y="52500"/>
                </a:lnTo>
                <a:lnTo>
                  <a:pt x="764625" y="52425"/>
                </a:lnTo>
                <a:lnTo>
                  <a:pt x="764325" y="52425"/>
                </a:lnTo>
                <a:lnTo>
                  <a:pt x="764175" y="52350"/>
                </a:lnTo>
                <a:lnTo>
                  <a:pt x="763950" y="52350"/>
                </a:lnTo>
                <a:lnTo>
                  <a:pt x="763875" y="52275"/>
                </a:lnTo>
                <a:lnTo>
                  <a:pt x="763650" y="52275"/>
                </a:lnTo>
                <a:lnTo>
                  <a:pt x="763500" y="52200"/>
                </a:lnTo>
                <a:lnTo>
                  <a:pt x="763200" y="52125"/>
                </a:lnTo>
                <a:lnTo>
                  <a:pt x="763125" y="52050"/>
                </a:lnTo>
                <a:lnTo>
                  <a:pt x="762600" y="51900"/>
                </a:lnTo>
                <a:lnTo>
                  <a:pt x="762525" y="51825"/>
                </a:lnTo>
                <a:lnTo>
                  <a:pt x="762450" y="51825"/>
                </a:lnTo>
                <a:lnTo>
                  <a:pt x="762225" y="51675"/>
                </a:lnTo>
                <a:lnTo>
                  <a:pt x="762150" y="51675"/>
                </a:lnTo>
                <a:lnTo>
                  <a:pt x="762075" y="51600"/>
                </a:lnTo>
                <a:lnTo>
                  <a:pt x="761925" y="51525"/>
                </a:lnTo>
                <a:lnTo>
                  <a:pt x="761850" y="51525"/>
                </a:lnTo>
                <a:lnTo>
                  <a:pt x="761700" y="51375"/>
                </a:lnTo>
                <a:lnTo>
                  <a:pt x="761625" y="51375"/>
                </a:lnTo>
                <a:lnTo>
                  <a:pt x="761550" y="51300"/>
                </a:lnTo>
                <a:lnTo>
                  <a:pt x="761250" y="51150"/>
                </a:lnTo>
                <a:lnTo>
                  <a:pt x="761100" y="51000"/>
                </a:lnTo>
                <a:lnTo>
                  <a:pt x="761025" y="51000"/>
                </a:lnTo>
                <a:lnTo>
                  <a:pt x="760800" y="50775"/>
                </a:lnTo>
                <a:lnTo>
                  <a:pt x="760725" y="50775"/>
                </a:lnTo>
                <a:lnTo>
                  <a:pt x="760650" y="50625"/>
                </a:lnTo>
                <a:lnTo>
                  <a:pt x="760575" y="50625"/>
                </a:lnTo>
                <a:lnTo>
                  <a:pt x="760350" y="50400"/>
                </a:lnTo>
                <a:lnTo>
                  <a:pt x="760275" y="50400"/>
                </a:lnTo>
                <a:lnTo>
                  <a:pt x="760200" y="50250"/>
                </a:lnTo>
                <a:lnTo>
                  <a:pt x="760125" y="50250"/>
                </a:lnTo>
                <a:lnTo>
                  <a:pt x="760050" y="50175"/>
                </a:lnTo>
                <a:lnTo>
                  <a:pt x="760050" y="50100"/>
                </a:lnTo>
                <a:lnTo>
                  <a:pt x="759900" y="50025"/>
                </a:lnTo>
                <a:lnTo>
                  <a:pt x="759750" y="49875"/>
                </a:lnTo>
                <a:lnTo>
                  <a:pt x="759675" y="49725"/>
                </a:lnTo>
                <a:lnTo>
                  <a:pt x="759600" y="49725"/>
                </a:lnTo>
                <a:lnTo>
                  <a:pt x="759525" y="49575"/>
                </a:lnTo>
                <a:lnTo>
                  <a:pt x="759450" y="49575"/>
                </a:lnTo>
                <a:lnTo>
                  <a:pt x="759375" y="49500"/>
                </a:lnTo>
                <a:lnTo>
                  <a:pt x="759375" y="49425"/>
                </a:lnTo>
                <a:lnTo>
                  <a:pt x="759225" y="49350"/>
                </a:lnTo>
                <a:lnTo>
                  <a:pt x="759225" y="49275"/>
                </a:lnTo>
                <a:lnTo>
                  <a:pt x="759150" y="49200"/>
                </a:lnTo>
                <a:lnTo>
                  <a:pt x="759075" y="49200"/>
                </a:lnTo>
                <a:lnTo>
                  <a:pt x="759000" y="49050"/>
                </a:lnTo>
                <a:lnTo>
                  <a:pt x="758850" y="48900"/>
                </a:lnTo>
                <a:lnTo>
                  <a:pt x="758550" y="48450"/>
                </a:lnTo>
                <a:lnTo>
                  <a:pt x="758475" y="48450"/>
                </a:lnTo>
                <a:lnTo>
                  <a:pt x="758325" y="48150"/>
                </a:lnTo>
                <a:lnTo>
                  <a:pt x="758175" y="48000"/>
                </a:lnTo>
                <a:lnTo>
                  <a:pt x="758175" y="47925"/>
                </a:lnTo>
                <a:lnTo>
                  <a:pt x="758100" y="47775"/>
                </a:lnTo>
                <a:lnTo>
                  <a:pt x="758025" y="47775"/>
                </a:lnTo>
                <a:lnTo>
                  <a:pt x="757875" y="47475"/>
                </a:lnTo>
                <a:lnTo>
                  <a:pt x="757800" y="47475"/>
                </a:lnTo>
                <a:lnTo>
                  <a:pt x="757650" y="47175"/>
                </a:lnTo>
                <a:lnTo>
                  <a:pt x="757650" y="47100"/>
                </a:lnTo>
                <a:lnTo>
                  <a:pt x="757275" y="46650"/>
                </a:lnTo>
                <a:lnTo>
                  <a:pt x="757200" y="46500"/>
                </a:lnTo>
                <a:lnTo>
                  <a:pt x="757200" y="46425"/>
                </a:lnTo>
                <a:lnTo>
                  <a:pt x="757125" y="46275"/>
                </a:lnTo>
                <a:lnTo>
                  <a:pt x="756975" y="46125"/>
                </a:lnTo>
                <a:lnTo>
                  <a:pt x="756825" y="45750"/>
                </a:lnTo>
                <a:lnTo>
                  <a:pt x="756750" y="45750"/>
                </a:lnTo>
                <a:lnTo>
                  <a:pt x="756675" y="45600"/>
                </a:lnTo>
                <a:lnTo>
                  <a:pt x="756675" y="45525"/>
                </a:lnTo>
                <a:lnTo>
                  <a:pt x="756375" y="45000"/>
                </a:lnTo>
                <a:lnTo>
                  <a:pt x="756225" y="44625"/>
                </a:lnTo>
                <a:lnTo>
                  <a:pt x="756075" y="44475"/>
                </a:lnTo>
                <a:lnTo>
                  <a:pt x="755925" y="44100"/>
                </a:lnTo>
                <a:lnTo>
                  <a:pt x="755925" y="44025"/>
                </a:lnTo>
                <a:lnTo>
                  <a:pt x="755625" y="43500"/>
                </a:lnTo>
                <a:lnTo>
                  <a:pt x="755475" y="43050"/>
                </a:lnTo>
                <a:lnTo>
                  <a:pt x="755325" y="42900"/>
                </a:lnTo>
                <a:lnTo>
                  <a:pt x="755025" y="42075"/>
                </a:lnTo>
                <a:lnTo>
                  <a:pt x="754875" y="41850"/>
                </a:lnTo>
                <a:lnTo>
                  <a:pt x="754725" y="41475"/>
                </a:lnTo>
                <a:lnTo>
                  <a:pt x="754500" y="40800"/>
                </a:lnTo>
                <a:lnTo>
                  <a:pt x="754350" y="40650"/>
                </a:lnTo>
                <a:lnTo>
                  <a:pt x="754350" y="40575"/>
                </a:lnTo>
                <a:lnTo>
                  <a:pt x="753900" y="39300"/>
                </a:lnTo>
                <a:lnTo>
                  <a:pt x="753675" y="38925"/>
                </a:lnTo>
                <a:lnTo>
                  <a:pt x="753075" y="37125"/>
                </a:lnTo>
                <a:lnTo>
                  <a:pt x="753000" y="37125"/>
                </a:lnTo>
                <a:lnTo>
                  <a:pt x="752025" y="34275"/>
                </a:lnTo>
                <a:lnTo>
                  <a:pt x="751875" y="34050"/>
                </a:lnTo>
                <a:lnTo>
                  <a:pt x="750375" y="29625"/>
                </a:lnTo>
                <a:lnTo>
                  <a:pt x="750225" y="29475"/>
                </a:lnTo>
                <a:lnTo>
                  <a:pt x="749625" y="27750"/>
                </a:lnTo>
                <a:lnTo>
                  <a:pt x="748575" y="25050"/>
                </a:lnTo>
                <a:lnTo>
                  <a:pt x="748425" y="24900"/>
                </a:lnTo>
                <a:lnTo>
                  <a:pt x="747900" y="23625"/>
                </a:lnTo>
                <a:lnTo>
                  <a:pt x="747600" y="23025"/>
                </a:lnTo>
                <a:lnTo>
                  <a:pt x="747525" y="22800"/>
                </a:lnTo>
                <a:lnTo>
                  <a:pt x="747450" y="22725"/>
                </a:lnTo>
                <a:lnTo>
                  <a:pt x="747450" y="66750"/>
                </a:lnTo>
                <a:lnTo>
                  <a:pt x="741750" y="66750"/>
                </a:lnTo>
                <a:lnTo>
                  <a:pt x="741750" y="16500"/>
                </a:lnTo>
                <a:lnTo>
                  <a:pt x="744600" y="16500"/>
                </a:lnTo>
                <a:close/>
                <a:moveTo>
                  <a:pt x="780225" y="26925"/>
                </a:moveTo>
                <a:lnTo>
                  <a:pt x="780900" y="26625"/>
                </a:lnTo>
                <a:lnTo>
                  <a:pt x="781050" y="26475"/>
                </a:lnTo>
                <a:lnTo>
                  <a:pt x="781800" y="26100"/>
                </a:lnTo>
                <a:lnTo>
                  <a:pt x="781950" y="25950"/>
                </a:lnTo>
                <a:lnTo>
                  <a:pt x="782325" y="25800"/>
                </a:lnTo>
                <a:lnTo>
                  <a:pt x="782475" y="25650"/>
                </a:lnTo>
                <a:lnTo>
                  <a:pt x="782775" y="25500"/>
                </a:lnTo>
                <a:lnTo>
                  <a:pt x="782925" y="25350"/>
                </a:lnTo>
                <a:lnTo>
                  <a:pt x="783075" y="25275"/>
                </a:lnTo>
                <a:lnTo>
                  <a:pt x="783225" y="25125"/>
                </a:lnTo>
                <a:lnTo>
                  <a:pt x="783375" y="25050"/>
                </a:lnTo>
                <a:lnTo>
                  <a:pt x="783825" y="24675"/>
                </a:lnTo>
                <a:lnTo>
                  <a:pt x="784200" y="24450"/>
                </a:lnTo>
                <a:lnTo>
                  <a:pt x="784350" y="24300"/>
                </a:lnTo>
                <a:lnTo>
                  <a:pt x="784800" y="24000"/>
                </a:lnTo>
                <a:lnTo>
                  <a:pt x="785100" y="23700"/>
                </a:lnTo>
                <a:lnTo>
                  <a:pt x="785250" y="23625"/>
                </a:lnTo>
                <a:lnTo>
                  <a:pt x="785550" y="23325"/>
                </a:lnTo>
                <a:lnTo>
                  <a:pt x="785700" y="23250"/>
                </a:lnTo>
                <a:lnTo>
                  <a:pt x="786150" y="22800"/>
                </a:lnTo>
                <a:lnTo>
                  <a:pt x="786525" y="22575"/>
                </a:lnTo>
                <a:lnTo>
                  <a:pt x="786825" y="22275"/>
                </a:lnTo>
                <a:lnTo>
                  <a:pt x="786975" y="22200"/>
                </a:lnTo>
                <a:lnTo>
                  <a:pt x="787275" y="21900"/>
                </a:lnTo>
                <a:lnTo>
                  <a:pt x="787425" y="21825"/>
                </a:lnTo>
                <a:lnTo>
                  <a:pt x="787875" y="21375"/>
                </a:lnTo>
                <a:lnTo>
                  <a:pt x="787950" y="21375"/>
                </a:lnTo>
                <a:lnTo>
                  <a:pt x="788100" y="21300"/>
                </a:lnTo>
                <a:lnTo>
                  <a:pt x="788850" y="20625"/>
                </a:lnTo>
                <a:lnTo>
                  <a:pt x="788925" y="20625"/>
                </a:lnTo>
                <a:lnTo>
                  <a:pt x="789075" y="20550"/>
                </a:lnTo>
                <a:lnTo>
                  <a:pt x="789375" y="20250"/>
                </a:lnTo>
                <a:lnTo>
                  <a:pt x="789525" y="20175"/>
                </a:lnTo>
                <a:lnTo>
                  <a:pt x="789600" y="20175"/>
                </a:lnTo>
                <a:lnTo>
                  <a:pt x="789750" y="20025"/>
                </a:lnTo>
                <a:lnTo>
                  <a:pt x="789900" y="19950"/>
                </a:lnTo>
                <a:lnTo>
                  <a:pt x="789900" y="19875"/>
                </a:lnTo>
                <a:lnTo>
                  <a:pt x="790950" y="19275"/>
                </a:lnTo>
                <a:lnTo>
                  <a:pt x="790950" y="19200"/>
                </a:lnTo>
                <a:lnTo>
                  <a:pt x="791100" y="19125"/>
                </a:lnTo>
                <a:lnTo>
                  <a:pt x="791175" y="19125"/>
                </a:lnTo>
                <a:lnTo>
                  <a:pt x="791475" y="18975"/>
                </a:lnTo>
                <a:lnTo>
                  <a:pt x="791550" y="18900"/>
                </a:lnTo>
                <a:lnTo>
                  <a:pt x="791850" y="18750"/>
                </a:lnTo>
                <a:lnTo>
                  <a:pt x="791925" y="18750"/>
                </a:lnTo>
                <a:lnTo>
                  <a:pt x="792450" y="18450"/>
                </a:lnTo>
                <a:lnTo>
                  <a:pt x="792750" y="18375"/>
                </a:lnTo>
                <a:lnTo>
                  <a:pt x="793275" y="18150"/>
                </a:lnTo>
                <a:lnTo>
                  <a:pt x="793350" y="18150"/>
                </a:lnTo>
                <a:lnTo>
                  <a:pt x="793950" y="17925"/>
                </a:lnTo>
                <a:lnTo>
                  <a:pt x="794175" y="17925"/>
                </a:lnTo>
                <a:lnTo>
                  <a:pt x="794250" y="17850"/>
                </a:lnTo>
                <a:lnTo>
                  <a:pt x="794475" y="17850"/>
                </a:lnTo>
                <a:lnTo>
                  <a:pt x="794625" y="17775"/>
                </a:lnTo>
                <a:lnTo>
                  <a:pt x="794850" y="17775"/>
                </a:lnTo>
                <a:lnTo>
                  <a:pt x="794925" y="17700"/>
                </a:lnTo>
                <a:lnTo>
                  <a:pt x="795450" y="17700"/>
                </a:lnTo>
                <a:lnTo>
                  <a:pt x="795600" y="17625"/>
                </a:lnTo>
                <a:lnTo>
                  <a:pt x="796650" y="17625"/>
                </a:lnTo>
                <a:lnTo>
                  <a:pt x="797400" y="17775"/>
                </a:lnTo>
                <a:lnTo>
                  <a:pt x="798000" y="18075"/>
                </a:lnTo>
                <a:lnTo>
                  <a:pt x="798300" y="18300"/>
                </a:lnTo>
                <a:lnTo>
                  <a:pt x="798525" y="18600"/>
                </a:lnTo>
                <a:lnTo>
                  <a:pt x="798750" y="18825"/>
                </a:lnTo>
                <a:lnTo>
                  <a:pt x="799050" y="19425"/>
                </a:lnTo>
                <a:lnTo>
                  <a:pt x="799200" y="20100"/>
                </a:lnTo>
                <a:lnTo>
                  <a:pt x="799200" y="20400"/>
                </a:lnTo>
                <a:lnTo>
                  <a:pt x="799050" y="21075"/>
                </a:lnTo>
                <a:lnTo>
                  <a:pt x="798900" y="21450"/>
                </a:lnTo>
                <a:lnTo>
                  <a:pt x="798900" y="21600"/>
                </a:lnTo>
                <a:lnTo>
                  <a:pt x="798600" y="22350"/>
                </a:lnTo>
                <a:lnTo>
                  <a:pt x="798600" y="22500"/>
                </a:lnTo>
                <a:lnTo>
                  <a:pt x="798450" y="22875"/>
                </a:lnTo>
                <a:lnTo>
                  <a:pt x="798375" y="23100"/>
                </a:lnTo>
                <a:lnTo>
                  <a:pt x="798375" y="23250"/>
                </a:lnTo>
                <a:lnTo>
                  <a:pt x="798225" y="23625"/>
                </a:lnTo>
                <a:lnTo>
                  <a:pt x="798225" y="23850"/>
                </a:lnTo>
                <a:lnTo>
                  <a:pt x="798075" y="24225"/>
                </a:lnTo>
                <a:lnTo>
                  <a:pt x="798075" y="24375"/>
                </a:lnTo>
                <a:lnTo>
                  <a:pt x="798000" y="24600"/>
                </a:lnTo>
                <a:lnTo>
                  <a:pt x="798000" y="24825"/>
                </a:lnTo>
                <a:lnTo>
                  <a:pt x="797850" y="25200"/>
                </a:lnTo>
                <a:lnTo>
                  <a:pt x="797850" y="25350"/>
                </a:lnTo>
                <a:lnTo>
                  <a:pt x="797775" y="25575"/>
                </a:lnTo>
                <a:lnTo>
                  <a:pt x="797775" y="25800"/>
                </a:lnTo>
                <a:lnTo>
                  <a:pt x="797700" y="25950"/>
                </a:lnTo>
                <a:lnTo>
                  <a:pt x="797700" y="26175"/>
                </a:lnTo>
                <a:lnTo>
                  <a:pt x="797550" y="26775"/>
                </a:lnTo>
                <a:lnTo>
                  <a:pt x="797550" y="27000"/>
                </a:lnTo>
                <a:lnTo>
                  <a:pt x="797475" y="27150"/>
                </a:lnTo>
                <a:lnTo>
                  <a:pt x="797475" y="27600"/>
                </a:lnTo>
                <a:lnTo>
                  <a:pt x="797400" y="27750"/>
                </a:lnTo>
                <a:lnTo>
                  <a:pt x="797400" y="27975"/>
                </a:lnTo>
                <a:lnTo>
                  <a:pt x="797325" y="28200"/>
                </a:lnTo>
                <a:lnTo>
                  <a:pt x="797325" y="28575"/>
                </a:lnTo>
                <a:lnTo>
                  <a:pt x="797250" y="28800"/>
                </a:lnTo>
                <a:lnTo>
                  <a:pt x="797250" y="29175"/>
                </a:lnTo>
                <a:lnTo>
                  <a:pt x="797175" y="29400"/>
                </a:lnTo>
                <a:lnTo>
                  <a:pt x="797175" y="30000"/>
                </a:lnTo>
                <a:lnTo>
                  <a:pt x="797100" y="30225"/>
                </a:lnTo>
                <a:lnTo>
                  <a:pt x="797100" y="31050"/>
                </a:lnTo>
                <a:lnTo>
                  <a:pt x="797025" y="31275"/>
                </a:lnTo>
                <a:lnTo>
                  <a:pt x="797025" y="33150"/>
                </a:lnTo>
                <a:lnTo>
                  <a:pt x="796950" y="33375"/>
                </a:lnTo>
                <a:lnTo>
                  <a:pt x="796950" y="34050"/>
                </a:lnTo>
                <a:lnTo>
                  <a:pt x="797025" y="34200"/>
                </a:lnTo>
                <a:lnTo>
                  <a:pt x="797025" y="36150"/>
                </a:lnTo>
                <a:lnTo>
                  <a:pt x="797100" y="36300"/>
                </a:lnTo>
                <a:lnTo>
                  <a:pt x="797100" y="37200"/>
                </a:lnTo>
                <a:lnTo>
                  <a:pt x="797175" y="37350"/>
                </a:lnTo>
                <a:lnTo>
                  <a:pt x="797175" y="37800"/>
                </a:lnTo>
                <a:lnTo>
                  <a:pt x="797250" y="38025"/>
                </a:lnTo>
                <a:lnTo>
                  <a:pt x="797250" y="38625"/>
                </a:lnTo>
                <a:lnTo>
                  <a:pt x="797325" y="38850"/>
                </a:lnTo>
                <a:lnTo>
                  <a:pt x="797325" y="39075"/>
                </a:lnTo>
                <a:lnTo>
                  <a:pt x="797400" y="39300"/>
                </a:lnTo>
                <a:lnTo>
                  <a:pt x="797400" y="39675"/>
                </a:lnTo>
                <a:lnTo>
                  <a:pt x="797475" y="39900"/>
                </a:lnTo>
                <a:lnTo>
                  <a:pt x="797475" y="40125"/>
                </a:lnTo>
                <a:lnTo>
                  <a:pt x="797550" y="40275"/>
                </a:lnTo>
                <a:lnTo>
                  <a:pt x="797550" y="40500"/>
                </a:lnTo>
                <a:lnTo>
                  <a:pt x="797625" y="40725"/>
                </a:lnTo>
                <a:lnTo>
                  <a:pt x="797625" y="40950"/>
                </a:lnTo>
                <a:lnTo>
                  <a:pt x="797700" y="41100"/>
                </a:lnTo>
                <a:lnTo>
                  <a:pt x="797700" y="41325"/>
                </a:lnTo>
                <a:lnTo>
                  <a:pt x="797850" y="41925"/>
                </a:lnTo>
                <a:lnTo>
                  <a:pt x="797850" y="42150"/>
                </a:lnTo>
                <a:lnTo>
                  <a:pt x="798000" y="42525"/>
                </a:lnTo>
                <a:lnTo>
                  <a:pt x="798000" y="42750"/>
                </a:lnTo>
                <a:lnTo>
                  <a:pt x="798075" y="42975"/>
                </a:lnTo>
                <a:lnTo>
                  <a:pt x="798075" y="43125"/>
                </a:lnTo>
                <a:lnTo>
                  <a:pt x="798300" y="43725"/>
                </a:lnTo>
                <a:lnTo>
                  <a:pt x="798300" y="43950"/>
                </a:lnTo>
                <a:lnTo>
                  <a:pt x="798450" y="44325"/>
                </a:lnTo>
                <a:lnTo>
                  <a:pt x="798450" y="44550"/>
                </a:lnTo>
                <a:lnTo>
                  <a:pt x="798675" y="45075"/>
                </a:lnTo>
                <a:lnTo>
                  <a:pt x="798750" y="45300"/>
                </a:lnTo>
                <a:lnTo>
                  <a:pt x="798750" y="45450"/>
                </a:lnTo>
                <a:lnTo>
                  <a:pt x="798900" y="45900"/>
                </a:lnTo>
                <a:lnTo>
                  <a:pt x="799875" y="48300"/>
                </a:lnTo>
                <a:lnTo>
                  <a:pt x="800325" y="49350"/>
                </a:lnTo>
                <a:lnTo>
                  <a:pt x="800475" y="49650"/>
                </a:lnTo>
                <a:lnTo>
                  <a:pt x="800625" y="49800"/>
                </a:lnTo>
                <a:lnTo>
                  <a:pt x="800775" y="50175"/>
                </a:lnTo>
                <a:lnTo>
                  <a:pt x="795675" y="52500"/>
                </a:lnTo>
                <a:lnTo>
                  <a:pt x="795525" y="52275"/>
                </a:lnTo>
                <a:lnTo>
                  <a:pt x="795375" y="51900"/>
                </a:lnTo>
                <a:lnTo>
                  <a:pt x="795225" y="51675"/>
                </a:lnTo>
                <a:lnTo>
                  <a:pt x="795150" y="51525"/>
                </a:lnTo>
                <a:lnTo>
                  <a:pt x="795150" y="51450"/>
                </a:lnTo>
                <a:lnTo>
                  <a:pt x="794925" y="51075"/>
                </a:lnTo>
                <a:lnTo>
                  <a:pt x="794775" y="50700"/>
                </a:lnTo>
                <a:lnTo>
                  <a:pt x="794775" y="50625"/>
                </a:lnTo>
                <a:lnTo>
                  <a:pt x="794625" y="50475"/>
                </a:lnTo>
                <a:lnTo>
                  <a:pt x="794325" y="49650"/>
                </a:lnTo>
                <a:lnTo>
                  <a:pt x="794325" y="49575"/>
                </a:lnTo>
                <a:lnTo>
                  <a:pt x="794175" y="49425"/>
                </a:lnTo>
                <a:lnTo>
                  <a:pt x="794175" y="49350"/>
                </a:lnTo>
                <a:lnTo>
                  <a:pt x="793650" y="47925"/>
                </a:lnTo>
                <a:lnTo>
                  <a:pt x="793650" y="47850"/>
                </a:lnTo>
                <a:lnTo>
                  <a:pt x="792825" y="45450"/>
                </a:lnTo>
                <a:lnTo>
                  <a:pt x="792825" y="45225"/>
                </a:lnTo>
                <a:lnTo>
                  <a:pt x="792525" y="44325"/>
                </a:lnTo>
                <a:lnTo>
                  <a:pt x="792525" y="44100"/>
                </a:lnTo>
                <a:lnTo>
                  <a:pt x="792375" y="43650"/>
                </a:lnTo>
                <a:lnTo>
                  <a:pt x="792375" y="43425"/>
                </a:lnTo>
                <a:lnTo>
                  <a:pt x="792225" y="42975"/>
                </a:lnTo>
                <a:lnTo>
                  <a:pt x="792225" y="42675"/>
                </a:lnTo>
                <a:lnTo>
                  <a:pt x="792150" y="42525"/>
                </a:lnTo>
                <a:lnTo>
                  <a:pt x="792075" y="42225"/>
                </a:lnTo>
                <a:lnTo>
                  <a:pt x="792075" y="42000"/>
                </a:lnTo>
                <a:lnTo>
                  <a:pt x="792000" y="41775"/>
                </a:lnTo>
                <a:lnTo>
                  <a:pt x="792000" y="41550"/>
                </a:lnTo>
                <a:lnTo>
                  <a:pt x="791925" y="41325"/>
                </a:lnTo>
                <a:lnTo>
                  <a:pt x="791925" y="41100"/>
                </a:lnTo>
                <a:lnTo>
                  <a:pt x="791850" y="40875"/>
                </a:lnTo>
                <a:lnTo>
                  <a:pt x="791850" y="40650"/>
                </a:lnTo>
                <a:lnTo>
                  <a:pt x="791775" y="40425"/>
                </a:lnTo>
                <a:lnTo>
                  <a:pt x="791775" y="40125"/>
                </a:lnTo>
                <a:lnTo>
                  <a:pt x="791700" y="39900"/>
                </a:lnTo>
                <a:lnTo>
                  <a:pt x="791700" y="39675"/>
                </a:lnTo>
                <a:lnTo>
                  <a:pt x="791625" y="39450"/>
                </a:lnTo>
                <a:lnTo>
                  <a:pt x="791625" y="39000"/>
                </a:lnTo>
                <a:lnTo>
                  <a:pt x="791550" y="38775"/>
                </a:lnTo>
                <a:lnTo>
                  <a:pt x="791550" y="38250"/>
                </a:lnTo>
                <a:lnTo>
                  <a:pt x="791475" y="38025"/>
                </a:lnTo>
                <a:lnTo>
                  <a:pt x="791475" y="37575"/>
                </a:lnTo>
                <a:lnTo>
                  <a:pt x="791400" y="37350"/>
                </a:lnTo>
                <a:lnTo>
                  <a:pt x="791400" y="36375"/>
                </a:lnTo>
                <a:lnTo>
                  <a:pt x="791325" y="36150"/>
                </a:lnTo>
                <a:lnTo>
                  <a:pt x="791325" y="34050"/>
                </a:lnTo>
                <a:lnTo>
                  <a:pt x="791250" y="34050"/>
                </a:lnTo>
                <a:lnTo>
                  <a:pt x="791250" y="33375"/>
                </a:lnTo>
                <a:lnTo>
                  <a:pt x="791325" y="33150"/>
                </a:lnTo>
                <a:lnTo>
                  <a:pt x="791325" y="31200"/>
                </a:lnTo>
                <a:lnTo>
                  <a:pt x="791400" y="30975"/>
                </a:lnTo>
                <a:lnTo>
                  <a:pt x="791400" y="30075"/>
                </a:lnTo>
                <a:lnTo>
                  <a:pt x="791475" y="29850"/>
                </a:lnTo>
                <a:lnTo>
                  <a:pt x="791475" y="29100"/>
                </a:lnTo>
                <a:lnTo>
                  <a:pt x="791550" y="28950"/>
                </a:lnTo>
                <a:lnTo>
                  <a:pt x="791550" y="28425"/>
                </a:lnTo>
                <a:lnTo>
                  <a:pt x="791625" y="28200"/>
                </a:lnTo>
                <a:lnTo>
                  <a:pt x="791625" y="27975"/>
                </a:lnTo>
                <a:lnTo>
                  <a:pt x="791700" y="27750"/>
                </a:lnTo>
                <a:lnTo>
                  <a:pt x="791700" y="27300"/>
                </a:lnTo>
                <a:lnTo>
                  <a:pt x="791775" y="27075"/>
                </a:lnTo>
                <a:lnTo>
                  <a:pt x="791775" y="26850"/>
                </a:lnTo>
                <a:lnTo>
                  <a:pt x="791850" y="26625"/>
                </a:lnTo>
                <a:lnTo>
                  <a:pt x="791850" y="26400"/>
                </a:lnTo>
                <a:lnTo>
                  <a:pt x="791925" y="26175"/>
                </a:lnTo>
                <a:lnTo>
                  <a:pt x="791925" y="25950"/>
                </a:lnTo>
                <a:lnTo>
                  <a:pt x="792000" y="25725"/>
                </a:lnTo>
                <a:lnTo>
                  <a:pt x="792000" y="25500"/>
                </a:lnTo>
                <a:lnTo>
                  <a:pt x="792075" y="25275"/>
                </a:lnTo>
                <a:lnTo>
                  <a:pt x="792075" y="25050"/>
                </a:lnTo>
                <a:lnTo>
                  <a:pt x="791625" y="25350"/>
                </a:lnTo>
                <a:lnTo>
                  <a:pt x="791100" y="25875"/>
                </a:lnTo>
                <a:lnTo>
                  <a:pt x="790950" y="25950"/>
                </a:lnTo>
                <a:lnTo>
                  <a:pt x="790650" y="26250"/>
                </a:lnTo>
                <a:lnTo>
                  <a:pt x="789975" y="26700"/>
                </a:lnTo>
                <a:lnTo>
                  <a:pt x="789525" y="27150"/>
                </a:lnTo>
                <a:lnTo>
                  <a:pt x="789375" y="27225"/>
                </a:lnTo>
                <a:lnTo>
                  <a:pt x="789375" y="27300"/>
                </a:lnTo>
                <a:lnTo>
                  <a:pt x="789225" y="27375"/>
                </a:lnTo>
                <a:lnTo>
                  <a:pt x="789150" y="27375"/>
                </a:lnTo>
                <a:lnTo>
                  <a:pt x="788700" y="27825"/>
                </a:lnTo>
                <a:lnTo>
                  <a:pt x="788325" y="28050"/>
                </a:lnTo>
                <a:lnTo>
                  <a:pt x="788025" y="28350"/>
                </a:lnTo>
                <a:lnTo>
                  <a:pt x="787950" y="28350"/>
                </a:lnTo>
                <a:lnTo>
                  <a:pt x="787650" y="28650"/>
                </a:lnTo>
                <a:lnTo>
                  <a:pt x="787425" y="28725"/>
                </a:lnTo>
                <a:lnTo>
                  <a:pt x="787425" y="28800"/>
                </a:lnTo>
                <a:lnTo>
                  <a:pt x="787275" y="28875"/>
                </a:lnTo>
                <a:lnTo>
                  <a:pt x="787125" y="29025"/>
                </a:lnTo>
                <a:lnTo>
                  <a:pt x="787050" y="29025"/>
                </a:lnTo>
                <a:lnTo>
                  <a:pt x="786750" y="29325"/>
                </a:lnTo>
                <a:lnTo>
                  <a:pt x="786675" y="29325"/>
                </a:lnTo>
                <a:lnTo>
                  <a:pt x="786525" y="29400"/>
                </a:lnTo>
                <a:lnTo>
                  <a:pt x="786525" y="29475"/>
                </a:lnTo>
                <a:lnTo>
                  <a:pt x="786375" y="29550"/>
                </a:lnTo>
                <a:lnTo>
                  <a:pt x="786300" y="29550"/>
                </a:lnTo>
                <a:lnTo>
                  <a:pt x="786150" y="29700"/>
                </a:lnTo>
                <a:lnTo>
                  <a:pt x="785325" y="30225"/>
                </a:lnTo>
                <a:lnTo>
                  <a:pt x="785175" y="30375"/>
                </a:lnTo>
                <a:lnTo>
                  <a:pt x="785100" y="30375"/>
                </a:lnTo>
                <a:lnTo>
                  <a:pt x="784725" y="30600"/>
                </a:lnTo>
                <a:lnTo>
                  <a:pt x="784500" y="30675"/>
                </a:lnTo>
                <a:lnTo>
                  <a:pt x="784500" y="30750"/>
                </a:lnTo>
                <a:lnTo>
                  <a:pt x="784275" y="30825"/>
                </a:lnTo>
                <a:lnTo>
                  <a:pt x="784125" y="30975"/>
                </a:lnTo>
                <a:lnTo>
                  <a:pt x="783825" y="31050"/>
                </a:lnTo>
                <a:lnTo>
                  <a:pt x="783675" y="31200"/>
                </a:lnTo>
                <a:lnTo>
                  <a:pt x="783375" y="31275"/>
                </a:lnTo>
                <a:lnTo>
                  <a:pt x="783225" y="31425"/>
                </a:lnTo>
                <a:lnTo>
                  <a:pt x="782925" y="31500"/>
                </a:lnTo>
                <a:lnTo>
                  <a:pt x="782700" y="31650"/>
                </a:lnTo>
                <a:lnTo>
                  <a:pt x="782250" y="31800"/>
                </a:lnTo>
                <a:lnTo>
                  <a:pt x="782025" y="31950"/>
                </a:lnTo>
                <a:lnTo>
                  <a:pt x="780750" y="32325"/>
                </a:lnTo>
                <a:lnTo>
                  <a:pt x="780750" y="32400"/>
                </a:lnTo>
                <a:lnTo>
                  <a:pt x="780525" y="32400"/>
                </a:lnTo>
                <a:lnTo>
                  <a:pt x="780450" y="32475"/>
                </a:lnTo>
                <a:lnTo>
                  <a:pt x="780225" y="32475"/>
                </a:lnTo>
                <a:lnTo>
                  <a:pt x="780075" y="32550"/>
                </a:lnTo>
                <a:lnTo>
                  <a:pt x="780075" y="52500"/>
                </a:lnTo>
                <a:lnTo>
                  <a:pt x="774375" y="52500"/>
                </a:lnTo>
                <a:lnTo>
                  <a:pt x="774375" y="0"/>
                </a:lnTo>
                <a:lnTo>
                  <a:pt x="780075" y="0"/>
                </a:lnTo>
                <a:lnTo>
                  <a:pt x="780075" y="26925"/>
                </a:lnTo>
                <a:close/>
                <a:moveTo>
                  <a:pt x="851625" y="52500"/>
                </a:moveTo>
                <a:lnTo>
                  <a:pt x="845925" y="52500"/>
                </a:lnTo>
                <a:lnTo>
                  <a:pt x="845925" y="25650"/>
                </a:lnTo>
                <a:lnTo>
                  <a:pt x="845850" y="25500"/>
                </a:lnTo>
                <a:lnTo>
                  <a:pt x="845850" y="25125"/>
                </a:lnTo>
                <a:lnTo>
                  <a:pt x="845775" y="25050"/>
                </a:lnTo>
                <a:lnTo>
                  <a:pt x="845775" y="24825"/>
                </a:lnTo>
                <a:lnTo>
                  <a:pt x="845700" y="24675"/>
                </a:lnTo>
                <a:lnTo>
                  <a:pt x="845700" y="24450"/>
                </a:lnTo>
                <a:lnTo>
                  <a:pt x="845625" y="24375"/>
                </a:lnTo>
                <a:lnTo>
                  <a:pt x="845625" y="24225"/>
                </a:lnTo>
                <a:lnTo>
                  <a:pt x="845550" y="24150"/>
                </a:lnTo>
                <a:lnTo>
                  <a:pt x="845550" y="24000"/>
                </a:lnTo>
                <a:lnTo>
                  <a:pt x="845475" y="23925"/>
                </a:lnTo>
                <a:lnTo>
                  <a:pt x="845400" y="23625"/>
                </a:lnTo>
                <a:lnTo>
                  <a:pt x="845325" y="23550"/>
                </a:lnTo>
                <a:lnTo>
                  <a:pt x="845325" y="23400"/>
                </a:lnTo>
                <a:lnTo>
                  <a:pt x="845250" y="23325"/>
                </a:lnTo>
                <a:lnTo>
                  <a:pt x="845250" y="23250"/>
                </a:lnTo>
                <a:lnTo>
                  <a:pt x="845100" y="23100"/>
                </a:lnTo>
                <a:lnTo>
                  <a:pt x="845100" y="22950"/>
                </a:lnTo>
                <a:lnTo>
                  <a:pt x="844875" y="22725"/>
                </a:lnTo>
                <a:lnTo>
                  <a:pt x="844875" y="22650"/>
                </a:lnTo>
                <a:lnTo>
                  <a:pt x="844650" y="22425"/>
                </a:lnTo>
                <a:lnTo>
                  <a:pt x="844650" y="22275"/>
                </a:lnTo>
                <a:lnTo>
                  <a:pt x="844275" y="21900"/>
                </a:lnTo>
                <a:lnTo>
                  <a:pt x="844275" y="21825"/>
                </a:lnTo>
                <a:lnTo>
                  <a:pt x="844200" y="21750"/>
                </a:lnTo>
                <a:lnTo>
                  <a:pt x="844125" y="21750"/>
                </a:lnTo>
                <a:lnTo>
                  <a:pt x="843525" y="21150"/>
                </a:lnTo>
                <a:lnTo>
                  <a:pt x="843450" y="21150"/>
                </a:lnTo>
                <a:lnTo>
                  <a:pt x="843300" y="21000"/>
                </a:lnTo>
                <a:lnTo>
                  <a:pt x="843150" y="20925"/>
                </a:lnTo>
                <a:lnTo>
                  <a:pt x="843075" y="20925"/>
                </a:lnTo>
                <a:lnTo>
                  <a:pt x="842850" y="20700"/>
                </a:lnTo>
                <a:lnTo>
                  <a:pt x="842775" y="20700"/>
                </a:lnTo>
                <a:lnTo>
                  <a:pt x="842550" y="20550"/>
                </a:lnTo>
                <a:lnTo>
                  <a:pt x="842475" y="20550"/>
                </a:lnTo>
                <a:lnTo>
                  <a:pt x="842325" y="20400"/>
                </a:lnTo>
                <a:lnTo>
                  <a:pt x="842175" y="20400"/>
                </a:lnTo>
                <a:lnTo>
                  <a:pt x="842100" y="20325"/>
                </a:lnTo>
                <a:lnTo>
                  <a:pt x="842025" y="20325"/>
                </a:lnTo>
                <a:lnTo>
                  <a:pt x="841800" y="20175"/>
                </a:lnTo>
                <a:lnTo>
                  <a:pt x="841725" y="20175"/>
                </a:lnTo>
                <a:lnTo>
                  <a:pt x="841650" y="20100"/>
                </a:lnTo>
                <a:lnTo>
                  <a:pt x="841500" y="20100"/>
                </a:lnTo>
                <a:lnTo>
                  <a:pt x="841425" y="20025"/>
                </a:lnTo>
                <a:lnTo>
                  <a:pt x="841275" y="20025"/>
                </a:lnTo>
                <a:lnTo>
                  <a:pt x="841200" y="19950"/>
                </a:lnTo>
                <a:lnTo>
                  <a:pt x="840975" y="19950"/>
                </a:lnTo>
                <a:lnTo>
                  <a:pt x="840900" y="19875"/>
                </a:lnTo>
                <a:lnTo>
                  <a:pt x="840825" y="19875"/>
                </a:lnTo>
                <a:lnTo>
                  <a:pt x="840675" y="19800"/>
                </a:lnTo>
                <a:lnTo>
                  <a:pt x="840450" y="19800"/>
                </a:lnTo>
                <a:lnTo>
                  <a:pt x="840375" y="19725"/>
                </a:lnTo>
                <a:lnTo>
                  <a:pt x="840150" y="19725"/>
                </a:lnTo>
                <a:lnTo>
                  <a:pt x="840000" y="19650"/>
                </a:lnTo>
                <a:lnTo>
                  <a:pt x="839700" y="19650"/>
                </a:lnTo>
                <a:lnTo>
                  <a:pt x="839550" y="19575"/>
                </a:lnTo>
                <a:lnTo>
                  <a:pt x="839100" y="19575"/>
                </a:lnTo>
                <a:lnTo>
                  <a:pt x="839025" y="19500"/>
                </a:lnTo>
                <a:lnTo>
                  <a:pt x="837300" y="19500"/>
                </a:lnTo>
                <a:lnTo>
                  <a:pt x="837150" y="19575"/>
                </a:lnTo>
                <a:lnTo>
                  <a:pt x="836700" y="19575"/>
                </a:lnTo>
                <a:lnTo>
                  <a:pt x="836625" y="19650"/>
                </a:lnTo>
                <a:lnTo>
                  <a:pt x="836250" y="19650"/>
                </a:lnTo>
                <a:lnTo>
                  <a:pt x="836175" y="19725"/>
                </a:lnTo>
                <a:lnTo>
                  <a:pt x="835950" y="19725"/>
                </a:lnTo>
                <a:lnTo>
                  <a:pt x="835800" y="19800"/>
                </a:lnTo>
                <a:lnTo>
                  <a:pt x="835575" y="19800"/>
                </a:lnTo>
                <a:lnTo>
                  <a:pt x="835500" y="19875"/>
                </a:lnTo>
                <a:lnTo>
                  <a:pt x="835350" y="19875"/>
                </a:lnTo>
                <a:lnTo>
                  <a:pt x="835275" y="19950"/>
                </a:lnTo>
                <a:lnTo>
                  <a:pt x="835125" y="19950"/>
                </a:lnTo>
                <a:lnTo>
                  <a:pt x="835050" y="20025"/>
                </a:lnTo>
                <a:lnTo>
                  <a:pt x="834825" y="20025"/>
                </a:lnTo>
                <a:lnTo>
                  <a:pt x="834600" y="20175"/>
                </a:lnTo>
                <a:lnTo>
                  <a:pt x="834300" y="20250"/>
                </a:lnTo>
                <a:lnTo>
                  <a:pt x="834225" y="20325"/>
                </a:lnTo>
                <a:lnTo>
                  <a:pt x="834075" y="20325"/>
                </a:lnTo>
                <a:lnTo>
                  <a:pt x="833925" y="20475"/>
                </a:lnTo>
                <a:lnTo>
                  <a:pt x="833775" y="20475"/>
                </a:lnTo>
                <a:lnTo>
                  <a:pt x="833625" y="20625"/>
                </a:lnTo>
                <a:lnTo>
                  <a:pt x="833475" y="20625"/>
                </a:lnTo>
                <a:lnTo>
                  <a:pt x="833250" y="20850"/>
                </a:lnTo>
                <a:lnTo>
                  <a:pt x="833100" y="20850"/>
                </a:lnTo>
                <a:lnTo>
                  <a:pt x="832875" y="21075"/>
                </a:lnTo>
                <a:lnTo>
                  <a:pt x="832650" y="21225"/>
                </a:lnTo>
                <a:lnTo>
                  <a:pt x="832575" y="21225"/>
                </a:lnTo>
                <a:lnTo>
                  <a:pt x="832350" y="21450"/>
                </a:lnTo>
                <a:lnTo>
                  <a:pt x="832200" y="21525"/>
                </a:lnTo>
                <a:lnTo>
                  <a:pt x="831375" y="22350"/>
                </a:lnTo>
                <a:lnTo>
                  <a:pt x="831300" y="22500"/>
                </a:lnTo>
                <a:lnTo>
                  <a:pt x="831000" y="22800"/>
                </a:lnTo>
                <a:lnTo>
                  <a:pt x="830925" y="22950"/>
                </a:lnTo>
                <a:lnTo>
                  <a:pt x="830925" y="23025"/>
                </a:lnTo>
                <a:lnTo>
                  <a:pt x="830550" y="23475"/>
                </a:lnTo>
                <a:lnTo>
                  <a:pt x="830550" y="23625"/>
                </a:lnTo>
                <a:lnTo>
                  <a:pt x="830400" y="23775"/>
                </a:lnTo>
                <a:lnTo>
                  <a:pt x="830325" y="23925"/>
                </a:lnTo>
                <a:lnTo>
                  <a:pt x="830325" y="24000"/>
                </a:lnTo>
                <a:lnTo>
                  <a:pt x="830175" y="24225"/>
                </a:lnTo>
                <a:lnTo>
                  <a:pt x="830175" y="24375"/>
                </a:lnTo>
                <a:lnTo>
                  <a:pt x="830100" y="24450"/>
                </a:lnTo>
                <a:lnTo>
                  <a:pt x="830100" y="24600"/>
                </a:lnTo>
                <a:lnTo>
                  <a:pt x="829950" y="24825"/>
                </a:lnTo>
                <a:lnTo>
                  <a:pt x="829950" y="24975"/>
                </a:lnTo>
                <a:lnTo>
                  <a:pt x="829875" y="25050"/>
                </a:lnTo>
                <a:lnTo>
                  <a:pt x="829875" y="25200"/>
                </a:lnTo>
                <a:lnTo>
                  <a:pt x="829800" y="25350"/>
                </a:lnTo>
                <a:lnTo>
                  <a:pt x="829800" y="25575"/>
                </a:lnTo>
                <a:lnTo>
                  <a:pt x="829725" y="25725"/>
                </a:lnTo>
                <a:lnTo>
                  <a:pt x="829725" y="25875"/>
                </a:lnTo>
                <a:lnTo>
                  <a:pt x="829650" y="26025"/>
                </a:lnTo>
                <a:lnTo>
                  <a:pt x="829650" y="26250"/>
                </a:lnTo>
                <a:lnTo>
                  <a:pt x="829575" y="26400"/>
                </a:lnTo>
                <a:lnTo>
                  <a:pt x="829575" y="27000"/>
                </a:lnTo>
                <a:lnTo>
                  <a:pt x="829500" y="27150"/>
                </a:lnTo>
                <a:lnTo>
                  <a:pt x="829500" y="52500"/>
                </a:lnTo>
                <a:lnTo>
                  <a:pt x="823800" y="52500"/>
                </a:lnTo>
                <a:lnTo>
                  <a:pt x="823800" y="27000"/>
                </a:lnTo>
                <a:lnTo>
                  <a:pt x="823875" y="26850"/>
                </a:lnTo>
                <a:lnTo>
                  <a:pt x="823875" y="26100"/>
                </a:lnTo>
                <a:lnTo>
                  <a:pt x="823950" y="25950"/>
                </a:lnTo>
                <a:lnTo>
                  <a:pt x="823950" y="25500"/>
                </a:lnTo>
                <a:lnTo>
                  <a:pt x="824025" y="25500"/>
                </a:lnTo>
                <a:lnTo>
                  <a:pt x="824025" y="25125"/>
                </a:lnTo>
                <a:lnTo>
                  <a:pt x="824100" y="25050"/>
                </a:lnTo>
                <a:lnTo>
                  <a:pt x="824100" y="24825"/>
                </a:lnTo>
                <a:lnTo>
                  <a:pt x="824175" y="24675"/>
                </a:lnTo>
                <a:lnTo>
                  <a:pt x="824175" y="24450"/>
                </a:lnTo>
                <a:lnTo>
                  <a:pt x="824325" y="24075"/>
                </a:lnTo>
                <a:lnTo>
                  <a:pt x="824325" y="23850"/>
                </a:lnTo>
                <a:lnTo>
                  <a:pt x="824400" y="23850"/>
                </a:lnTo>
                <a:lnTo>
                  <a:pt x="824400" y="23625"/>
                </a:lnTo>
                <a:lnTo>
                  <a:pt x="824475" y="23475"/>
                </a:lnTo>
                <a:lnTo>
                  <a:pt x="824475" y="23400"/>
                </a:lnTo>
                <a:lnTo>
                  <a:pt x="824625" y="23100"/>
                </a:lnTo>
                <a:lnTo>
                  <a:pt x="824625" y="23025"/>
                </a:lnTo>
                <a:lnTo>
                  <a:pt x="824775" y="22725"/>
                </a:lnTo>
                <a:lnTo>
                  <a:pt x="824775" y="22650"/>
                </a:lnTo>
                <a:lnTo>
                  <a:pt x="824925" y="22350"/>
                </a:lnTo>
                <a:lnTo>
                  <a:pt x="824925" y="22275"/>
                </a:lnTo>
                <a:lnTo>
                  <a:pt x="825075" y="21975"/>
                </a:lnTo>
                <a:lnTo>
                  <a:pt x="825075" y="21900"/>
                </a:lnTo>
                <a:lnTo>
                  <a:pt x="825600" y="20925"/>
                </a:lnTo>
                <a:lnTo>
                  <a:pt x="825675" y="20850"/>
                </a:lnTo>
                <a:lnTo>
                  <a:pt x="825825" y="20550"/>
                </a:lnTo>
                <a:lnTo>
                  <a:pt x="825975" y="20400"/>
                </a:lnTo>
                <a:lnTo>
                  <a:pt x="826050" y="20250"/>
                </a:lnTo>
                <a:lnTo>
                  <a:pt x="826050" y="20175"/>
                </a:lnTo>
                <a:lnTo>
                  <a:pt x="826275" y="19950"/>
                </a:lnTo>
                <a:lnTo>
                  <a:pt x="826275" y="19875"/>
                </a:lnTo>
                <a:lnTo>
                  <a:pt x="826425" y="19725"/>
                </a:lnTo>
                <a:lnTo>
                  <a:pt x="826725" y="19275"/>
                </a:lnTo>
                <a:lnTo>
                  <a:pt x="826800" y="19275"/>
                </a:lnTo>
                <a:lnTo>
                  <a:pt x="826875" y="19125"/>
                </a:lnTo>
                <a:lnTo>
                  <a:pt x="827250" y="18750"/>
                </a:lnTo>
                <a:lnTo>
                  <a:pt x="827250" y="18675"/>
                </a:lnTo>
                <a:lnTo>
                  <a:pt x="827400" y="18600"/>
                </a:lnTo>
                <a:lnTo>
                  <a:pt x="827400" y="18525"/>
                </a:lnTo>
                <a:lnTo>
                  <a:pt x="827550" y="18450"/>
                </a:lnTo>
                <a:lnTo>
                  <a:pt x="827625" y="18300"/>
                </a:lnTo>
                <a:lnTo>
                  <a:pt x="827700" y="18300"/>
                </a:lnTo>
                <a:lnTo>
                  <a:pt x="827775" y="18150"/>
                </a:lnTo>
                <a:lnTo>
                  <a:pt x="827850" y="18150"/>
                </a:lnTo>
                <a:lnTo>
                  <a:pt x="828225" y="17775"/>
                </a:lnTo>
                <a:lnTo>
                  <a:pt x="828375" y="17700"/>
                </a:lnTo>
                <a:lnTo>
                  <a:pt x="828375" y="17625"/>
                </a:lnTo>
                <a:lnTo>
                  <a:pt x="828825" y="17325"/>
                </a:lnTo>
                <a:lnTo>
                  <a:pt x="828825" y="17250"/>
                </a:lnTo>
                <a:lnTo>
                  <a:pt x="829125" y="17100"/>
                </a:lnTo>
                <a:lnTo>
                  <a:pt x="829125" y="17025"/>
                </a:lnTo>
                <a:lnTo>
                  <a:pt x="829425" y="16875"/>
                </a:lnTo>
                <a:lnTo>
                  <a:pt x="829575" y="16725"/>
                </a:lnTo>
                <a:lnTo>
                  <a:pt x="829650" y="16725"/>
                </a:lnTo>
                <a:lnTo>
                  <a:pt x="829725" y="16650"/>
                </a:lnTo>
                <a:lnTo>
                  <a:pt x="829800" y="16650"/>
                </a:lnTo>
                <a:lnTo>
                  <a:pt x="830025" y="16425"/>
                </a:lnTo>
                <a:lnTo>
                  <a:pt x="830100" y="16425"/>
                </a:lnTo>
                <a:lnTo>
                  <a:pt x="830550" y="16200"/>
                </a:lnTo>
                <a:lnTo>
                  <a:pt x="830550" y="16125"/>
                </a:lnTo>
                <a:lnTo>
                  <a:pt x="830700" y="16050"/>
                </a:lnTo>
                <a:lnTo>
                  <a:pt x="830775" y="16050"/>
                </a:lnTo>
                <a:lnTo>
                  <a:pt x="830850" y="15975"/>
                </a:lnTo>
                <a:lnTo>
                  <a:pt x="830925" y="15975"/>
                </a:lnTo>
                <a:lnTo>
                  <a:pt x="831375" y="15750"/>
                </a:lnTo>
                <a:lnTo>
                  <a:pt x="831450" y="15750"/>
                </a:lnTo>
                <a:lnTo>
                  <a:pt x="831525" y="15675"/>
                </a:lnTo>
                <a:lnTo>
                  <a:pt x="831600" y="15675"/>
                </a:lnTo>
                <a:lnTo>
                  <a:pt x="832050" y="15450"/>
                </a:lnTo>
                <a:lnTo>
                  <a:pt x="832125" y="15450"/>
                </a:lnTo>
                <a:lnTo>
                  <a:pt x="832950" y="15075"/>
                </a:lnTo>
                <a:lnTo>
                  <a:pt x="833100" y="15075"/>
                </a:lnTo>
                <a:lnTo>
                  <a:pt x="833175" y="15000"/>
                </a:lnTo>
                <a:lnTo>
                  <a:pt x="833325" y="15000"/>
                </a:lnTo>
                <a:lnTo>
                  <a:pt x="833475" y="14925"/>
                </a:lnTo>
                <a:lnTo>
                  <a:pt x="833550" y="14925"/>
                </a:lnTo>
                <a:lnTo>
                  <a:pt x="833625" y="14850"/>
                </a:lnTo>
                <a:lnTo>
                  <a:pt x="833850" y="14850"/>
                </a:lnTo>
                <a:lnTo>
                  <a:pt x="834225" y="14700"/>
                </a:lnTo>
                <a:lnTo>
                  <a:pt x="834375" y="14700"/>
                </a:lnTo>
                <a:lnTo>
                  <a:pt x="834525" y="14625"/>
                </a:lnTo>
                <a:lnTo>
                  <a:pt x="834750" y="14625"/>
                </a:lnTo>
                <a:lnTo>
                  <a:pt x="834900" y="14550"/>
                </a:lnTo>
                <a:lnTo>
                  <a:pt x="835125" y="14550"/>
                </a:lnTo>
                <a:lnTo>
                  <a:pt x="835275" y="14475"/>
                </a:lnTo>
                <a:lnTo>
                  <a:pt x="835650" y="14475"/>
                </a:lnTo>
                <a:lnTo>
                  <a:pt x="835725" y="14400"/>
                </a:lnTo>
                <a:lnTo>
                  <a:pt x="836175" y="14400"/>
                </a:lnTo>
                <a:lnTo>
                  <a:pt x="836250" y="14325"/>
                </a:lnTo>
                <a:lnTo>
                  <a:pt x="837000" y="14325"/>
                </a:lnTo>
                <a:lnTo>
                  <a:pt x="837150" y="14250"/>
                </a:lnTo>
                <a:lnTo>
                  <a:pt x="839175" y="14250"/>
                </a:lnTo>
                <a:lnTo>
                  <a:pt x="839325" y="14325"/>
                </a:lnTo>
                <a:lnTo>
                  <a:pt x="839925" y="14325"/>
                </a:lnTo>
                <a:lnTo>
                  <a:pt x="840075" y="14400"/>
                </a:lnTo>
                <a:lnTo>
                  <a:pt x="840600" y="14400"/>
                </a:lnTo>
                <a:lnTo>
                  <a:pt x="840675" y="14475"/>
                </a:lnTo>
                <a:lnTo>
                  <a:pt x="841050" y="14475"/>
                </a:lnTo>
                <a:lnTo>
                  <a:pt x="841200" y="14550"/>
                </a:lnTo>
                <a:lnTo>
                  <a:pt x="841350" y="14550"/>
                </a:lnTo>
                <a:lnTo>
                  <a:pt x="841500" y="14625"/>
                </a:lnTo>
                <a:lnTo>
                  <a:pt x="841725" y="14625"/>
                </a:lnTo>
                <a:lnTo>
                  <a:pt x="841875" y="14700"/>
                </a:lnTo>
                <a:lnTo>
                  <a:pt x="842100" y="14700"/>
                </a:lnTo>
                <a:lnTo>
                  <a:pt x="842400" y="14850"/>
                </a:lnTo>
                <a:lnTo>
                  <a:pt x="842625" y="14850"/>
                </a:lnTo>
                <a:lnTo>
                  <a:pt x="842925" y="15000"/>
                </a:lnTo>
                <a:lnTo>
                  <a:pt x="843150" y="15000"/>
                </a:lnTo>
                <a:lnTo>
                  <a:pt x="843150" y="15075"/>
                </a:lnTo>
                <a:lnTo>
                  <a:pt x="843300" y="15075"/>
                </a:lnTo>
                <a:lnTo>
                  <a:pt x="843450" y="15150"/>
                </a:lnTo>
                <a:lnTo>
                  <a:pt x="843525" y="15150"/>
                </a:lnTo>
                <a:lnTo>
                  <a:pt x="843975" y="15375"/>
                </a:lnTo>
                <a:lnTo>
                  <a:pt x="844050" y="15375"/>
                </a:lnTo>
                <a:lnTo>
                  <a:pt x="844125" y="15450"/>
                </a:lnTo>
                <a:lnTo>
                  <a:pt x="844200" y="15450"/>
                </a:lnTo>
                <a:lnTo>
                  <a:pt x="844650" y="15675"/>
                </a:lnTo>
                <a:lnTo>
                  <a:pt x="844725" y="15675"/>
                </a:lnTo>
                <a:lnTo>
                  <a:pt x="844800" y="15750"/>
                </a:lnTo>
                <a:lnTo>
                  <a:pt x="844875" y="15750"/>
                </a:lnTo>
                <a:lnTo>
                  <a:pt x="845475" y="16050"/>
                </a:lnTo>
                <a:lnTo>
                  <a:pt x="845550" y="16050"/>
                </a:lnTo>
                <a:lnTo>
                  <a:pt x="845775" y="16275"/>
                </a:lnTo>
                <a:lnTo>
                  <a:pt x="845850" y="16275"/>
                </a:lnTo>
                <a:lnTo>
                  <a:pt x="845925" y="16350"/>
                </a:lnTo>
                <a:lnTo>
                  <a:pt x="845925" y="14250"/>
                </a:lnTo>
                <a:lnTo>
                  <a:pt x="851625" y="14250"/>
                </a:lnTo>
                <a:close/>
                <a:moveTo>
                  <a:pt x="857925" y="66750"/>
                </a:moveTo>
                <a:lnTo>
                  <a:pt x="857925" y="26625"/>
                </a:lnTo>
                <a:lnTo>
                  <a:pt x="858000" y="26475"/>
                </a:lnTo>
                <a:lnTo>
                  <a:pt x="858000" y="25725"/>
                </a:lnTo>
                <a:lnTo>
                  <a:pt x="858075" y="25500"/>
                </a:lnTo>
                <a:lnTo>
                  <a:pt x="858075" y="25275"/>
                </a:lnTo>
                <a:lnTo>
                  <a:pt x="858150" y="25050"/>
                </a:lnTo>
                <a:lnTo>
                  <a:pt x="858150" y="24600"/>
                </a:lnTo>
                <a:lnTo>
                  <a:pt x="858225" y="24600"/>
                </a:lnTo>
                <a:lnTo>
                  <a:pt x="858225" y="24375"/>
                </a:lnTo>
                <a:lnTo>
                  <a:pt x="858300" y="24150"/>
                </a:lnTo>
                <a:lnTo>
                  <a:pt x="858300" y="23925"/>
                </a:lnTo>
                <a:lnTo>
                  <a:pt x="858375" y="23700"/>
                </a:lnTo>
                <a:lnTo>
                  <a:pt x="858375" y="23475"/>
                </a:lnTo>
                <a:lnTo>
                  <a:pt x="858450" y="23475"/>
                </a:lnTo>
                <a:lnTo>
                  <a:pt x="858450" y="23250"/>
                </a:lnTo>
                <a:lnTo>
                  <a:pt x="858675" y="22650"/>
                </a:lnTo>
                <a:lnTo>
                  <a:pt x="858675" y="22425"/>
                </a:lnTo>
                <a:lnTo>
                  <a:pt x="858750" y="22425"/>
                </a:lnTo>
                <a:lnTo>
                  <a:pt x="858750" y="22200"/>
                </a:lnTo>
                <a:lnTo>
                  <a:pt x="858825" y="22050"/>
                </a:lnTo>
                <a:lnTo>
                  <a:pt x="858825" y="21975"/>
                </a:lnTo>
                <a:lnTo>
                  <a:pt x="858975" y="21600"/>
                </a:lnTo>
                <a:lnTo>
                  <a:pt x="859125" y="21375"/>
                </a:lnTo>
                <a:lnTo>
                  <a:pt x="859125" y="21225"/>
                </a:lnTo>
                <a:lnTo>
                  <a:pt x="859200" y="21225"/>
                </a:lnTo>
                <a:lnTo>
                  <a:pt x="859275" y="21075"/>
                </a:lnTo>
                <a:lnTo>
                  <a:pt x="859350" y="20775"/>
                </a:lnTo>
                <a:lnTo>
                  <a:pt x="859500" y="20475"/>
                </a:lnTo>
                <a:lnTo>
                  <a:pt x="859575" y="20400"/>
                </a:lnTo>
                <a:lnTo>
                  <a:pt x="859725" y="20100"/>
                </a:lnTo>
                <a:lnTo>
                  <a:pt x="859725" y="20025"/>
                </a:lnTo>
                <a:lnTo>
                  <a:pt x="859875" y="19875"/>
                </a:lnTo>
                <a:lnTo>
                  <a:pt x="860250" y="19200"/>
                </a:lnTo>
                <a:lnTo>
                  <a:pt x="860325" y="19200"/>
                </a:lnTo>
                <a:lnTo>
                  <a:pt x="860400" y="19050"/>
                </a:lnTo>
                <a:lnTo>
                  <a:pt x="860400" y="18975"/>
                </a:lnTo>
                <a:lnTo>
                  <a:pt x="860550" y="18900"/>
                </a:lnTo>
                <a:lnTo>
                  <a:pt x="860550" y="18825"/>
                </a:lnTo>
                <a:lnTo>
                  <a:pt x="860625" y="18675"/>
                </a:lnTo>
                <a:lnTo>
                  <a:pt x="860700" y="18675"/>
                </a:lnTo>
                <a:lnTo>
                  <a:pt x="861000" y="18225"/>
                </a:lnTo>
                <a:lnTo>
                  <a:pt x="862050" y="17175"/>
                </a:lnTo>
                <a:lnTo>
                  <a:pt x="862125" y="17175"/>
                </a:lnTo>
                <a:lnTo>
                  <a:pt x="862200" y="17025"/>
                </a:lnTo>
                <a:lnTo>
                  <a:pt x="862275" y="17025"/>
                </a:lnTo>
                <a:lnTo>
                  <a:pt x="862425" y="16875"/>
                </a:lnTo>
                <a:lnTo>
                  <a:pt x="862575" y="16800"/>
                </a:lnTo>
                <a:lnTo>
                  <a:pt x="862575" y="16725"/>
                </a:lnTo>
                <a:lnTo>
                  <a:pt x="862725" y="16650"/>
                </a:lnTo>
                <a:lnTo>
                  <a:pt x="862800" y="16650"/>
                </a:lnTo>
                <a:lnTo>
                  <a:pt x="862875" y="16500"/>
                </a:lnTo>
                <a:lnTo>
                  <a:pt x="862950" y="16500"/>
                </a:lnTo>
                <a:lnTo>
                  <a:pt x="863100" y="16425"/>
                </a:lnTo>
                <a:lnTo>
                  <a:pt x="863100" y="16350"/>
                </a:lnTo>
                <a:lnTo>
                  <a:pt x="863250" y="16275"/>
                </a:lnTo>
                <a:lnTo>
                  <a:pt x="863325" y="16275"/>
                </a:lnTo>
                <a:lnTo>
                  <a:pt x="863475" y="16125"/>
                </a:lnTo>
                <a:lnTo>
                  <a:pt x="863775" y="15975"/>
                </a:lnTo>
                <a:lnTo>
                  <a:pt x="863850" y="15900"/>
                </a:lnTo>
                <a:lnTo>
                  <a:pt x="864375" y="15675"/>
                </a:lnTo>
                <a:lnTo>
                  <a:pt x="864375" y="15600"/>
                </a:lnTo>
                <a:lnTo>
                  <a:pt x="864525" y="15525"/>
                </a:lnTo>
                <a:lnTo>
                  <a:pt x="864825" y="15450"/>
                </a:lnTo>
                <a:lnTo>
                  <a:pt x="864900" y="15375"/>
                </a:lnTo>
                <a:lnTo>
                  <a:pt x="865200" y="15300"/>
                </a:lnTo>
                <a:lnTo>
                  <a:pt x="865350" y="15225"/>
                </a:lnTo>
                <a:lnTo>
                  <a:pt x="865350" y="15150"/>
                </a:lnTo>
                <a:lnTo>
                  <a:pt x="865575" y="15150"/>
                </a:lnTo>
                <a:lnTo>
                  <a:pt x="865575" y="15075"/>
                </a:lnTo>
                <a:lnTo>
                  <a:pt x="865725" y="15075"/>
                </a:lnTo>
                <a:lnTo>
                  <a:pt x="865800" y="15000"/>
                </a:lnTo>
                <a:lnTo>
                  <a:pt x="865950" y="15000"/>
                </a:lnTo>
                <a:lnTo>
                  <a:pt x="866025" y="14925"/>
                </a:lnTo>
                <a:lnTo>
                  <a:pt x="866175" y="14925"/>
                </a:lnTo>
                <a:lnTo>
                  <a:pt x="866775" y="14700"/>
                </a:lnTo>
                <a:lnTo>
                  <a:pt x="867000" y="14700"/>
                </a:lnTo>
                <a:lnTo>
                  <a:pt x="867075" y="14625"/>
                </a:lnTo>
                <a:lnTo>
                  <a:pt x="867300" y="14625"/>
                </a:lnTo>
                <a:lnTo>
                  <a:pt x="867450" y="14550"/>
                </a:lnTo>
                <a:lnTo>
                  <a:pt x="867675" y="14550"/>
                </a:lnTo>
                <a:lnTo>
                  <a:pt x="867900" y="14475"/>
                </a:lnTo>
                <a:lnTo>
                  <a:pt x="868125" y="14475"/>
                </a:lnTo>
                <a:lnTo>
                  <a:pt x="868350" y="14400"/>
                </a:lnTo>
                <a:lnTo>
                  <a:pt x="868575" y="14400"/>
                </a:lnTo>
                <a:lnTo>
                  <a:pt x="868800" y="14325"/>
                </a:lnTo>
                <a:lnTo>
                  <a:pt x="869475" y="14325"/>
                </a:lnTo>
                <a:lnTo>
                  <a:pt x="869700" y="14250"/>
                </a:lnTo>
                <a:lnTo>
                  <a:pt x="871800" y="14250"/>
                </a:lnTo>
                <a:lnTo>
                  <a:pt x="872025" y="14325"/>
                </a:lnTo>
                <a:lnTo>
                  <a:pt x="872550" y="14325"/>
                </a:lnTo>
                <a:lnTo>
                  <a:pt x="872775" y="14400"/>
                </a:lnTo>
                <a:lnTo>
                  <a:pt x="873300" y="14400"/>
                </a:lnTo>
                <a:lnTo>
                  <a:pt x="873525" y="14475"/>
                </a:lnTo>
                <a:lnTo>
                  <a:pt x="873750" y="14475"/>
                </a:lnTo>
                <a:lnTo>
                  <a:pt x="873975" y="14550"/>
                </a:lnTo>
                <a:lnTo>
                  <a:pt x="874275" y="14550"/>
                </a:lnTo>
                <a:lnTo>
                  <a:pt x="874500" y="14625"/>
                </a:lnTo>
                <a:lnTo>
                  <a:pt x="874725" y="14625"/>
                </a:lnTo>
                <a:lnTo>
                  <a:pt x="874800" y="14700"/>
                </a:lnTo>
                <a:lnTo>
                  <a:pt x="875025" y="14700"/>
                </a:lnTo>
                <a:lnTo>
                  <a:pt x="875475" y="14850"/>
                </a:lnTo>
                <a:lnTo>
                  <a:pt x="875775" y="14850"/>
                </a:lnTo>
                <a:lnTo>
                  <a:pt x="878400" y="15600"/>
                </a:lnTo>
                <a:lnTo>
                  <a:pt x="878925" y="15825"/>
                </a:lnTo>
                <a:lnTo>
                  <a:pt x="879675" y="16050"/>
                </a:lnTo>
                <a:lnTo>
                  <a:pt x="879750" y="16125"/>
                </a:lnTo>
                <a:lnTo>
                  <a:pt x="880275" y="16275"/>
                </a:lnTo>
                <a:lnTo>
                  <a:pt x="878025" y="21150"/>
                </a:lnTo>
                <a:lnTo>
                  <a:pt x="877800" y="21075"/>
                </a:lnTo>
                <a:lnTo>
                  <a:pt x="877575" y="20925"/>
                </a:lnTo>
                <a:lnTo>
                  <a:pt x="875850" y="20325"/>
                </a:lnTo>
                <a:lnTo>
                  <a:pt x="875625" y="20325"/>
                </a:lnTo>
                <a:lnTo>
                  <a:pt x="874950" y="20100"/>
                </a:lnTo>
                <a:lnTo>
                  <a:pt x="874800" y="20100"/>
                </a:lnTo>
                <a:lnTo>
                  <a:pt x="874350" y="19950"/>
                </a:lnTo>
                <a:lnTo>
                  <a:pt x="874200" y="19950"/>
                </a:lnTo>
                <a:lnTo>
                  <a:pt x="873975" y="19875"/>
                </a:lnTo>
                <a:lnTo>
                  <a:pt x="873750" y="19875"/>
                </a:lnTo>
                <a:lnTo>
                  <a:pt x="873600" y="19800"/>
                </a:lnTo>
                <a:lnTo>
                  <a:pt x="873375" y="19800"/>
                </a:lnTo>
                <a:lnTo>
                  <a:pt x="873225" y="19725"/>
                </a:lnTo>
                <a:lnTo>
                  <a:pt x="873000" y="19725"/>
                </a:lnTo>
                <a:lnTo>
                  <a:pt x="872850" y="19650"/>
                </a:lnTo>
                <a:lnTo>
                  <a:pt x="872475" y="19650"/>
                </a:lnTo>
                <a:lnTo>
                  <a:pt x="872325" y="19575"/>
                </a:lnTo>
                <a:lnTo>
                  <a:pt x="871800" y="19575"/>
                </a:lnTo>
                <a:lnTo>
                  <a:pt x="871650" y="19500"/>
                </a:lnTo>
                <a:lnTo>
                  <a:pt x="869925" y="19500"/>
                </a:lnTo>
                <a:lnTo>
                  <a:pt x="869775" y="19575"/>
                </a:lnTo>
                <a:lnTo>
                  <a:pt x="869250" y="19575"/>
                </a:lnTo>
                <a:lnTo>
                  <a:pt x="869100" y="19650"/>
                </a:lnTo>
                <a:lnTo>
                  <a:pt x="868875" y="19650"/>
                </a:lnTo>
                <a:lnTo>
                  <a:pt x="868725" y="19725"/>
                </a:lnTo>
                <a:lnTo>
                  <a:pt x="868500" y="19725"/>
                </a:lnTo>
                <a:lnTo>
                  <a:pt x="868350" y="19800"/>
                </a:lnTo>
                <a:lnTo>
                  <a:pt x="868125" y="19800"/>
                </a:lnTo>
                <a:lnTo>
                  <a:pt x="868050" y="19875"/>
                </a:lnTo>
                <a:lnTo>
                  <a:pt x="867900" y="19875"/>
                </a:lnTo>
                <a:lnTo>
                  <a:pt x="867825" y="19950"/>
                </a:lnTo>
                <a:lnTo>
                  <a:pt x="867675" y="19950"/>
                </a:lnTo>
                <a:lnTo>
                  <a:pt x="867600" y="20025"/>
                </a:lnTo>
                <a:lnTo>
                  <a:pt x="867525" y="20025"/>
                </a:lnTo>
                <a:lnTo>
                  <a:pt x="867300" y="20175"/>
                </a:lnTo>
                <a:lnTo>
                  <a:pt x="867000" y="20250"/>
                </a:lnTo>
                <a:lnTo>
                  <a:pt x="866775" y="20475"/>
                </a:lnTo>
                <a:lnTo>
                  <a:pt x="866625" y="20475"/>
                </a:lnTo>
                <a:lnTo>
                  <a:pt x="866475" y="20625"/>
                </a:lnTo>
                <a:lnTo>
                  <a:pt x="866400" y="20625"/>
                </a:lnTo>
                <a:lnTo>
                  <a:pt x="865875" y="21150"/>
                </a:lnTo>
                <a:lnTo>
                  <a:pt x="865800" y="21150"/>
                </a:lnTo>
                <a:lnTo>
                  <a:pt x="865575" y="21375"/>
                </a:lnTo>
                <a:lnTo>
                  <a:pt x="865500" y="21525"/>
                </a:lnTo>
                <a:lnTo>
                  <a:pt x="865125" y="21900"/>
                </a:lnTo>
                <a:lnTo>
                  <a:pt x="865125" y="21975"/>
                </a:lnTo>
                <a:lnTo>
                  <a:pt x="865050" y="22125"/>
                </a:lnTo>
                <a:lnTo>
                  <a:pt x="864900" y="22275"/>
                </a:lnTo>
                <a:lnTo>
                  <a:pt x="864825" y="22425"/>
                </a:lnTo>
                <a:lnTo>
                  <a:pt x="864825" y="22500"/>
                </a:lnTo>
                <a:lnTo>
                  <a:pt x="864600" y="22800"/>
                </a:lnTo>
                <a:lnTo>
                  <a:pt x="864600" y="22950"/>
                </a:lnTo>
                <a:lnTo>
                  <a:pt x="864375" y="23250"/>
                </a:lnTo>
                <a:lnTo>
                  <a:pt x="864375" y="23400"/>
                </a:lnTo>
                <a:lnTo>
                  <a:pt x="864150" y="23925"/>
                </a:lnTo>
                <a:lnTo>
                  <a:pt x="864150" y="24075"/>
                </a:lnTo>
                <a:lnTo>
                  <a:pt x="864000" y="24450"/>
                </a:lnTo>
                <a:lnTo>
                  <a:pt x="864000" y="24600"/>
                </a:lnTo>
                <a:lnTo>
                  <a:pt x="863925" y="24750"/>
                </a:lnTo>
                <a:lnTo>
                  <a:pt x="863925" y="24900"/>
                </a:lnTo>
                <a:lnTo>
                  <a:pt x="863850" y="25050"/>
                </a:lnTo>
                <a:lnTo>
                  <a:pt x="863850" y="25425"/>
                </a:lnTo>
                <a:lnTo>
                  <a:pt x="863775" y="25575"/>
                </a:lnTo>
                <a:lnTo>
                  <a:pt x="863775" y="25875"/>
                </a:lnTo>
                <a:lnTo>
                  <a:pt x="863700" y="26025"/>
                </a:lnTo>
                <a:lnTo>
                  <a:pt x="863700" y="26550"/>
                </a:lnTo>
                <a:lnTo>
                  <a:pt x="863625" y="26775"/>
                </a:lnTo>
                <a:lnTo>
                  <a:pt x="863625" y="66750"/>
                </a:lnTo>
                <a:close/>
                <a:moveTo>
                  <a:pt x="889875" y="14925"/>
                </a:moveTo>
                <a:lnTo>
                  <a:pt x="889875" y="15075"/>
                </a:lnTo>
                <a:lnTo>
                  <a:pt x="891000" y="18300"/>
                </a:lnTo>
                <a:lnTo>
                  <a:pt x="891000" y="18525"/>
                </a:lnTo>
                <a:lnTo>
                  <a:pt x="892125" y="21675"/>
                </a:lnTo>
                <a:lnTo>
                  <a:pt x="892200" y="21900"/>
                </a:lnTo>
                <a:lnTo>
                  <a:pt x="892200" y="22125"/>
                </a:lnTo>
                <a:lnTo>
                  <a:pt x="892875" y="24000"/>
                </a:lnTo>
                <a:lnTo>
                  <a:pt x="893325" y="25350"/>
                </a:lnTo>
                <a:lnTo>
                  <a:pt x="893325" y="25500"/>
                </a:lnTo>
                <a:lnTo>
                  <a:pt x="894525" y="28950"/>
                </a:lnTo>
                <a:lnTo>
                  <a:pt x="894525" y="29175"/>
                </a:lnTo>
                <a:lnTo>
                  <a:pt x="895575" y="32100"/>
                </a:lnTo>
                <a:lnTo>
                  <a:pt x="895650" y="32325"/>
                </a:lnTo>
                <a:lnTo>
                  <a:pt x="895650" y="32550"/>
                </a:lnTo>
                <a:lnTo>
                  <a:pt x="896325" y="34425"/>
                </a:lnTo>
                <a:lnTo>
                  <a:pt x="896775" y="35775"/>
                </a:lnTo>
                <a:lnTo>
                  <a:pt x="896850" y="36150"/>
                </a:lnTo>
                <a:lnTo>
                  <a:pt x="897975" y="39375"/>
                </a:lnTo>
                <a:lnTo>
                  <a:pt x="897975" y="39600"/>
                </a:lnTo>
                <a:lnTo>
                  <a:pt x="898500" y="41025"/>
                </a:lnTo>
                <a:lnTo>
                  <a:pt x="899025" y="39525"/>
                </a:lnTo>
                <a:lnTo>
                  <a:pt x="899025" y="39300"/>
                </a:lnTo>
                <a:lnTo>
                  <a:pt x="900075" y="36375"/>
                </a:lnTo>
                <a:lnTo>
                  <a:pt x="900375" y="35475"/>
                </a:lnTo>
                <a:lnTo>
                  <a:pt x="900375" y="35250"/>
                </a:lnTo>
                <a:lnTo>
                  <a:pt x="901350" y="32550"/>
                </a:lnTo>
                <a:lnTo>
                  <a:pt x="901650" y="31650"/>
                </a:lnTo>
                <a:lnTo>
                  <a:pt x="901650" y="31425"/>
                </a:lnTo>
                <a:lnTo>
                  <a:pt x="902625" y="28725"/>
                </a:lnTo>
                <a:lnTo>
                  <a:pt x="902925" y="27825"/>
                </a:lnTo>
                <a:lnTo>
                  <a:pt x="902925" y="27600"/>
                </a:lnTo>
                <a:lnTo>
                  <a:pt x="903975" y="24675"/>
                </a:lnTo>
                <a:lnTo>
                  <a:pt x="904200" y="24000"/>
                </a:lnTo>
                <a:lnTo>
                  <a:pt x="904200" y="23775"/>
                </a:lnTo>
                <a:lnTo>
                  <a:pt x="905175" y="21075"/>
                </a:lnTo>
                <a:lnTo>
                  <a:pt x="905550" y="19950"/>
                </a:lnTo>
                <a:lnTo>
                  <a:pt x="905550" y="19800"/>
                </a:lnTo>
                <a:lnTo>
                  <a:pt x="906450" y="17250"/>
                </a:lnTo>
                <a:lnTo>
                  <a:pt x="906825" y="16125"/>
                </a:lnTo>
                <a:lnTo>
                  <a:pt x="906825" y="15975"/>
                </a:lnTo>
                <a:lnTo>
                  <a:pt x="907425" y="14250"/>
                </a:lnTo>
                <a:lnTo>
                  <a:pt x="912900" y="15825"/>
                </a:lnTo>
                <a:lnTo>
                  <a:pt x="911925" y="18525"/>
                </a:lnTo>
                <a:lnTo>
                  <a:pt x="911775" y="18975"/>
                </a:lnTo>
                <a:lnTo>
                  <a:pt x="911700" y="19425"/>
                </a:lnTo>
                <a:lnTo>
                  <a:pt x="910650" y="22350"/>
                </a:lnTo>
                <a:lnTo>
                  <a:pt x="910500" y="22800"/>
                </a:lnTo>
                <a:lnTo>
                  <a:pt x="910500" y="23025"/>
                </a:lnTo>
                <a:lnTo>
                  <a:pt x="909375" y="26175"/>
                </a:lnTo>
                <a:lnTo>
                  <a:pt x="909225" y="26625"/>
                </a:lnTo>
                <a:lnTo>
                  <a:pt x="909225" y="26850"/>
                </a:lnTo>
                <a:lnTo>
                  <a:pt x="908025" y="30225"/>
                </a:lnTo>
                <a:lnTo>
                  <a:pt x="907950" y="30450"/>
                </a:lnTo>
                <a:lnTo>
                  <a:pt x="907950" y="30675"/>
                </a:lnTo>
                <a:lnTo>
                  <a:pt x="906900" y="33600"/>
                </a:lnTo>
                <a:lnTo>
                  <a:pt x="906675" y="34275"/>
                </a:lnTo>
                <a:lnTo>
                  <a:pt x="906525" y="34875"/>
                </a:lnTo>
                <a:lnTo>
                  <a:pt x="905325" y="38325"/>
                </a:lnTo>
                <a:lnTo>
                  <a:pt x="905325" y="38550"/>
                </a:lnTo>
                <a:lnTo>
                  <a:pt x="904350" y="41250"/>
                </a:lnTo>
                <a:lnTo>
                  <a:pt x="904050" y="42150"/>
                </a:lnTo>
                <a:lnTo>
                  <a:pt x="904050" y="42375"/>
                </a:lnTo>
                <a:lnTo>
                  <a:pt x="903075" y="45075"/>
                </a:lnTo>
                <a:lnTo>
                  <a:pt x="902775" y="45975"/>
                </a:lnTo>
                <a:lnTo>
                  <a:pt x="902775" y="46200"/>
                </a:lnTo>
                <a:lnTo>
                  <a:pt x="901500" y="49800"/>
                </a:lnTo>
                <a:lnTo>
                  <a:pt x="901500" y="50025"/>
                </a:lnTo>
                <a:lnTo>
                  <a:pt x="901350" y="50250"/>
                </a:lnTo>
                <a:lnTo>
                  <a:pt x="901350" y="66750"/>
                </a:lnTo>
                <a:lnTo>
                  <a:pt x="895650" y="66750"/>
                </a:lnTo>
                <a:lnTo>
                  <a:pt x="895650" y="50475"/>
                </a:lnTo>
                <a:lnTo>
                  <a:pt x="895200" y="49200"/>
                </a:lnTo>
                <a:lnTo>
                  <a:pt x="895200" y="48975"/>
                </a:lnTo>
                <a:lnTo>
                  <a:pt x="894450" y="46875"/>
                </a:lnTo>
                <a:lnTo>
                  <a:pt x="894075" y="45750"/>
                </a:lnTo>
                <a:lnTo>
                  <a:pt x="894075" y="45600"/>
                </a:lnTo>
                <a:lnTo>
                  <a:pt x="892950" y="42375"/>
                </a:lnTo>
                <a:lnTo>
                  <a:pt x="892875" y="41925"/>
                </a:lnTo>
                <a:lnTo>
                  <a:pt x="891825" y="39000"/>
                </a:lnTo>
                <a:lnTo>
                  <a:pt x="891750" y="38775"/>
                </a:lnTo>
                <a:lnTo>
                  <a:pt x="891750" y="38550"/>
                </a:lnTo>
                <a:lnTo>
                  <a:pt x="891525" y="37875"/>
                </a:lnTo>
                <a:lnTo>
                  <a:pt x="890550" y="35175"/>
                </a:lnTo>
                <a:lnTo>
                  <a:pt x="890475" y="34725"/>
                </a:lnTo>
                <a:lnTo>
                  <a:pt x="889725" y="32625"/>
                </a:lnTo>
                <a:lnTo>
                  <a:pt x="889500" y="31950"/>
                </a:lnTo>
                <a:lnTo>
                  <a:pt x="889350" y="31350"/>
                </a:lnTo>
                <a:lnTo>
                  <a:pt x="888900" y="30000"/>
                </a:lnTo>
                <a:lnTo>
                  <a:pt x="888300" y="28350"/>
                </a:lnTo>
                <a:lnTo>
                  <a:pt x="888225" y="27900"/>
                </a:lnTo>
                <a:lnTo>
                  <a:pt x="888075" y="27450"/>
                </a:lnTo>
                <a:lnTo>
                  <a:pt x="887100" y="24750"/>
                </a:lnTo>
                <a:lnTo>
                  <a:pt x="887100" y="24525"/>
                </a:lnTo>
                <a:lnTo>
                  <a:pt x="886200" y="21975"/>
                </a:lnTo>
                <a:lnTo>
                  <a:pt x="885900" y="21075"/>
                </a:lnTo>
                <a:lnTo>
                  <a:pt x="885900" y="20925"/>
                </a:lnTo>
                <a:lnTo>
                  <a:pt x="885450" y="19575"/>
                </a:lnTo>
                <a:lnTo>
                  <a:pt x="884925" y="18150"/>
                </a:lnTo>
                <a:lnTo>
                  <a:pt x="884775" y="17700"/>
                </a:lnTo>
                <a:lnTo>
                  <a:pt x="884775" y="17475"/>
                </a:lnTo>
                <a:lnTo>
                  <a:pt x="884175" y="15750"/>
                </a:lnTo>
                <a:lnTo>
                  <a:pt x="889650" y="14250"/>
                </a:lnTo>
                <a:close/>
                <a:moveTo>
                  <a:pt x="917850" y="66750"/>
                </a:moveTo>
                <a:lnTo>
                  <a:pt x="917850" y="26625"/>
                </a:lnTo>
                <a:lnTo>
                  <a:pt x="917925" y="26475"/>
                </a:lnTo>
                <a:lnTo>
                  <a:pt x="917925" y="25725"/>
                </a:lnTo>
                <a:lnTo>
                  <a:pt x="918000" y="25500"/>
                </a:lnTo>
                <a:lnTo>
                  <a:pt x="918000" y="25275"/>
                </a:lnTo>
                <a:lnTo>
                  <a:pt x="918075" y="25050"/>
                </a:lnTo>
                <a:lnTo>
                  <a:pt x="918075" y="24600"/>
                </a:lnTo>
                <a:lnTo>
                  <a:pt x="918150" y="24600"/>
                </a:lnTo>
                <a:lnTo>
                  <a:pt x="918150" y="24375"/>
                </a:lnTo>
                <a:lnTo>
                  <a:pt x="918225" y="24150"/>
                </a:lnTo>
                <a:lnTo>
                  <a:pt x="918225" y="23925"/>
                </a:lnTo>
                <a:lnTo>
                  <a:pt x="918300" y="23700"/>
                </a:lnTo>
                <a:lnTo>
                  <a:pt x="918300" y="23475"/>
                </a:lnTo>
                <a:lnTo>
                  <a:pt x="918375" y="23475"/>
                </a:lnTo>
                <a:lnTo>
                  <a:pt x="918375" y="23250"/>
                </a:lnTo>
                <a:lnTo>
                  <a:pt x="918600" y="22650"/>
                </a:lnTo>
                <a:lnTo>
                  <a:pt x="918600" y="22425"/>
                </a:lnTo>
                <a:lnTo>
                  <a:pt x="918675" y="22425"/>
                </a:lnTo>
                <a:lnTo>
                  <a:pt x="918675" y="22200"/>
                </a:lnTo>
                <a:lnTo>
                  <a:pt x="918750" y="22050"/>
                </a:lnTo>
                <a:lnTo>
                  <a:pt x="918750" y="21975"/>
                </a:lnTo>
                <a:lnTo>
                  <a:pt x="918900" y="21600"/>
                </a:lnTo>
                <a:lnTo>
                  <a:pt x="919050" y="21375"/>
                </a:lnTo>
                <a:lnTo>
                  <a:pt x="919050" y="21225"/>
                </a:lnTo>
                <a:lnTo>
                  <a:pt x="919125" y="21225"/>
                </a:lnTo>
                <a:lnTo>
                  <a:pt x="919200" y="21075"/>
                </a:lnTo>
                <a:lnTo>
                  <a:pt x="919275" y="20775"/>
                </a:lnTo>
                <a:lnTo>
                  <a:pt x="919425" y="20475"/>
                </a:lnTo>
                <a:lnTo>
                  <a:pt x="919500" y="20400"/>
                </a:lnTo>
                <a:lnTo>
                  <a:pt x="919650" y="20100"/>
                </a:lnTo>
                <a:lnTo>
                  <a:pt x="919650" y="20025"/>
                </a:lnTo>
                <a:lnTo>
                  <a:pt x="919800" y="19875"/>
                </a:lnTo>
                <a:lnTo>
                  <a:pt x="920175" y="19200"/>
                </a:lnTo>
                <a:lnTo>
                  <a:pt x="920250" y="19200"/>
                </a:lnTo>
                <a:lnTo>
                  <a:pt x="920325" y="19050"/>
                </a:lnTo>
                <a:lnTo>
                  <a:pt x="920325" y="18975"/>
                </a:lnTo>
                <a:lnTo>
                  <a:pt x="920475" y="18900"/>
                </a:lnTo>
                <a:lnTo>
                  <a:pt x="920475" y="18825"/>
                </a:lnTo>
                <a:lnTo>
                  <a:pt x="920550" y="18675"/>
                </a:lnTo>
                <a:lnTo>
                  <a:pt x="920625" y="18675"/>
                </a:lnTo>
                <a:lnTo>
                  <a:pt x="920925" y="18225"/>
                </a:lnTo>
                <a:lnTo>
                  <a:pt x="921975" y="17175"/>
                </a:lnTo>
                <a:lnTo>
                  <a:pt x="922050" y="17175"/>
                </a:lnTo>
                <a:lnTo>
                  <a:pt x="922125" y="17025"/>
                </a:lnTo>
                <a:lnTo>
                  <a:pt x="922200" y="17025"/>
                </a:lnTo>
                <a:lnTo>
                  <a:pt x="922350" y="16875"/>
                </a:lnTo>
                <a:lnTo>
                  <a:pt x="922500" y="16800"/>
                </a:lnTo>
                <a:lnTo>
                  <a:pt x="922500" y="16725"/>
                </a:lnTo>
                <a:lnTo>
                  <a:pt x="922650" y="16650"/>
                </a:lnTo>
                <a:lnTo>
                  <a:pt x="922725" y="16650"/>
                </a:lnTo>
                <a:lnTo>
                  <a:pt x="922800" y="16500"/>
                </a:lnTo>
                <a:lnTo>
                  <a:pt x="922875" y="16500"/>
                </a:lnTo>
                <a:lnTo>
                  <a:pt x="923025" y="16425"/>
                </a:lnTo>
                <a:lnTo>
                  <a:pt x="923025" y="16350"/>
                </a:lnTo>
                <a:lnTo>
                  <a:pt x="923175" y="16275"/>
                </a:lnTo>
                <a:lnTo>
                  <a:pt x="923250" y="16275"/>
                </a:lnTo>
                <a:lnTo>
                  <a:pt x="923400" y="16125"/>
                </a:lnTo>
                <a:lnTo>
                  <a:pt x="923700" y="15975"/>
                </a:lnTo>
                <a:lnTo>
                  <a:pt x="923775" y="15900"/>
                </a:lnTo>
                <a:lnTo>
                  <a:pt x="924300" y="15675"/>
                </a:lnTo>
                <a:lnTo>
                  <a:pt x="924300" y="15600"/>
                </a:lnTo>
                <a:lnTo>
                  <a:pt x="924450" y="15525"/>
                </a:lnTo>
                <a:lnTo>
                  <a:pt x="924750" y="15450"/>
                </a:lnTo>
                <a:lnTo>
                  <a:pt x="924825" y="15375"/>
                </a:lnTo>
                <a:lnTo>
                  <a:pt x="925125" y="15300"/>
                </a:lnTo>
                <a:lnTo>
                  <a:pt x="925275" y="15225"/>
                </a:lnTo>
                <a:lnTo>
                  <a:pt x="925275" y="15150"/>
                </a:lnTo>
                <a:lnTo>
                  <a:pt x="925500" y="15150"/>
                </a:lnTo>
                <a:lnTo>
                  <a:pt x="925500" y="15075"/>
                </a:lnTo>
                <a:lnTo>
                  <a:pt x="925650" y="15075"/>
                </a:lnTo>
                <a:lnTo>
                  <a:pt x="925725" y="15000"/>
                </a:lnTo>
                <a:lnTo>
                  <a:pt x="925875" y="15000"/>
                </a:lnTo>
                <a:lnTo>
                  <a:pt x="925950" y="14925"/>
                </a:lnTo>
                <a:lnTo>
                  <a:pt x="926100" y="14925"/>
                </a:lnTo>
                <a:lnTo>
                  <a:pt x="926700" y="14700"/>
                </a:lnTo>
                <a:lnTo>
                  <a:pt x="926925" y="14700"/>
                </a:lnTo>
                <a:lnTo>
                  <a:pt x="927000" y="14625"/>
                </a:lnTo>
                <a:lnTo>
                  <a:pt x="927225" y="14625"/>
                </a:lnTo>
                <a:lnTo>
                  <a:pt x="927375" y="14550"/>
                </a:lnTo>
                <a:lnTo>
                  <a:pt x="927600" y="14550"/>
                </a:lnTo>
                <a:lnTo>
                  <a:pt x="927825" y="14475"/>
                </a:lnTo>
                <a:lnTo>
                  <a:pt x="928050" y="14475"/>
                </a:lnTo>
                <a:lnTo>
                  <a:pt x="928275" y="14400"/>
                </a:lnTo>
                <a:lnTo>
                  <a:pt x="928500" y="14400"/>
                </a:lnTo>
                <a:lnTo>
                  <a:pt x="928725" y="14325"/>
                </a:lnTo>
                <a:lnTo>
                  <a:pt x="929400" y="14325"/>
                </a:lnTo>
                <a:lnTo>
                  <a:pt x="929625" y="14250"/>
                </a:lnTo>
                <a:lnTo>
                  <a:pt x="931725" y="14250"/>
                </a:lnTo>
                <a:lnTo>
                  <a:pt x="931950" y="14325"/>
                </a:lnTo>
                <a:lnTo>
                  <a:pt x="932475" y="14325"/>
                </a:lnTo>
                <a:lnTo>
                  <a:pt x="932700" y="14400"/>
                </a:lnTo>
                <a:lnTo>
                  <a:pt x="933225" y="14400"/>
                </a:lnTo>
                <a:lnTo>
                  <a:pt x="933450" y="14475"/>
                </a:lnTo>
                <a:lnTo>
                  <a:pt x="933675" y="14475"/>
                </a:lnTo>
                <a:lnTo>
                  <a:pt x="933900" y="14550"/>
                </a:lnTo>
                <a:lnTo>
                  <a:pt x="934200" y="14550"/>
                </a:lnTo>
                <a:lnTo>
                  <a:pt x="934425" y="14625"/>
                </a:lnTo>
                <a:lnTo>
                  <a:pt x="934650" y="14625"/>
                </a:lnTo>
                <a:lnTo>
                  <a:pt x="934725" y="14700"/>
                </a:lnTo>
                <a:lnTo>
                  <a:pt x="934950" y="14700"/>
                </a:lnTo>
                <a:lnTo>
                  <a:pt x="935400" y="14850"/>
                </a:lnTo>
                <a:lnTo>
                  <a:pt x="935700" y="14850"/>
                </a:lnTo>
                <a:lnTo>
                  <a:pt x="938325" y="15600"/>
                </a:lnTo>
                <a:lnTo>
                  <a:pt x="938850" y="15825"/>
                </a:lnTo>
                <a:lnTo>
                  <a:pt x="939600" y="16050"/>
                </a:lnTo>
                <a:lnTo>
                  <a:pt x="939675" y="16125"/>
                </a:lnTo>
                <a:lnTo>
                  <a:pt x="940200" y="16275"/>
                </a:lnTo>
                <a:lnTo>
                  <a:pt x="937950" y="21150"/>
                </a:lnTo>
                <a:lnTo>
                  <a:pt x="937725" y="21075"/>
                </a:lnTo>
                <a:lnTo>
                  <a:pt x="937500" y="20925"/>
                </a:lnTo>
                <a:lnTo>
                  <a:pt x="935775" y="20325"/>
                </a:lnTo>
                <a:lnTo>
                  <a:pt x="935550" y="20325"/>
                </a:lnTo>
                <a:lnTo>
                  <a:pt x="934875" y="20100"/>
                </a:lnTo>
                <a:lnTo>
                  <a:pt x="934725" y="20100"/>
                </a:lnTo>
                <a:lnTo>
                  <a:pt x="934275" y="19950"/>
                </a:lnTo>
                <a:lnTo>
                  <a:pt x="934125" y="19950"/>
                </a:lnTo>
                <a:lnTo>
                  <a:pt x="933900" y="19875"/>
                </a:lnTo>
                <a:lnTo>
                  <a:pt x="933675" y="19875"/>
                </a:lnTo>
                <a:lnTo>
                  <a:pt x="933525" y="19800"/>
                </a:lnTo>
                <a:lnTo>
                  <a:pt x="933300" y="19800"/>
                </a:lnTo>
                <a:lnTo>
                  <a:pt x="933150" y="19725"/>
                </a:lnTo>
                <a:lnTo>
                  <a:pt x="932925" y="19725"/>
                </a:lnTo>
                <a:lnTo>
                  <a:pt x="932775" y="19650"/>
                </a:lnTo>
                <a:lnTo>
                  <a:pt x="932400" y="19650"/>
                </a:lnTo>
                <a:lnTo>
                  <a:pt x="932250" y="19575"/>
                </a:lnTo>
                <a:lnTo>
                  <a:pt x="931725" y="19575"/>
                </a:lnTo>
                <a:lnTo>
                  <a:pt x="931575" y="19500"/>
                </a:lnTo>
                <a:lnTo>
                  <a:pt x="929850" y="19500"/>
                </a:lnTo>
                <a:lnTo>
                  <a:pt x="929700" y="19575"/>
                </a:lnTo>
                <a:lnTo>
                  <a:pt x="929175" y="19575"/>
                </a:lnTo>
                <a:lnTo>
                  <a:pt x="929025" y="19650"/>
                </a:lnTo>
                <a:lnTo>
                  <a:pt x="928800" y="19650"/>
                </a:lnTo>
                <a:lnTo>
                  <a:pt x="928650" y="19725"/>
                </a:lnTo>
                <a:lnTo>
                  <a:pt x="928425" y="19725"/>
                </a:lnTo>
                <a:lnTo>
                  <a:pt x="928275" y="19800"/>
                </a:lnTo>
                <a:lnTo>
                  <a:pt x="928050" y="19800"/>
                </a:lnTo>
                <a:lnTo>
                  <a:pt x="927975" y="19875"/>
                </a:lnTo>
                <a:lnTo>
                  <a:pt x="927825" y="19875"/>
                </a:lnTo>
                <a:lnTo>
                  <a:pt x="927750" y="19950"/>
                </a:lnTo>
                <a:lnTo>
                  <a:pt x="927600" y="19950"/>
                </a:lnTo>
                <a:lnTo>
                  <a:pt x="927525" y="20025"/>
                </a:lnTo>
                <a:lnTo>
                  <a:pt x="927450" y="20025"/>
                </a:lnTo>
                <a:lnTo>
                  <a:pt x="927225" y="20175"/>
                </a:lnTo>
                <a:lnTo>
                  <a:pt x="926925" y="20250"/>
                </a:lnTo>
                <a:lnTo>
                  <a:pt x="926700" y="20475"/>
                </a:lnTo>
                <a:lnTo>
                  <a:pt x="926550" y="20475"/>
                </a:lnTo>
                <a:lnTo>
                  <a:pt x="926400" y="20625"/>
                </a:lnTo>
                <a:lnTo>
                  <a:pt x="926325" y="20625"/>
                </a:lnTo>
                <a:lnTo>
                  <a:pt x="925800" y="21150"/>
                </a:lnTo>
                <a:lnTo>
                  <a:pt x="925725" y="21150"/>
                </a:lnTo>
                <a:lnTo>
                  <a:pt x="925500" y="21375"/>
                </a:lnTo>
                <a:lnTo>
                  <a:pt x="925425" y="21525"/>
                </a:lnTo>
                <a:lnTo>
                  <a:pt x="925050" y="21900"/>
                </a:lnTo>
                <a:lnTo>
                  <a:pt x="925050" y="21975"/>
                </a:lnTo>
                <a:lnTo>
                  <a:pt x="924975" y="22125"/>
                </a:lnTo>
                <a:lnTo>
                  <a:pt x="924825" y="22275"/>
                </a:lnTo>
                <a:lnTo>
                  <a:pt x="924750" y="22425"/>
                </a:lnTo>
                <a:lnTo>
                  <a:pt x="924750" y="22500"/>
                </a:lnTo>
                <a:lnTo>
                  <a:pt x="924525" y="22800"/>
                </a:lnTo>
                <a:lnTo>
                  <a:pt x="924525" y="22950"/>
                </a:lnTo>
                <a:lnTo>
                  <a:pt x="924300" y="23250"/>
                </a:lnTo>
                <a:lnTo>
                  <a:pt x="924300" y="23400"/>
                </a:lnTo>
                <a:lnTo>
                  <a:pt x="924075" y="23925"/>
                </a:lnTo>
                <a:lnTo>
                  <a:pt x="924075" y="24075"/>
                </a:lnTo>
                <a:lnTo>
                  <a:pt x="923925" y="24450"/>
                </a:lnTo>
                <a:lnTo>
                  <a:pt x="923925" y="24600"/>
                </a:lnTo>
                <a:lnTo>
                  <a:pt x="923850" y="24750"/>
                </a:lnTo>
                <a:lnTo>
                  <a:pt x="923850" y="24900"/>
                </a:lnTo>
                <a:lnTo>
                  <a:pt x="923775" y="25050"/>
                </a:lnTo>
                <a:lnTo>
                  <a:pt x="923775" y="25425"/>
                </a:lnTo>
                <a:lnTo>
                  <a:pt x="923700" y="25575"/>
                </a:lnTo>
                <a:lnTo>
                  <a:pt x="923700" y="25875"/>
                </a:lnTo>
                <a:lnTo>
                  <a:pt x="923625" y="26025"/>
                </a:lnTo>
                <a:lnTo>
                  <a:pt x="923625" y="26550"/>
                </a:lnTo>
                <a:lnTo>
                  <a:pt x="923550" y="26775"/>
                </a:lnTo>
                <a:lnTo>
                  <a:pt x="923550" y="66750"/>
                </a:lnTo>
                <a:close/>
                <a:moveTo>
                  <a:pt x="974625" y="34500"/>
                </a:moveTo>
                <a:lnTo>
                  <a:pt x="973800" y="34275"/>
                </a:lnTo>
                <a:lnTo>
                  <a:pt x="973800" y="34200"/>
                </a:lnTo>
                <a:lnTo>
                  <a:pt x="973275" y="34050"/>
                </a:lnTo>
                <a:lnTo>
                  <a:pt x="973050" y="33900"/>
                </a:lnTo>
                <a:lnTo>
                  <a:pt x="972750" y="33825"/>
                </a:lnTo>
                <a:lnTo>
                  <a:pt x="972525" y="33675"/>
                </a:lnTo>
                <a:lnTo>
                  <a:pt x="972300" y="33600"/>
                </a:lnTo>
                <a:lnTo>
                  <a:pt x="972075" y="33450"/>
                </a:lnTo>
                <a:lnTo>
                  <a:pt x="971850" y="33375"/>
                </a:lnTo>
                <a:lnTo>
                  <a:pt x="971625" y="33225"/>
                </a:lnTo>
                <a:lnTo>
                  <a:pt x="971400" y="33150"/>
                </a:lnTo>
                <a:lnTo>
                  <a:pt x="971400" y="33075"/>
                </a:lnTo>
                <a:lnTo>
                  <a:pt x="971175" y="33000"/>
                </a:lnTo>
                <a:lnTo>
                  <a:pt x="970950" y="32850"/>
                </a:lnTo>
                <a:lnTo>
                  <a:pt x="970725" y="32775"/>
                </a:lnTo>
                <a:lnTo>
                  <a:pt x="970500" y="32625"/>
                </a:lnTo>
                <a:lnTo>
                  <a:pt x="970350" y="32475"/>
                </a:lnTo>
                <a:lnTo>
                  <a:pt x="970275" y="32475"/>
                </a:lnTo>
                <a:lnTo>
                  <a:pt x="970125" y="32400"/>
                </a:lnTo>
                <a:lnTo>
                  <a:pt x="969900" y="32250"/>
                </a:lnTo>
                <a:lnTo>
                  <a:pt x="969750" y="32100"/>
                </a:lnTo>
                <a:lnTo>
                  <a:pt x="969675" y="32100"/>
                </a:lnTo>
                <a:lnTo>
                  <a:pt x="969525" y="32025"/>
                </a:lnTo>
                <a:lnTo>
                  <a:pt x="969300" y="31875"/>
                </a:lnTo>
                <a:lnTo>
                  <a:pt x="969150" y="31725"/>
                </a:lnTo>
                <a:lnTo>
                  <a:pt x="968925" y="31650"/>
                </a:lnTo>
                <a:lnTo>
                  <a:pt x="968775" y="31500"/>
                </a:lnTo>
                <a:lnTo>
                  <a:pt x="968400" y="31275"/>
                </a:lnTo>
                <a:lnTo>
                  <a:pt x="968250" y="31125"/>
                </a:lnTo>
                <a:lnTo>
                  <a:pt x="968175" y="31125"/>
                </a:lnTo>
                <a:lnTo>
                  <a:pt x="967725" y="30750"/>
                </a:lnTo>
                <a:lnTo>
                  <a:pt x="967500" y="30675"/>
                </a:lnTo>
                <a:lnTo>
                  <a:pt x="967200" y="30375"/>
                </a:lnTo>
                <a:lnTo>
                  <a:pt x="967050" y="30300"/>
                </a:lnTo>
                <a:lnTo>
                  <a:pt x="966900" y="30150"/>
                </a:lnTo>
                <a:lnTo>
                  <a:pt x="966675" y="30075"/>
                </a:lnTo>
                <a:lnTo>
                  <a:pt x="966525" y="29925"/>
                </a:lnTo>
                <a:lnTo>
                  <a:pt x="966225" y="29775"/>
                </a:lnTo>
                <a:lnTo>
                  <a:pt x="965775" y="29400"/>
                </a:lnTo>
                <a:lnTo>
                  <a:pt x="965325" y="29175"/>
                </a:lnTo>
                <a:lnTo>
                  <a:pt x="965175" y="29025"/>
                </a:lnTo>
                <a:lnTo>
                  <a:pt x="964950" y="28875"/>
                </a:lnTo>
                <a:lnTo>
                  <a:pt x="964200" y="28500"/>
                </a:lnTo>
                <a:lnTo>
                  <a:pt x="964125" y="28425"/>
                </a:lnTo>
                <a:lnTo>
                  <a:pt x="963675" y="28200"/>
                </a:lnTo>
                <a:lnTo>
                  <a:pt x="963600" y="28125"/>
                </a:lnTo>
                <a:lnTo>
                  <a:pt x="963450" y="28125"/>
                </a:lnTo>
                <a:lnTo>
                  <a:pt x="963225" y="27975"/>
                </a:lnTo>
                <a:lnTo>
                  <a:pt x="963075" y="27900"/>
                </a:lnTo>
                <a:lnTo>
                  <a:pt x="962925" y="27900"/>
                </a:lnTo>
                <a:lnTo>
                  <a:pt x="962850" y="27825"/>
                </a:lnTo>
                <a:lnTo>
                  <a:pt x="962700" y="27825"/>
                </a:lnTo>
                <a:lnTo>
                  <a:pt x="962325" y="27675"/>
                </a:lnTo>
                <a:lnTo>
                  <a:pt x="962175" y="27675"/>
                </a:lnTo>
                <a:lnTo>
                  <a:pt x="963600" y="22575"/>
                </a:lnTo>
                <a:lnTo>
                  <a:pt x="963900" y="22650"/>
                </a:lnTo>
                <a:lnTo>
                  <a:pt x="964050" y="22725"/>
                </a:lnTo>
                <a:lnTo>
                  <a:pt x="964275" y="22725"/>
                </a:lnTo>
                <a:lnTo>
                  <a:pt x="964350" y="22800"/>
                </a:lnTo>
                <a:lnTo>
                  <a:pt x="964500" y="22800"/>
                </a:lnTo>
                <a:lnTo>
                  <a:pt x="964575" y="22875"/>
                </a:lnTo>
                <a:lnTo>
                  <a:pt x="964725" y="22875"/>
                </a:lnTo>
                <a:lnTo>
                  <a:pt x="964800" y="22950"/>
                </a:lnTo>
                <a:lnTo>
                  <a:pt x="964950" y="22950"/>
                </a:lnTo>
                <a:lnTo>
                  <a:pt x="965175" y="23100"/>
                </a:lnTo>
                <a:lnTo>
                  <a:pt x="965925" y="23325"/>
                </a:lnTo>
                <a:lnTo>
                  <a:pt x="966150" y="23475"/>
                </a:lnTo>
                <a:lnTo>
                  <a:pt x="966525" y="23625"/>
                </a:lnTo>
                <a:lnTo>
                  <a:pt x="966900" y="23850"/>
                </a:lnTo>
                <a:lnTo>
                  <a:pt x="966975" y="23850"/>
                </a:lnTo>
                <a:lnTo>
                  <a:pt x="967125" y="23925"/>
                </a:lnTo>
                <a:lnTo>
                  <a:pt x="967275" y="24075"/>
                </a:lnTo>
                <a:lnTo>
                  <a:pt x="967350" y="24075"/>
                </a:lnTo>
                <a:lnTo>
                  <a:pt x="967500" y="24150"/>
                </a:lnTo>
                <a:lnTo>
                  <a:pt x="967650" y="24300"/>
                </a:lnTo>
                <a:lnTo>
                  <a:pt x="967725" y="24300"/>
                </a:lnTo>
                <a:lnTo>
                  <a:pt x="967875" y="24375"/>
                </a:lnTo>
                <a:lnTo>
                  <a:pt x="968025" y="24525"/>
                </a:lnTo>
                <a:lnTo>
                  <a:pt x="968100" y="24525"/>
                </a:lnTo>
                <a:lnTo>
                  <a:pt x="968250" y="24600"/>
                </a:lnTo>
                <a:lnTo>
                  <a:pt x="968400" y="24750"/>
                </a:lnTo>
                <a:lnTo>
                  <a:pt x="968475" y="24750"/>
                </a:lnTo>
                <a:lnTo>
                  <a:pt x="968625" y="24825"/>
                </a:lnTo>
                <a:lnTo>
                  <a:pt x="968775" y="24975"/>
                </a:lnTo>
                <a:lnTo>
                  <a:pt x="968925" y="25050"/>
                </a:lnTo>
                <a:lnTo>
                  <a:pt x="969000" y="25050"/>
                </a:lnTo>
                <a:lnTo>
                  <a:pt x="969450" y="25425"/>
                </a:lnTo>
                <a:lnTo>
                  <a:pt x="969525" y="25425"/>
                </a:lnTo>
                <a:lnTo>
                  <a:pt x="969675" y="25500"/>
                </a:lnTo>
                <a:lnTo>
                  <a:pt x="969675" y="25575"/>
                </a:lnTo>
                <a:lnTo>
                  <a:pt x="969825" y="25650"/>
                </a:lnTo>
                <a:lnTo>
                  <a:pt x="969975" y="25800"/>
                </a:lnTo>
                <a:lnTo>
                  <a:pt x="970125" y="25875"/>
                </a:lnTo>
                <a:lnTo>
                  <a:pt x="970200" y="25875"/>
                </a:lnTo>
                <a:lnTo>
                  <a:pt x="970350" y="26025"/>
                </a:lnTo>
                <a:lnTo>
                  <a:pt x="971025" y="26475"/>
                </a:lnTo>
                <a:lnTo>
                  <a:pt x="971175" y="26625"/>
                </a:lnTo>
                <a:lnTo>
                  <a:pt x="971325" y="26700"/>
                </a:lnTo>
                <a:lnTo>
                  <a:pt x="971775" y="27075"/>
                </a:lnTo>
                <a:lnTo>
                  <a:pt x="972000" y="27150"/>
                </a:lnTo>
                <a:lnTo>
                  <a:pt x="972150" y="27300"/>
                </a:lnTo>
                <a:lnTo>
                  <a:pt x="972450" y="27450"/>
                </a:lnTo>
                <a:lnTo>
                  <a:pt x="972600" y="27600"/>
                </a:lnTo>
                <a:lnTo>
                  <a:pt x="973275" y="27975"/>
                </a:lnTo>
                <a:lnTo>
                  <a:pt x="973425" y="28125"/>
                </a:lnTo>
                <a:lnTo>
                  <a:pt x="973800" y="28275"/>
                </a:lnTo>
                <a:lnTo>
                  <a:pt x="973950" y="28425"/>
                </a:lnTo>
                <a:lnTo>
                  <a:pt x="974475" y="28650"/>
                </a:lnTo>
                <a:lnTo>
                  <a:pt x="974625" y="28800"/>
                </a:lnTo>
                <a:lnTo>
                  <a:pt x="974700" y="28800"/>
                </a:lnTo>
                <a:lnTo>
                  <a:pt x="974700" y="0"/>
                </a:lnTo>
                <a:lnTo>
                  <a:pt x="980400" y="0"/>
                </a:lnTo>
                <a:lnTo>
                  <a:pt x="980400" y="52500"/>
                </a:lnTo>
                <a:lnTo>
                  <a:pt x="974700" y="52500"/>
                </a:lnTo>
                <a:lnTo>
                  <a:pt x="974700" y="34575"/>
                </a:lnTo>
                <a:close/>
                <a:moveTo>
                  <a:pt x="985200" y="19575"/>
                </a:moveTo>
                <a:lnTo>
                  <a:pt x="985350" y="19425"/>
                </a:lnTo>
                <a:lnTo>
                  <a:pt x="985350" y="19350"/>
                </a:lnTo>
                <a:lnTo>
                  <a:pt x="985575" y="19125"/>
                </a:lnTo>
                <a:lnTo>
                  <a:pt x="985650" y="18975"/>
                </a:lnTo>
                <a:lnTo>
                  <a:pt x="985875" y="18750"/>
                </a:lnTo>
                <a:lnTo>
                  <a:pt x="985875" y="18675"/>
                </a:lnTo>
                <a:lnTo>
                  <a:pt x="986250" y="18300"/>
                </a:lnTo>
                <a:lnTo>
                  <a:pt x="986250" y="18225"/>
                </a:lnTo>
                <a:lnTo>
                  <a:pt x="986400" y="18075"/>
                </a:lnTo>
                <a:lnTo>
                  <a:pt x="986475" y="18075"/>
                </a:lnTo>
                <a:lnTo>
                  <a:pt x="986625" y="17850"/>
                </a:lnTo>
                <a:lnTo>
                  <a:pt x="987000" y="17475"/>
                </a:lnTo>
                <a:lnTo>
                  <a:pt x="987225" y="17325"/>
                </a:lnTo>
                <a:lnTo>
                  <a:pt x="987225" y="17250"/>
                </a:lnTo>
                <a:lnTo>
                  <a:pt x="987375" y="17100"/>
                </a:lnTo>
                <a:lnTo>
                  <a:pt x="987450" y="17100"/>
                </a:lnTo>
                <a:lnTo>
                  <a:pt x="987600" y="16950"/>
                </a:lnTo>
                <a:lnTo>
                  <a:pt x="987675" y="16950"/>
                </a:lnTo>
                <a:lnTo>
                  <a:pt x="987825" y="16800"/>
                </a:lnTo>
                <a:lnTo>
                  <a:pt x="987825" y="16725"/>
                </a:lnTo>
                <a:lnTo>
                  <a:pt x="988050" y="16650"/>
                </a:lnTo>
                <a:lnTo>
                  <a:pt x="988050" y="16575"/>
                </a:lnTo>
                <a:lnTo>
                  <a:pt x="988275" y="16425"/>
                </a:lnTo>
                <a:lnTo>
                  <a:pt x="988425" y="16275"/>
                </a:lnTo>
                <a:lnTo>
                  <a:pt x="988500" y="16275"/>
                </a:lnTo>
                <a:lnTo>
                  <a:pt x="988650" y="16125"/>
                </a:lnTo>
                <a:lnTo>
                  <a:pt x="988725" y="16125"/>
                </a:lnTo>
                <a:lnTo>
                  <a:pt x="988875" y="15975"/>
                </a:lnTo>
                <a:lnTo>
                  <a:pt x="988950" y="15975"/>
                </a:lnTo>
                <a:lnTo>
                  <a:pt x="989100" y="15900"/>
                </a:lnTo>
                <a:lnTo>
                  <a:pt x="989400" y="15675"/>
                </a:lnTo>
                <a:lnTo>
                  <a:pt x="989625" y="15600"/>
                </a:lnTo>
                <a:lnTo>
                  <a:pt x="989850" y="15450"/>
                </a:lnTo>
                <a:lnTo>
                  <a:pt x="990075" y="15375"/>
                </a:lnTo>
                <a:lnTo>
                  <a:pt x="990075" y="15300"/>
                </a:lnTo>
                <a:lnTo>
                  <a:pt x="990375" y="15225"/>
                </a:lnTo>
                <a:lnTo>
                  <a:pt x="990750" y="15000"/>
                </a:lnTo>
                <a:lnTo>
                  <a:pt x="991275" y="14850"/>
                </a:lnTo>
                <a:lnTo>
                  <a:pt x="991275" y="14775"/>
                </a:lnTo>
                <a:lnTo>
                  <a:pt x="992775" y="14325"/>
                </a:lnTo>
                <a:lnTo>
                  <a:pt x="992925" y="14250"/>
                </a:lnTo>
                <a:lnTo>
                  <a:pt x="993525" y="14100"/>
                </a:lnTo>
                <a:lnTo>
                  <a:pt x="993675" y="14025"/>
                </a:lnTo>
                <a:lnTo>
                  <a:pt x="993975" y="14025"/>
                </a:lnTo>
                <a:lnTo>
                  <a:pt x="994425" y="13875"/>
                </a:lnTo>
                <a:lnTo>
                  <a:pt x="994725" y="13875"/>
                </a:lnTo>
                <a:lnTo>
                  <a:pt x="994950" y="13800"/>
                </a:lnTo>
                <a:lnTo>
                  <a:pt x="995250" y="13800"/>
                </a:lnTo>
                <a:lnTo>
                  <a:pt x="995400" y="13725"/>
                </a:lnTo>
                <a:lnTo>
                  <a:pt x="995700" y="13725"/>
                </a:lnTo>
                <a:lnTo>
                  <a:pt x="995925" y="13650"/>
                </a:lnTo>
                <a:lnTo>
                  <a:pt x="996450" y="13650"/>
                </a:lnTo>
                <a:lnTo>
                  <a:pt x="996675" y="13575"/>
                </a:lnTo>
                <a:lnTo>
                  <a:pt x="997425" y="13575"/>
                </a:lnTo>
                <a:lnTo>
                  <a:pt x="997650" y="13500"/>
                </a:lnTo>
                <a:lnTo>
                  <a:pt x="1000200" y="13500"/>
                </a:lnTo>
                <a:lnTo>
                  <a:pt x="1000350" y="13575"/>
                </a:lnTo>
                <a:lnTo>
                  <a:pt x="1001025" y="13575"/>
                </a:lnTo>
                <a:lnTo>
                  <a:pt x="1001175" y="13650"/>
                </a:lnTo>
                <a:lnTo>
                  <a:pt x="1001625" y="13650"/>
                </a:lnTo>
                <a:lnTo>
                  <a:pt x="1001775" y="13725"/>
                </a:lnTo>
                <a:lnTo>
                  <a:pt x="1002150" y="13725"/>
                </a:lnTo>
                <a:lnTo>
                  <a:pt x="1002225" y="13800"/>
                </a:lnTo>
                <a:lnTo>
                  <a:pt x="1002525" y="13800"/>
                </a:lnTo>
                <a:lnTo>
                  <a:pt x="1002600" y="13875"/>
                </a:lnTo>
                <a:lnTo>
                  <a:pt x="1002750" y="13875"/>
                </a:lnTo>
                <a:lnTo>
                  <a:pt x="1002900" y="13950"/>
                </a:lnTo>
                <a:lnTo>
                  <a:pt x="1003200" y="13950"/>
                </a:lnTo>
                <a:lnTo>
                  <a:pt x="1003350" y="14025"/>
                </a:lnTo>
                <a:lnTo>
                  <a:pt x="1003575" y="14025"/>
                </a:lnTo>
                <a:lnTo>
                  <a:pt x="1003875" y="14175"/>
                </a:lnTo>
                <a:lnTo>
                  <a:pt x="1004100" y="14175"/>
                </a:lnTo>
                <a:lnTo>
                  <a:pt x="1004100" y="14250"/>
                </a:lnTo>
                <a:lnTo>
                  <a:pt x="1004325" y="14250"/>
                </a:lnTo>
                <a:lnTo>
                  <a:pt x="1004400" y="14325"/>
                </a:lnTo>
                <a:lnTo>
                  <a:pt x="1004475" y="14325"/>
                </a:lnTo>
                <a:lnTo>
                  <a:pt x="1004775" y="14475"/>
                </a:lnTo>
                <a:lnTo>
                  <a:pt x="1004850" y="14475"/>
                </a:lnTo>
                <a:lnTo>
                  <a:pt x="1005000" y="14550"/>
                </a:lnTo>
                <a:lnTo>
                  <a:pt x="1005150" y="14550"/>
                </a:lnTo>
                <a:lnTo>
                  <a:pt x="1005375" y="14700"/>
                </a:lnTo>
                <a:lnTo>
                  <a:pt x="1005525" y="14700"/>
                </a:lnTo>
                <a:lnTo>
                  <a:pt x="1005525" y="14775"/>
                </a:lnTo>
                <a:lnTo>
                  <a:pt x="1005675" y="14775"/>
                </a:lnTo>
                <a:lnTo>
                  <a:pt x="1005900" y="14925"/>
                </a:lnTo>
                <a:lnTo>
                  <a:pt x="1006050" y="14925"/>
                </a:lnTo>
                <a:lnTo>
                  <a:pt x="1006050" y="15000"/>
                </a:lnTo>
                <a:lnTo>
                  <a:pt x="1006200" y="15000"/>
                </a:lnTo>
                <a:lnTo>
                  <a:pt x="1006200" y="15075"/>
                </a:lnTo>
                <a:lnTo>
                  <a:pt x="1006350" y="15075"/>
                </a:lnTo>
                <a:lnTo>
                  <a:pt x="1006500" y="15225"/>
                </a:lnTo>
                <a:lnTo>
                  <a:pt x="1006575" y="15225"/>
                </a:lnTo>
                <a:lnTo>
                  <a:pt x="1007175" y="15525"/>
                </a:lnTo>
                <a:lnTo>
                  <a:pt x="1007250" y="15525"/>
                </a:lnTo>
                <a:lnTo>
                  <a:pt x="1007475" y="15750"/>
                </a:lnTo>
                <a:lnTo>
                  <a:pt x="1007550" y="15750"/>
                </a:lnTo>
                <a:lnTo>
                  <a:pt x="1007850" y="15900"/>
                </a:lnTo>
                <a:lnTo>
                  <a:pt x="1008000" y="16050"/>
                </a:lnTo>
                <a:lnTo>
                  <a:pt x="1008300" y="16200"/>
                </a:lnTo>
                <a:lnTo>
                  <a:pt x="1008450" y="16350"/>
                </a:lnTo>
                <a:lnTo>
                  <a:pt x="1008750" y="16500"/>
                </a:lnTo>
                <a:lnTo>
                  <a:pt x="1008750" y="16575"/>
                </a:lnTo>
                <a:lnTo>
                  <a:pt x="1008900" y="16650"/>
                </a:lnTo>
                <a:lnTo>
                  <a:pt x="1009125" y="16875"/>
                </a:lnTo>
                <a:lnTo>
                  <a:pt x="1009200" y="16875"/>
                </a:lnTo>
                <a:lnTo>
                  <a:pt x="1009425" y="17100"/>
                </a:lnTo>
                <a:lnTo>
                  <a:pt x="1009575" y="17175"/>
                </a:lnTo>
                <a:lnTo>
                  <a:pt x="1009575" y="17250"/>
                </a:lnTo>
                <a:lnTo>
                  <a:pt x="1009875" y="17400"/>
                </a:lnTo>
                <a:lnTo>
                  <a:pt x="1009875" y="17475"/>
                </a:lnTo>
                <a:lnTo>
                  <a:pt x="1009950" y="17550"/>
                </a:lnTo>
                <a:lnTo>
                  <a:pt x="1010025" y="17550"/>
                </a:lnTo>
                <a:lnTo>
                  <a:pt x="1010100" y="17700"/>
                </a:lnTo>
                <a:lnTo>
                  <a:pt x="1010250" y="17775"/>
                </a:lnTo>
                <a:lnTo>
                  <a:pt x="1010325" y="17925"/>
                </a:lnTo>
                <a:lnTo>
                  <a:pt x="1010400" y="17925"/>
                </a:lnTo>
                <a:lnTo>
                  <a:pt x="1010475" y="18000"/>
                </a:lnTo>
                <a:lnTo>
                  <a:pt x="1010475" y="18075"/>
                </a:lnTo>
                <a:lnTo>
                  <a:pt x="1010625" y="18150"/>
                </a:lnTo>
                <a:lnTo>
                  <a:pt x="1010775" y="18300"/>
                </a:lnTo>
                <a:lnTo>
                  <a:pt x="1010850" y="18450"/>
                </a:lnTo>
                <a:lnTo>
                  <a:pt x="1011000" y="18525"/>
                </a:lnTo>
                <a:lnTo>
                  <a:pt x="1011000" y="18600"/>
                </a:lnTo>
                <a:lnTo>
                  <a:pt x="1011075" y="18675"/>
                </a:lnTo>
                <a:lnTo>
                  <a:pt x="1011150" y="18675"/>
                </a:lnTo>
                <a:lnTo>
                  <a:pt x="1011225" y="18825"/>
                </a:lnTo>
                <a:lnTo>
                  <a:pt x="1011450" y="19050"/>
                </a:lnTo>
                <a:lnTo>
                  <a:pt x="1011450" y="19125"/>
                </a:lnTo>
                <a:lnTo>
                  <a:pt x="1011600" y="19200"/>
                </a:lnTo>
                <a:lnTo>
                  <a:pt x="1011750" y="19500"/>
                </a:lnTo>
                <a:lnTo>
                  <a:pt x="1011825" y="19500"/>
                </a:lnTo>
                <a:lnTo>
                  <a:pt x="1011900" y="19575"/>
                </a:lnTo>
                <a:lnTo>
                  <a:pt x="1011900" y="19650"/>
                </a:lnTo>
                <a:lnTo>
                  <a:pt x="1012125" y="19875"/>
                </a:lnTo>
                <a:lnTo>
                  <a:pt x="1012200" y="20025"/>
                </a:lnTo>
                <a:lnTo>
                  <a:pt x="1012350" y="20175"/>
                </a:lnTo>
                <a:lnTo>
                  <a:pt x="1012500" y="20475"/>
                </a:lnTo>
                <a:lnTo>
                  <a:pt x="1012650" y="20625"/>
                </a:lnTo>
                <a:lnTo>
                  <a:pt x="1012800" y="20925"/>
                </a:lnTo>
                <a:lnTo>
                  <a:pt x="1013025" y="21150"/>
                </a:lnTo>
                <a:lnTo>
                  <a:pt x="1013025" y="21225"/>
                </a:lnTo>
                <a:lnTo>
                  <a:pt x="1013100" y="21300"/>
                </a:lnTo>
                <a:lnTo>
                  <a:pt x="1013100" y="21375"/>
                </a:lnTo>
                <a:lnTo>
                  <a:pt x="1013175" y="21450"/>
                </a:lnTo>
                <a:lnTo>
                  <a:pt x="1013175" y="21525"/>
                </a:lnTo>
                <a:lnTo>
                  <a:pt x="1013250" y="21600"/>
                </a:lnTo>
                <a:lnTo>
                  <a:pt x="1013250" y="21675"/>
                </a:lnTo>
                <a:lnTo>
                  <a:pt x="1013475" y="21900"/>
                </a:lnTo>
                <a:lnTo>
                  <a:pt x="1013475" y="21975"/>
                </a:lnTo>
                <a:lnTo>
                  <a:pt x="1013625" y="22200"/>
                </a:lnTo>
                <a:lnTo>
                  <a:pt x="1013625" y="22275"/>
                </a:lnTo>
                <a:lnTo>
                  <a:pt x="1014375" y="23775"/>
                </a:lnTo>
                <a:lnTo>
                  <a:pt x="1014375" y="23850"/>
                </a:lnTo>
                <a:lnTo>
                  <a:pt x="1014450" y="23925"/>
                </a:lnTo>
                <a:lnTo>
                  <a:pt x="1014450" y="24000"/>
                </a:lnTo>
                <a:lnTo>
                  <a:pt x="1014675" y="24450"/>
                </a:lnTo>
                <a:lnTo>
                  <a:pt x="1014675" y="24600"/>
                </a:lnTo>
                <a:lnTo>
                  <a:pt x="1014750" y="24600"/>
                </a:lnTo>
                <a:lnTo>
                  <a:pt x="1014750" y="24825"/>
                </a:lnTo>
                <a:lnTo>
                  <a:pt x="1014825" y="24900"/>
                </a:lnTo>
                <a:lnTo>
                  <a:pt x="1014825" y="24975"/>
                </a:lnTo>
                <a:lnTo>
                  <a:pt x="1014975" y="25275"/>
                </a:lnTo>
                <a:lnTo>
                  <a:pt x="1014975" y="25425"/>
                </a:lnTo>
                <a:lnTo>
                  <a:pt x="1015050" y="25425"/>
                </a:lnTo>
                <a:lnTo>
                  <a:pt x="1015050" y="25575"/>
                </a:lnTo>
                <a:lnTo>
                  <a:pt x="1015200" y="25950"/>
                </a:lnTo>
                <a:lnTo>
                  <a:pt x="1015200" y="26100"/>
                </a:lnTo>
                <a:lnTo>
                  <a:pt x="1015350" y="26400"/>
                </a:lnTo>
                <a:lnTo>
                  <a:pt x="1015350" y="26625"/>
                </a:lnTo>
                <a:lnTo>
                  <a:pt x="1015500" y="26925"/>
                </a:lnTo>
                <a:lnTo>
                  <a:pt x="1015500" y="27150"/>
                </a:lnTo>
                <a:lnTo>
                  <a:pt x="1015575" y="27300"/>
                </a:lnTo>
                <a:lnTo>
                  <a:pt x="1015575" y="27450"/>
                </a:lnTo>
                <a:lnTo>
                  <a:pt x="1015650" y="27600"/>
                </a:lnTo>
                <a:lnTo>
                  <a:pt x="1015650" y="27825"/>
                </a:lnTo>
                <a:lnTo>
                  <a:pt x="1015725" y="27975"/>
                </a:lnTo>
                <a:lnTo>
                  <a:pt x="1015725" y="28125"/>
                </a:lnTo>
                <a:lnTo>
                  <a:pt x="1015800" y="28275"/>
                </a:lnTo>
                <a:lnTo>
                  <a:pt x="1015800" y="28500"/>
                </a:lnTo>
                <a:lnTo>
                  <a:pt x="1015875" y="28650"/>
                </a:lnTo>
                <a:lnTo>
                  <a:pt x="1015875" y="28800"/>
                </a:lnTo>
                <a:lnTo>
                  <a:pt x="1015950" y="28950"/>
                </a:lnTo>
                <a:lnTo>
                  <a:pt x="1015950" y="29325"/>
                </a:lnTo>
                <a:lnTo>
                  <a:pt x="1016025" y="29475"/>
                </a:lnTo>
                <a:lnTo>
                  <a:pt x="1016025" y="29850"/>
                </a:lnTo>
                <a:lnTo>
                  <a:pt x="1016100" y="30000"/>
                </a:lnTo>
                <a:lnTo>
                  <a:pt x="1016100" y="30375"/>
                </a:lnTo>
                <a:lnTo>
                  <a:pt x="1016175" y="30525"/>
                </a:lnTo>
                <a:lnTo>
                  <a:pt x="1016175" y="31125"/>
                </a:lnTo>
                <a:lnTo>
                  <a:pt x="1016250" y="31275"/>
                </a:lnTo>
                <a:lnTo>
                  <a:pt x="1016250" y="32475"/>
                </a:lnTo>
                <a:lnTo>
                  <a:pt x="1016325" y="32625"/>
                </a:lnTo>
                <a:lnTo>
                  <a:pt x="1016325" y="34125"/>
                </a:lnTo>
                <a:lnTo>
                  <a:pt x="1016250" y="34275"/>
                </a:lnTo>
                <a:lnTo>
                  <a:pt x="1016250" y="35475"/>
                </a:lnTo>
                <a:lnTo>
                  <a:pt x="1016175" y="35625"/>
                </a:lnTo>
                <a:lnTo>
                  <a:pt x="1016175" y="36225"/>
                </a:lnTo>
                <a:lnTo>
                  <a:pt x="1016100" y="36375"/>
                </a:lnTo>
                <a:lnTo>
                  <a:pt x="1016100" y="36750"/>
                </a:lnTo>
                <a:lnTo>
                  <a:pt x="1016025" y="36900"/>
                </a:lnTo>
                <a:lnTo>
                  <a:pt x="1016025" y="37275"/>
                </a:lnTo>
                <a:lnTo>
                  <a:pt x="1015950" y="37425"/>
                </a:lnTo>
                <a:lnTo>
                  <a:pt x="1015950" y="37800"/>
                </a:lnTo>
                <a:lnTo>
                  <a:pt x="1015875" y="37950"/>
                </a:lnTo>
                <a:lnTo>
                  <a:pt x="1015875" y="38100"/>
                </a:lnTo>
                <a:lnTo>
                  <a:pt x="1015800" y="38250"/>
                </a:lnTo>
                <a:lnTo>
                  <a:pt x="1015800" y="38475"/>
                </a:lnTo>
                <a:lnTo>
                  <a:pt x="1015725" y="38625"/>
                </a:lnTo>
                <a:lnTo>
                  <a:pt x="1015725" y="38775"/>
                </a:lnTo>
                <a:lnTo>
                  <a:pt x="1015650" y="38925"/>
                </a:lnTo>
                <a:lnTo>
                  <a:pt x="1015650" y="39150"/>
                </a:lnTo>
                <a:lnTo>
                  <a:pt x="1015575" y="39300"/>
                </a:lnTo>
                <a:lnTo>
                  <a:pt x="1015575" y="39450"/>
                </a:lnTo>
                <a:lnTo>
                  <a:pt x="1015500" y="39600"/>
                </a:lnTo>
                <a:lnTo>
                  <a:pt x="1015500" y="39825"/>
                </a:lnTo>
                <a:lnTo>
                  <a:pt x="1015350" y="40125"/>
                </a:lnTo>
                <a:lnTo>
                  <a:pt x="1015350" y="40350"/>
                </a:lnTo>
                <a:lnTo>
                  <a:pt x="1015200" y="40650"/>
                </a:lnTo>
                <a:lnTo>
                  <a:pt x="1015200" y="40800"/>
                </a:lnTo>
                <a:lnTo>
                  <a:pt x="1015050" y="41175"/>
                </a:lnTo>
                <a:lnTo>
                  <a:pt x="1015050" y="41325"/>
                </a:lnTo>
                <a:lnTo>
                  <a:pt x="1014975" y="41325"/>
                </a:lnTo>
                <a:lnTo>
                  <a:pt x="1014975" y="41475"/>
                </a:lnTo>
                <a:lnTo>
                  <a:pt x="1014825" y="41775"/>
                </a:lnTo>
                <a:lnTo>
                  <a:pt x="1014825" y="41850"/>
                </a:lnTo>
                <a:lnTo>
                  <a:pt x="1014750" y="41925"/>
                </a:lnTo>
                <a:lnTo>
                  <a:pt x="1014750" y="42150"/>
                </a:lnTo>
                <a:lnTo>
                  <a:pt x="1014675" y="42150"/>
                </a:lnTo>
                <a:lnTo>
                  <a:pt x="1014675" y="42300"/>
                </a:lnTo>
                <a:lnTo>
                  <a:pt x="1014450" y="42750"/>
                </a:lnTo>
                <a:lnTo>
                  <a:pt x="1014450" y="42825"/>
                </a:lnTo>
                <a:lnTo>
                  <a:pt x="1014375" y="42900"/>
                </a:lnTo>
                <a:lnTo>
                  <a:pt x="1014375" y="42975"/>
                </a:lnTo>
                <a:lnTo>
                  <a:pt x="1013625" y="44475"/>
                </a:lnTo>
                <a:lnTo>
                  <a:pt x="1013625" y="44550"/>
                </a:lnTo>
                <a:lnTo>
                  <a:pt x="1013475" y="44775"/>
                </a:lnTo>
                <a:lnTo>
                  <a:pt x="1013475" y="44850"/>
                </a:lnTo>
                <a:lnTo>
                  <a:pt x="1013250" y="45075"/>
                </a:lnTo>
                <a:lnTo>
                  <a:pt x="1013250" y="45150"/>
                </a:lnTo>
                <a:lnTo>
                  <a:pt x="1013175" y="45225"/>
                </a:lnTo>
                <a:lnTo>
                  <a:pt x="1013175" y="45300"/>
                </a:lnTo>
                <a:lnTo>
                  <a:pt x="1013100" y="45375"/>
                </a:lnTo>
                <a:lnTo>
                  <a:pt x="1013100" y="45450"/>
                </a:lnTo>
                <a:lnTo>
                  <a:pt x="1013025" y="45525"/>
                </a:lnTo>
                <a:lnTo>
                  <a:pt x="1013025" y="45600"/>
                </a:lnTo>
                <a:lnTo>
                  <a:pt x="1012800" y="45825"/>
                </a:lnTo>
                <a:lnTo>
                  <a:pt x="1012650" y="46125"/>
                </a:lnTo>
                <a:lnTo>
                  <a:pt x="1012500" y="46275"/>
                </a:lnTo>
                <a:lnTo>
                  <a:pt x="1012350" y="46575"/>
                </a:lnTo>
                <a:lnTo>
                  <a:pt x="1012200" y="46725"/>
                </a:lnTo>
                <a:lnTo>
                  <a:pt x="1012125" y="46875"/>
                </a:lnTo>
                <a:lnTo>
                  <a:pt x="1011900" y="47100"/>
                </a:lnTo>
                <a:lnTo>
                  <a:pt x="1011900" y="47175"/>
                </a:lnTo>
                <a:lnTo>
                  <a:pt x="1011825" y="47250"/>
                </a:lnTo>
                <a:lnTo>
                  <a:pt x="1011750" y="47250"/>
                </a:lnTo>
                <a:lnTo>
                  <a:pt x="1011600" y="47550"/>
                </a:lnTo>
                <a:lnTo>
                  <a:pt x="1011450" y="47625"/>
                </a:lnTo>
                <a:lnTo>
                  <a:pt x="1011450" y="47700"/>
                </a:lnTo>
                <a:lnTo>
                  <a:pt x="1011225" y="47925"/>
                </a:lnTo>
                <a:lnTo>
                  <a:pt x="1011150" y="48075"/>
                </a:lnTo>
                <a:lnTo>
                  <a:pt x="1011075" y="48075"/>
                </a:lnTo>
                <a:lnTo>
                  <a:pt x="1011000" y="48150"/>
                </a:lnTo>
                <a:lnTo>
                  <a:pt x="1011000" y="48225"/>
                </a:lnTo>
                <a:lnTo>
                  <a:pt x="1010850" y="48300"/>
                </a:lnTo>
                <a:lnTo>
                  <a:pt x="1010775" y="48450"/>
                </a:lnTo>
                <a:lnTo>
                  <a:pt x="1010625" y="48600"/>
                </a:lnTo>
                <a:lnTo>
                  <a:pt x="1010475" y="48675"/>
                </a:lnTo>
                <a:lnTo>
                  <a:pt x="1010475" y="48750"/>
                </a:lnTo>
                <a:lnTo>
                  <a:pt x="1010400" y="48825"/>
                </a:lnTo>
                <a:lnTo>
                  <a:pt x="1010325" y="48825"/>
                </a:lnTo>
                <a:lnTo>
                  <a:pt x="1010250" y="48975"/>
                </a:lnTo>
                <a:lnTo>
                  <a:pt x="1010100" y="49050"/>
                </a:lnTo>
                <a:lnTo>
                  <a:pt x="1010025" y="49200"/>
                </a:lnTo>
                <a:lnTo>
                  <a:pt x="1009950" y="49200"/>
                </a:lnTo>
                <a:lnTo>
                  <a:pt x="1009875" y="49275"/>
                </a:lnTo>
                <a:lnTo>
                  <a:pt x="1009875" y="49350"/>
                </a:lnTo>
                <a:lnTo>
                  <a:pt x="1009575" y="49500"/>
                </a:lnTo>
                <a:lnTo>
                  <a:pt x="1009575" y="49575"/>
                </a:lnTo>
                <a:lnTo>
                  <a:pt x="1009425" y="49650"/>
                </a:lnTo>
                <a:lnTo>
                  <a:pt x="1009200" y="49875"/>
                </a:lnTo>
                <a:lnTo>
                  <a:pt x="1009125" y="49875"/>
                </a:lnTo>
                <a:lnTo>
                  <a:pt x="1008900" y="50100"/>
                </a:lnTo>
                <a:lnTo>
                  <a:pt x="1008750" y="50175"/>
                </a:lnTo>
                <a:lnTo>
                  <a:pt x="1008750" y="50250"/>
                </a:lnTo>
                <a:lnTo>
                  <a:pt x="1008450" y="50400"/>
                </a:lnTo>
                <a:lnTo>
                  <a:pt x="1008300" y="50550"/>
                </a:lnTo>
                <a:lnTo>
                  <a:pt x="1008000" y="50700"/>
                </a:lnTo>
                <a:lnTo>
                  <a:pt x="1007850" y="50850"/>
                </a:lnTo>
                <a:lnTo>
                  <a:pt x="1007550" y="51000"/>
                </a:lnTo>
                <a:lnTo>
                  <a:pt x="1007475" y="51000"/>
                </a:lnTo>
                <a:lnTo>
                  <a:pt x="1007250" y="51225"/>
                </a:lnTo>
                <a:lnTo>
                  <a:pt x="1007175" y="51225"/>
                </a:lnTo>
                <a:lnTo>
                  <a:pt x="1006575" y="51525"/>
                </a:lnTo>
                <a:lnTo>
                  <a:pt x="1006500" y="51525"/>
                </a:lnTo>
                <a:lnTo>
                  <a:pt x="1006350" y="51675"/>
                </a:lnTo>
                <a:lnTo>
                  <a:pt x="1006200" y="51675"/>
                </a:lnTo>
                <a:lnTo>
                  <a:pt x="1006200" y="51750"/>
                </a:lnTo>
                <a:lnTo>
                  <a:pt x="1006050" y="51750"/>
                </a:lnTo>
                <a:lnTo>
                  <a:pt x="1006050" y="51825"/>
                </a:lnTo>
                <a:lnTo>
                  <a:pt x="1005900" y="51825"/>
                </a:lnTo>
                <a:lnTo>
                  <a:pt x="1005825" y="51900"/>
                </a:lnTo>
                <a:lnTo>
                  <a:pt x="1005750" y="51900"/>
                </a:lnTo>
                <a:lnTo>
                  <a:pt x="1005675" y="51975"/>
                </a:lnTo>
                <a:lnTo>
                  <a:pt x="1005525" y="51975"/>
                </a:lnTo>
                <a:lnTo>
                  <a:pt x="1005525" y="52050"/>
                </a:lnTo>
                <a:lnTo>
                  <a:pt x="1005375" y="52050"/>
                </a:lnTo>
                <a:lnTo>
                  <a:pt x="1005150" y="52200"/>
                </a:lnTo>
                <a:lnTo>
                  <a:pt x="1005000" y="52200"/>
                </a:lnTo>
                <a:lnTo>
                  <a:pt x="1004475" y="52425"/>
                </a:lnTo>
                <a:lnTo>
                  <a:pt x="1004400" y="52425"/>
                </a:lnTo>
                <a:lnTo>
                  <a:pt x="1004325" y="52500"/>
                </a:lnTo>
                <a:lnTo>
                  <a:pt x="1004100" y="52500"/>
                </a:lnTo>
                <a:lnTo>
                  <a:pt x="1004100" y="52575"/>
                </a:lnTo>
                <a:lnTo>
                  <a:pt x="1003875" y="52575"/>
                </a:lnTo>
                <a:lnTo>
                  <a:pt x="1003575" y="52725"/>
                </a:lnTo>
                <a:lnTo>
                  <a:pt x="1003350" y="52725"/>
                </a:lnTo>
                <a:lnTo>
                  <a:pt x="1003200" y="52800"/>
                </a:lnTo>
                <a:lnTo>
                  <a:pt x="1002900" y="52800"/>
                </a:lnTo>
                <a:lnTo>
                  <a:pt x="1002750" y="52875"/>
                </a:lnTo>
                <a:lnTo>
                  <a:pt x="1002600" y="52875"/>
                </a:lnTo>
                <a:lnTo>
                  <a:pt x="1002525" y="52950"/>
                </a:lnTo>
                <a:lnTo>
                  <a:pt x="1002225" y="52950"/>
                </a:lnTo>
                <a:lnTo>
                  <a:pt x="1002150" y="53025"/>
                </a:lnTo>
                <a:lnTo>
                  <a:pt x="1001775" y="53025"/>
                </a:lnTo>
                <a:lnTo>
                  <a:pt x="1001625" y="53100"/>
                </a:lnTo>
                <a:lnTo>
                  <a:pt x="1001175" y="53100"/>
                </a:lnTo>
                <a:lnTo>
                  <a:pt x="1001025" y="53175"/>
                </a:lnTo>
                <a:lnTo>
                  <a:pt x="1000350" y="53175"/>
                </a:lnTo>
                <a:lnTo>
                  <a:pt x="1000200" y="53250"/>
                </a:lnTo>
                <a:lnTo>
                  <a:pt x="997650" y="53250"/>
                </a:lnTo>
                <a:lnTo>
                  <a:pt x="997425" y="53175"/>
                </a:lnTo>
                <a:lnTo>
                  <a:pt x="996675" y="53175"/>
                </a:lnTo>
                <a:lnTo>
                  <a:pt x="996450" y="53100"/>
                </a:lnTo>
                <a:lnTo>
                  <a:pt x="995925" y="53100"/>
                </a:lnTo>
                <a:lnTo>
                  <a:pt x="995700" y="53025"/>
                </a:lnTo>
                <a:lnTo>
                  <a:pt x="995400" y="53025"/>
                </a:lnTo>
                <a:lnTo>
                  <a:pt x="995250" y="52950"/>
                </a:lnTo>
                <a:lnTo>
                  <a:pt x="994950" y="52950"/>
                </a:lnTo>
                <a:lnTo>
                  <a:pt x="994725" y="52875"/>
                </a:lnTo>
                <a:lnTo>
                  <a:pt x="994425" y="52875"/>
                </a:lnTo>
                <a:lnTo>
                  <a:pt x="993975" y="52725"/>
                </a:lnTo>
                <a:lnTo>
                  <a:pt x="993675" y="52725"/>
                </a:lnTo>
                <a:lnTo>
                  <a:pt x="993525" y="52650"/>
                </a:lnTo>
                <a:lnTo>
                  <a:pt x="992925" y="52500"/>
                </a:lnTo>
                <a:lnTo>
                  <a:pt x="992775" y="52425"/>
                </a:lnTo>
                <a:lnTo>
                  <a:pt x="991275" y="51975"/>
                </a:lnTo>
                <a:lnTo>
                  <a:pt x="991275" y="51900"/>
                </a:lnTo>
                <a:lnTo>
                  <a:pt x="990750" y="51750"/>
                </a:lnTo>
                <a:lnTo>
                  <a:pt x="990375" y="51525"/>
                </a:lnTo>
                <a:lnTo>
                  <a:pt x="990075" y="51450"/>
                </a:lnTo>
                <a:lnTo>
                  <a:pt x="990075" y="51375"/>
                </a:lnTo>
                <a:lnTo>
                  <a:pt x="989850" y="51300"/>
                </a:lnTo>
                <a:lnTo>
                  <a:pt x="989625" y="51150"/>
                </a:lnTo>
                <a:lnTo>
                  <a:pt x="989400" y="51075"/>
                </a:lnTo>
                <a:lnTo>
                  <a:pt x="989100" y="50850"/>
                </a:lnTo>
                <a:lnTo>
                  <a:pt x="988950" y="50775"/>
                </a:lnTo>
                <a:lnTo>
                  <a:pt x="988875" y="50775"/>
                </a:lnTo>
                <a:lnTo>
                  <a:pt x="988725" y="50625"/>
                </a:lnTo>
                <a:lnTo>
                  <a:pt x="988650" y="50625"/>
                </a:lnTo>
                <a:lnTo>
                  <a:pt x="988500" y="50475"/>
                </a:lnTo>
                <a:lnTo>
                  <a:pt x="988425" y="50475"/>
                </a:lnTo>
                <a:lnTo>
                  <a:pt x="988275" y="50325"/>
                </a:lnTo>
                <a:lnTo>
                  <a:pt x="988050" y="50175"/>
                </a:lnTo>
                <a:lnTo>
                  <a:pt x="988050" y="50100"/>
                </a:lnTo>
                <a:lnTo>
                  <a:pt x="987825" y="50025"/>
                </a:lnTo>
                <a:lnTo>
                  <a:pt x="987825" y="49950"/>
                </a:lnTo>
                <a:lnTo>
                  <a:pt x="987675" y="49800"/>
                </a:lnTo>
                <a:lnTo>
                  <a:pt x="987600" y="49800"/>
                </a:lnTo>
                <a:lnTo>
                  <a:pt x="987450" y="49650"/>
                </a:lnTo>
                <a:lnTo>
                  <a:pt x="987375" y="49650"/>
                </a:lnTo>
                <a:lnTo>
                  <a:pt x="987225" y="49500"/>
                </a:lnTo>
                <a:lnTo>
                  <a:pt x="987225" y="49425"/>
                </a:lnTo>
                <a:lnTo>
                  <a:pt x="987000" y="49275"/>
                </a:lnTo>
                <a:lnTo>
                  <a:pt x="986625" y="48900"/>
                </a:lnTo>
                <a:lnTo>
                  <a:pt x="986475" y="48675"/>
                </a:lnTo>
                <a:lnTo>
                  <a:pt x="986400" y="48675"/>
                </a:lnTo>
                <a:lnTo>
                  <a:pt x="986250" y="48525"/>
                </a:lnTo>
                <a:lnTo>
                  <a:pt x="986250" y="48450"/>
                </a:lnTo>
                <a:lnTo>
                  <a:pt x="985875" y="48075"/>
                </a:lnTo>
                <a:lnTo>
                  <a:pt x="985875" y="48000"/>
                </a:lnTo>
                <a:lnTo>
                  <a:pt x="985350" y="47400"/>
                </a:lnTo>
                <a:lnTo>
                  <a:pt x="985350" y="47325"/>
                </a:lnTo>
                <a:lnTo>
                  <a:pt x="985200" y="47175"/>
                </a:lnTo>
                <a:lnTo>
                  <a:pt x="985200" y="47100"/>
                </a:lnTo>
                <a:lnTo>
                  <a:pt x="985050" y="46950"/>
                </a:lnTo>
                <a:lnTo>
                  <a:pt x="989925" y="44175"/>
                </a:lnTo>
                <a:lnTo>
                  <a:pt x="990000" y="44325"/>
                </a:lnTo>
                <a:lnTo>
                  <a:pt x="990150" y="44475"/>
                </a:lnTo>
                <a:lnTo>
                  <a:pt x="990300" y="44775"/>
                </a:lnTo>
                <a:lnTo>
                  <a:pt x="990675" y="45150"/>
                </a:lnTo>
                <a:lnTo>
                  <a:pt x="990750" y="45300"/>
                </a:lnTo>
                <a:lnTo>
                  <a:pt x="991050" y="45600"/>
                </a:lnTo>
                <a:lnTo>
                  <a:pt x="991200" y="45675"/>
                </a:lnTo>
                <a:lnTo>
                  <a:pt x="991425" y="45900"/>
                </a:lnTo>
                <a:lnTo>
                  <a:pt x="991575" y="45975"/>
                </a:lnTo>
                <a:lnTo>
                  <a:pt x="991650" y="46125"/>
                </a:lnTo>
                <a:lnTo>
                  <a:pt x="991875" y="46275"/>
                </a:lnTo>
                <a:lnTo>
                  <a:pt x="993375" y="47100"/>
                </a:lnTo>
                <a:lnTo>
                  <a:pt x="993525" y="47100"/>
                </a:lnTo>
                <a:lnTo>
                  <a:pt x="993975" y="47325"/>
                </a:lnTo>
                <a:lnTo>
                  <a:pt x="994125" y="47325"/>
                </a:lnTo>
                <a:lnTo>
                  <a:pt x="994275" y="47400"/>
                </a:lnTo>
                <a:lnTo>
                  <a:pt x="994425" y="47400"/>
                </a:lnTo>
                <a:lnTo>
                  <a:pt x="994725" y="47550"/>
                </a:lnTo>
                <a:lnTo>
                  <a:pt x="994950" y="47550"/>
                </a:lnTo>
                <a:lnTo>
                  <a:pt x="995100" y="47625"/>
                </a:lnTo>
                <a:lnTo>
                  <a:pt x="995250" y="47625"/>
                </a:lnTo>
                <a:lnTo>
                  <a:pt x="995400" y="47700"/>
                </a:lnTo>
                <a:lnTo>
                  <a:pt x="995625" y="47700"/>
                </a:lnTo>
                <a:lnTo>
                  <a:pt x="995775" y="47775"/>
                </a:lnTo>
                <a:lnTo>
                  <a:pt x="996150" y="47775"/>
                </a:lnTo>
                <a:lnTo>
                  <a:pt x="996300" y="47850"/>
                </a:lnTo>
                <a:lnTo>
                  <a:pt x="996675" y="47850"/>
                </a:lnTo>
                <a:lnTo>
                  <a:pt x="996825" y="47925"/>
                </a:lnTo>
                <a:lnTo>
                  <a:pt x="997575" y="47925"/>
                </a:lnTo>
                <a:lnTo>
                  <a:pt x="997800" y="48000"/>
                </a:lnTo>
                <a:lnTo>
                  <a:pt x="999975" y="48000"/>
                </a:lnTo>
                <a:lnTo>
                  <a:pt x="1000050" y="47925"/>
                </a:lnTo>
                <a:lnTo>
                  <a:pt x="1000725" y="47925"/>
                </a:lnTo>
                <a:lnTo>
                  <a:pt x="1000875" y="47850"/>
                </a:lnTo>
                <a:lnTo>
                  <a:pt x="1001100" y="47850"/>
                </a:lnTo>
                <a:lnTo>
                  <a:pt x="1001250" y="47775"/>
                </a:lnTo>
                <a:lnTo>
                  <a:pt x="1001475" y="47775"/>
                </a:lnTo>
                <a:lnTo>
                  <a:pt x="1001625" y="47700"/>
                </a:lnTo>
                <a:lnTo>
                  <a:pt x="1001850" y="47700"/>
                </a:lnTo>
                <a:lnTo>
                  <a:pt x="1001925" y="47625"/>
                </a:lnTo>
                <a:lnTo>
                  <a:pt x="1002075" y="47625"/>
                </a:lnTo>
                <a:lnTo>
                  <a:pt x="1002150" y="47550"/>
                </a:lnTo>
                <a:lnTo>
                  <a:pt x="1002300" y="47550"/>
                </a:lnTo>
                <a:lnTo>
                  <a:pt x="1002450" y="47475"/>
                </a:lnTo>
                <a:lnTo>
                  <a:pt x="1002675" y="47475"/>
                </a:lnTo>
                <a:lnTo>
                  <a:pt x="1002825" y="47325"/>
                </a:lnTo>
                <a:lnTo>
                  <a:pt x="1002975" y="47325"/>
                </a:lnTo>
                <a:lnTo>
                  <a:pt x="1003050" y="47250"/>
                </a:lnTo>
                <a:lnTo>
                  <a:pt x="1003200" y="47250"/>
                </a:lnTo>
                <a:lnTo>
                  <a:pt x="1003275" y="47175"/>
                </a:lnTo>
                <a:lnTo>
                  <a:pt x="1003425" y="47175"/>
                </a:lnTo>
                <a:lnTo>
                  <a:pt x="1003575" y="47025"/>
                </a:lnTo>
                <a:lnTo>
                  <a:pt x="1003725" y="47025"/>
                </a:lnTo>
                <a:lnTo>
                  <a:pt x="1004025" y="46800"/>
                </a:lnTo>
                <a:lnTo>
                  <a:pt x="1004100" y="46800"/>
                </a:lnTo>
                <a:lnTo>
                  <a:pt x="1004250" y="46725"/>
                </a:lnTo>
                <a:lnTo>
                  <a:pt x="1004400" y="46575"/>
                </a:lnTo>
                <a:lnTo>
                  <a:pt x="1004550" y="46575"/>
                </a:lnTo>
                <a:lnTo>
                  <a:pt x="1004775" y="46350"/>
                </a:lnTo>
                <a:lnTo>
                  <a:pt x="1004925" y="46275"/>
                </a:lnTo>
                <a:lnTo>
                  <a:pt x="1005000" y="46275"/>
                </a:lnTo>
                <a:lnTo>
                  <a:pt x="1005150" y="46125"/>
                </a:lnTo>
                <a:lnTo>
                  <a:pt x="1005300" y="46050"/>
                </a:lnTo>
                <a:lnTo>
                  <a:pt x="1005525" y="45825"/>
                </a:lnTo>
                <a:lnTo>
                  <a:pt x="1005675" y="45750"/>
                </a:lnTo>
                <a:lnTo>
                  <a:pt x="1006125" y="45300"/>
                </a:lnTo>
                <a:lnTo>
                  <a:pt x="1006275" y="45225"/>
                </a:lnTo>
                <a:lnTo>
                  <a:pt x="1006425" y="45075"/>
                </a:lnTo>
                <a:lnTo>
                  <a:pt x="1006500" y="44925"/>
                </a:lnTo>
                <a:lnTo>
                  <a:pt x="1006875" y="44550"/>
                </a:lnTo>
                <a:lnTo>
                  <a:pt x="1006950" y="44400"/>
                </a:lnTo>
                <a:lnTo>
                  <a:pt x="1007175" y="44175"/>
                </a:lnTo>
                <a:lnTo>
                  <a:pt x="1007250" y="44025"/>
                </a:lnTo>
                <a:lnTo>
                  <a:pt x="1007400" y="43875"/>
                </a:lnTo>
                <a:lnTo>
                  <a:pt x="1007475" y="43725"/>
                </a:lnTo>
                <a:lnTo>
                  <a:pt x="1007850" y="43275"/>
                </a:lnTo>
                <a:lnTo>
                  <a:pt x="1008075" y="42900"/>
                </a:lnTo>
                <a:lnTo>
                  <a:pt x="1008225" y="42750"/>
                </a:lnTo>
                <a:lnTo>
                  <a:pt x="1008300" y="42600"/>
                </a:lnTo>
                <a:lnTo>
                  <a:pt x="1008300" y="42525"/>
                </a:lnTo>
                <a:lnTo>
                  <a:pt x="1008600" y="42075"/>
                </a:lnTo>
                <a:lnTo>
                  <a:pt x="1008675" y="41925"/>
                </a:lnTo>
                <a:lnTo>
                  <a:pt x="1008675" y="41850"/>
                </a:lnTo>
                <a:lnTo>
                  <a:pt x="1008825" y="41550"/>
                </a:lnTo>
                <a:lnTo>
                  <a:pt x="1008900" y="41475"/>
                </a:lnTo>
                <a:lnTo>
                  <a:pt x="1008900" y="41325"/>
                </a:lnTo>
                <a:lnTo>
                  <a:pt x="1008975" y="41250"/>
                </a:lnTo>
                <a:lnTo>
                  <a:pt x="1009125" y="40950"/>
                </a:lnTo>
                <a:lnTo>
                  <a:pt x="1009125" y="40875"/>
                </a:lnTo>
                <a:lnTo>
                  <a:pt x="1009275" y="40650"/>
                </a:lnTo>
                <a:lnTo>
                  <a:pt x="1009275" y="40500"/>
                </a:lnTo>
                <a:lnTo>
                  <a:pt x="1009425" y="40275"/>
                </a:lnTo>
                <a:lnTo>
                  <a:pt x="1009425" y="40125"/>
                </a:lnTo>
                <a:lnTo>
                  <a:pt x="1009650" y="39600"/>
                </a:lnTo>
                <a:lnTo>
                  <a:pt x="1009650" y="39450"/>
                </a:lnTo>
                <a:lnTo>
                  <a:pt x="1009725" y="39375"/>
                </a:lnTo>
                <a:lnTo>
                  <a:pt x="1009725" y="39225"/>
                </a:lnTo>
                <a:lnTo>
                  <a:pt x="1009800" y="39075"/>
                </a:lnTo>
                <a:lnTo>
                  <a:pt x="1009800" y="38925"/>
                </a:lnTo>
                <a:lnTo>
                  <a:pt x="1009875" y="38850"/>
                </a:lnTo>
                <a:lnTo>
                  <a:pt x="1009875" y="38700"/>
                </a:lnTo>
                <a:lnTo>
                  <a:pt x="1009950" y="38550"/>
                </a:lnTo>
                <a:lnTo>
                  <a:pt x="1009950" y="38400"/>
                </a:lnTo>
                <a:lnTo>
                  <a:pt x="1010100" y="38025"/>
                </a:lnTo>
                <a:lnTo>
                  <a:pt x="1010100" y="37725"/>
                </a:lnTo>
                <a:lnTo>
                  <a:pt x="1010250" y="37350"/>
                </a:lnTo>
                <a:lnTo>
                  <a:pt x="1010250" y="37050"/>
                </a:lnTo>
                <a:lnTo>
                  <a:pt x="1010325" y="36900"/>
                </a:lnTo>
                <a:lnTo>
                  <a:pt x="1010325" y="36675"/>
                </a:lnTo>
                <a:lnTo>
                  <a:pt x="1010400" y="36525"/>
                </a:lnTo>
                <a:lnTo>
                  <a:pt x="1010400" y="36075"/>
                </a:lnTo>
                <a:lnTo>
                  <a:pt x="1010475" y="35925"/>
                </a:lnTo>
                <a:lnTo>
                  <a:pt x="1010475" y="35400"/>
                </a:lnTo>
                <a:lnTo>
                  <a:pt x="1010550" y="35250"/>
                </a:lnTo>
                <a:lnTo>
                  <a:pt x="1010550" y="34200"/>
                </a:lnTo>
                <a:lnTo>
                  <a:pt x="1010625" y="34125"/>
                </a:lnTo>
                <a:lnTo>
                  <a:pt x="1010625" y="32625"/>
                </a:lnTo>
                <a:lnTo>
                  <a:pt x="1010550" y="32550"/>
                </a:lnTo>
                <a:lnTo>
                  <a:pt x="1010550" y="31500"/>
                </a:lnTo>
                <a:lnTo>
                  <a:pt x="1010475" y="31350"/>
                </a:lnTo>
                <a:lnTo>
                  <a:pt x="1010475" y="30825"/>
                </a:lnTo>
                <a:lnTo>
                  <a:pt x="1010400" y="30675"/>
                </a:lnTo>
                <a:lnTo>
                  <a:pt x="1010400" y="30225"/>
                </a:lnTo>
                <a:lnTo>
                  <a:pt x="1010325" y="30075"/>
                </a:lnTo>
                <a:lnTo>
                  <a:pt x="1010325" y="29850"/>
                </a:lnTo>
                <a:lnTo>
                  <a:pt x="1010250" y="29700"/>
                </a:lnTo>
                <a:lnTo>
                  <a:pt x="1010250" y="29400"/>
                </a:lnTo>
                <a:lnTo>
                  <a:pt x="1010100" y="29025"/>
                </a:lnTo>
                <a:lnTo>
                  <a:pt x="1010100" y="28725"/>
                </a:lnTo>
                <a:lnTo>
                  <a:pt x="1009950" y="28350"/>
                </a:lnTo>
                <a:lnTo>
                  <a:pt x="1009950" y="28200"/>
                </a:lnTo>
                <a:lnTo>
                  <a:pt x="1009875" y="28050"/>
                </a:lnTo>
                <a:lnTo>
                  <a:pt x="1009875" y="27900"/>
                </a:lnTo>
                <a:lnTo>
                  <a:pt x="1009800" y="27825"/>
                </a:lnTo>
                <a:lnTo>
                  <a:pt x="1009800" y="27675"/>
                </a:lnTo>
                <a:lnTo>
                  <a:pt x="1009725" y="27525"/>
                </a:lnTo>
                <a:lnTo>
                  <a:pt x="1009725" y="27375"/>
                </a:lnTo>
                <a:lnTo>
                  <a:pt x="1009650" y="27300"/>
                </a:lnTo>
                <a:lnTo>
                  <a:pt x="1009650" y="27150"/>
                </a:lnTo>
                <a:lnTo>
                  <a:pt x="1009425" y="26625"/>
                </a:lnTo>
                <a:lnTo>
                  <a:pt x="1009425" y="26475"/>
                </a:lnTo>
                <a:lnTo>
                  <a:pt x="1009275" y="26250"/>
                </a:lnTo>
                <a:lnTo>
                  <a:pt x="1009275" y="26100"/>
                </a:lnTo>
                <a:lnTo>
                  <a:pt x="1009200" y="26025"/>
                </a:lnTo>
                <a:lnTo>
                  <a:pt x="1009125" y="25875"/>
                </a:lnTo>
                <a:lnTo>
                  <a:pt x="1009125" y="25800"/>
                </a:lnTo>
                <a:lnTo>
                  <a:pt x="1008975" y="25500"/>
                </a:lnTo>
                <a:lnTo>
                  <a:pt x="1008900" y="25425"/>
                </a:lnTo>
                <a:lnTo>
                  <a:pt x="1008900" y="25275"/>
                </a:lnTo>
                <a:lnTo>
                  <a:pt x="1008825" y="25200"/>
                </a:lnTo>
                <a:lnTo>
                  <a:pt x="1008600" y="24675"/>
                </a:lnTo>
                <a:lnTo>
                  <a:pt x="1008375" y="24375"/>
                </a:lnTo>
                <a:lnTo>
                  <a:pt x="1008225" y="24000"/>
                </a:lnTo>
                <a:lnTo>
                  <a:pt x="1008075" y="23850"/>
                </a:lnTo>
                <a:lnTo>
                  <a:pt x="1007850" y="23475"/>
                </a:lnTo>
                <a:lnTo>
                  <a:pt x="1007700" y="23325"/>
                </a:lnTo>
                <a:lnTo>
                  <a:pt x="1007625" y="23175"/>
                </a:lnTo>
                <a:lnTo>
                  <a:pt x="1007475" y="23025"/>
                </a:lnTo>
                <a:lnTo>
                  <a:pt x="1007175" y="22575"/>
                </a:lnTo>
                <a:lnTo>
                  <a:pt x="1006950" y="22350"/>
                </a:lnTo>
                <a:lnTo>
                  <a:pt x="1006875" y="22200"/>
                </a:lnTo>
                <a:lnTo>
                  <a:pt x="1006500" y="21825"/>
                </a:lnTo>
                <a:lnTo>
                  <a:pt x="1006425" y="21675"/>
                </a:lnTo>
                <a:lnTo>
                  <a:pt x="1006275" y="21525"/>
                </a:lnTo>
                <a:lnTo>
                  <a:pt x="1006125" y="21450"/>
                </a:lnTo>
                <a:lnTo>
                  <a:pt x="1005675" y="21000"/>
                </a:lnTo>
                <a:lnTo>
                  <a:pt x="1005525" y="20925"/>
                </a:lnTo>
                <a:lnTo>
                  <a:pt x="1005300" y="20700"/>
                </a:lnTo>
                <a:lnTo>
                  <a:pt x="1005150" y="20625"/>
                </a:lnTo>
                <a:lnTo>
                  <a:pt x="1005000" y="20475"/>
                </a:lnTo>
                <a:lnTo>
                  <a:pt x="1004925" y="20475"/>
                </a:lnTo>
                <a:lnTo>
                  <a:pt x="1004775" y="20400"/>
                </a:lnTo>
                <a:lnTo>
                  <a:pt x="1004550" y="20175"/>
                </a:lnTo>
                <a:lnTo>
                  <a:pt x="1004400" y="20175"/>
                </a:lnTo>
                <a:lnTo>
                  <a:pt x="1004250" y="20025"/>
                </a:lnTo>
                <a:lnTo>
                  <a:pt x="1004100" y="19950"/>
                </a:lnTo>
                <a:lnTo>
                  <a:pt x="1004025" y="19950"/>
                </a:lnTo>
                <a:lnTo>
                  <a:pt x="1003725" y="19725"/>
                </a:lnTo>
                <a:lnTo>
                  <a:pt x="1003575" y="19725"/>
                </a:lnTo>
                <a:lnTo>
                  <a:pt x="1003425" y="19575"/>
                </a:lnTo>
                <a:lnTo>
                  <a:pt x="1003275" y="19575"/>
                </a:lnTo>
                <a:lnTo>
                  <a:pt x="1003200" y="19500"/>
                </a:lnTo>
                <a:lnTo>
                  <a:pt x="1003050" y="19500"/>
                </a:lnTo>
                <a:lnTo>
                  <a:pt x="1002975" y="19425"/>
                </a:lnTo>
                <a:lnTo>
                  <a:pt x="1002825" y="19425"/>
                </a:lnTo>
                <a:lnTo>
                  <a:pt x="1002675" y="19275"/>
                </a:lnTo>
                <a:lnTo>
                  <a:pt x="1002450" y="19275"/>
                </a:lnTo>
                <a:lnTo>
                  <a:pt x="1002300" y="19200"/>
                </a:lnTo>
                <a:lnTo>
                  <a:pt x="1002150" y="19200"/>
                </a:lnTo>
                <a:lnTo>
                  <a:pt x="1002075" y="19125"/>
                </a:lnTo>
                <a:lnTo>
                  <a:pt x="1001925" y="19125"/>
                </a:lnTo>
                <a:lnTo>
                  <a:pt x="1001850" y="19050"/>
                </a:lnTo>
                <a:lnTo>
                  <a:pt x="1001625" y="19050"/>
                </a:lnTo>
                <a:lnTo>
                  <a:pt x="1001475" y="18975"/>
                </a:lnTo>
                <a:lnTo>
                  <a:pt x="1001250" y="18975"/>
                </a:lnTo>
                <a:lnTo>
                  <a:pt x="1001100" y="18900"/>
                </a:lnTo>
                <a:lnTo>
                  <a:pt x="1000875" y="18900"/>
                </a:lnTo>
                <a:lnTo>
                  <a:pt x="1000725" y="18825"/>
                </a:lnTo>
                <a:lnTo>
                  <a:pt x="1000050" y="18825"/>
                </a:lnTo>
                <a:lnTo>
                  <a:pt x="999975" y="18750"/>
                </a:lnTo>
                <a:lnTo>
                  <a:pt x="997800" y="18750"/>
                </a:lnTo>
                <a:lnTo>
                  <a:pt x="997575" y="18825"/>
                </a:lnTo>
                <a:lnTo>
                  <a:pt x="996825" y="18825"/>
                </a:lnTo>
                <a:lnTo>
                  <a:pt x="996675" y="18900"/>
                </a:lnTo>
                <a:lnTo>
                  <a:pt x="996300" y="18900"/>
                </a:lnTo>
                <a:lnTo>
                  <a:pt x="996150" y="18975"/>
                </a:lnTo>
                <a:lnTo>
                  <a:pt x="995775" y="18975"/>
                </a:lnTo>
                <a:lnTo>
                  <a:pt x="995625" y="19050"/>
                </a:lnTo>
                <a:lnTo>
                  <a:pt x="995400" y="19050"/>
                </a:lnTo>
                <a:lnTo>
                  <a:pt x="995250" y="19125"/>
                </a:lnTo>
                <a:lnTo>
                  <a:pt x="995100" y="19125"/>
                </a:lnTo>
                <a:lnTo>
                  <a:pt x="994950" y="19200"/>
                </a:lnTo>
                <a:lnTo>
                  <a:pt x="994725" y="19200"/>
                </a:lnTo>
                <a:lnTo>
                  <a:pt x="994425" y="19350"/>
                </a:lnTo>
                <a:lnTo>
                  <a:pt x="994275" y="19350"/>
                </a:lnTo>
                <a:lnTo>
                  <a:pt x="994125" y="19425"/>
                </a:lnTo>
                <a:lnTo>
                  <a:pt x="993975" y="19425"/>
                </a:lnTo>
                <a:lnTo>
                  <a:pt x="993525" y="19650"/>
                </a:lnTo>
                <a:lnTo>
                  <a:pt x="993375" y="19650"/>
                </a:lnTo>
                <a:lnTo>
                  <a:pt x="991875" y="20475"/>
                </a:lnTo>
                <a:lnTo>
                  <a:pt x="991650" y="20625"/>
                </a:lnTo>
                <a:lnTo>
                  <a:pt x="991575" y="20775"/>
                </a:lnTo>
                <a:lnTo>
                  <a:pt x="991425" y="20850"/>
                </a:lnTo>
                <a:lnTo>
                  <a:pt x="991200" y="21075"/>
                </a:lnTo>
                <a:lnTo>
                  <a:pt x="991050" y="21150"/>
                </a:lnTo>
                <a:lnTo>
                  <a:pt x="990750" y="21450"/>
                </a:lnTo>
                <a:lnTo>
                  <a:pt x="990675" y="21600"/>
                </a:lnTo>
                <a:lnTo>
                  <a:pt x="990300" y="21975"/>
                </a:lnTo>
                <a:lnTo>
                  <a:pt x="990150" y="22275"/>
                </a:lnTo>
                <a:lnTo>
                  <a:pt x="990000" y="22425"/>
                </a:lnTo>
                <a:lnTo>
                  <a:pt x="989925" y="22575"/>
                </a:lnTo>
                <a:lnTo>
                  <a:pt x="985050" y="19800"/>
                </a:lnTo>
                <a:lnTo>
                  <a:pt x="985200" y="19650"/>
                </a:lnTo>
                <a:close/>
                <a:moveTo>
                  <a:pt x="1021575" y="14250"/>
                </a:moveTo>
                <a:lnTo>
                  <a:pt x="1043175" y="14250"/>
                </a:lnTo>
                <a:lnTo>
                  <a:pt x="1043250" y="14325"/>
                </a:lnTo>
                <a:lnTo>
                  <a:pt x="1043925" y="14325"/>
                </a:lnTo>
                <a:lnTo>
                  <a:pt x="1044075" y="14400"/>
                </a:lnTo>
                <a:lnTo>
                  <a:pt x="1044600" y="14400"/>
                </a:lnTo>
                <a:lnTo>
                  <a:pt x="1044750" y="14475"/>
                </a:lnTo>
                <a:lnTo>
                  <a:pt x="1044975" y="14475"/>
                </a:lnTo>
                <a:lnTo>
                  <a:pt x="1045200" y="14550"/>
                </a:lnTo>
                <a:lnTo>
                  <a:pt x="1045350" y="14550"/>
                </a:lnTo>
                <a:lnTo>
                  <a:pt x="1045425" y="14625"/>
                </a:lnTo>
                <a:lnTo>
                  <a:pt x="1045650" y="14625"/>
                </a:lnTo>
                <a:lnTo>
                  <a:pt x="1045800" y="14700"/>
                </a:lnTo>
                <a:lnTo>
                  <a:pt x="1046025" y="14700"/>
                </a:lnTo>
                <a:lnTo>
                  <a:pt x="1046025" y="14775"/>
                </a:lnTo>
                <a:lnTo>
                  <a:pt x="1046250" y="14775"/>
                </a:lnTo>
                <a:lnTo>
                  <a:pt x="1046775" y="15000"/>
                </a:lnTo>
                <a:lnTo>
                  <a:pt x="1046850" y="15000"/>
                </a:lnTo>
                <a:lnTo>
                  <a:pt x="1047000" y="15075"/>
                </a:lnTo>
                <a:lnTo>
                  <a:pt x="1047150" y="15075"/>
                </a:lnTo>
                <a:lnTo>
                  <a:pt x="1047225" y="15150"/>
                </a:lnTo>
                <a:lnTo>
                  <a:pt x="1047375" y="15150"/>
                </a:lnTo>
                <a:lnTo>
                  <a:pt x="1047450" y="15225"/>
                </a:lnTo>
                <a:lnTo>
                  <a:pt x="1047525" y="15225"/>
                </a:lnTo>
                <a:lnTo>
                  <a:pt x="1047600" y="15300"/>
                </a:lnTo>
                <a:lnTo>
                  <a:pt x="1047750" y="15375"/>
                </a:lnTo>
                <a:lnTo>
                  <a:pt x="1047825" y="15375"/>
                </a:lnTo>
                <a:lnTo>
                  <a:pt x="1047900" y="15450"/>
                </a:lnTo>
                <a:lnTo>
                  <a:pt x="1047975" y="15450"/>
                </a:lnTo>
                <a:lnTo>
                  <a:pt x="1048275" y="15600"/>
                </a:lnTo>
                <a:lnTo>
                  <a:pt x="1048350" y="15600"/>
                </a:lnTo>
                <a:lnTo>
                  <a:pt x="1048425" y="15675"/>
                </a:lnTo>
                <a:lnTo>
                  <a:pt x="1048500" y="15675"/>
                </a:lnTo>
                <a:lnTo>
                  <a:pt x="1048650" y="15750"/>
                </a:lnTo>
                <a:lnTo>
                  <a:pt x="1048650" y="15825"/>
                </a:lnTo>
                <a:lnTo>
                  <a:pt x="1048800" y="15900"/>
                </a:lnTo>
                <a:lnTo>
                  <a:pt x="1048875" y="15900"/>
                </a:lnTo>
                <a:lnTo>
                  <a:pt x="1048950" y="15975"/>
                </a:lnTo>
                <a:lnTo>
                  <a:pt x="1049025" y="15975"/>
                </a:lnTo>
                <a:lnTo>
                  <a:pt x="1049250" y="16200"/>
                </a:lnTo>
                <a:lnTo>
                  <a:pt x="1049325" y="16200"/>
                </a:lnTo>
                <a:lnTo>
                  <a:pt x="1049550" y="16425"/>
                </a:lnTo>
                <a:lnTo>
                  <a:pt x="1049625" y="16425"/>
                </a:lnTo>
                <a:lnTo>
                  <a:pt x="1049850" y="16650"/>
                </a:lnTo>
                <a:lnTo>
                  <a:pt x="1049925" y="16650"/>
                </a:lnTo>
                <a:lnTo>
                  <a:pt x="1050300" y="17025"/>
                </a:lnTo>
                <a:lnTo>
                  <a:pt x="1050375" y="17025"/>
                </a:lnTo>
                <a:lnTo>
                  <a:pt x="1050600" y="17250"/>
                </a:lnTo>
                <a:lnTo>
                  <a:pt x="1050600" y="17325"/>
                </a:lnTo>
                <a:lnTo>
                  <a:pt x="1050825" y="17550"/>
                </a:lnTo>
                <a:lnTo>
                  <a:pt x="1050900" y="17550"/>
                </a:lnTo>
                <a:lnTo>
                  <a:pt x="1050975" y="17700"/>
                </a:lnTo>
                <a:lnTo>
                  <a:pt x="1051200" y="17925"/>
                </a:lnTo>
                <a:lnTo>
                  <a:pt x="1051200" y="18000"/>
                </a:lnTo>
                <a:lnTo>
                  <a:pt x="1051425" y="18225"/>
                </a:lnTo>
                <a:lnTo>
                  <a:pt x="1051425" y="18300"/>
                </a:lnTo>
                <a:lnTo>
                  <a:pt x="1051500" y="18375"/>
                </a:lnTo>
                <a:lnTo>
                  <a:pt x="1051500" y="18450"/>
                </a:lnTo>
                <a:lnTo>
                  <a:pt x="1051650" y="18600"/>
                </a:lnTo>
                <a:lnTo>
                  <a:pt x="1051650" y="18675"/>
                </a:lnTo>
                <a:lnTo>
                  <a:pt x="1051800" y="18825"/>
                </a:lnTo>
                <a:lnTo>
                  <a:pt x="1051800" y="18900"/>
                </a:lnTo>
                <a:lnTo>
                  <a:pt x="1051875" y="18975"/>
                </a:lnTo>
                <a:lnTo>
                  <a:pt x="1051875" y="19050"/>
                </a:lnTo>
                <a:lnTo>
                  <a:pt x="1052100" y="19500"/>
                </a:lnTo>
                <a:lnTo>
                  <a:pt x="1052100" y="19575"/>
                </a:lnTo>
                <a:lnTo>
                  <a:pt x="1052250" y="19800"/>
                </a:lnTo>
                <a:lnTo>
                  <a:pt x="1052250" y="19950"/>
                </a:lnTo>
                <a:lnTo>
                  <a:pt x="1052325" y="20025"/>
                </a:lnTo>
                <a:lnTo>
                  <a:pt x="1052325" y="20175"/>
                </a:lnTo>
                <a:lnTo>
                  <a:pt x="1052400" y="20325"/>
                </a:lnTo>
                <a:lnTo>
                  <a:pt x="1052400" y="20400"/>
                </a:lnTo>
                <a:lnTo>
                  <a:pt x="1052475" y="20475"/>
                </a:lnTo>
                <a:lnTo>
                  <a:pt x="1052475" y="20700"/>
                </a:lnTo>
                <a:lnTo>
                  <a:pt x="1052550" y="20850"/>
                </a:lnTo>
                <a:lnTo>
                  <a:pt x="1052550" y="21150"/>
                </a:lnTo>
                <a:lnTo>
                  <a:pt x="1052625" y="21225"/>
                </a:lnTo>
                <a:lnTo>
                  <a:pt x="1052625" y="21900"/>
                </a:lnTo>
                <a:lnTo>
                  <a:pt x="1052700" y="21900"/>
                </a:lnTo>
                <a:lnTo>
                  <a:pt x="1052700" y="22725"/>
                </a:lnTo>
                <a:lnTo>
                  <a:pt x="1052625" y="22800"/>
                </a:lnTo>
                <a:lnTo>
                  <a:pt x="1052625" y="23400"/>
                </a:lnTo>
                <a:lnTo>
                  <a:pt x="1052550" y="23475"/>
                </a:lnTo>
                <a:lnTo>
                  <a:pt x="1052550" y="23850"/>
                </a:lnTo>
                <a:lnTo>
                  <a:pt x="1052475" y="23925"/>
                </a:lnTo>
                <a:lnTo>
                  <a:pt x="1052475" y="24150"/>
                </a:lnTo>
                <a:lnTo>
                  <a:pt x="1052400" y="24300"/>
                </a:lnTo>
                <a:lnTo>
                  <a:pt x="1052400" y="24450"/>
                </a:lnTo>
                <a:lnTo>
                  <a:pt x="1052325" y="24525"/>
                </a:lnTo>
                <a:lnTo>
                  <a:pt x="1052325" y="24675"/>
                </a:lnTo>
                <a:lnTo>
                  <a:pt x="1052250" y="24825"/>
                </a:lnTo>
                <a:lnTo>
                  <a:pt x="1052250" y="24900"/>
                </a:lnTo>
                <a:lnTo>
                  <a:pt x="1052175" y="24975"/>
                </a:lnTo>
                <a:lnTo>
                  <a:pt x="1052175" y="25125"/>
                </a:lnTo>
                <a:lnTo>
                  <a:pt x="1052100" y="25200"/>
                </a:lnTo>
                <a:lnTo>
                  <a:pt x="1052100" y="25350"/>
                </a:lnTo>
                <a:lnTo>
                  <a:pt x="1052025" y="25350"/>
                </a:lnTo>
                <a:lnTo>
                  <a:pt x="1052025" y="25500"/>
                </a:lnTo>
                <a:lnTo>
                  <a:pt x="1051950" y="25500"/>
                </a:lnTo>
                <a:lnTo>
                  <a:pt x="1051950" y="25725"/>
                </a:lnTo>
                <a:lnTo>
                  <a:pt x="1051800" y="25875"/>
                </a:lnTo>
                <a:lnTo>
                  <a:pt x="1051800" y="26025"/>
                </a:lnTo>
                <a:lnTo>
                  <a:pt x="1051725" y="26025"/>
                </a:lnTo>
                <a:lnTo>
                  <a:pt x="1051725" y="26175"/>
                </a:lnTo>
                <a:lnTo>
                  <a:pt x="1051650" y="26175"/>
                </a:lnTo>
                <a:lnTo>
                  <a:pt x="1051575" y="26325"/>
                </a:lnTo>
                <a:lnTo>
                  <a:pt x="1051575" y="26400"/>
                </a:lnTo>
                <a:lnTo>
                  <a:pt x="1051425" y="26625"/>
                </a:lnTo>
                <a:lnTo>
                  <a:pt x="1051425" y="26700"/>
                </a:lnTo>
                <a:lnTo>
                  <a:pt x="1051275" y="26850"/>
                </a:lnTo>
                <a:lnTo>
                  <a:pt x="1051125" y="27150"/>
                </a:lnTo>
                <a:lnTo>
                  <a:pt x="1050750" y="27600"/>
                </a:lnTo>
                <a:lnTo>
                  <a:pt x="1050750" y="27675"/>
                </a:lnTo>
                <a:lnTo>
                  <a:pt x="1050675" y="27750"/>
                </a:lnTo>
                <a:lnTo>
                  <a:pt x="1050675" y="27825"/>
                </a:lnTo>
                <a:lnTo>
                  <a:pt x="1050525" y="27900"/>
                </a:lnTo>
                <a:lnTo>
                  <a:pt x="1050525" y="27975"/>
                </a:lnTo>
                <a:lnTo>
                  <a:pt x="1050300" y="28200"/>
                </a:lnTo>
                <a:lnTo>
                  <a:pt x="1050300" y="28275"/>
                </a:lnTo>
                <a:lnTo>
                  <a:pt x="1050150" y="28350"/>
                </a:lnTo>
                <a:lnTo>
                  <a:pt x="1050150" y="28425"/>
                </a:lnTo>
                <a:lnTo>
                  <a:pt x="1050000" y="28500"/>
                </a:lnTo>
                <a:lnTo>
                  <a:pt x="1050000" y="28575"/>
                </a:lnTo>
                <a:lnTo>
                  <a:pt x="1049325" y="29250"/>
                </a:lnTo>
                <a:lnTo>
                  <a:pt x="1049250" y="29250"/>
                </a:lnTo>
                <a:lnTo>
                  <a:pt x="1049175" y="29400"/>
                </a:lnTo>
                <a:lnTo>
                  <a:pt x="1049100" y="29400"/>
                </a:lnTo>
                <a:lnTo>
                  <a:pt x="1049025" y="29550"/>
                </a:lnTo>
                <a:lnTo>
                  <a:pt x="1048950" y="29550"/>
                </a:lnTo>
                <a:lnTo>
                  <a:pt x="1048875" y="29700"/>
                </a:lnTo>
                <a:lnTo>
                  <a:pt x="1048800" y="29700"/>
                </a:lnTo>
                <a:lnTo>
                  <a:pt x="1048650" y="29850"/>
                </a:lnTo>
                <a:lnTo>
                  <a:pt x="1048500" y="29925"/>
                </a:lnTo>
                <a:lnTo>
                  <a:pt x="1048500" y="30000"/>
                </a:lnTo>
                <a:lnTo>
                  <a:pt x="1048350" y="30075"/>
                </a:lnTo>
                <a:lnTo>
                  <a:pt x="1048350" y="30150"/>
                </a:lnTo>
                <a:lnTo>
                  <a:pt x="1048200" y="30225"/>
                </a:lnTo>
                <a:lnTo>
                  <a:pt x="1048125" y="30225"/>
                </a:lnTo>
                <a:lnTo>
                  <a:pt x="1047825" y="30525"/>
                </a:lnTo>
                <a:lnTo>
                  <a:pt x="1047450" y="30750"/>
                </a:lnTo>
                <a:lnTo>
                  <a:pt x="1047300" y="30900"/>
                </a:lnTo>
                <a:lnTo>
                  <a:pt x="1047225" y="30900"/>
                </a:lnTo>
                <a:lnTo>
                  <a:pt x="1047075" y="30975"/>
                </a:lnTo>
                <a:lnTo>
                  <a:pt x="1047075" y="31050"/>
                </a:lnTo>
                <a:lnTo>
                  <a:pt x="1046925" y="31125"/>
                </a:lnTo>
                <a:lnTo>
                  <a:pt x="1046850" y="31125"/>
                </a:lnTo>
                <a:lnTo>
                  <a:pt x="1046700" y="31275"/>
                </a:lnTo>
                <a:lnTo>
                  <a:pt x="1046475" y="31350"/>
                </a:lnTo>
                <a:lnTo>
                  <a:pt x="1046475" y="31425"/>
                </a:lnTo>
                <a:lnTo>
                  <a:pt x="1046775" y="31575"/>
                </a:lnTo>
                <a:lnTo>
                  <a:pt x="1046850" y="31575"/>
                </a:lnTo>
                <a:lnTo>
                  <a:pt x="1047000" y="31725"/>
                </a:lnTo>
                <a:lnTo>
                  <a:pt x="1047150" y="31800"/>
                </a:lnTo>
                <a:lnTo>
                  <a:pt x="1047225" y="31800"/>
                </a:lnTo>
                <a:lnTo>
                  <a:pt x="1047375" y="31950"/>
                </a:lnTo>
                <a:lnTo>
                  <a:pt x="1047525" y="32025"/>
                </a:lnTo>
                <a:lnTo>
                  <a:pt x="1047600" y="32025"/>
                </a:lnTo>
                <a:lnTo>
                  <a:pt x="1048050" y="32400"/>
                </a:lnTo>
                <a:lnTo>
                  <a:pt x="1048125" y="32400"/>
                </a:lnTo>
                <a:lnTo>
                  <a:pt x="1048275" y="32475"/>
                </a:lnTo>
                <a:lnTo>
                  <a:pt x="1048425" y="32625"/>
                </a:lnTo>
                <a:lnTo>
                  <a:pt x="1048800" y="32850"/>
                </a:lnTo>
                <a:lnTo>
                  <a:pt x="1048950" y="33000"/>
                </a:lnTo>
                <a:lnTo>
                  <a:pt x="1049100" y="33075"/>
                </a:lnTo>
                <a:lnTo>
                  <a:pt x="1049400" y="33375"/>
                </a:lnTo>
                <a:lnTo>
                  <a:pt x="1049550" y="33450"/>
                </a:lnTo>
                <a:lnTo>
                  <a:pt x="1049700" y="33600"/>
                </a:lnTo>
                <a:lnTo>
                  <a:pt x="1049775" y="33600"/>
                </a:lnTo>
                <a:lnTo>
                  <a:pt x="1049850" y="33750"/>
                </a:lnTo>
                <a:lnTo>
                  <a:pt x="1049925" y="33750"/>
                </a:lnTo>
                <a:lnTo>
                  <a:pt x="1050150" y="33975"/>
                </a:lnTo>
                <a:lnTo>
                  <a:pt x="1050150" y="34050"/>
                </a:lnTo>
                <a:lnTo>
                  <a:pt x="1050300" y="34125"/>
                </a:lnTo>
                <a:lnTo>
                  <a:pt x="1050600" y="34425"/>
                </a:lnTo>
                <a:lnTo>
                  <a:pt x="1050750" y="34500"/>
                </a:lnTo>
                <a:lnTo>
                  <a:pt x="1050750" y="34575"/>
                </a:lnTo>
                <a:lnTo>
                  <a:pt x="1050975" y="34800"/>
                </a:lnTo>
                <a:lnTo>
                  <a:pt x="1050975" y="34875"/>
                </a:lnTo>
                <a:lnTo>
                  <a:pt x="1051125" y="34950"/>
                </a:lnTo>
                <a:lnTo>
                  <a:pt x="1051200" y="35100"/>
                </a:lnTo>
                <a:lnTo>
                  <a:pt x="1051275" y="35100"/>
                </a:lnTo>
                <a:lnTo>
                  <a:pt x="1051350" y="35250"/>
                </a:lnTo>
                <a:lnTo>
                  <a:pt x="1051500" y="35400"/>
                </a:lnTo>
                <a:lnTo>
                  <a:pt x="1051575" y="35550"/>
                </a:lnTo>
                <a:lnTo>
                  <a:pt x="1051950" y="36000"/>
                </a:lnTo>
                <a:lnTo>
                  <a:pt x="1052100" y="36300"/>
                </a:lnTo>
                <a:lnTo>
                  <a:pt x="1052175" y="36300"/>
                </a:lnTo>
                <a:lnTo>
                  <a:pt x="1052400" y="36750"/>
                </a:lnTo>
                <a:lnTo>
                  <a:pt x="1052475" y="36750"/>
                </a:lnTo>
                <a:lnTo>
                  <a:pt x="1052925" y="37650"/>
                </a:lnTo>
                <a:lnTo>
                  <a:pt x="1053000" y="37725"/>
                </a:lnTo>
                <a:lnTo>
                  <a:pt x="1053000" y="37800"/>
                </a:lnTo>
                <a:lnTo>
                  <a:pt x="1053075" y="37875"/>
                </a:lnTo>
                <a:lnTo>
                  <a:pt x="1053075" y="37950"/>
                </a:lnTo>
                <a:lnTo>
                  <a:pt x="1053150" y="38025"/>
                </a:lnTo>
                <a:lnTo>
                  <a:pt x="1053150" y="38100"/>
                </a:lnTo>
                <a:lnTo>
                  <a:pt x="1053225" y="38175"/>
                </a:lnTo>
                <a:lnTo>
                  <a:pt x="1053225" y="38325"/>
                </a:lnTo>
                <a:lnTo>
                  <a:pt x="1053525" y="38925"/>
                </a:lnTo>
                <a:lnTo>
                  <a:pt x="1053525" y="39150"/>
                </a:lnTo>
                <a:lnTo>
                  <a:pt x="1053600" y="39225"/>
                </a:lnTo>
                <a:lnTo>
                  <a:pt x="1053600" y="39300"/>
                </a:lnTo>
                <a:lnTo>
                  <a:pt x="1053675" y="39450"/>
                </a:lnTo>
                <a:lnTo>
                  <a:pt x="1053675" y="39600"/>
                </a:lnTo>
                <a:lnTo>
                  <a:pt x="1053750" y="39750"/>
                </a:lnTo>
                <a:lnTo>
                  <a:pt x="1053750" y="39975"/>
                </a:lnTo>
                <a:lnTo>
                  <a:pt x="1053825" y="40050"/>
                </a:lnTo>
                <a:lnTo>
                  <a:pt x="1053825" y="40275"/>
                </a:lnTo>
                <a:lnTo>
                  <a:pt x="1053900" y="40425"/>
                </a:lnTo>
                <a:lnTo>
                  <a:pt x="1053900" y="40575"/>
                </a:lnTo>
                <a:lnTo>
                  <a:pt x="1053975" y="40725"/>
                </a:lnTo>
                <a:lnTo>
                  <a:pt x="1053975" y="41250"/>
                </a:lnTo>
                <a:lnTo>
                  <a:pt x="1054050" y="41400"/>
                </a:lnTo>
                <a:lnTo>
                  <a:pt x="1054050" y="42900"/>
                </a:lnTo>
                <a:lnTo>
                  <a:pt x="1053975" y="43050"/>
                </a:lnTo>
                <a:lnTo>
                  <a:pt x="1053975" y="43575"/>
                </a:lnTo>
                <a:lnTo>
                  <a:pt x="1053900" y="43725"/>
                </a:lnTo>
                <a:lnTo>
                  <a:pt x="1053900" y="44025"/>
                </a:lnTo>
                <a:lnTo>
                  <a:pt x="1053825" y="44100"/>
                </a:lnTo>
                <a:lnTo>
                  <a:pt x="1053825" y="44325"/>
                </a:lnTo>
                <a:lnTo>
                  <a:pt x="1053750" y="44400"/>
                </a:lnTo>
                <a:lnTo>
                  <a:pt x="1053750" y="44625"/>
                </a:lnTo>
                <a:lnTo>
                  <a:pt x="1053675" y="44700"/>
                </a:lnTo>
                <a:lnTo>
                  <a:pt x="1053675" y="44850"/>
                </a:lnTo>
                <a:lnTo>
                  <a:pt x="1053600" y="45000"/>
                </a:lnTo>
                <a:lnTo>
                  <a:pt x="1053600" y="45150"/>
                </a:lnTo>
                <a:lnTo>
                  <a:pt x="1053525" y="45150"/>
                </a:lnTo>
                <a:lnTo>
                  <a:pt x="1053525" y="45300"/>
                </a:lnTo>
                <a:lnTo>
                  <a:pt x="1053450" y="45450"/>
                </a:lnTo>
                <a:lnTo>
                  <a:pt x="1053450" y="45525"/>
                </a:lnTo>
                <a:lnTo>
                  <a:pt x="1053375" y="45600"/>
                </a:lnTo>
                <a:lnTo>
                  <a:pt x="1053375" y="45675"/>
                </a:lnTo>
                <a:lnTo>
                  <a:pt x="1053225" y="45900"/>
                </a:lnTo>
                <a:lnTo>
                  <a:pt x="1053225" y="46050"/>
                </a:lnTo>
                <a:lnTo>
                  <a:pt x="1053150" y="46125"/>
                </a:lnTo>
                <a:lnTo>
                  <a:pt x="1053150" y="46200"/>
                </a:lnTo>
                <a:lnTo>
                  <a:pt x="1053075" y="46275"/>
                </a:lnTo>
                <a:lnTo>
                  <a:pt x="1053075" y="46350"/>
                </a:lnTo>
                <a:lnTo>
                  <a:pt x="1053000" y="46425"/>
                </a:lnTo>
                <a:lnTo>
                  <a:pt x="1053000" y="46500"/>
                </a:lnTo>
                <a:lnTo>
                  <a:pt x="1052850" y="46650"/>
                </a:lnTo>
                <a:lnTo>
                  <a:pt x="1052850" y="46725"/>
                </a:lnTo>
                <a:lnTo>
                  <a:pt x="1052775" y="46800"/>
                </a:lnTo>
                <a:lnTo>
                  <a:pt x="1052775" y="46875"/>
                </a:lnTo>
                <a:lnTo>
                  <a:pt x="1052700" y="46950"/>
                </a:lnTo>
                <a:lnTo>
                  <a:pt x="1052700" y="47025"/>
                </a:lnTo>
                <a:lnTo>
                  <a:pt x="1052625" y="47100"/>
                </a:lnTo>
                <a:lnTo>
                  <a:pt x="1052625" y="47175"/>
                </a:lnTo>
                <a:lnTo>
                  <a:pt x="1052550" y="47250"/>
                </a:lnTo>
                <a:lnTo>
                  <a:pt x="1052475" y="47250"/>
                </a:lnTo>
                <a:lnTo>
                  <a:pt x="1052475" y="47400"/>
                </a:lnTo>
                <a:lnTo>
                  <a:pt x="1052400" y="47400"/>
                </a:lnTo>
                <a:lnTo>
                  <a:pt x="1052250" y="47700"/>
                </a:lnTo>
                <a:lnTo>
                  <a:pt x="1052175" y="47700"/>
                </a:lnTo>
                <a:lnTo>
                  <a:pt x="1052100" y="47775"/>
                </a:lnTo>
                <a:lnTo>
                  <a:pt x="1052100" y="47850"/>
                </a:lnTo>
                <a:lnTo>
                  <a:pt x="1052025" y="47925"/>
                </a:lnTo>
                <a:lnTo>
                  <a:pt x="1052025" y="48000"/>
                </a:lnTo>
                <a:lnTo>
                  <a:pt x="1051800" y="48225"/>
                </a:lnTo>
                <a:lnTo>
                  <a:pt x="1051725" y="48375"/>
                </a:lnTo>
                <a:lnTo>
                  <a:pt x="1051650" y="48375"/>
                </a:lnTo>
                <a:lnTo>
                  <a:pt x="1051575" y="48450"/>
                </a:lnTo>
                <a:lnTo>
                  <a:pt x="1051575" y="48525"/>
                </a:lnTo>
                <a:lnTo>
                  <a:pt x="1051425" y="48600"/>
                </a:lnTo>
                <a:lnTo>
                  <a:pt x="1051425" y="48675"/>
                </a:lnTo>
                <a:lnTo>
                  <a:pt x="1051350" y="48750"/>
                </a:lnTo>
                <a:lnTo>
                  <a:pt x="1051275" y="48750"/>
                </a:lnTo>
                <a:lnTo>
                  <a:pt x="1051200" y="48825"/>
                </a:lnTo>
                <a:lnTo>
                  <a:pt x="1051200" y="48900"/>
                </a:lnTo>
                <a:lnTo>
                  <a:pt x="1051050" y="48975"/>
                </a:lnTo>
                <a:lnTo>
                  <a:pt x="1051050" y="49050"/>
                </a:lnTo>
                <a:lnTo>
                  <a:pt x="1050975" y="49125"/>
                </a:lnTo>
                <a:lnTo>
                  <a:pt x="1050900" y="49125"/>
                </a:lnTo>
                <a:lnTo>
                  <a:pt x="1050675" y="49350"/>
                </a:lnTo>
                <a:lnTo>
                  <a:pt x="1050525" y="49425"/>
                </a:lnTo>
                <a:lnTo>
                  <a:pt x="1050525" y="49500"/>
                </a:lnTo>
                <a:lnTo>
                  <a:pt x="1050375" y="49575"/>
                </a:lnTo>
                <a:lnTo>
                  <a:pt x="1050150" y="49800"/>
                </a:lnTo>
                <a:lnTo>
                  <a:pt x="1050075" y="49800"/>
                </a:lnTo>
                <a:lnTo>
                  <a:pt x="1049850" y="50025"/>
                </a:lnTo>
                <a:lnTo>
                  <a:pt x="1049775" y="50025"/>
                </a:lnTo>
                <a:lnTo>
                  <a:pt x="1049625" y="50100"/>
                </a:lnTo>
                <a:lnTo>
                  <a:pt x="1049625" y="50175"/>
                </a:lnTo>
                <a:lnTo>
                  <a:pt x="1049175" y="50400"/>
                </a:lnTo>
                <a:lnTo>
                  <a:pt x="1049175" y="50475"/>
                </a:lnTo>
                <a:lnTo>
                  <a:pt x="1048875" y="50625"/>
                </a:lnTo>
                <a:lnTo>
                  <a:pt x="1048800" y="50625"/>
                </a:lnTo>
                <a:lnTo>
                  <a:pt x="1048725" y="50700"/>
                </a:lnTo>
                <a:lnTo>
                  <a:pt x="1048650" y="50700"/>
                </a:lnTo>
                <a:lnTo>
                  <a:pt x="1048500" y="50775"/>
                </a:lnTo>
                <a:lnTo>
                  <a:pt x="1048500" y="50850"/>
                </a:lnTo>
                <a:lnTo>
                  <a:pt x="1048200" y="51000"/>
                </a:lnTo>
                <a:lnTo>
                  <a:pt x="1048125" y="51000"/>
                </a:lnTo>
                <a:lnTo>
                  <a:pt x="1047675" y="51225"/>
                </a:lnTo>
                <a:lnTo>
                  <a:pt x="1047600" y="51225"/>
                </a:lnTo>
                <a:lnTo>
                  <a:pt x="1046550" y="51675"/>
                </a:lnTo>
                <a:lnTo>
                  <a:pt x="1046325" y="51675"/>
                </a:lnTo>
                <a:lnTo>
                  <a:pt x="1046325" y="51750"/>
                </a:lnTo>
                <a:lnTo>
                  <a:pt x="1046100" y="51750"/>
                </a:lnTo>
                <a:lnTo>
                  <a:pt x="1045575" y="51975"/>
                </a:lnTo>
                <a:lnTo>
                  <a:pt x="1045275" y="51975"/>
                </a:lnTo>
                <a:lnTo>
                  <a:pt x="1045125" y="52050"/>
                </a:lnTo>
                <a:lnTo>
                  <a:pt x="1044975" y="52050"/>
                </a:lnTo>
                <a:lnTo>
                  <a:pt x="1044900" y="52125"/>
                </a:lnTo>
                <a:lnTo>
                  <a:pt x="1044675" y="52125"/>
                </a:lnTo>
                <a:lnTo>
                  <a:pt x="1044525" y="52200"/>
                </a:lnTo>
                <a:lnTo>
                  <a:pt x="1044300" y="52200"/>
                </a:lnTo>
                <a:lnTo>
                  <a:pt x="1044075" y="52275"/>
                </a:lnTo>
                <a:lnTo>
                  <a:pt x="1043850" y="52275"/>
                </a:lnTo>
                <a:lnTo>
                  <a:pt x="1043700" y="52350"/>
                </a:lnTo>
                <a:lnTo>
                  <a:pt x="1043175" y="52350"/>
                </a:lnTo>
                <a:lnTo>
                  <a:pt x="1043025" y="52425"/>
                </a:lnTo>
                <a:lnTo>
                  <a:pt x="1042275" y="52425"/>
                </a:lnTo>
                <a:lnTo>
                  <a:pt x="1042125" y="52500"/>
                </a:lnTo>
                <a:lnTo>
                  <a:pt x="1039725" y="52500"/>
                </a:lnTo>
                <a:lnTo>
                  <a:pt x="1039425" y="52425"/>
                </a:lnTo>
                <a:lnTo>
                  <a:pt x="1038825" y="52425"/>
                </a:lnTo>
                <a:lnTo>
                  <a:pt x="1038600" y="52350"/>
                </a:lnTo>
                <a:lnTo>
                  <a:pt x="1038225" y="52350"/>
                </a:lnTo>
                <a:lnTo>
                  <a:pt x="1038000" y="52275"/>
                </a:lnTo>
                <a:lnTo>
                  <a:pt x="1037700" y="52275"/>
                </a:lnTo>
                <a:lnTo>
                  <a:pt x="1036950" y="52050"/>
                </a:lnTo>
                <a:lnTo>
                  <a:pt x="1036650" y="52050"/>
                </a:lnTo>
                <a:lnTo>
                  <a:pt x="1036425" y="51900"/>
                </a:lnTo>
                <a:lnTo>
                  <a:pt x="1036050" y="51825"/>
                </a:lnTo>
                <a:lnTo>
                  <a:pt x="1035900" y="51750"/>
                </a:lnTo>
                <a:lnTo>
                  <a:pt x="1035600" y="51675"/>
                </a:lnTo>
                <a:lnTo>
                  <a:pt x="1035375" y="51525"/>
                </a:lnTo>
                <a:lnTo>
                  <a:pt x="1035075" y="51450"/>
                </a:lnTo>
                <a:lnTo>
                  <a:pt x="1035000" y="51375"/>
                </a:lnTo>
                <a:lnTo>
                  <a:pt x="1034625" y="51225"/>
                </a:lnTo>
                <a:lnTo>
                  <a:pt x="1034325" y="51000"/>
                </a:lnTo>
                <a:lnTo>
                  <a:pt x="1034100" y="50925"/>
                </a:lnTo>
                <a:lnTo>
                  <a:pt x="1034100" y="50850"/>
                </a:lnTo>
                <a:lnTo>
                  <a:pt x="1033800" y="50775"/>
                </a:lnTo>
                <a:lnTo>
                  <a:pt x="1033650" y="50625"/>
                </a:lnTo>
                <a:lnTo>
                  <a:pt x="1033575" y="50625"/>
                </a:lnTo>
                <a:lnTo>
                  <a:pt x="1033425" y="50475"/>
                </a:lnTo>
                <a:lnTo>
                  <a:pt x="1033425" y="50400"/>
                </a:lnTo>
                <a:lnTo>
                  <a:pt x="1033200" y="50325"/>
                </a:lnTo>
                <a:lnTo>
                  <a:pt x="1033200" y="50250"/>
                </a:lnTo>
                <a:lnTo>
                  <a:pt x="1033050" y="50175"/>
                </a:lnTo>
                <a:lnTo>
                  <a:pt x="1032825" y="49950"/>
                </a:lnTo>
                <a:lnTo>
                  <a:pt x="1032750" y="49950"/>
                </a:lnTo>
                <a:lnTo>
                  <a:pt x="1031625" y="48825"/>
                </a:lnTo>
                <a:lnTo>
                  <a:pt x="1035975" y="45450"/>
                </a:lnTo>
                <a:lnTo>
                  <a:pt x="1036425" y="45900"/>
                </a:lnTo>
                <a:lnTo>
                  <a:pt x="1036575" y="45975"/>
                </a:lnTo>
                <a:lnTo>
                  <a:pt x="1036725" y="46200"/>
                </a:lnTo>
                <a:lnTo>
                  <a:pt x="1036875" y="46275"/>
                </a:lnTo>
                <a:lnTo>
                  <a:pt x="1037025" y="46425"/>
                </a:lnTo>
                <a:lnTo>
                  <a:pt x="1037175" y="46500"/>
                </a:lnTo>
                <a:lnTo>
                  <a:pt x="1037250" y="46500"/>
                </a:lnTo>
                <a:lnTo>
                  <a:pt x="1037550" y="46725"/>
                </a:lnTo>
                <a:lnTo>
                  <a:pt x="1037850" y="46800"/>
                </a:lnTo>
                <a:lnTo>
                  <a:pt x="1037925" y="46875"/>
                </a:lnTo>
                <a:lnTo>
                  <a:pt x="1038075" y="46875"/>
                </a:lnTo>
                <a:lnTo>
                  <a:pt x="1038150" y="46950"/>
                </a:lnTo>
                <a:lnTo>
                  <a:pt x="1038300" y="46950"/>
                </a:lnTo>
                <a:lnTo>
                  <a:pt x="1038375" y="47025"/>
                </a:lnTo>
                <a:lnTo>
                  <a:pt x="1038525" y="47025"/>
                </a:lnTo>
                <a:lnTo>
                  <a:pt x="1038675" y="47100"/>
                </a:lnTo>
                <a:lnTo>
                  <a:pt x="1038975" y="47100"/>
                </a:lnTo>
                <a:lnTo>
                  <a:pt x="1039125" y="47175"/>
                </a:lnTo>
                <a:lnTo>
                  <a:pt x="1039650" y="47175"/>
                </a:lnTo>
                <a:lnTo>
                  <a:pt x="1039875" y="47250"/>
                </a:lnTo>
                <a:lnTo>
                  <a:pt x="1041900" y="47250"/>
                </a:lnTo>
                <a:lnTo>
                  <a:pt x="1042050" y="47175"/>
                </a:lnTo>
                <a:lnTo>
                  <a:pt x="1042650" y="47175"/>
                </a:lnTo>
                <a:lnTo>
                  <a:pt x="1042800" y="47100"/>
                </a:lnTo>
                <a:lnTo>
                  <a:pt x="1043100" y="47100"/>
                </a:lnTo>
                <a:lnTo>
                  <a:pt x="1043175" y="47025"/>
                </a:lnTo>
                <a:lnTo>
                  <a:pt x="1043475" y="47025"/>
                </a:lnTo>
                <a:lnTo>
                  <a:pt x="1043625" y="46950"/>
                </a:lnTo>
                <a:lnTo>
                  <a:pt x="1043850" y="46950"/>
                </a:lnTo>
                <a:lnTo>
                  <a:pt x="1044225" y="46800"/>
                </a:lnTo>
                <a:lnTo>
                  <a:pt x="1044375" y="46800"/>
                </a:lnTo>
                <a:lnTo>
                  <a:pt x="1044450" y="46725"/>
                </a:lnTo>
                <a:lnTo>
                  <a:pt x="1044600" y="46725"/>
                </a:lnTo>
                <a:lnTo>
                  <a:pt x="1044675" y="46650"/>
                </a:lnTo>
                <a:lnTo>
                  <a:pt x="1044825" y="46650"/>
                </a:lnTo>
                <a:lnTo>
                  <a:pt x="1044900" y="46575"/>
                </a:lnTo>
                <a:lnTo>
                  <a:pt x="1045200" y="46500"/>
                </a:lnTo>
                <a:lnTo>
                  <a:pt x="1045275" y="46425"/>
                </a:lnTo>
                <a:lnTo>
                  <a:pt x="1045425" y="46350"/>
                </a:lnTo>
                <a:lnTo>
                  <a:pt x="1045500" y="46350"/>
                </a:lnTo>
                <a:lnTo>
                  <a:pt x="1045575" y="46275"/>
                </a:lnTo>
                <a:lnTo>
                  <a:pt x="1045725" y="46275"/>
                </a:lnTo>
                <a:lnTo>
                  <a:pt x="1045875" y="46125"/>
                </a:lnTo>
                <a:lnTo>
                  <a:pt x="1045950" y="46125"/>
                </a:lnTo>
                <a:lnTo>
                  <a:pt x="1046100" y="45975"/>
                </a:lnTo>
                <a:lnTo>
                  <a:pt x="1046175" y="45975"/>
                </a:lnTo>
                <a:lnTo>
                  <a:pt x="1046325" y="45825"/>
                </a:lnTo>
                <a:lnTo>
                  <a:pt x="1046400" y="45825"/>
                </a:lnTo>
                <a:lnTo>
                  <a:pt x="1046625" y="45600"/>
                </a:lnTo>
                <a:lnTo>
                  <a:pt x="1046700" y="45600"/>
                </a:lnTo>
                <a:lnTo>
                  <a:pt x="1046925" y="45375"/>
                </a:lnTo>
                <a:lnTo>
                  <a:pt x="1047000" y="45375"/>
                </a:lnTo>
                <a:lnTo>
                  <a:pt x="1047000" y="45300"/>
                </a:lnTo>
                <a:lnTo>
                  <a:pt x="1047450" y="44850"/>
                </a:lnTo>
                <a:lnTo>
                  <a:pt x="1047450" y="44775"/>
                </a:lnTo>
                <a:lnTo>
                  <a:pt x="1047675" y="44550"/>
                </a:lnTo>
                <a:lnTo>
                  <a:pt x="1047675" y="44475"/>
                </a:lnTo>
                <a:lnTo>
                  <a:pt x="1047750" y="44400"/>
                </a:lnTo>
                <a:lnTo>
                  <a:pt x="1047750" y="44325"/>
                </a:lnTo>
                <a:lnTo>
                  <a:pt x="1047825" y="44250"/>
                </a:lnTo>
                <a:lnTo>
                  <a:pt x="1047825" y="44175"/>
                </a:lnTo>
                <a:lnTo>
                  <a:pt x="1047900" y="44175"/>
                </a:lnTo>
                <a:lnTo>
                  <a:pt x="1047900" y="44100"/>
                </a:lnTo>
                <a:lnTo>
                  <a:pt x="1048050" y="43875"/>
                </a:lnTo>
                <a:lnTo>
                  <a:pt x="1048050" y="43725"/>
                </a:lnTo>
                <a:lnTo>
                  <a:pt x="1048125" y="43650"/>
                </a:lnTo>
                <a:lnTo>
                  <a:pt x="1048125" y="43500"/>
                </a:lnTo>
                <a:lnTo>
                  <a:pt x="1048200" y="43425"/>
                </a:lnTo>
                <a:lnTo>
                  <a:pt x="1048200" y="43200"/>
                </a:lnTo>
                <a:lnTo>
                  <a:pt x="1048275" y="43125"/>
                </a:lnTo>
                <a:lnTo>
                  <a:pt x="1048275" y="42825"/>
                </a:lnTo>
                <a:lnTo>
                  <a:pt x="1048350" y="42750"/>
                </a:lnTo>
                <a:lnTo>
                  <a:pt x="1048350" y="41625"/>
                </a:lnTo>
                <a:lnTo>
                  <a:pt x="1048275" y="41550"/>
                </a:lnTo>
                <a:lnTo>
                  <a:pt x="1048275" y="41250"/>
                </a:lnTo>
                <a:lnTo>
                  <a:pt x="1048200" y="41175"/>
                </a:lnTo>
                <a:lnTo>
                  <a:pt x="1048200" y="40875"/>
                </a:lnTo>
                <a:lnTo>
                  <a:pt x="1048125" y="40800"/>
                </a:lnTo>
                <a:lnTo>
                  <a:pt x="1048125" y="40650"/>
                </a:lnTo>
                <a:lnTo>
                  <a:pt x="1048050" y="40575"/>
                </a:lnTo>
                <a:lnTo>
                  <a:pt x="1047975" y="40275"/>
                </a:lnTo>
                <a:lnTo>
                  <a:pt x="1047825" y="40050"/>
                </a:lnTo>
                <a:lnTo>
                  <a:pt x="1047750" y="39750"/>
                </a:lnTo>
                <a:lnTo>
                  <a:pt x="1047600" y="39600"/>
                </a:lnTo>
                <a:lnTo>
                  <a:pt x="1047600" y="39525"/>
                </a:lnTo>
                <a:lnTo>
                  <a:pt x="1047525" y="39450"/>
                </a:lnTo>
                <a:lnTo>
                  <a:pt x="1047450" y="39300"/>
                </a:lnTo>
                <a:lnTo>
                  <a:pt x="1047450" y="39225"/>
                </a:lnTo>
                <a:lnTo>
                  <a:pt x="1047225" y="39000"/>
                </a:lnTo>
                <a:lnTo>
                  <a:pt x="1047225" y="38925"/>
                </a:lnTo>
                <a:lnTo>
                  <a:pt x="1047075" y="38700"/>
                </a:lnTo>
                <a:lnTo>
                  <a:pt x="1046700" y="38325"/>
                </a:lnTo>
                <a:lnTo>
                  <a:pt x="1046625" y="38175"/>
                </a:lnTo>
                <a:lnTo>
                  <a:pt x="1046325" y="37875"/>
                </a:lnTo>
                <a:lnTo>
                  <a:pt x="1046175" y="37800"/>
                </a:lnTo>
                <a:lnTo>
                  <a:pt x="1046025" y="37650"/>
                </a:lnTo>
                <a:lnTo>
                  <a:pt x="1045875" y="37425"/>
                </a:lnTo>
                <a:lnTo>
                  <a:pt x="1044750" y="36675"/>
                </a:lnTo>
                <a:lnTo>
                  <a:pt x="1044525" y="36450"/>
                </a:lnTo>
                <a:lnTo>
                  <a:pt x="1044300" y="36300"/>
                </a:lnTo>
                <a:lnTo>
                  <a:pt x="1044000" y="36150"/>
                </a:lnTo>
                <a:lnTo>
                  <a:pt x="1043925" y="36075"/>
                </a:lnTo>
                <a:lnTo>
                  <a:pt x="1043775" y="36075"/>
                </a:lnTo>
                <a:lnTo>
                  <a:pt x="1042275" y="35325"/>
                </a:lnTo>
                <a:lnTo>
                  <a:pt x="1042125" y="35325"/>
                </a:lnTo>
                <a:lnTo>
                  <a:pt x="1041450" y="35025"/>
                </a:lnTo>
                <a:lnTo>
                  <a:pt x="1041300" y="35025"/>
                </a:lnTo>
                <a:lnTo>
                  <a:pt x="1040775" y="34800"/>
                </a:lnTo>
                <a:lnTo>
                  <a:pt x="1040550" y="34800"/>
                </a:lnTo>
                <a:lnTo>
                  <a:pt x="1040175" y="34650"/>
                </a:lnTo>
                <a:lnTo>
                  <a:pt x="1040025" y="34650"/>
                </a:lnTo>
                <a:lnTo>
                  <a:pt x="1039575" y="34500"/>
                </a:lnTo>
                <a:lnTo>
                  <a:pt x="1039425" y="34500"/>
                </a:lnTo>
                <a:lnTo>
                  <a:pt x="1039200" y="34425"/>
                </a:lnTo>
                <a:lnTo>
                  <a:pt x="1038975" y="34425"/>
                </a:lnTo>
                <a:lnTo>
                  <a:pt x="1038825" y="34350"/>
                </a:lnTo>
                <a:lnTo>
                  <a:pt x="1038600" y="34350"/>
                </a:lnTo>
                <a:lnTo>
                  <a:pt x="1038150" y="34200"/>
                </a:lnTo>
                <a:lnTo>
                  <a:pt x="1037475" y="34050"/>
                </a:lnTo>
                <a:lnTo>
                  <a:pt x="1037175" y="33900"/>
                </a:lnTo>
                <a:lnTo>
                  <a:pt x="1036575" y="33450"/>
                </a:lnTo>
                <a:lnTo>
                  <a:pt x="1036125" y="32850"/>
                </a:lnTo>
                <a:lnTo>
                  <a:pt x="1035975" y="32550"/>
                </a:lnTo>
                <a:lnTo>
                  <a:pt x="1035825" y="31950"/>
                </a:lnTo>
                <a:lnTo>
                  <a:pt x="1035825" y="31275"/>
                </a:lnTo>
                <a:lnTo>
                  <a:pt x="1035975" y="30900"/>
                </a:lnTo>
                <a:lnTo>
                  <a:pt x="1036050" y="30600"/>
                </a:lnTo>
                <a:lnTo>
                  <a:pt x="1036200" y="30300"/>
                </a:lnTo>
                <a:lnTo>
                  <a:pt x="1036425" y="30000"/>
                </a:lnTo>
                <a:lnTo>
                  <a:pt x="1036650" y="29775"/>
                </a:lnTo>
                <a:lnTo>
                  <a:pt x="1036950" y="29550"/>
                </a:lnTo>
                <a:lnTo>
                  <a:pt x="1038150" y="29025"/>
                </a:lnTo>
                <a:lnTo>
                  <a:pt x="1038450" y="29025"/>
                </a:lnTo>
                <a:lnTo>
                  <a:pt x="1039275" y="28725"/>
                </a:lnTo>
                <a:lnTo>
                  <a:pt x="1039500" y="28725"/>
                </a:lnTo>
                <a:lnTo>
                  <a:pt x="1039950" y="28575"/>
                </a:lnTo>
                <a:lnTo>
                  <a:pt x="1041300" y="28050"/>
                </a:lnTo>
                <a:lnTo>
                  <a:pt x="1042425" y="27525"/>
                </a:lnTo>
                <a:lnTo>
                  <a:pt x="1042650" y="27450"/>
                </a:lnTo>
                <a:lnTo>
                  <a:pt x="1042800" y="27375"/>
                </a:lnTo>
                <a:lnTo>
                  <a:pt x="1042950" y="27225"/>
                </a:lnTo>
                <a:lnTo>
                  <a:pt x="1043175" y="27075"/>
                </a:lnTo>
                <a:lnTo>
                  <a:pt x="1043775" y="26775"/>
                </a:lnTo>
                <a:lnTo>
                  <a:pt x="1044000" y="26550"/>
                </a:lnTo>
                <a:lnTo>
                  <a:pt x="1044525" y="26250"/>
                </a:lnTo>
                <a:lnTo>
                  <a:pt x="1044600" y="26100"/>
                </a:lnTo>
                <a:lnTo>
                  <a:pt x="1045050" y="25800"/>
                </a:lnTo>
                <a:lnTo>
                  <a:pt x="1045200" y="25575"/>
                </a:lnTo>
                <a:lnTo>
                  <a:pt x="1045425" y="25425"/>
                </a:lnTo>
                <a:lnTo>
                  <a:pt x="1045650" y="25200"/>
                </a:lnTo>
                <a:lnTo>
                  <a:pt x="1045725" y="25050"/>
                </a:lnTo>
                <a:lnTo>
                  <a:pt x="1046100" y="24675"/>
                </a:lnTo>
                <a:lnTo>
                  <a:pt x="1046100" y="24600"/>
                </a:lnTo>
                <a:lnTo>
                  <a:pt x="1046175" y="24450"/>
                </a:lnTo>
                <a:lnTo>
                  <a:pt x="1046325" y="24300"/>
                </a:lnTo>
                <a:lnTo>
                  <a:pt x="1046325" y="24225"/>
                </a:lnTo>
                <a:lnTo>
                  <a:pt x="1046475" y="24075"/>
                </a:lnTo>
                <a:lnTo>
                  <a:pt x="1046475" y="24000"/>
                </a:lnTo>
                <a:lnTo>
                  <a:pt x="1046550" y="23925"/>
                </a:lnTo>
                <a:lnTo>
                  <a:pt x="1046550" y="23850"/>
                </a:lnTo>
                <a:lnTo>
                  <a:pt x="1046625" y="23775"/>
                </a:lnTo>
                <a:lnTo>
                  <a:pt x="1046625" y="23700"/>
                </a:lnTo>
                <a:lnTo>
                  <a:pt x="1046775" y="23475"/>
                </a:lnTo>
                <a:lnTo>
                  <a:pt x="1046775" y="23325"/>
                </a:lnTo>
                <a:lnTo>
                  <a:pt x="1046850" y="23250"/>
                </a:lnTo>
                <a:lnTo>
                  <a:pt x="1046850" y="23100"/>
                </a:lnTo>
                <a:lnTo>
                  <a:pt x="1046925" y="23025"/>
                </a:lnTo>
                <a:lnTo>
                  <a:pt x="1046925" y="22575"/>
                </a:lnTo>
                <a:lnTo>
                  <a:pt x="1047000" y="22575"/>
                </a:lnTo>
                <a:lnTo>
                  <a:pt x="1047000" y="22050"/>
                </a:lnTo>
                <a:lnTo>
                  <a:pt x="1046925" y="21975"/>
                </a:lnTo>
                <a:lnTo>
                  <a:pt x="1046925" y="21675"/>
                </a:lnTo>
                <a:lnTo>
                  <a:pt x="1046850" y="21675"/>
                </a:lnTo>
                <a:lnTo>
                  <a:pt x="1046850" y="21525"/>
                </a:lnTo>
                <a:lnTo>
                  <a:pt x="1046775" y="21450"/>
                </a:lnTo>
                <a:lnTo>
                  <a:pt x="1046775" y="21300"/>
                </a:lnTo>
                <a:lnTo>
                  <a:pt x="1046700" y="21300"/>
                </a:lnTo>
                <a:lnTo>
                  <a:pt x="1046700" y="21225"/>
                </a:lnTo>
                <a:lnTo>
                  <a:pt x="1046625" y="21150"/>
                </a:lnTo>
                <a:lnTo>
                  <a:pt x="1046625" y="21075"/>
                </a:lnTo>
                <a:lnTo>
                  <a:pt x="1046550" y="21075"/>
                </a:lnTo>
                <a:lnTo>
                  <a:pt x="1046550" y="21000"/>
                </a:lnTo>
                <a:lnTo>
                  <a:pt x="1046475" y="21000"/>
                </a:lnTo>
                <a:lnTo>
                  <a:pt x="1046475" y="20925"/>
                </a:lnTo>
                <a:lnTo>
                  <a:pt x="1046025" y="20475"/>
                </a:lnTo>
                <a:lnTo>
                  <a:pt x="1045950" y="20475"/>
                </a:lnTo>
                <a:lnTo>
                  <a:pt x="1045800" y="20325"/>
                </a:lnTo>
                <a:lnTo>
                  <a:pt x="1045725" y="20325"/>
                </a:lnTo>
                <a:lnTo>
                  <a:pt x="1045650" y="20250"/>
                </a:lnTo>
                <a:lnTo>
                  <a:pt x="1045575" y="20250"/>
                </a:lnTo>
                <a:lnTo>
                  <a:pt x="1045500" y="20175"/>
                </a:lnTo>
                <a:lnTo>
                  <a:pt x="1045425" y="20175"/>
                </a:lnTo>
                <a:lnTo>
                  <a:pt x="1045350" y="20100"/>
                </a:lnTo>
                <a:lnTo>
                  <a:pt x="1045275" y="20100"/>
                </a:lnTo>
                <a:lnTo>
                  <a:pt x="1045050" y="19950"/>
                </a:lnTo>
                <a:lnTo>
                  <a:pt x="1044900" y="19950"/>
                </a:lnTo>
                <a:lnTo>
                  <a:pt x="1044825" y="19875"/>
                </a:lnTo>
                <a:lnTo>
                  <a:pt x="1044675" y="19875"/>
                </a:lnTo>
                <a:lnTo>
                  <a:pt x="1044300" y="19725"/>
                </a:lnTo>
                <a:lnTo>
                  <a:pt x="1044075" y="19725"/>
                </a:lnTo>
                <a:lnTo>
                  <a:pt x="1044000" y="19650"/>
                </a:lnTo>
                <a:lnTo>
                  <a:pt x="1043775" y="19650"/>
                </a:lnTo>
                <a:lnTo>
                  <a:pt x="1043625" y="19575"/>
                </a:lnTo>
                <a:lnTo>
                  <a:pt x="1043100" y="19575"/>
                </a:lnTo>
                <a:lnTo>
                  <a:pt x="1042950" y="19500"/>
                </a:lnTo>
                <a:lnTo>
                  <a:pt x="1027275" y="19500"/>
                </a:lnTo>
                <a:lnTo>
                  <a:pt x="1027275" y="52500"/>
                </a:lnTo>
                <a:lnTo>
                  <a:pt x="1021575" y="52500"/>
                </a:lnTo>
                <a:close/>
                <a:moveTo>
                  <a:pt x="1063950" y="14250"/>
                </a:moveTo>
                <a:lnTo>
                  <a:pt x="1063950" y="15375"/>
                </a:lnTo>
                <a:lnTo>
                  <a:pt x="1064025" y="15600"/>
                </a:lnTo>
                <a:lnTo>
                  <a:pt x="1064025" y="16125"/>
                </a:lnTo>
                <a:lnTo>
                  <a:pt x="1064100" y="16350"/>
                </a:lnTo>
                <a:lnTo>
                  <a:pt x="1064100" y="16725"/>
                </a:lnTo>
                <a:lnTo>
                  <a:pt x="1064175" y="16875"/>
                </a:lnTo>
                <a:lnTo>
                  <a:pt x="1064175" y="17250"/>
                </a:lnTo>
                <a:lnTo>
                  <a:pt x="1064250" y="17400"/>
                </a:lnTo>
                <a:lnTo>
                  <a:pt x="1064325" y="17925"/>
                </a:lnTo>
                <a:lnTo>
                  <a:pt x="1064400" y="18075"/>
                </a:lnTo>
                <a:lnTo>
                  <a:pt x="1064400" y="18300"/>
                </a:lnTo>
                <a:lnTo>
                  <a:pt x="1064550" y="18600"/>
                </a:lnTo>
                <a:lnTo>
                  <a:pt x="1064550" y="18750"/>
                </a:lnTo>
                <a:lnTo>
                  <a:pt x="1064700" y="19125"/>
                </a:lnTo>
                <a:lnTo>
                  <a:pt x="1064700" y="19275"/>
                </a:lnTo>
                <a:lnTo>
                  <a:pt x="1064850" y="19575"/>
                </a:lnTo>
                <a:lnTo>
                  <a:pt x="1064850" y="19800"/>
                </a:lnTo>
                <a:lnTo>
                  <a:pt x="1065225" y="20550"/>
                </a:lnTo>
                <a:lnTo>
                  <a:pt x="1065375" y="20925"/>
                </a:lnTo>
                <a:lnTo>
                  <a:pt x="1065375" y="21075"/>
                </a:lnTo>
                <a:lnTo>
                  <a:pt x="1065525" y="21375"/>
                </a:lnTo>
                <a:lnTo>
                  <a:pt x="1065675" y="21525"/>
                </a:lnTo>
                <a:lnTo>
                  <a:pt x="1066200" y="22650"/>
                </a:lnTo>
                <a:lnTo>
                  <a:pt x="1066350" y="22800"/>
                </a:lnTo>
                <a:lnTo>
                  <a:pt x="1066575" y="23250"/>
                </a:lnTo>
                <a:lnTo>
                  <a:pt x="1066725" y="23400"/>
                </a:lnTo>
                <a:lnTo>
                  <a:pt x="1066875" y="23700"/>
                </a:lnTo>
                <a:lnTo>
                  <a:pt x="1067250" y="24150"/>
                </a:lnTo>
                <a:lnTo>
                  <a:pt x="1067400" y="24450"/>
                </a:lnTo>
                <a:lnTo>
                  <a:pt x="1067550" y="24600"/>
                </a:lnTo>
                <a:lnTo>
                  <a:pt x="1067775" y="24975"/>
                </a:lnTo>
                <a:lnTo>
                  <a:pt x="1067925" y="25125"/>
                </a:lnTo>
                <a:lnTo>
                  <a:pt x="1068225" y="25575"/>
                </a:lnTo>
                <a:lnTo>
                  <a:pt x="1068525" y="25875"/>
                </a:lnTo>
                <a:lnTo>
                  <a:pt x="1068600" y="26025"/>
                </a:lnTo>
                <a:lnTo>
                  <a:pt x="1069050" y="26475"/>
                </a:lnTo>
                <a:lnTo>
                  <a:pt x="1069125" y="26625"/>
                </a:lnTo>
                <a:lnTo>
                  <a:pt x="1070175" y="27675"/>
                </a:lnTo>
                <a:lnTo>
                  <a:pt x="1070250" y="27825"/>
                </a:lnTo>
                <a:lnTo>
                  <a:pt x="1070700" y="28275"/>
                </a:lnTo>
                <a:lnTo>
                  <a:pt x="1070925" y="28425"/>
                </a:lnTo>
                <a:lnTo>
                  <a:pt x="1071975" y="29475"/>
                </a:lnTo>
                <a:lnTo>
                  <a:pt x="1072200" y="29625"/>
                </a:lnTo>
                <a:lnTo>
                  <a:pt x="1072650" y="30075"/>
                </a:lnTo>
                <a:lnTo>
                  <a:pt x="1072875" y="30225"/>
                </a:lnTo>
                <a:lnTo>
                  <a:pt x="1073175" y="30525"/>
                </a:lnTo>
                <a:lnTo>
                  <a:pt x="1073400" y="30675"/>
                </a:lnTo>
                <a:lnTo>
                  <a:pt x="1073700" y="30975"/>
                </a:lnTo>
                <a:lnTo>
                  <a:pt x="1074300" y="31425"/>
                </a:lnTo>
                <a:lnTo>
                  <a:pt x="1074525" y="31650"/>
                </a:lnTo>
                <a:lnTo>
                  <a:pt x="1074750" y="31950"/>
                </a:lnTo>
                <a:lnTo>
                  <a:pt x="1075050" y="32550"/>
                </a:lnTo>
                <a:lnTo>
                  <a:pt x="1075200" y="33225"/>
                </a:lnTo>
                <a:lnTo>
                  <a:pt x="1075200" y="33525"/>
                </a:lnTo>
                <a:lnTo>
                  <a:pt x="1075050" y="34200"/>
                </a:lnTo>
                <a:lnTo>
                  <a:pt x="1074750" y="34800"/>
                </a:lnTo>
                <a:lnTo>
                  <a:pt x="1074525" y="35100"/>
                </a:lnTo>
                <a:lnTo>
                  <a:pt x="1074300" y="35325"/>
                </a:lnTo>
                <a:lnTo>
                  <a:pt x="1074075" y="35475"/>
                </a:lnTo>
                <a:lnTo>
                  <a:pt x="1073925" y="35625"/>
                </a:lnTo>
                <a:lnTo>
                  <a:pt x="1073700" y="35775"/>
                </a:lnTo>
                <a:lnTo>
                  <a:pt x="1073400" y="36075"/>
                </a:lnTo>
                <a:lnTo>
                  <a:pt x="1073175" y="36225"/>
                </a:lnTo>
                <a:lnTo>
                  <a:pt x="1072875" y="36525"/>
                </a:lnTo>
                <a:lnTo>
                  <a:pt x="1072650" y="36675"/>
                </a:lnTo>
                <a:lnTo>
                  <a:pt x="1072200" y="37125"/>
                </a:lnTo>
                <a:lnTo>
                  <a:pt x="1071975" y="37275"/>
                </a:lnTo>
                <a:lnTo>
                  <a:pt x="1070925" y="38325"/>
                </a:lnTo>
                <a:lnTo>
                  <a:pt x="1070700" y="38475"/>
                </a:lnTo>
                <a:lnTo>
                  <a:pt x="1070250" y="38925"/>
                </a:lnTo>
                <a:lnTo>
                  <a:pt x="1070175" y="39075"/>
                </a:lnTo>
                <a:lnTo>
                  <a:pt x="1069125" y="40125"/>
                </a:lnTo>
                <a:lnTo>
                  <a:pt x="1069050" y="40275"/>
                </a:lnTo>
                <a:lnTo>
                  <a:pt x="1068600" y="40725"/>
                </a:lnTo>
                <a:lnTo>
                  <a:pt x="1068525" y="40875"/>
                </a:lnTo>
                <a:lnTo>
                  <a:pt x="1068225" y="41175"/>
                </a:lnTo>
                <a:lnTo>
                  <a:pt x="1068150" y="41325"/>
                </a:lnTo>
                <a:lnTo>
                  <a:pt x="1067775" y="41775"/>
                </a:lnTo>
                <a:lnTo>
                  <a:pt x="1067550" y="42150"/>
                </a:lnTo>
                <a:lnTo>
                  <a:pt x="1067400" y="42300"/>
                </a:lnTo>
                <a:lnTo>
                  <a:pt x="1067250" y="42600"/>
                </a:lnTo>
                <a:lnTo>
                  <a:pt x="1067100" y="42750"/>
                </a:lnTo>
                <a:lnTo>
                  <a:pt x="1067025" y="42900"/>
                </a:lnTo>
                <a:lnTo>
                  <a:pt x="1066875" y="43050"/>
                </a:lnTo>
                <a:lnTo>
                  <a:pt x="1066725" y="43350"/>
                </a:lnTo>
                <a:lnTo>
                  <a:pt x="1066575" y="43500"/>
                </a:lnTo>
                <a:lnTo>
                  <a:pt x="1066350" y="43950"/>
                </a:lnTo>
                <a:lnTo>
                  <a:pt x="1066200" y="44100"/>
                </a:lnTo>
                <a:lnTo>
                  <a:pt x="1065675" y="45225"/>
                </a:lnTo>
                <a:lnTo>
                  <a:pt x="1065525" y="45375"/>
                </a:lnTo>
                <a:lnTo>
                  <a:pt x="1065375" y="45675"/>
                </a:lnTo>
                <a:lnTo>
                  <a:pt x="1065375" y="45825"/>
                </a:lnTo>
                <a:lnTo>
                  <a:pt x="1065225" y="46200"/>
                </a:lnTo>
                <a:lnTo>
                  <a:pt x="1064850" y="46950"/>
                </a:lnTo>
                <a:lnTo>
                  <a:pt x="1064850" y="47175"/>
                </a:lnTo>
                <a:lnTo>
                  <a:pt x="1064700" y="47475"/>
                </a:lnTo>
                <a:lnTo>
                  <a:pt x="1064700" y="47625"/>
                </a:lnTo>
                <a:lnTo>
                  <a:pt x="1064550" y="48000"/>
                </a:lnTo>
                <a:lnTo>
                  <a:pt x="1064550" y="48150"/>
                </a:lnTo>
                <a:lnTo>
                  <a:pt x="1064400" y="48450"/>
                </a:lnTo>
                <a:lnTo>
                  <a:pt x="1064400" y="48675"/>
                </a:lnTo>
                <a:lnTo>
                  <a:pt x="1064325" y="48825"/>
                </a:lnTo>
                <a:lnTo>
                  <a:pt x="1064250" y="49350"/>
                </a:lnTo>
                <a:lnTo>
                  <a:pt x="1064175" y="49500"/>
                </a:lnTo>
                <a:lnTo>
                  <a:pt x="1064175" y="49875"/>
                </a:lnTo>
                <a:lnTo>
                  <a:pt x="1064100" y="50025"/>
                </a:lnTo>
                <a:lnTo>
                  <a:pt x="1064100" y="50400"/>
                </a:lnTo>
                <a:lnTo>
                  <a:pt x="1064025" y="50625"/>
                </a:lnTo>
                <a:lnTo>
                  <a:pt x="1064025" y="51150"/>
                </a:lnTo>
                <a:lnTo>
                  <a:pt x="1063950" y="51375"/>
                </a:lnTo>
                <a:lnTo>
                  <a:pt x="1063950" y="52500"/>
                </a:lnTo>
                <a:lnTo>
                  <a:pt x="1058250" y="52500"/>
                </a:lnTo>
                <a:lnTo>
                  <a:pt x="1058250" y="51225"/>
                </a:lnTo>
                <a:lnTo>
                  <a:pt x="1058325" y="51075"/>
                </a:lnTo>
                <a:lnTo>
                  <a:pt x="1058325" y="50325"/>
                </a:lnTo>
                <a:lnTo>
                  <a:pt x="1058400" y="50100"/>
                </a:lnTo>
                <a:lnTo>
                  <a:pt x="1058400" y="49650"/>
                </a:lnTo>
                <a:lnTo>
                  <a:pt x="1058475" y="49575"/>
                </a:lnTo>
                <a:lnTo>
                  <a:pt x="1058475" y="49125"/>
                </a:lnTo>
                <a:lnTo>
                  <a:pt x="1058550" y="48900"/>
                </a:lnTo>
                <a:lnTo>
                  <a:pt x="1058550" y="48675"/>
                </a:lnTo>
                <a:lnTo>
                  <a:pt x="1058700" y="48225"/>
                </a:lnTo>
                <a:lnTo>
                  <a:pt x="1058700" y="48000"/>
                </a:lnTo>
                <a:lnTo>
                  <a:pt x="1058850" y="47550"/>
                </a:lnTo>
                <a:lnTo>
                  <a:pt x="1058850" y="47325"/>
                </a:lnTo>
                <a:lnTo>
                  <a:pt x="1059075" y="46650"/>
                </a:lnTo>
                <a:lnTo>
                  <a:pt x="1059075" y="46425"/>
                </a:lnTo>
                <a:lnTo>
                  <a:pt x="1059150" y="46425"/>
                </a:lnTo>
                <a:lnTo>
                  <a:pt x="1059150" y="46200"/>
                </a:lnTo>
                <a:lnTo>
                  <a:pt x="1059675" y="44700"/>
                </a:lnTo>
                <a:lnTo>
                  <a:pt x="1059750" y="44700"/>
                </a:lnTo>
                <a:lnTo>
                  <a:pt x="1060125" y="43650"/>
                </a:lnTo>
                <a:lnTo>
                  <a:pt x="1060200" y="43650"/>
                </a:lnTo>
                <a:lnTo>
                  <a:pt x="1060350" y="43275"/>
                </a:lnTo>
                <a:lnTo>
                  <a:pt x="1060350" y="43200"/>
                </a:lnTo>
                <a:lnTo>
                  <a:pt x="1060575" y="42825"/>
                </a:lnTo>
                <a:lnTo>
                  <a:pt x="1060725" y="42450"/>
                </a:lnTo>
                <a:lnTo>
                  <a:pt x="1060800" y="42450"/>
                </a:lnTo>
                <a:lnTo>
                  <a:pt x="1060950" y="42075"/>
                </a:lnTo>
                <a:lnTo>
                  <a:pt x="1060950" y="42000"/>
                </a:lnTo>
                <a:lnTo>
                  <a:pt x="1061100" y="41850"/>
                </a:lnTo>
                <a:lnTo>
                  <a:pt x="1061175" y="41625"/>
                </a:lnTo>
                <a:lnTo>
                  <a:pt x="1061325" y="41475"/>
                </a:lnTo>
                <a:lnTo>
                  <a:pt x="1061325" y="41400"/>
                </a:lnTo>
                <a:lnTo>
                  <a:pt x="1061400" y="41250"/>
                </a:lnTo>
                <a:lnTo>
                  <a:pt x="1061475" y="41250"/>
                </a:lnTo>
                <a:lnTo>
                  <a:pt x="1061550" y="41025"/>
                </a:lnTo>
                <a:lnTo>
                  <a:pt x="1061700" y="40875"/>
                </a:lnTo>
                <a:lnTo>
                  <a:pt x="1061775" y="40650"/>
                </a:lnTo>
                <a:lnTo>
                  <a:pt x="1061925" y="40500"/>
                </a:lnTo>
                <a:lnTo>
                  <a:pt x="1062075" y="40275"/>
                </a:lnTo>
                <a:lnTo>
                  <a:pt x="1062150" y="40125"/>
                </a:lnTo>
                <a:lnTo>
                  <a:pt x="1062150" y="40050"/>
                </a:lnTo>
                <a:lnTo>
                  <a:pt x="1062450" y="39750"/>
                </a:lnTo>
                <a:lnTo>
                  <a:pt x="1062450" y="39675"/>
                </a:lnTo>
                <a:lnTo>
                  <a:pt x="1062600" y="39525"/>
                </a:lnTo>
                <a:lnTo>
                  <a:pt x="1062675" y="39375"/>
                </a:lnTo>
                <a:lnTo>
                  <a:pt x="1062675" y="39300"/>
                </a:lnTo>
                <a:lnTo>
                  <a:pt x="1062975" y="39000"/>
                </a:lnTo>
                <a:lnTo>
                  <a:pt x="1062975" y="38925"/>
                </a:lnTo>
                <a:lnTo>
                  <a:pt x="1063275" y="38625"/>
                </a:lnTo>
                <a:lnTo>
                  <a:pt x="1063425" y="38400"/>
                </a:lnTo>
                <a:lnTo>
                  <a:pt x="1063575" y="38250"/>
                </a:lnTo>
                <a:lnTo>
                  <a:pt x="1063800" y="37875"/>
                </a:lnTo>
                <a:lnTo>
                  <a:pt x="1063875" y="37875"/>
                </a:lnTo>
                <a:lnTo>
                  <a:pt x="1063950" y="37725"/>
                </a:lnTo>
                <a:lnTo>
                  <a:pt x="1064025" y="37725"/>
                </a:lnTo>
                <a:lnTo>
                  <a:pt x="1064100" y="37500"/>
                </a:lnTo>
                <a:lnTo>
                  <a:pt x="1064175" y="37500"/>
                </a:lnTo>
                <a:lnTo>
                  <a:pt x="1064250" y="37350"/>
                </a:lnTo>
                <a:lnTo>
                  <a:pt x="1064325" y="37350"/>
                </a:lnTo>
                <a:lnTo>
                  <a:pt x="1064475" y="37200"/>
                </a:lnTo>
                <a:lnTo>
                  <a:pt x="1064475" y="37125"/>
                </a:lnTo>
                <a:lnTo>
                  <a:pt x="1064925" y="36675"/>
                </a:lnTo>
                <a:lnTo>
                  <a:pt x="1064925" y="36600"/>
                </a:lnTo>
                <a:lnTo>
                  <a:pt x="1065375" y="36150"/>
                </a:lnTo>
                <a:lnTo>
                  <a:pt x="1065375" y="36075"/>
                </a:lnTo>
                <a:lnTo>
                  <a:pt x="1065525" y="35925"/>
                </a:lnTo>
                <a:lnTo>
                  <a:pt x="1065600" y="35925"/>
                </a:lnTo>
                <a:lnTo>
                  <a:pt x="1065900" y="35625"/>
                </a:lnTo>
                <a:lnTo>
                  <a:pt x="1066050" y="35400"/>
                </a:lnTo>
                <a:lnTo>
                  <a:pt x="1066200" y="35250"/>
                </a:lnTo>
                <a:lnTo>
                  <a:pt x="1066425" y="35100"/>
                </a:lnTo>
                <a:lnTo>
                  <a:pt x="1066575" y="34950"/>
                </a:lnTo>
                <a:lnTo>
                  <a:pt x="1066575" y="34875"/>
                </a:lnTo>
                <a:lnTo>
                  <a:pt x="1066875" y="34575"/>
                </a:lnTo>
                <a:lnTo>
                  <a:pt x="1066950" y="34575"/>
                </a:lnTo>
                <a:lnTo>
                  <a:pt x="1067250" y="34275"/>
                </a:lnTo>
                <a:lnTo>
                  <a:pt x="1067250" y="34200"/>
                </a:lnTo>
                <a:lnTo>
                  <a:pt x="1067475" y="34050"/>
                </a:lnTo>
                <a:lnTo>
                  <a:pt x="1067775" y="33750"/>
                </a:lnTo>
                <a:lnTo>
                  <a:pt x="1068000" y="33600"/>
                </a:lnTo>
                <a:lnTo>
                  <a:pt x="1068150" y="33375"/>
                </a:lnTo>
                <a:lnTo>
                  <a:pt x="1068000" y="33150"/>
                </a:lnTo>
                <a:lnTo>
                  <a:pt x="1067775" y="33000"/>
                </a:lnTo>
                <a:lnTo>
                  <a:pt x="1067475" y="32700"/>
                </a:lnTo>
                <a:lnTo>
                  <a:pt x="1067250" y="32550"/>
                </a:lnTo>
                <a:lnTo>
                  <a:pt x="1067250" y="32475"/>
                </a:lnTo>
                <a:lnTo>
                  <a:pt x="1066950" y="32175"/>
                </a:lnTo>
                <a:lnTo>
                  <a:pt x="1066875" y="32175"/>
                </a:lnTo>
                <a:lnTo>
                  <a:pt x="1066575" y="31875"/>
                </a:lnTo>
                <a:lnTo>
                  <a:pt x="1066575" y="31800"/>
                </a:lnTo>
                <a:lnTo>
                  <a:pt x="1066425" y="31650"/>
                </a:lnTo>
                <a:lnTo>
                  <a:pt x="1066200" y="31500"/>
                </a:lnTo>
                <a:lnTo>
                  <a:pt x="1066050" y="31350"/>
                </a:lnTo>
                <a:lnTo>
                  <a:pt x="1065900" y="31125"/>
                </a:lnTo>
                <a:lnTo>
                  <a:pt x="1065600" y="30825"/>
                </a:lnTo>
                <a:lnTo>
                  <a:pt x="1065525" y="30825"/>
                </a:lnTo>
                <a:lnTo>
                  <a:pt x="1065375" y="30675"/>
                </a:lnTo>
                <a:lnTo>
                  <a:pt x="1065375" y="30600"/>
                </a:lnTo>
                <a:lnTo>
                  <a:pt x="1064925" y="30150"/>
                </a:lnTo>
                <a:lnTo>
                  <a:pt x="1064925" y="30075"/>
                </a:lnTo>
                <a:lnTo>
                  <a:pt x="1064475" y="29625"/>
                </a:lnTo>
                <a:lnTo>
                  <a:pt x="1064475" y="29550"/>
                </a:lnTo>
                <a:lnTo>
                  <a:pt x="1064325" y="29400"/>
                </a:lnTo>
                <a:lnTo>
                  <a:pt x="1064250" y="29400"/>
                </a:lnTo>
                <a:lnTo>
                  <a:pt x="1064175" y="29250"/>
                </a:lnTo>
                <a:lnTo>
                  <a:pt x="1064100" y="29250"/>
                </a:lnTo>
                <a:lnTo>
                  <a:pt x="1064025" y="29025"/>
                </a:lnTo>
                <a:lnTo>
                  <a:pt x="1063950" y="29025"/>
                </a:lnTo>
                <a:lnTo>
                  <a:pt x="1063875" y="28875"/>
                </a:lnTo>
                <a:lnTo>
                  <a:pt x="1063800" y="28875"/>
                </a:lnTo>
                <a:lnTo>
                  <a:pt x="1063575" y="28500"/>
                </a:lnTo>
                <a:lnTo>
                  <a:pt x="1063425" y="28350"/>
                </a:lnTo>
                <a:lnTo>
                  <a:pt x="1063275" y="28125"/>
                </a:lnTo>
                <a:lnTo>
                  <a:pt x="1062975" y="27825"/>
                </a:lnTo>
                <a:lnTo>
                  <a:pt x="1062975" y="27750"/>
                </a:lnTo>
                <a:lnTo>
                  <a:pt x="1062675" y="27450"/>
                </a:lnTo>
                <a:lnTo>
                  <a:pt x="1062675" y="27375"/>
                </a:lnTo>
                <a:lnTo>
                  <a:pt x="1062600" y="27225"/>
                </a:lnTo>
                <a:lnTo>
                  <a:pt x="1062450" y="27075"/>
                </a:lnTo>
                <a:lnTo>
                  <a:pt x="1062450" y="27000"/>
                </a:lnTo>
                <a:lnTo>
                  <a:pt x="1062150" y="26700"/>
                </a:lnTo>
                <a:lnTo>
                  <a:pt x="1062150" y="26625"/>
                </a:lnTo>
                <a:lnTo>
                  <a:pt x="1062075" y="26475"/>
                </a:lnTo>
                <a:lnTo>
                  <a:pt x="1061925" y="26250"/>
                </a:lnTo>
                <a:lnTo>
                  <a:pt x="1061775" y="26100"/>
                </a:lnTo>
                <a:lnTo>
                  <a:pt x="1061700" y="25875"/>
                </a:lnTo>
                <a:lnTo>
                  <a:pt x="1061550" y="25725"/>
                </a:lnTo>
                <a:lnTo>
                  <a:pt x="1061475" y="25500"/>
                </a:lnTo>
                <a:lnTo>
                  <a:pt x="1061400" y="25500"/>
                </a:lnTo>
                <a:lnTo>
                  <a:pt x="1061325" y="25350"/>
                </a:lnTo>
                <a:lnTo>
                  <a:pt x="1061325" y="25275"/>
                </a:lnTo>
                <a:lnTo>
                  <a:pt x="1061175" y="25125"/>
                </a:lnTo>
                <a:lnTo>
                  <a:pt x="1061100" y="24900"/>
                </a:lnTo>
                <a:lnTo>
                  <a:pt x="1060950" y="24750"/>
                </a:lnTo>
                <a:lnTo>
                  <a:pt x="1060950" y="24675"/>
                </a:lnTo>
                <a:lnTo>
                  <a:pt x="1060800" y="24300"/>
                </a:lnTo>
                <a:lnTo>
                  <a:pt x="1060725" y="24300"/>
                </a:lnTo>
                <a:lnTo>
                  <a:pt x="1060650" y="24150"/>
                </a:lnTo>
                <a:lnTo>
                  <a:pt x="1060650" y="24075"/>
                </a:lnTo>
                <a:lnTo>
                  <a:pt x="1060350" y="23550"/>
                </a:lnTo>
                <a:lnTo>
                  <a:pt x="1060350" y="23475"/>
                </a:lnTo>
                <a:lnTo>
                  <a:pt x="1060200" y="23100"/>
                </a:lnTo>
                <a:lnTo>
                  <a:pt x="1060125" y="23100"/>
                </a:lnTo>
                <a:lnTo>
                  <a:pt x="1059750" y="22050"/>
                </a:lnTo>
                <a:lnTo>
                  <a:pt x="1059675" y="22050"/>
                </a:lnTo>
                <a:lnTo>
                  <a:pt x="1059525" y="21675"/>
                </a:lnTo>
                <a:lnTo>
                  <a:pt x="1059525" y="21600"/>
                </a:lnTo>
                <a:lnTo>
                  <a:pt x="1059150" y="20550"/>
                </a:lnTo>
                <a:lnTo>
                  <a:pt x="1059150" y="20325"/>
                </a:lnTo>
                <a:lnTo>
                  <a:pt x="1059075" y="20325"/>
                </a:lnTo>
                <a:lnTo>
                  <a:pt x="1059075" y="20100"/>
                </a:lnTo>
                <a:lnTo>
                  <a:pt x="1058850" y="19425"/>
                </a:lnTo>
                <a:lnTo>
                  <a:pt x="1058850" y="19200"/>
                </a:lnTo>
                <a:lnTo>
                  <a:pt x="1058700" y="18750"/>
                </a:lnTo>
                <a:lnTo>
                  <a:pt x="1058700" y="18525"/>
                </a:lnTo>
                <a:lnTo>
                  <a:pt x="1058550" y="18075"/>
                </a:lnTo>
                <a:lnTo>
                  <a:pt x="1058550" y="17850"/>
                </a:lnTo>
                <a:lnTo>
                  <a:pt x="1058475" y="17625"/>
                </a:lnTo>
                <a:lnTo>
                  <a:pt x="1058475" y="17175"/>
                </a:lnTo>
                <a:lnTo>
                  <a:pt x="1058400" y="17100"/>
                </a:lnTo>
                <a:lnTo>
                  <a:pt x="1058400" y="16650"/>
                </a:lnTo>
                <a:lnTo>
                  <a:pt x="1058325" y="16425"/>
                </a:lnTo>
                <a:lnTo>
                  <a:pt x="1058325" y="15675"/>
                </a:lnTo>
                <a:lnTo>
                  <a:pt x="1058250" y="15525"/>
                </a:lnTo>
                <a:lnTo>
                  <a:pt x="1058250" y="14250"/>
                </a:lnTo>
                <a:close/>
                <a:moveTo>
                  <a:pt x="1090350" y="18825"/>
                </a:moveTo>
                <a:lnTo>
                  <a:pt x="1090125" y="18900"/>
                </a:lnTo>
                <a:lnTo>
                  <a:pt x="1089975" y="19050"/>
                </a:lnTo>
                <a:lnTo>
                  <a:pt x="1089825" y="19125"/>
                </a:lnTo>
                <a:lnTo>
                  <a:pt x="1089675" y="19275"/>
                </a:lnTo>
                <a:lnTo>
                  <a:pt x="1089225" y="19575"/>
                </a:lnTo>
                <a:lnTo>
                  <a:pt x="1089150" y="19725"/>
                </a:lnTo>
                <a:lnTo>
                  <a:pt x="1089000" y="19800"/>
                </a:lnTo>
                <a:lnTo>
                  <a:pt x="1088700" y="20100"/>
                </a:lnTo>
                <a:lnTo>
                  <a:pt x="1088550" y="20175"/>
                </a:lnTo>
                <a:lnTo>
                  <a:pt x="1088475" y="20325"/>
                </a:lnTo>
                <a:lnTo>
                  <a:pt x="1088175" y="20625"/>
                </a:lnTo>
                <a:lnTo>
                  <a:pt x="1088100" y="20775"/>
                </a:lnTo>
                <a:lnTo>
                  <a:pt x="1087950" y="20925"/>
                </a:lnTo>
                <a:lnTo>
                  <a:pt x="1087950" y="21000"/>
                </a:lnTo>
                <a:lnTo>
                  <a:pt x="1087800" y="21150"/>
                </a:lnTo>
                <a:lnTo>
                  <a:pt x="1087800" y="21225"/>
                </a:lnTo>
                <a:lnTo>
                  <a:pt x="1087725" y="21300"/>
                </a:lnTo>
                <a:lnTo>
                  <a:pt x="1087725" y="21375"/>
                </a:lnTo>
                <a:lnTo>
                  <a:pt x="1087575" y="21600"/>
                </a:lnTo>
                <a:lnTo>
                  <a:pt x="1087575" y="21825"/>
                </a:lnTo>
                <a:lnTo>
                  <a:pt x="1087500" y="21900"/>
                </a:lnTo>
                <a:lnTo>
                  <a:pt x="1087500" y="22500"/>
                </a:lnTo>
                <a:lnTo>
                  <a:pt x="1087575" y="22575"/>
                </a:lnTo>
                <a:lnTo>
                  <a:pt x="1087575" y="22800"/>
                </a:lnTo>
                <a:lnTo>
                  <a:pt x="1087650" y="22875"/>
                </a:lnTo>
                <a:lnTo>
                  <a:pt x="1087650" y="22950"/>
                </a:lnTo>
                <a:lnTo>
                  <a:pt x="1087725" y="23025"/>
                </a:lnTo>
                <a:lnTo>
                  <a:pt x="1087725" y="23100"/>
                </a:lnTo>
                <a:lnTo>
                  <a:pt x="1087800" y="23175"/>
                </a:lnTo>
                <a:lnTo>
                  <a:pt x="1087800" y="23250"/>
                </a:lnTo>
                <a:lnTo>
                  <a:pt x="1087875" y="23325"/>
                </a:lnTo>
                <a:lnTo>
                  <a:pt x="1087875" y="23400"/>
                </a:lnTo>
                <a:lnTo>
                  <a:pt x="1088025" y="23550"/>
                </a:lnTo>
                <a:lnTo>
                  <a:pt x="1088025" y="23625"/>
                </a:lnTo>
                <a:lnTo>
                  <a:pt x="1088100" y="23775"/>
                </a:lnTo>
                <a:lnTo>
                  <a:pt x="1088475" y="24150"/>
                </a:lnTo>
                <a:lnTo>
                  <a:pt x="1088550" y="24300"/>
                </a:lnTo>
                <a:lnTo>
                  <a:pt x="1088850" y="24600"/>
                </a:lnTo>
                <a:lnTo>
                  <a:pt x="1088925" y="24750"/>
                </a:lnTo>
                <a:lnTo>
                  <a:pt x="1089075" y="24825"/>
                </a:lnTo>
                <a:lnTo>
                  <a:pt x="1089225" y="25050"/>
                </a:lnTo>
                <a:lnTo>
                  <a:pt x="1089600" y="25275"/>
                </a:lnTo>
                <a:lnTo>
                  <a:pt x="1089675" y="25425"/>
                </a:lnTo>
                <a:lnTo>
                  <a:pt x="1089825" y="25500"/>
                </a:lnTo>
                <a:lnTo>
                  <a:pt x="1090050" y="25725"/>
                </a:lnTo>
                <a:lnTo>
                  <a:pt x="1090350" y="25875"/>
                </a:lnTo>
                <a:lnTo>
                  <a:pt x="1090425" y="26025"/>
                </a:lnTo>
                <a:lnTo>
                  <a:pt x="1090725" y="26175"/>
                </a:lnTo>
                <a:lnTo>
                  <a:pt x="1090875" y="26325"/>
                </a:lnTo>
                <a:lnTo>
                  <a:pt x="1091175" y="26475"/>
                </a:lnTo>
                <a:lnTo>
                  <a:pt x="1091325" y="26625"/>
                </a:lnTo>
                <a:lnTo>
                  <a:pt x="1091625" y="26775"/>
                </a:lnTo>
                <a:lnTo>
                  <a:pt x="1091775" y="26925"/>
                </a:lnTo>
                <a:lnTo>
                  <a:pt x="1092075" y="27075"/>
                </a:lnTo>
                <a:lnTo>
                  <a:pt x="1092225" y="27225"/>
                </a:lnTo>
                <a:lnTo>
                  <a:pt x="1092600" y="27375"/>
                </a:lnTo>
                <a:lnTo>
                  <a:pt x="1092750" y="27525"/>
                </a:lnTo>
                <a:lnTo>
                  <a:pt x="1093275" y="27825"/>
                </a:lnTo>
                <a:lnTo>
                  <a:pt x="1093800" y="28050"/>
                </a:lnTo>
                <a:lnTo>
                  <a:pt x="1093950" y="28200"/>
                </a:lnTo>
                <a:lnTo>
                  <a:pt x="1094175" y="28275"/>
                </a:lnTo>
                <a:lnTo>
                  <a:pt x="1094550" y="28500"/>
                </a:lnTo>
                <a:lnTo>
                  <a:pt x="1095075" y="28725"/>
                </a:lnTo>
                <a:lnTo>
                  <a:pt x="1095750" y="29175"/>
                </a:lnTo>
                <a:lnTo>
                  <a:pt x="1095975" y="29250"/>
                </a:lnTo>
                <a:lnTo>
                  <a:pt x="1095975" y="29325"/>
                </a:lnTo>
                <a:lnTo>
                  <a:pt x="1096125" y="29400"/>
                </a:lnTo>
                <a:lnTo>
                  <a:pt x="1096500" y="29775"/>
                </a:lnTo>
                <a:lnTo>
                  <a:pt x="1096575" y="29775"/>
                </a:lnTo>
                <a:lnTo>
                  <a:pt x="1096725" y="29925"/>
                </a:lnTo>
                <a:lnTo>
                  <a:pt x="1096950" y="30075"/>
                </a:lnTo>
                <a:lnTo>
                  <a:pt x="1097100" y="30225"/>
                </a:lnTo>
                <a:lnTo>
                  <a:pt x="1097100" y="30300"/>
                </a:lnTo>
                <a:lnTo>
                  <a:pt x="1097250" y="30450"/>
                </a:lnTo>
                <a:lnTo>
                  <a:pt x="1097325" y="30450"/>
                </a:lnTo>
                <a:lnTo>
                  <a:pt x="1097625" y="30750"/>
                </a:lnTo>
                <a:lnTo>
                  <a:pt x="1097700" y="30750"/>
                </a:lnTo>
                <a:lnTo>
                  <a:pt x="1097775" y="30900"/>
                </a:lnTo>
                <a:lnTo>
                  <a:pt x="1098300" y="31425"/>
                </a:lnTo>
                <a:lnTo>
                  <a:pt x="1098300" y="31500"/>
                </a:lnTo>
                <a:lnTo>
                  <a:pt x="1098600" y="31800"/>
                </a:lnTo>
                <a:lnTo>
                  <a:pt x="1098600" y="31875"/>
                </a:lnTo>
                <a:lnTo>
                  <a:pt x="1098900" y="32175"/>
                </a:lnTo>
                <a:lnTo>
                  <a:pt x="1098900" y="32250"/>
                </a:lnTo>
                <a:lnTo>
                  <a:pt x="1099200" y="32550"/>
                </a:lnTo>
                <a:lnTo>
                  <a:pt x="1099200" y="32625"/>
                </a:lnTo>
                <a:lnTo>
                  <a:pt x="1099500" y="32925"/>
                </a:lnTo>
                <a:lnTo>
                  <a:pt x="1099500" y="33000"/>
                </a:lnTo>
                <a:lnTo>
                  <a:pt x="1099575" y="33150"/>
                </a:lnTo>
                <a:lnTo>
                  <a:pt x="1099650" y="33150"/>
                </a:lnTo>
                <a:lnTo>
                  <a:pt x="1099725" y="33300"/>
                </a:lnTo>
                <a:lnTo>
                  <a:pt x="1099725" y="33375"/>
                </a:lnTo>
                <a:lnTo>
                  <a:pt x="1099875" y="33525"/>
                </a:lnTo>
                <a:lnTo>
                  <a:pt x="1099950" y="33675"/>
                </a:lnTo>
                <a:lnTo>
                  <a:pt x="1099950" y="33750"/>
                </a:lnTo>
                <a:lnTo>
                  <a:pt x="1100100" y="33900"/>
                </a:lnTo>
                <a:lnTo>
                  <a:pt x="1100175" y="34050"/>
                </a:lnTo>
                <a:lnTo>
                  <a:pt x="1100175" y="34125"/>
                </a:lnTo>
                <a:lnTo>
                  <a:pt x="1100325" y="34275"/>
                </a:lnTo>
                <a:lnTo>
                  <a:pt x="1100325" y="34350"/>
                </a:lnTo>
                <a:lnTo>
                  <a:pt x="1100625" y="34875"/>
                </a:lnTo>
                <a:lnTo>
                  <a:pt x="1100850" y="35475"/>
                </a:lnTo>
                <a:lnTo>
                  <a:pt x="1100925" y="35475"/>
                </a:lnTo>
                <a:lnTo>
                  <a:pt x="1101375" y="36675"/>
                </a:lnTo>
                <a:lnTo>
                  <a:pt x="1101375" y="36900"/>
                </a:lnTo>
                <a:lnTo>
                  <a:pt x="1101450" y="36900"/>
                </a:lnTo>
                <a:lnTo>
                  <a:pt x="1101450" y="37125"/>
                </a:lnTo>
                <a:lnTo>
                  <a:pt x="1101600" y="37500"/>
                </a:lnTo>
                <a:lnTo>
                  <a:pt x="1101600" y="37725"/>
                </a:lnTo>
                <a:lnTo>
                  <a:pt x="1101675" y="37725"/>
                </a:lnTo>
                <a:lnTo>
                  <a:pt x="1101675" y="37950"/>
                </a:lnTo>
                <a:lnTo>
                  <a:pt x="1101750" y="38100"/>
                </a:lnTo>
                <a:lnTo>
                  <a:pt x="1101750" y="38325"/>
                </a:lnTo>
                <a:lnTo>
                  <a:pt x="1101825" y="38550"/>
                </a:lnTo>
                <a:lnTo>
                  <a:pt x="1101825" y="38775"/>
                </a:lnTo>
                <a:lnTo>
                  <a:pt x="1101900" y="38925"/>
                </a:lnTo>
                <a:lnTo>
                  <a:pt x="1101900" y="39375"/>
                </a:lnTo>
                <a:lnTo>
                  <a:pt x="1101975" y="39525"/>
                </a:lnTo>
                <a:lnTo>
                  <a:pt x="1101975" y="40200"/>
                </a:lnTo>
                <a:lnTo>
                  <a:pt x="1102050" y="40350"/>
                </a:lnTo>
                <a:lnTo>
                  <a:pt x="1102050" y="41400"/>
                </a:lnTo>
                <a:lnTo>
                  <a:pt x="1101975" y="41625"/>
                </a:lnTo>
                <a:lnTo>
                  <a:pt x="1101975" y="42450"/>
                </a:lnTo>
                <a:lnTo>
                  <a:pt x="1101900" y="42600"/>
                </a:lnTo>
                <a:lnTo>
                  <a:pt x="1101900" y="42825"/>
                </a:lnTo>
                <a:lnTo>
                  <a:pt x="1101825" y="42975"/>
                </a:lnTo>
                <a:lnTo>
                  <a:pt x="1101825" y="43350"/>
                </a:lnTo>
                <a:lnTo>
                  <a:pt x="1101750" y="43425"/>
                </a:lnTo>
                <a:lnTo>
                  <a:pt x="1101750" y="43650"/>
                </a:lnTo>
                <a:lnTo>
                  <a:pt x="1101675" y="43800"/>
                </a:lnTo>
                <a:lnTo>
                  <a:pt x="1101675" y="44025"/>
                </a:lnTo>
                <a:lnTo>
                  <a:pt x="1101525" y="44325"/>
                </a:lnTo>
                <a:lnTo>
                  <a:pt x="1101525" y="44625"/>
                </a:lnTo>
                <a:lnTo>
                  <a:pt x="1101225" y="45300"/>
                </a:lnTo>
                <a:lnTo>
                  <a:pt x="1101225" y="45375"/>
                </a:lnTo>
                <a:lnTo>
                  <a:pt x="1101150" y="45525"/>
                </a:lnTo>
                <a:lnTo>
                  <a:pt x="1101150" y="45675"/>
                </a:lnTo>
                <a:lnTo>
                  <a:pt x="1101075" y="45750"/>
                </a:lnTo>
                <a:lnTo>
                  <a:pt x="1101075" y="45900"/>
                </a:lnTo>
                <a:lnTo>
                  <a:pt x="1101000" y="45900"/>
                </a:lnTo>
                <a:lnTo>
                  <a:pt x="1100925" y="46050"/>
                </a:lnTo>
                <a:lnTo>
                  <a:pt x="1100925" y="46125"/>
                </a:lnTo>
                <a:lnTo>
                  <a:pt x="1100850" y="46200"/>
                </a:lnTo>
                <a:lnTo>
                  <a:pt x="1100850" y="46275"/>
                </a:lnTo>
                <a:lnTo>
                  <a:pt x="1100700" y="46575"/>
                </a:lnTo>
                <a:lnTo>
                  <a:pt x="1100700" y="46650"/>
                </a:lnTo>
                <a:lnTo>
                  <a:pt x="1100550" y="46950"/>
                </a:lnTo>
                <a:lnTo>
                  <a:pt x="1100400" y="47100"/>
                </a:lnTo>
                <a:lnTo>
                  <a:pt x="1100400" y="47175"/>
                </a:lnTo>
                <a:lnTo>
                  <a:pt x="1100250" y="47475"/>
                </a:lnTo>
                <a:lnTo>
                  <a:pt x="1100175" y="47475"/>
                </a:lnTo>
                <a:lnTo>
                  <a:pt x="1100025" y="47850"/>
                </a:lnTo>
                <a:lnTo>
                  <a:pt x="1099950" y="47850"/>
                </a:lnTo>
                <a:lnTo>
                  <a:pt x="1099800" y="48150"/>
                </a:lnTo>
                <a:lnTo>
                  <a:pt x="1099725" y="48150"/>
                </a:lnTo>
                <a:lnTo>
                  <a:pt x="1099650" y="48300"/>
                </a:lnTo>
                <a:lnTo>
                  <a:pt x="1099650" y="48375"/>
                </a:lnTo>
                <a:lnTo>
                  <a:pt x="1099500" y="48450"/>
                </a:lnTo>
                <a:lnTo>
                  <a:pt x="1099500" y="48525"/>
                </a:lnTo>
                <a:lnTo>
                  <a:pt x="1099425" y="48675"/>
                </a:lnTo>
                <a:lnTo>
                  <a:pt x="1099350" y="48675"/>
                </a:lnTo>
                <a:lnTo>
                  <a:pt x="1099050" y="49125"/>
                </a:lnTo>
                <a:lnTo>
                  <a:pt x="1098975" y="49125"/>
                </a:lnTo>
                <a:lnTo>
                  <a:pt x="1098900" y="49275"/>
                </a:lnTo>
                <a:lnTo>
                  <a:pt x="1098825" y="49275"/>
                </a:lnTo>
                <a:lnTo>
                  <a:pt x="1098750" y="49425"/>
                </a:lnTo>
                <a:lnTo>
                  <a:pt x="1098675" y="49425"/>
                </a:lnTo>
                <a:lnTo>
                  <a:pt x="1098600" y="49575"/>
                </a:lnTo>
                <a:lnTo>
                  <a:pt x="1098000" y="50175"/>
                </a:lnTo>
                <a:lnTo>
                  <a:pt x="1097850" y="50250"/>
                </a:lnTo>
                <a:lnTo>
                  <a:pt x="1097550" y="50550"/>
                </a:lnTo>
                <a:lnTo>
                  <a:pt x="1097475" y="50550"/>
                </a:lnTo>
                <a:lnTo>
                  <a:pt x="1097325" y="50700"/>
                </a:lnTo>
                <a:lnTo>
                  <a:pt x="1097175" y="50775"/>
                </a:lnTo>
                <a:lnTo>
                  <a:pt x="1097175" y="50850"/>
                </a:lnTo>
                <a:lnTo>
                  <a:pt x="1097025" y="50925"/>
                </a:lnTo>
                <a:lnTo>
                  <a:pt x="1096950" y="50925"/>
                </a:lnTo>
                <a:lnTo>
                  <a:pt x="1096875" y="51075"/>
                </a:lnTo>
                <a:lnTo>
                  <a:pt x="1096800" y="51075"/>
                </a:lnTo>
                <a:lnTo>
                  <a:pt x="1096650" y="51150"/>
                </a:lnTo>
                <a:lnTo>
                  <a:pt x="1096650" y="51225"/>
                </a:lnTo>
                <a:lnTo>
                  <a:pt x="1096275" y="51375"/>
                </a:lnTo>
                <a:lnTo>
                  <a:pt x="1096275" y="51450"/>
                </a:lnTo>
                <a:lnTo>
                  <a:pt x="1095900" y="51600"/>
                </a:lnTo>
                <a:lnTo>
                  <a:pt x="1095900" y="51675"/>
                </a:lnTo>
                <a:lnTo>
                  <a:pt x="1095750" y="51750"/>
                </a:lnTo>
                <a:lnTo>
                  <a:pt x="1095675" y="51750"/>
                </a:lnTo>
                <a:lnTo>
                  <a:pt x="1095150" y="52050"/>
                </a:lnTo>
                <a:lnTo>
                  <a:pt x="1095075" y="52050"/>
                </a:lnTo>
                <a:lnTo>
                  <a:pt x="1094775" y="52200"/>
                </a:lnTo>
                <a:lnTo>
                  <a:pt x="1094700" y="52200"/>
                </a:lnTo>
                <a:lnTo>
                  <a:pt x="1094475" y="52350"/>
                </a:lnTo>
                <a:lnTo>
                  <a:pt x="1094325" y="52350"/>
                </a:lnTo>
                <a:lnTo>
                  <a:pt x="1094250" y="52425"/>
                </a:lnTo>
                <a:lnTo>
                  <a:pt x="1094100" y="52425"/>
                </a:lnTo>
                <a:lnTo>
                  <a:pt x="1094100" y="52500"/>
                </a:lnTo>
                <a:lnTo>
                  <a:pt x="1093875" y="52500"/>
                </a:lnTo>
                <a:lnTo>
                  <a:pt x="1093875" y="52575"/>
                </a:lnTo>
                <a:lnTo>
                  <a:pt x="1093650" y="52575"/>
                </a:lnTo>
                <a:lnTo>
                  <a:pt x="1093650" y="52650"/>
                </a:lnTo>
                <a:lnTo>
                  <a:pt x="1093425" y="52650"/>
                </a:lnTo>
                <a:lnTo>
                  <a:pt x="1092825" y="52875"/>
                </a:lnTo>
                <a:lnTo>
                  <a:pt x="1092600" y="52875"/>
                </a:lnTo>
                <a:lnTo>
                  <a:pt x="1092525" y="52950"/>
                </a:lnTo>
                <a:lnTo>
                  <a:pt x="1092300" y="52950"/>
                </a:lnTo>
                <a:lnTo>
                  <a:pt x="1092150" y="53025"/>
                </a:lnTo>
                <a:lnTo>
                  <a:pt x="1091850" y="53025"/>
                </a:lnTo>
                <a:lnTo>
                  <a:pt x="1091625" y="53100"/>
                </a:lnTo>
                <a:lnTo>
                  <a:pt x="1091400" y="53100"/>
                </a:lnTo>
                <a:lnTo>
                  <a:pt x="1091175" y="53175"/>
                </a:lnTo>
                <a:lnTo>
                  <a:pt x="1090650" y="53175"/>
                </a:lnTo>
                <a:lnTo>
                  <a:pt x="1090425" y="53250"/>
                </a:lnTo>
                <a:lnTo>
                  <a:pt x="1088475" y="53250"/>
                </a:lnTo>
                <a:lnTo>
                  <a:pt x="1088250" y="53175"/>
                </a:lnTo>
                <a:lnTo>
                  <a:pt x="1087575" y="53175"/>
                </a:lnTo>
                <a:lnTo>
                  <a:pt x="1087275" y="53100"/>
                </a:lnTo>
                <a:lnTo>
                  <a:pt x="1086975" y="53100"/>
                </a:lnTo>
                <a:lnTo>
                  <a:pt x="1086450" y="52950"/>
                </a:lnTo>
                <a:lnTo>
                  <a:pt x="1086150" y="52950"/>
                </a:lnTo>
                <a:lnTo>
                  <a:pt x="1086075" y="52875"/>
                </a:lnTo>
                <a:lnTo>
                  <a:pt x="1085850" y="52875"/>
                </a:lnTo>
                <a:lnTo>
                  <a:pt x="1085775" y="52800"/>
                </a:lnTo>
                <a:lnTo>
                  <a:pt x="1085625" y="52800"/>
                </a:lnTo>
                <a:lnTo>
                  <a:pt x="1085550" y="52725"/>
                </a:lnTo>
                <a:lnTo>
                  <a:pt x="1085325" y="52725"/>
                </a:lnTo>
                <a:lnTo>
                  <a:pt x="1085250" y="52650"/>
                </a:lnTo>
                <a:lnTo>
                  <a:pt x="1085025" y="52650"/>
                </a:lnTo>
                <a:lnTo>
                  <a:pt x="1084800" y="52500"/>
                </a:lnTo>
                <a:lnTo>
                  <a:pt x="1084425" y="52425"/>
                </a:lnTo>
                <a:lnTo>
                  <a:pt x="1084050" y="52200"/>
                </a:lnTo>
                <a:lnTo>
                  <a:pt x="1083750" y="52125"/>
                </a:lnTo>
                <a:lnTo>
                  <a:pt x="1083675" y="52050"/>
                </a:lnTo>
                <a:lnTo>
                  <a:pt x="1083300" y="51900"/>
                </a:lnTo>
                <a:lnTo>
                  <a:pt x="1083000" y="51675"/>
                </a:lnTo>
                <a:lnTo>
                  <a:pt x="1082850" y="51600"/>
                </a:lnTo>
                <a:lnTo>
                  <a:pt x="1082775" y="51600"/>
                </a:lnTo>
                <a:lnTo>
                  <a:pt x="1082625" y="51450"/>
                </a:lnTo>
                <a:lnTo>
                  <a:pt x="1082550" y="51450"/>
                </a:lnTo>
                <a:lnTo>
                  <a:pt x="1082400" y="51300"/>
                </a:lnTo>
                <a:lnTo>
                  <a:pt x="1082325" y="51300"/>
                </a:lnTo>
                <a:lnTo>
                  <a:pt x="1082250" y="51150"/>
                </a:lnTo>
                <a:lnTo>
                  <a:pt x="1082175" y="51150"/>
                </a:lnTo>
                <a:lnTo>
                  <a:pt x="1082025" y="51000"/>
                </a:lnTo>
                <a:lnTo>
                  <a:pt x="1081950" y="51000"/>
                </a:lnTo>
                <a:lnTo>
                  <a:pt x="1081800" y="50850"/>
                </a:lnTo>
                <a:lnTo>
                  <a:pt x="1081725" y="50850"/>
                </a:lnTo>
                <a:lnTo>
                  <a:pt x="1081650" y="50700"/>
                </a:lnTo>
                <a:lnTo>
                  <a:pt x="1081425" y="50550"/>
                </a:lnTo>
                <a:lnTo>
                  <a:pt x="1081200" y="50325"/>
                </a:lnTo>
                <a:lnTo>
                  <a:pt x="1081050" y="50100"/>
                </a:lnTo>
                <a:lnTo>
                  <a:pt x="1080900" y="50025"/>
                </a:lnTo>
                <a:lnTo>
                  <a:pt x="1080900" y="49950"/>
                </a:lnTo>
                <a:lnTo>
                  <a:pt x="1080600" y="49650"/>
                </a:lnTo>
                <a:lnTo>
                  <a:pt x="1080600" y="49575"/>
                </a:lnTo>
                <a:lnTo>
                  <a:pt x="1080450" y="49425"/>
                </a:lnTo>
                <a:lnTo>
                  <a:pt x="1080450" y="49350"/>
                </a:lnTo>
                <a:lnTo>
                  <a:pt x="1080300" y="49200"/>
                </a:lnTo>
                <a:lnTo>
                  <a:pt x="1080150" y="48975"/>
                </a:lnTo>
                <a:lnTo>
                  <a:pt x="1080000" y="48675"/>
                </a:lnTo>
                <a:lnTo>
                  <a:pt x="1079925" y="48600"/>
                </a:lnTo>
                <a:lnTo>
                  <a:pt x="1079775" y="48225"/>
                </a:lnTo>
                <a:lnTo>
                  <a:pt x="1079700" y="48225"/>
                </a:lnTo>
                <a:lnTo>
                  <a:pt x="1079625" y="48075"/>
                </a:lnTo>
                <a:lnTo>
                  <a:pt x="1079400" y="47325"/>
                </a:lnTo>
                <a:lnTo>
                  <a:pt x="1079250" y="47025"/>
                </a:lnTo>
                <a:lnTo>
                  <a:pt x="1079250" y="46950"/>
                </a:lnTo>
                <a:lnTo>
                  <a:pt x="1079100" y="46575"/>
                </a:lnTo>
                <a:lnTo>
                  <a:pt x="1079100" y="46350"/>
                </a:lnTo>
                <a:lnTo>
                  <a:pt x="1079025" y="46275"/>
                </a:lnTo>
                <a:lnTo>
                  <a:pt x="1079025" y="46125"/>
                </a:lnTo>
                <a:lnTo>
                  <a:pt x="1078950" y="45900"/>
                </a:lnTo>
                <a:lnTo>
                  <a:pt x="1078950" y="45675"/>
                </a:lnTo>
                <a:lnTo>
                  <a:pt x="1078875" y="45525"/>
                </a:lnTo>
                <a:lnTo>
                  <a:pt x="1078875" y="45000"/>
                </a:lnTo>
                <a:lnTo>
                  <a:pt x="1078800" y="44850"/>
                </a:lnTo>
                <a:lnTo>
                  <a:pt x="1078800" y="43125"/>
                </a:lnTo>
                <a:lnTo>
                  <a:pt x="1078875" y="42900"/>
                </a:lnTo>
                <a:lnTo>
                  <a:pt x="1078875" y="42450"/>
                </a:lnTo>
                <a:lnTo>
                  <a:pt x="1078950" y="42300"/>
                </a:lnTo>
                <a:lnTo>
                  <a:pt x="1078950" y="42000"/>
                </a:lnTo>
                <a:lnTo>
                  <a:pt x="1079025" y="41850"/>
                </a:lnTo>
                <a:lnTo>
                  <a:pt x="1079025" y="41625"/>
                </a:lnTo>
                <a:lnTo>
                  <a:pt x="1079100" y="41475"/>
                </a:lnTo>
                <a:lnTo>
                  <a:pt x="1079100" y="41175"/>
                </a:lnTo>
                <a:lnTo>
                  <a:pt x="1079175" y="41025"/>
                </a:lnTo>
                <a:lnTo>
                  <a:pt x="1079175" y="40800"/>
                </a:lnTo>
                <a:lnTo>
                  <a:pt x="1079250" y="40800"/>
                </a:lnTo>
                <a:lnTo>
                  <a:pt x="1079250" y="40575"/>
                </a:lnTo>
                <a:lnTo>
                  <a:pt x="1079475" y="39975"/>
                </a:lnTo>
                <a:lnTo>
                  <a:pt x="1079475" y="39825"/>
                </a:lnTo>
                <a:lnTo>
                  <a:pt x="1079550" y="39750"/>
                </a:lnTo>
                <a:lnTo>
                  <a:pt x="1079550" y="39600"/>
                </a:lnTo>
                <a:lnTo>
                  <a:pt x="1079625" y="39525"/>
                </a:lnTo>
                <a:lnTo>
                  <a:pt x="1079625" y="39375"/>
                </a:lnTo>
                <a:lnTo>
                  <a:pt x="1079775" y="39000"/>
                </a:lnTo>
                <a:lnTo>
                  <a:pt x="1079775" y="38925"/>
                </a:lnTo>
                <a:lnTo>
                  <a:pt x="1079850" y="38775"/>
                </a:lnTo>
                <a:lnTo>
                  <a:pt x="1079925" y="38775"/>
                </a:lnTo>
                <a:lnTo>
                  <a:pt x="1079925" y="38550"/>
                </a:lnTo>
                <a:lnTo>
                  <a:pt x="1080000" y="38550"/>
                </a:lnTo>
                <a:lnTo>
                  <a:pt x="1080225" y="38025"/>
                </a:lnTo>
                <a:lnTo>
                  <a:pt x="1080225" y="37950"/>
                </a:lnTo>
                <a:lnTo>
                  <a:pt x="1080525" y="37425"/>
                </a:lnTo>
                <a:lnTo>
                  <a:pt x="1085625" y="39675"/>
                </a:lnTo>
                <a:lnTo>
                  <a:pt x="1085550" y="39825"/>
                </a:lnTo>
                <a:lnTo>
                  <a:pt x="1085550" y="39975"/>
                </a:lnTo>
                <a:lnTo>
                  <a:pt x="1085475" y="40050"/>
                </a:lnTo>
                <a:lnTo>
                  <a:pt x="1085250" y="40500"/>
                </a:lnTo>
                <a:lnTo>
                  <a:pt x="1085250" y="40650"/>
                </a:lnTo>
                <a:lnTo>
                  <a:pt x="1085175" y="40725"/>
                </a:lnTo>
                <a:lnTo>
                  <a:pt x="1085025" y="41025"/>
                </a:lnTo>
                <a:lnTo>
                  <a:pt x="1085025" y="41175"/>
                </a:lnTo>
                <a:lnTo>
                  <a:pt x="1084950" y="41325"/>
                </a:lnTo>
                <a:lnTo>
                  <a:pt x="1084950" y="41475"/>
                </a:lnTo>
                <a:lnTo>
                  <a:pt x="1084875" y="41550"/>
                </a:lnTo>
                <a:lnTo>
                  <a:pt x="1084875" y="41700"/>
                </a:lnTo>
                <a:lnTo>
                  <a:pt x="1084800" y="41850"/>
                </a:lnTo>
                <a:lnTo>
                  <a:pt x="1084800" y="42000"/>
                </a:lnTo>
                <a:lnTo>
                  <a:pt x="1084725" y="42150"/>
                </a:lnTo>
                <a:lnTo>
                  <a:pt x="1084725" y="42300"/>
                </a:lnTo>
                <a:lnTo>
                  <a:pt x="1084650" y="42375"/>
                </a:lnTo>
                <a:lnTo>
                  <a:pt x="1084650" y="42675"/>
                </a:lnTo>
                <a:lnTo>
                  <a:pt x="1084575" y="42825"/>
                </a:lnTo>
                <a:lnTo>
                  <a:pt x="1084575" y="43200"/>
                </a:lnTo>
                <a:lnTo>
                  <a:pt x="1084500" y="43350"/>
                </a:lnTo>
                <a:lnTo>
                  <a:pt x="1084500" y="44550"/>
                </a:lnTo>
                <a:lnTo>
                  <a:pt x="1084575" y="44700"/>
                </a:lnTo>
                <a:lnTo>
                  <a:pt x="1084575" y="45150"/>
                </a:lnTo>
                <a:lnTo>
                  <a:pt x="1084650" y="45225"/>
                </a:lnTo>
                <a:lnTo>
                  <a:pt x="1084650" y="45450"/>
                </a:lnTo>
                <a:lnTo>
                  <a:pt x="1084800" y="45675"/>
                </a:lnTo>
                <a:lnTo>
                  <a:pt x="1084800" y="45825"/>
                </a:lnTo>
                <a:lnTo>
                  <a:pt x="1084875" y="45900"/>
                </a:lnTo>
                <a:lnTo>
                  <a:pt x="1084875" y="45975"/>
                </a:lnTo>
                <a:lnTo>
                  <a:pt x="1084950" y="46050"/>
                </a:lnTo>
                <a:lnTo>
                  <a:pt x="1084950" y="46125"/>
                </a:lnTo>
                <a:lnTo>
                  <a:pt x="1085025" y="46200"/>
                </a:lnTo>
                <a:lnTo>
                  <a:pt x="1085025" y="46275"/>
                </a:lnTo>
                <a:lnTo>
                  <a:pt x="1085175" y="46425"/>
                </a:lnTo>
                <a:lnTo>
                  <a:pt x="1085175" y="46500"/>
                </a:lnTo>
                <a:lnTo>
                  <a:pt x="1085325" y="46650"/>
                </a:lnTo>
                <a:lnTo>
                  <a:pt x="1085325" y="46725"/>
                </a:lnTo>
                <a:lnTo>
                  <a:pt x="1085400" y="46725"/>
                </a:lnTo>
                <a:lnTo>
                  <a:pt x="1085550" y="46875"/>
                </a:lnTo>
                <a:lnTo>
                  <a:pt x="1085550" y="46950"/>
                </a:lnTo>
                <a:lnTo>
                  <a:pt x="1085625" y="46950"/>
                </a:lnTo>
                <a:lnTo>
                  <a:pt x="1085850" y="47175"/>
                </a:lnTo>
                <a:lnTo>
                  <a:pt x="1085925" y="47175"/>
                </a:lnTo>
                <a:lnTo>
                  <a:pt x="1086075" y="47325"/>
                </a:lnTo>
                <a:lnTo>
                  <a:pt x="1086150" y="47325"/>
                </a:lnTo>
                <a:lnTo>
                  <a:pt x="1086375" y="47475"/>
                </a:lnTo>
                <a:lnTo>
                  <a:pt x="1086450" y="47475"/>
                </a:lnTo>
                <a:lnTo>
                  <a:pt x="1087050" y="47700"/>
                </a:lnTo>
                <a:lnTo>
                  <a:pt x="1087200" y="47700"/>
                </a:lnTo>
                <a:lnTo>
                  <a:pt x="1087275" y="47775"/>
                </a:lnTo>
                <a:lnTo>
                  <a:pt x="1087425" y="47775"/>
                </a:lnTo>
                <a:lnTo>
                  <a:pt x="1087575" y="47850"/>
                </a:lnTo>
                <a:lnTo>
                  <a:pt x="1087725" y="47850"/>
                </a:lnTo>
                <a:lnTo>
                  <a:pt x="1087950" y="47925"/>
                </a:lnTo>
                <a:lnTo>
                  <a:pt x="1088475" y="47925"/>
                </a:lnTo>
                <a:lnTo>
                  <a:pt x="1088625" y="48000"/>
                </a:lnTo>
                <a:lnTo>
                  <a:pt x="1090200" y="48000"/>
                </a:lnTo>
                <a:lnTo>
                  <a:pt x="1090275" y="47925"/>
                </a:lnTo>
                <a:lnTo>
                  <a:pt x="1090800" y="47925"/>
                </a:lnTo>
                <a:lnTo>
                  <a:pt x="1090950" y="47850"/>
                </a:lnTo>
                <a:lnTo>
                  <a:pt x="1091175" y="47850"/>
                </a:lnTo>
                <a:lnTo>
                  <a:pt x="1091550" y="47700"/>
                </a:lnTo>
                <a:lnTo>
                  <a:pt x="1091700" y="47700"/>
                </a:lnTo>
                <a:lnTo>
                  <a:pt x="1091775" y="47625"/>
                </a:lnTo>
                <a:lnTo>
                  <a:pt x="1091925" y="47625"/>
                </a:lnTo>
                <a:lnTo>
                  <a:pt x="1092000" y="47550"/>
                </a:lnTo>
                <a:lnTo>
                  <a:pt x="1092150" y="47550"/>
                </a:lnTo>
                <a:lnTo>
                  <a:pt x="1092225" y="47475"/>
                </a:lnTo>
                <a:lnTo>
                  <a:pt x="1092300" y="47475"/>
                </a:lnTo>
                <a:lnTo>
                  <a:pt x="1092525" y="47325"/>
                </a:lnTo>
                <a:lnTo>
                  <a:pt x="1092675" y="47325"/>
                </a:lnTo>
                <a:lnTo>
                  <a:pt x="1092825" y="47175"/>
                </a:lnTo>
                <a:lnTo>
                  <a:pt x="1092975" y="47175"/>
                </a:lnTo>
                <a:lnTo>
                  <a:pt x="1093200" y="46950"/>
                </a:lnTo>
                <a:lnTo>
                  <a:pt x="1093350" y="46950"/>
                </a:lnTo>
                <a:lnTo>
                  <a:pt x="1093650" y="46650"/>
                </a:lnTo>
                <a:lnTo>
                  <a:pt x="1093800" y="46575"/>
                </a:lnTo>
                <a:lnTo>
                  <a:pt x="1094775" y="45600"/>
                </a:lnTo>
                <a:lnTo>
                  <a:pt x="1094850" y="45450"/>
                </a:lnTo>
                <a:lnTo>
                  <a:pt x="1095075" y="45225"/>
                </a:lnTo>
                <a:lnTo>
                  <a:pt x="1095150" y="45075"/>
                </a:lnTo>
                <a:lnTo>
                  <a:pt x="1095150" y="45000"/>
                </a:lnTo>
                <a:lnTo>
                  <a:pt x="1095300" y="44850"/>
                </a:lnTo>
                <a:lnTo>
                  <a:pt x="1095450" y="44625"/>
                </a:lnTo>
                <a:lnTo>
                  <a:pt x="1095450" y="44550"/>
                </a:lnTo>
                <a:lnTo>
                  <a:pt x="1095525" y="44400"/>
                </a:lnTo>
                <a:lnTo>
                  <a:pt x="1095600" y="44325"/>
                </a:lnTo>
                <a:lnTo>
                  <a:pt x="1095600" y="44175"/>
                </a:lnTo>
                <a:lnTo>
                  <a:pt x="1095750" y="43950"/>
                </a:lnTo>
                <a:lnTo>
                  <a:pt x="1095750" y="43875"/>
                </a:lnTo>
                <a:lnTo>
                  <a:pt x="1096125" y="42825"/>
                </a:lnTo>
                <a:lnTo>
                  <a:pt x="1096125" y="42600"/>
                </a:lnTo>
                <a:lnTo>
                  <a:pt x="1096200" y="42450"/>
                </a:lnTo>
                <a:lnTo>
                  <a:pt x="1096200" y="42225"/>
                </a:lnTo>
                <a:lnTo>
                  <a:pt x="1096275" y="42075"/>
                </a:lnTo>
                <a:lnTo>
                  <a:pt x="1096275" y="41475"/>
                </a:lnTo>
                <a:lnTo>
                  <a:pt x="1096350" y="41325"/>
                </a:lnTo>
                <a:lnTo>
                  <a:pt x="1096350" y="40425"/>
                </a:lnTo>
                <a:lnTo>
                  <a:pt x="1096275" y="40350"/>
                </a:lnTo>
                <a:lnTo>
                  <a:pt x="1096275" y="39825"/>
                </a:lnTo>
                <a:lnTo>
                  <a:pt x="1096200" y="39675"/>
                </a:lnTo>
                <a:lnTo>
                  <a:pt x="1096200" y="39300"/>
                </a:lnTo>
                <a:lnTo>
                  <a:pt x="1096125" y="39150"/>
                </a:lnTo>
                <a:lnTo>
                  <a:pt x="1096125" y="39000"/>
                </a:lnTo>
                <a:lnTo>
                  <a:pt x="1095975" y="38625"/>
                </a:lnTo>
                <a:lnTo>
                  <a:pt x="1095975" y="38475"/>
                </a:lnTo>
                <a:lnTo>
                  <a:pt x="1095825" y="38100"/>
                </a:lnTo>
                <a:lnTo>
                  <a:pt x="1095825" y="37950"/>
                </a:lnTo>
                <a:lnTo>
                  <a:pt x="1095675" y="37725"/>
                </a:lnTo>
                <a:lnTo>
                  <a:pt x="1095675" y="37575"/>
                </a:lnTo>
                <a:lnTo>
                  <a:pt x="1095525" y="37275"/>
                </a:lnTo>
                <a:lnTo>
                  <a:pt x="1095450" y="37200"/>
                </a:lnTo>
                <a:lnTo>
                  <a:pt x="1095450" y="37050"/>
                </a:lnTo>
                <a:lnTo>
                  <a:pt x="1094850" y="36000"/>
                </a:lnTo>
                <a:lnTo>
                  <a:pt x="1094700" y="35775"/>
                </a:lnTo>
                <a:lnTo>
                  <a:pt x="1094475" y="35550"/>
                </a:lnTo>
                <a:lnTo>
                  <a:pt x="1094325" y="35250"/>
                </a:lnTo>
                <a:lnTo>
                  <a:pt x="1094175" y="35175"/>
                </a:lnTo>
                <a:lnTo>
                  <a:pt x="1094100" y="35025"/>
                </a:lnTo>
                <a:lnTo>
                  <a:pt x="1093875" y="34800"/>
                </a:lnTo>
                <a:lnTo>
                  <a:pt x="1093800" y="34650"/>
                </a:lnTo>
                <a:lnTo>
                  <a:pt x="1093650" y="34575"/>
                </a:lnTo>
                <a:lnTo>
                  <a:pt x="1093575" y="34425"/>
                </a:lnTo>
                <a:lnTo>
                  <a:pt x="1093425" y="34350"/>
                </a:lnTo>
                <a:lnTo>
                  <a:pt x="1093350" y="34200"/>
                </a:lnTo>
                <a:lnTo>
                  <a:pt x="1093200" y="34125"/>
                </a:lnTo>
                <a:lnTo>
                  <a:pt x="1093125" y="33975"/>
                </a:lnTo>
                <a:lnTo>
                  <a:pt x="1092975" y="33900"/>
                </a:lnTo>
                <a:lnTo>
                  <a:pt x="1092600" y="33525"/>
                </a:lnTo>
                <a:lnTo>
                  <a:pt x="1092375" y="33375"/>
                </a:lnTo>
                <a:lnTo>
                  <a:pt x="1092225" y="33300"/>
                </a:lnTo>
                <a:lnTo>
                  <a:pt x="1092150" y="33300"/>
                </a:lnTo>
                <a:lnTo>
                  <a:pt x="1092000" y="33150"/>
                </a:lnTo>
                <a:lnTo>
                  <a:pt x="1091775" y="33075"/>
                </a:lnTo>
                <a:lnTo>
                  <a:pt x="1091550" y="32925"/>
                </a:lnTo>
                <a:lnTo>
                  <a:pt x="1091325" y="32850"/>
                </a:lnTo>
                <a:lnTo>
                  <a:pt x="1090950" y="32625"/>
                </a:lnTo>
                <a:lnTo>
                  <a:pt x="1090875" y="32625"/>
                </a:lnTo>
                <a:lnTo>
                  <a:pt x="1090725" y="32475"/>
                </a:lnTo>
                <a:lnTo>
                  <a:pt x="1090500" y="32400"/>
                </a:lnTo>
                <a:lnTo>
                  <a:pt x="1090125" y="32175"/>
                </a:lnTo>
                <a:lnTo>
                  <a:pt x="1090050" y="32175"/>
                </a:lnTo>
                <a:lnTo>
                  <a:pt x="1089900" y="32025"/>
                </a:lnTo>
                <a:lnTo>
                  <a:pt x="1089675" y="31950"/>
                </a:lnTo>
                <a:lnTo>
                  <a:pt x="1089525" y="31800"/>
                </a:lnTo>
                <a:lnTo>
                  <a:pt x="1089450" y="31800"/>
                </a:lnTo>
                <a:lnTo>
                  <a:pt x="1089300" y="31725"/>
                </a:lnTo>
                <a:lnTo>
                  <a:pt x="1089075" y="31575"/>
                </a:lnTo>
                <a:lnTo>
                  <a:pt x="1088925" y="31425"/>
                </a:lnTo>
                <a:lnTo>
                  <a:pt x="1088850" y="31425"/>
                </a:lnTo>
                <a:lnTo>
                  <a:pt x="1088700" y="31350"/>
                </a:lnTo>
                <a:lnTo>
                  <a:pt x="1088550" y="31200"/>
                </a:lnTo>
                <a:lnTo>
                  <a:pt x="1088475" y="31200"/>
                </a:lnTo>
                <a:lnTo>
                  <a:pt x="1088325" y="31125"/>
                </a:lnTo>
                <a:lnTo>
                  <a:pt x="1088325" y="31050"/>
                </a:lnTo>
                <a:lnTo>
                  <a:pt x="1088175" y="30975"/>
                </a:lnTo>
                <a:lnTo>
                  <a:pt x="1088100" y="30975"/>
                </a:lnTo>
                <a:lnTo>
                  <a:pt x="1087950" y="30825"/>
                </a:lnTo>
                <a:lnTo>
                  <a:pt x="1087575" y="30600"/>
                </a:lnTo>
                <a:lnTo>
                  <a:pt x="1087425" y="30450"/>
                </a:lnTo>
                <a:lnTo>
                  <a:pt x="1087350" y="30450"/>
                </a:lnTo>
                <a:lnTo>
                  <a:pt x="1087200" y="30375"/>
                </a:lnTo>
                <a:lnTo>
                  <a:pt x="1087200" y="30300"/>
                </a:lnTo>
                <a:lnTo>
                  <a:pt x="1086525" y="29850"/>
                </a:lnTo>
                <a:lnTo>
                  <a:pt x="1086525" y="29775"/>
                </a:lnTo>
                <a:lnTo>
                  <a:pt x="1086375" y="29700"/>
                </a:lnTo>
                <a:lnTo>
                  <a:pt x="1086300" y="29700"/>
                </a:lnTo>
                <a:lnTo>
                  <a:pt x="1086225" y="29550"/>
                </a:lnTo>
                <a:lnTo>
                  <a:pt x="1086150" y="29550"/>
                </a:lnTo>
                <a:lnTo>
                  <a:pt x="1086000" y="29400"/>
                </a:lnTo>
                <a:lnTo>
                  <a:pt x="1085850" y="29325"/>
                </a:lnTo>
                <a:lnTo>
                  <a:pt x="1085850" y="29250"/>
                </a:lnTo>
                <a:lnTo>
                  <a:pt x="1085700" y="29175"/>
                </a:lnTo>
                <a:lnTo>
                  <a:pt x="1085700" y="29100"/>
                </a:lnTo>
                <a:lnTo>
                  <a:pt x="1085550" y="29025"/>
                </a:lnTo>
                <a:lnTo>
                  <a:pt x="1085400" y="28875"/>
                </a:lnTo>
                <a:lnTo>
                  <a:pt x="1085325" y="28875"/>
                </a:lnTo>
                <a:lnTo>
                  <a:pt x="1085250" y="28725"/>
                </a:lnTo>
                <a:lnTo>
                  <a:pt x="1085175" y="28725"/>
                </a:lnTo>
                <a:lnTo>
                  <a:pt x="1085100" y="28575"/>
                </a:lnTo>
                <a:lnTo>
                  <a:pt x="1085025" y="28575"/>
                </a:lnTo>
                <a:lnTo>
                  <a:pt x="1084950" y="28425"/>
                </a:lnTo>
                <a:lnTo>
                  <a:pt x="1084875" y="28425"/>
                </a:lnTo>
                <a:lnTo>
                  <a:pt x="1084800" y="28275"/>
                </a:lnTo>
                <a:lnTo>
                  <a:pt x="1084725" y="28275"/>
                </a:lnTo>
                <a:lnTo>
                  <a:pt x="1084650" y="28125"/>
                </a:lnTo>
                <a:lnTo>
                  <a:pt x="1084575" y="28125"/>
                </a:lnTo>
                <a:lnTo>
                  <a:pt x="1084500" y="28050"/>
                </a:lnTo>
                <a:lnTo>
                  <a:pt x="1084500" y="27975"/>
                </a:lnTo>
                <a:lnTo>
                  <a:pt x="1084350" y="27900"/>
                </a:lnTo>
                <a:lnTo>
                  <a:pt x="1084350" y="27825"/>
                </a:lnTo>
                <a:lnTo>
                  <a:pt x="1084200" y="27750"/>
                </a:lnTo>
                <a:lnTo>
                  <a:pt x="1084200" y="27675"/>
                </a:lnTo>
                <a:lnTo>
                  <a:pt x="1084050" y="27600"/>
                </a:lnTo>
                <a:lnTo>
                  <a:pt x="1084050" y="27525"/>
                </a:lnTo>
                <a:lnTo>
                  <a:pt x="1083975" y="27375"/>
                </a:lnTo>
                <a:lnTo>
                  <a:pt x="1083900" y="27375"/>
                </a:lnTo>
                <a:lnTo>
                  <a:pt x="1083600" y="26925"/>
                </a:lnTo>
                <a:lnTo>
                  <a:pt x="1083525" y="26925"/>
                </a:lnTo>
                <a:lnTo>
                  <a:pt x="1083375" y="26625"/>
                </a:lnTo>
                <a:lnTo>
                  <a:pt x="1083225" y="26475"/>
                </a:lnTo>
                <a:lnTo>
                  <a:pt x="1083225" y="26400"/>
                </a:lnTo>
                <a:lnTo>
                  <a:pt x="1083075" y="26250"/>
                </a:lnTo>
                <a:lnTo>
                  <a:pt x="1082925" y="25950"/>
                </a:lnTo>
                <a:lnTo>
                  <a:pt x="1082775" y="25800"/>
                </a:lnTo>
                <a:lnTo>
                  <a:pt x="1082775" y="25725"/>
                </a:lnTo>
                <a:lnTo>
                  <a:pt x="1082625" y="25425"/>
                </a:lnTo>
                <a:lnTo>
                  <a:pt x="1082625" y="25350"/>
                </a:lnTo>
                <a:lnTo>
                  <a:pt x="1082475" y="25200"/>
                </a:lnTo>
                <a:lnTo>
                  <a:pt x="1082475" y="25050"/>
                </a:lnTo>
                <a:lnTo>
                  <a:pt x="1082325" y="24825"/>
                </a:lnTo>
                <a:lnTo>
                  <a:pt x="1082325" y="24675"/>
                </a:lnTo>
                <a:lnTo>
                  <a:pt x="1082250" y="24675"/>
                </a:lnTo>
                <a:lnTo>
                  <a:pt x="1082250" y="24525"/>
                </a:lnTo>
                <a:lnTo>
                  <a:pt x="1082175" y="24450"/>
                </a:lnTo>
                <a:lnTo>
                  <a:pt x="1082175" y="24300"/>
                </a:lnTo>
                <a:lnTo>
                  <a:pt x="1082100" y="24225"/>
                </a:lnTo>
                <a:lnTo>
                  <a:pt x="1082100" y="24075"/>
                </a:lnTo>
                <a:lnTo>
                  <a:pt x="1082025" y="23925"/>
                </a:lnTo>
                <a:lnTo>
                  <a:pt x="1082025" y="23775"/>
                </a:lnTo>
                <a:lnTo>
                  <a:pt x="1081950" y="23700"/>
                </a:lnTo>
                <a:lnTo>
                  <a:pt x="1081950" y="23475"/>
                </a:lnTo>
                <a:lnTo>
                  <a:pt x="1081875" y="23325"/>
                </a:lnTo>
                <a:lnTo>
                  <a:pt x="1081875" y="22875"/>
                </a:lnTo>
                <a:lnTo>
                  <a:pt x="1081800" y="22725"/>
                </a:lnTo>
                <a:lnTo>
                  <a:pt x="1081800" y="21600"/>
                </a:lnTo>
                <a:lnTo>
                  <a:pt x="1081875" y="21525"/>
                </a:lnTo>
                <a:lnTo>
                  <a:pt x="1081875" y="21000"/>
                </a:lnTo>
                <a:lnTo>
                  <a:pt x="1081950" y="20850"/>
                </a:lnTo>
                <a:lnTo>
                  <a:pt x="1081950" y="20700"/>
                </a:lnTo>
                <a:lnTo>
                  <a:pt x="1082025" y="20625"/>
                </a:lnTo>
                <a:lnTo>
                  <a:pt x="1082025" y="20400"/>
                </a:lnTo>
                <a:lnTo>
                  <a:pt x="1082100" y="20250"/>
                </a:lnTo>
                <a:lnTo>
                  <a:pt x="1082175" y="19950"/>
                </a:lnTo>
                <a:lnTo>
                  <a:pt x="1082250" y="19875"/>
                </a:lnTo>
                <a:lnTo>
                  <a:pt x="1082400" y="19350"/>
                </a:lnTo>
                <a:lnTo>
                  <a:pt x="1082550" y="19200"/>
                </a:lnTo>
                <a:lnTo>
                  <a:pt x="1082550" y="19050"/>
                </a:lnTo>
                <a:lnTo>
                  <a:pt x="1082625" y="18975"/>
                </a:lnTo>
                <a:lnTo>
                  <a:pt x="1083150" y="18075"/>
                </a:lnTo>
                <a:lnTo>
                  <a:pt x="1083225" y="18075"/>
                </a:lnTo>
                <a:lnTo>
                  <a:pt x="1083300" y="17925"/>
                </a:lnTo>
                <a:lnTo>
                  <a:pt x="1083300" y="17850"/>
                </a:lnTo>
                <a:lnTo>
                  <a:pt x="1083600" y="17550"/>
                </a:lnTo>
                <a:lnTo>
                  <a:pt x="1083600" y="17475"/>
                </a:lnTo>
                <a:lnTo>
                  <a:pt x="1083750" y="17400"/>
                </a:lnTo>
                <a:lnTo>
                  <a:pt x="1083750" y="17325"/>
                </a:lnTo>
                <a:lnTo>
                  <a:pt x="1084050" y="17025"/>
                </a:lnTo>
                <a:lnTo>
                  <a:pt x="1084050" y="16950"/>
                </a:lnTo>
                <a:lnTo>
                  <a:pt x="1084200" y="16875"/>
                </a:lnTo>
                <a:lnTo>
                  <a:pt x="1084200" y="16800"/>
                </a:lnTo>
                <a:lnTo>
                  <a:pt x="1084350" y="16650"/>
                </a:lnTo>
                <a:lnTo>
                  <a:pt x="1084425" y="16650"/>
                </a:lnTo>
                <a:lnTo>
                  <a:pt x="1084500" y="16500"/>
                </a:lnTo>
                <a:lnTo>
                  <a:pt x="1084575" y="16500"/>
                </a:lnTo>
                <a:lnTo>
                  <a:pt x="1084725" y="16350"/>
                </a:lnTo>
                <a:lnTo>
                  <a:pt x="1084725" y="16275"/>
                </a:lnTo>
                <a:lnTo>
                  <a:pt x="1084875" y="16125"/>
                </a:lnTo>
                <a:lnTo>
                  <a:pt x="1084950" y="16125"/>
                </a:lnTo>
                <a:lnTo>
                  <a:pt x="1085250" y="15825"/>
                </a:lnTo>
                <a:lnTo>
                  <a:pt x="1085325" y="15825"/>
                </a:lnTo>
                <a:lnTo>
                  <a:pt x="1085475" y="15675"/>
                </a:lnTo>
                <a:lnTo>
                  <a:pt x="1085700" y="15525"/>
                </a:lnTo>
                <a:lnTo>
                  <a:pt x="1085700" y="15450"/>
                </a:lnTo>
                <a:lnTo>
                  <a:pt x="1085850" y="15375"/>
                </a:lnTo>
                <a:lnTo>
                  <a:pt x="1086075" y="15150"/>
                </a:lnTo>
                <a:lnTo>
                  <a:pt x="1086150" y="15150"/>
                </a:lnTo>
                <a:lnTo>
                  <a:pt x="1086300" y="15000"/>
                </a:lnTo>
                <a:lnTo>
                  <a:pt x="1086375" y="15000"/>
                </a:lnTo>
                <a:lnTo>
                  <a:pt x="1086525" y="14850"/>
                </a:lnTo>
                <a:lnTo>
                  <a:pt x="1086750" y="14700"/>
                </a:lnTo>
                <a:lnTo>
                  <a:pt x="1086825" y="14700"/>
                </a:lnTo>
                <a:lnTo>
                  <a:pt x="1086975" y="14550"/>
                </a:lnTo>
                <a:lnTo>
                  <a:pt x="1087050" y="14550"/>
                </a:lnTo>
                <a:lnTo>
                  <a:pt x="1087200" y="14400"/>
                </a:lnTo>
                <a:lnTo>
                  <a:pt x="1087275" y="14400"/>
                </a:lnTo>
                <a:lnTo>
                  <a:pt x="1087500" y="14250"/>
                </a:lnTo>
                <a:lnTo>
                  <a:pt x="1090725" y="18600"/>
                </a:lnTo>
                <a:lnTo>
                  <a:pt x="1090500" y="18675"/>
                </a:lnTo>
                <a:close/>
              </a:path>
            </a:pathLst>
          </a:custGeom>
          <a:solidFill>
            <a:srgbClr val="000000"/>
          </a:solidFill>
          <a:ln>
            <a:noFill/>
          </a:ln>
        </p:spPr>
        <p:txBody>
          <a:bodyPr rtlCol="0" anchor="ctr"/>
          <a:lstStyle/>
          <a:p>
            <a:pPr algn="ctr"/>
          </a:p>
        </p:txBody>
      </p:sp>
      <p:sp>
        <p:nvSpPr>
          <p:cNvPr id="13" name="42 SIGNS / TWO CASES / LOGICAL RTL"/>
          <p:cNvSpPr txBox="1"/>
          <p:nvPr/>
        </p:nvSpPr>
        <p:spPr>
          <a:xfrm>
            <a:off x="670560" y="5918149"/>
            <a:ext cx="2694432"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42 SIGNS / TWO CASES / LOGICAL RTL</a:t>
            </a:r>
          </a:p>
        </p:txBody>
      </p:sp>
      <p:sp>
        <p:nvSpPr>
          <p:cNvPr id="14" name="Editorial case · typeset line breaks"/>
          <p:cNvSpPr txBox="1"/>
          <p:nvPr/>
        </p:nvSpPr>
        <p:spPr>
          <a:xfrm>
            <a:off x="9313255" y="5909843"/>
            <a:ext cx="2266097" cy="217170"/>
          </a:xfrm>
          <a:prstGeom prst="rect">
            <a:avLst/>
          </a:prstGeom>
          <a:noFill/>
        </p:spPr>
        <p:txBody>
          <a:bodyPr wrap="none" tIns="0" bIns="0" lIns="0" rIns="0" anchor="t">
            <a:spAutoFit/>
          </a:bodyPr>
          <a:lstStyle/>
          <a:p>
            <a:pPr>
              <a:lnSpc>
                <a:spcPct val="100000"/>
              </a:lnSpc>
              <a:spcBef>
                <a:spcPts val="0"/>
              </a:spcBef>
              <a:spcAft>
                <a:spcPts val="0"/>
              </a:spcAft>
            </a:pPr>
            <a:r>
              <a:rPr sz="1140" kern="400000">
                <a:solidFill>
                  <a:srgbClr val="000000"/>
                </a:solidFill>
                <a:latin typeface="Instrument Sans"/>
              </a:rPr>
              <a:t>Editorial case · typeset line breaks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FFFFFF"/>
                </a:solidFill>
                <a:latin typeface="Instrument Sans Medium"/>
              </a:rPr>
              <a:t>NEW ORKHON</a:t>
            </a:r>
          </a:p>
        </p:txBody>
      </p:sp>
      <p:sp>
        <p:nvSpPr>
          <p:cNvPr id="3" name="THE TWO FAMILIES"/>
          <p:cNvSpPr txBox="1"/>
          <p:nvPr/>
        </p:nvSpPr>
        <p:spPr>
          <a:xfrm>
            <a:off x="10497312" y="348386"/>
            <a:ext cx="1066800"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FFFFFF"/>
                </a:solidFill>
                <a:latin typeface="JetBrains Mono"/>
              </a:rPr>
              <a:t>THE TWO FAMILIES</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FFFFFF"/>
                </a:solidFill>
                <a:latin typeface="JetBrains Mono"/>
              </a:rPr>
              <a:t>YENİ ORHUN</a:t>
            </a:r>
          </a:p>
        </p:txBody>
      </p:sp>
      <p:sp>
        <p:nvSpPr>
          <p:cNvPr id="5" name="03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FFFFFF"/>
                </a:solidFill>
                <a:latin typeface="JetBrains Mono"/>
              </a:rPr>
              <a:t>03 / 14</a:t>
            </a:r>
          </a:p>
        </p:txBody>
      </p:sp>
      <p:sp>
        <p:nvSpPr>
          <p:cNvPr id="6" name="Serif / Sans"/>
          <p:cNvSpPr txBox="1"/>
          <p:nvPr/>
        </p:nvSpPr>
        <p:spPr>
          <a:xfrm>
            <a:off x="624840" y="785774"/>
            <a:ext cx="4435511" cy="1188720"/>
          </a:xfrm>
          <a:prstGeom prst="rect">
            <a:avLst/>
          </a:prstGeom>
          <a:noFill/>
        </p:spPr>
        <p:txBody>
          <a:bodyPr wrap="none" tIns="0" bIns="0" lIns="0" rIns="0" anchor="t">
            <a:spAutoFit/>
          </a:bodyPr>
          <a:lstStyle/>
          <a:p>
            <a:pPr>
              <a:lnSpc>
                <a:spcPct val="100000"/>
              </a:lnSpc>
              <a:spcBef>
                <a:spcPts val="0"/>
              </a:spcBef>
              <a:spcAft>
                <a:spcPts val="0"/>
              </a:spcAft>
            </a:pPr>
            <a:r>
              <a:rPr sz="6240" kern="400000">
                <a:solidFill>
                  <a:srgbClr val="FFFFFF"/>
                </a:solidFill>
                <a:latin typeface="Instrument Sans"/>
              </a:rPr>
              <a:t>Serif / Sans</a:t>
            </a:r>
          </a:p>
        </p:txBody>
      </p:sp>
      <p:sp>
        <p:nvSpPr>
          <p:cNvPr id="7" name="Rule"/>
          <p:cNvSpPr/>
          <p:nvPr/>
        </p:nvSpPr>
        <p:spPr>
          <a:xfrm>
            <a:off x="670560" y="2026920"/>
            <a:ext cx="10850880" cy="8"/>
          </a:xfrm>
          <a:custGeom>
            <a:avLst/>
            <a:gdLst/>
            <a:ahLst/>
            <a:cxnLst/>
            <a:rect l="l" t="t" r="r" b="b"/>
            <a:pathLst>
              <a:path w="1424000" h="1" stroke="1" fill="none">
                <a:moveTo>
                  <a:pt x="0" y="0"/>
                </a:moveTo>
                <a:lnTo>
                  <a:pt x="1424000" y="0"/>
                </a:lnTo>
              </a:path>
            </a:pathLst>
          </a:custGeom>
          <a:noFill/>
          <a:ln w="7620">
            <a:solidFill>
              <a:srgbClr val="FFFFFF"/>
            </a:solidFill>
          </a:ln>
        </p:spPr>
        <p:txBody>
          <a:bodyPr rtlCol="0" anchor="ctr"/>
          <a:lstStyle/>
          <a:p>
            <a:pPr algn="ctr"/>
          </a:p>
        </p:txBody>
      </p:sp>
      <p:sp>
        <p:nvSpPr>
          <p:cNvPr id="8" name="Rule"/>
          <p:cNvSpPr/>
          <p:nvPr/>
        </p:nvSpPr>
        <p:spPr>
          <a:xfrm>
            <a:off x="6096000" y="2286000"/>
            <a:ext cx="8" cy="3467100"/>
          </a:xfrm>
          <a:custGeom>
            <a:avLst/>
            <a:gdLst/>
            <a:ahLst/>
            <a:cxnLst/>
            <a:rect l="l" t="t" r="r" b="b"/>
            <a:pathLst>
              <a:path w="1" h="455000" stroke="1" fill="none">
                <a:moveTo>
                  <a:pt x="0" y="0"/>
                </a:moveTo>
                <a:lnTo>
                  <a:pt x="0" y="455000"/>
                </a:lnTo>
              </a:path>
            </a:pathLst>
          </a:custGeom>
          <a:noFill/>
          <a:ln w="5334">
            <a:solidFill>
              <a:srgbClr val="FFFFFF"/>
            </a:solidFill>
          </a:ln>
        </p:spPr>
        <p:txBody>
          <a:bodyPr rtlCol="0" anchor="ctr"/>
          <a:lstStyle/>
          <a:p>
            <a:pPr algn="ctr"/>
          </a:p>
        </p:txBody>
      </p:sp>
      <p:sp>
        <p:nvSpPr>
          <p:cNvPr id="9" name="SERIF"/>
          <p:cNvSpPr txBox="1"/>
          <p:nvPr/>
        </p:nvSpPr>
        <p:spPr>
          <a:xfrm>
            <a:off x="670560" y="2397557"/>
            <a:ext cx="466344" cy="205740"/>
          </a:xfrm>
          <a:prstGeom prst="rect">
            <a:avLst/>
          </a:prstGeom>
          <a:noFill/>
        </p:spPr>
        <p:txBody>
          <a:bodyPr wrap="none" tIns="0" bIns="0" lIns="0" rIns="0" anchor="t">
            <a:spAutoFit/>
          </a:bodyPr>
          <a:lstStyle/>
          <a:p>
            <a:pPr>
              <a:lnSpc>
                <a:spcPct val="100000"/>
              </a:lnSpc>
              <a:spcBef>
                <a:spcPts val="0"/>
              </a:spcBef>
              <a:spcAft>
                <a:spcPts val="0"/>
              </a:spcAft>
            </a:pPr>
            <a:r>
              <a:rPr sz="1080" kern="400000">
                <a:solidFill>
                  <a:srgbClr val="FFFFFF"/>
                </a:solidFill>
                <a:latin typeface="JetBrains Mono"/>
              </a:rPr>
              <a:t>SERIF</a:t>
            </a:r>
          </a:p>
        </p:txBody>
      </p:sp>
      <p:sp>
        <p:nvSpPr>
          <p:cNvPr id="10" name="𐱅𐰭𐰼𐰃"/>
          <p:cNvSpPr/>
          <p:nvPr/>
        </p:nvSpPr>
        <p:spPr>
          <a:xfrm>
            <a:off x="910734" y="3259522"/>
            <a:ext cx="4481132" cy="2036879"/>
          </a:xfrm>
          <a:custGeom>
            <a:avLst/>
            <a:gdLst/>
            <a:ahLst/>
            <a:cxnLst/>
            <a:rect l="l" t="t" r="r" b="b"/>
            <a:pathLst>
              <a:path w="588075" h="267307" stroke="0">
                <a:moveTo>
                  <a:pt x="0" y="261300"/>
                </a:moveTo>
                <a:lnTo>
                  <a:pt x="5106" y="260098"/>
                </a:lnTo>
                <a:lnTo>
                  <a:pt x="7509" y="254993"/>
                </a:lnTo>
                <a:lnTo>
                  <a:pt x="9010" y="250187"/>
                </a:lnTo>
                <a:lnTo>
                  <a:pt x="9010" y="107523"/>
                </a:lnTo>
                <a:lnTo>
                  <a:pt x="9611" y="100315"/>
                </a:lnTo>
                <a:lnTo>
                  <a:pt x="10812" y="93407"/>
                </a:lnTo>
                <a:lnTo>
                  <a:pt x="12614" y="87701"/>
                </a:lnTo>
                <a:lnTo>
                  <a:pt x="13516" y="84697"/>
                </a:lnTo>
                <a:lnTo>
                  <a:pt x="15017" y="81994"/>
                </a:lnTo>
                <a:lnTo>
                  <a:pt x="17720" y="77189"/>
                </a:lnTo>
                <a:lnTo>
                  <a:pt x="20724" y="73284"/>
                </a:lnTo>
                <a:lnTo>
                  <a:pt x="24628" y="69380"/>
                </a:lnTo>
                <a:lnTo>
                  <a:pt x="28533" y="66376"/>
                </a:lnTo>
                <a:lnTo>
                  <a:pt x="32738" y="63673"/>
                </a:lnTo>
                <a:lnTo>
                  <a:pt x="37543" y="61270"/>
                </a:lnTo>
                <a:lnTo>
                  <a:pt x="42649" y="59468"/>
                </a:lnTo>
                <a:lnTo>
                  <a:pt x="48355" y="58267"/>
                </a:lnTo>
                <a:lnTo>
                  <a:pt x="54062" y="57366"/>
                </a:lnTo>
                <a:lnTo>
                  <a:pt x="60069" y="57065"/>
                </a:lnTo>
                <a:lnTo>
                  <a:pt x="66076" y="57366"/>
                </a:lnTo>
                <a:lnTo>
                  <a:pt x="73284" y="57967"/>
                </a:lnTo>
                <a:lnTo>
                  <a:pt x="79591" y="59168"/>
                </a:lnTo>
                <a:lnTo>
                  <a:pt x="86800" y="60970"/>
                </a:lnTo>
                <a:lnTo>
                  <a:pt x="93407" y="62772"/>
                </a:lnTo>
                <a:lnTo>
                  <a:pt x="100916" y="65475"/>
                </a:lnTo>
                <a:lnTo>
                  <a:pt x="88902" y="80793"/>
                </a:lnTo>
                <a:lnTo>
                  <a:pt x="84397" y="79291"/>
                </a:lnTo>
                <a:lnTo>
                  <a:pt x="79591" y="77489"/>
                </a:lnTo>
                <a:lnTo>
                  <a:pt x="75687" y="76588"/>
                </a:lnTo>
                <a:lnTo>
                  <a:pt x="71182" y="75687"/>
                </a:lnTo>
                <a:lnTo>
                  <a:pt x="66977" y="74786"/>
                </a:lnTo>
                <a:lnTo>
                  <a:pt x="63373" y="74485"/>
                </a:lnTo>
                <a:lnTo>
                  <a:pt x="59468" y="74485"/>
                </a:lnTo>
                <a:lnTo>
                  <a:pt x="56164" y="74786"/>
                </a:lnTo>
                <a:lnTo>
                  <a:pt x="53161" y="75387"/>
                </a:lnTo>
                <a:lnTo>
                  <a:pt x="50458" y="76288"/>
                </a:lnTo>
                <a:lnTo>
                  <a:pt x="47755" y="77489"/>
                </a:lnTo>
                <a:lnTo>
                  <a:pt x="45652" y="78991"/>
                </a:lnTo>
                <a:lnTo>
                  <a:pt x="43250" y="80793"/>
                </a:lnTo>
                <a:lnTo>
                  <a:pt x="41448" y="82895"/>
                </a:lnTo>
                <a:lnTo>
                  <a:pt x="39645" y="85298"/>
                </a:lnTo>
                <a:lnTo>
                  <a:pt x="38144" y="88001"/>
                </a:lnTo>
                <a:lnTo>
                  <a:pt x="36342" y="92206"/>
                </a:lnTo>
                <a:lnTo>
                  <a:pt x="34840" y="97011"/>
                </a:lnTo>
                <a:lnTo>
                  <a:pt x="33939" y="102418"/>
                </a:lnTo>
                <a:lnTo>
                  <a:pt x="33639" y="107824"/>
                </a:lnTo>
                <a:lnTo>
                  <a:pt x="33639" y="250187"/>
                </a:lnTo>
                <a:lnTo>
                  <a:pt x="35140" y="254993"/>
                </a:lnTo>
                <a:lnTo>
                  <a:pt x="37543" y="260098"/>
                </a:lnTo>
                <a:lnTo>
                  <a:pt x="42649" y="261300"/>
                </a:lnTo>
                <a:lnTo>
                  <a:pt x="42649" y="267307"/>
                </a:lnTo>
                <a:lnTo>
                  <a:pt x="0" y="267307"/>
                </a:lnTo>
                <a:close/>
                <a:moveTo>
                  <a:pt x="208139" y="254692"/>
                </a:moveTo>
                <a:lnTo>
                  <a:pt x="209641" y="249887"/>
                </a:lnTo>
                <a:lnTo>
                  <a:pt x="209641" y="111128"/>
                </a:lnTo>
                <a:lnTo>
                  <a:pt x="209941" y="105121"/>
                </a:lnTo>
                <a:lnTo>
                  <a:pt x="209641" y="105121"/>
                </a:lnTo>
                <a:lnTo>
                  <a:pt x="209340" y="101216"/>
                </a:lnTo>
                <a:lnTo>
                  <a:pt x="209040" y="97612"/>
                </a:lnTo>
                <a:lnTo>
                  <a:pt x="208439" y="94609"/>
                </a:lnTo>
                <a:lnTo>
                  <a:pt x="207538" y="91605"/>
                </a:lnTo>
                <a:lnTo>
                  <a:pt x="206036" y="88301"/>
                </a:lnTo>
                <a:lnTo>
                  <a:pt x="204535" y="85598"/>
                </a:lnTo>
                <a:lnTo>
                  <a:pt x="202432" y="82895"/>
                </a:lnTo>
                <a:lnTo>
                  <a:pt x="200330" y="80492"/>
                </a:lnTo>
                <a:lnTo>
                  <a:pt x="197627" y="78690"/>
                </a:lnTo>
                <a:lnTo>
                  <a:pt x="194924" y="77189"/>
                </a:lnTo>
                <a:lnTo>
                  <a:pt x="191920" y="75987"/>
                </a:lnTo>
                <a:lnTo>
                  <a:pt x="189217" y="75387"/>
                </a:lnTo>
                <a:lnTo>
                  <a:pt x="185913" y="75387"/>
                </a:lnTo>
                <a:lnTo>
                  <a:pt x="183210" y="75687"/>
                </a:lnTo>
                <a:lnTo>
                  <a:pt x="180207" y="76288"/>
                </a:lnTo>
                <a:lnTo>
                  <a:pt x="177203" y="77489"/>
                </a:lnTo>
                <a:lnTo>
                  <a:pt x="174500" y="79291"/>
                </a:lnTo>
                <a:lnTo>
                  <a:pt x="171797" y="81393"/>
                </a:lnTo>
                <a:lnTo>
                  <a:pt x="169394" y="83796"/>
                </a:lnTo>
                <a:lnTo>
                  <a:pt x="167292" y="86499"/>
                </a:lnTo>
                <a:lnTo>
                  <a:pt x="166091" y="88602"/>
                </a:lnTo>
                <a:lnTo>
                  <a:pt x="164889" y="90704"/>
                </a:lnTo>
                <a:lnTo>
                  <a:pt x="163087" y="95510"/>
                </a:lnTo>
                <a:lnTo>
                  <a:pt x="162186" y="98513"/>
                </a:lnTo>
                <a:lnTo>
                  <a:pt x="161585" y="101216"/>
                </a:lnTo>
                <a:lnTo>
                  <a:pt x="160985" y="104520"/>
                </a:lnTo>
                <a:lnTo>
                  <a:pt x="160684" y="107223"/>
                </a:lnTo>
                <a:lnTo>
                  <a:pt x="160684" y="111128"/>
                </a:lnTo>
                <a:lnTo>
                  <a:pt x="160684" y="192821"/>
                </a:lnTo>
                <a:lnTo>
                  <a:pt x="162186" y="197627"/>
                </a:lnTo>
                <a:lnTo>
                  <a:pt x="164589" y="203033"/>
                </a:lnTo>
                <a:lnTo>
                  <a:pt x="169695" y="204234"/>
                </a:lnTo>
                <a:lnTo>
                  <a:pt x="169695" y="210241"/>
                </a:lnTo>
                <a:lnTo>
                  <a:pt x="127046" y="210241"/>
                </a:lnTo>
                <a:lnTo>
                  <a:pt x="127046" y="204234"/>
                </a:lnTo>
                <a:lnTo>
                  <a:pt x="132152" y="203033"/>
                </a:lnTo>
                <a:lnTo>
                  <a:pt x="134554" y="197627"/>
                </a:lnTo>
                <a:lnTo>
                  <a:pt x="136056" y="192821"/>
                </a:lnTo>
                <a:lnTo>
                  <a:pt x="136056" y="111128"/>
                </a:lnTo>
                <a:lnTo>
                  <a:pt x="136056" y="106622"/>
                </a:lnTo>
                <a:lnTo>
                  <a:pt x="136957" y="100315"/>
                </a:lnTo>
                <a:lnTo>
                  <a:pt x="137558" y="97312"/>
                </a:lnTo>
                <a:lnTo>
                  <a:pt x="138159" y="94008"/>
                </a:lnTo>
                <a:lnTo>
                  <a:pt x="139961" y="88602"/>
                </a:lnTo>
                <a:lnTo>
                  <a:pt x="141162" y="85598"/>
                </a:lnTo>
                <a:lnTo>
                  <a:pt x="142664" y="82895"/>
                </a:lnTo>
                <a:lnTo>
                  <a:pt x="144165" y="80492"/>
                </a:lnTo>
                <a:lnTo>
                  <a:pt x="145667" y="78090"/>
                </a:lnTo>
                <a:lnTo>
                  <a:pt x="148971" y="73885"/>
                </a:lnTo>
                <a:lnTo>
                  <a:pt x="153176" y="69680"/>
                </a:lnTo>
                <a:lnTo>
                  <a:pt x="157381" y="66376"/>
                </a:lnTo>
                <a:lnTo>
                  <a:pt x="162486" y="63373"/>
                </a:lnTo>
                <a:lnTo>
                  <a:pt x="167292" y="61270"/>
                </a:lnTo>
                <a:lnTo>
                  <a:pt x="172999" y="59168"/>
                </a:lnTo>
                <a:lnTo>
                  <a:pt x="178705" y="58267"/>
                </a:lnTo>
                <a:lnTo>
                  <a:pt x="181709" y="57666"/>
                </a:lnTo>
                <a:lnTo>
                  <a:pt x="185012" y="57666"/>
                </a:lnTo>
                <a:lnTo>
                  <a:pt x="188016" y="57666"/>
                </a:lnTo>
                <a:lnTo>
                  <a:pt x="191320" y="57666"/>
                </a:lnTo>
                <a:lnTo>
                  <a:pt x="194323" y="58267"/>
                </a:lnTo>
                <a:lnTo>
                  <a:pt x="197627" y="58567"/>
                </a:lnTo>
                <a:lnTo>
                  <a:pt x="200630" y="59468"/>
                </a:lnTo>
                <a:lnTo>
                  <a:pt x="203333" y="60369"/>
                </a:lnTo>
                <a:lnTo>
                  <a:pt x="206337" y="61270"/>
                </a:lnTo>
                <a:lnTo>
                  <a:pt x="209040" y="62472"/>
                </a:lnTo>
                <a:lnTo>
                  <a:pt x="211743" y="63973"/>
                </a:lnTo>
                <a:lnTo>
                  <a:pt x="214146" y="65475"/>
                </a:lnTo>
                <a:lnTo>
                  <a:pt x="216548" y="67277"/>
                </a:lnTo>
                <a:lnTo>
                  <a:pt x="218951" y="69079"/>
                </a:lnTo>
                <a:lnTo>
                  <a:pt x="221054" y="70881"/>
                </a:lnTo>
                <a:lnTo>
                  <a:pt x="223156" y="73284"/>
                </a:lnTo>
                <a:lnTo>
                  <a:pt x="225859" y="70581"/>
                </a:lnTo>
                <a:lnTo>
                  <a:pt x="229163" y="67878"/>
                </a:lnTo>
                <a:lnTo>
                  <a:pt x="232166" y="65475"/>
                </a:lnTo>
                <a:lnTo>
                  <a:pt x="236071" y="63373"/>
                </a:lnTo>
                <a:lnTo>
                  <a:pt x="239675" y="61871"/>
                </a:lnTo>
                <a:lnTo>
                  <a:pt x="243279" y="60369"/>
                </a:lnTo>
                <a:lnTo>
                  <a:pt x="247484" y="59168"/>
                </a:lnTo>
                <a:lnTo>
                  <a:pt x="251388" y="58267"/>
                </a:lnTo>
                <a:lnTo>
                  <a:pt x="257095" y="57666"/>
                </a:lnTo>
                <a:lnTo>
                  <a:pt x="263102" y="57666"/>
                </a:lnTo>
                <a:lnTo>
                  <a:pt x="268808" y="58267"/>
                </a:lnTo>
                <a:lnTo>
                  <a:pt x="274215" y="59468"/>
                </a:lnTo>
                <a:lnTo>
                  <a:pt x="274215" y="57065"/>
                </a:lnTo>
                <a:lnTo>
                  <a:pt x="316864" y="57065"/>
                </a:lnTo>
                <a:lnTo>
                  <a:pt x="316864" y="63072"/>
                </a:lnTo>
                <a:lnTo>
                  <a:pt x="311758" y="64274"/>
                </a:lnTo>
                <a:lnTo>
                  <a:pt x="309355" y="69680"/>
                </a:lnTo>
                <a:lnTo>
                  <a:pt x="307853" y="74485"/>
                </a:lnTo>
                <a:lnTo>
                  <a:pt x="307853" y="192821"/>
                </a:lnTo>
                <a:lnTo>
                  <a:pt x="309355" y="197627"/>
                </a:lnTo>
                <a:lnTo>
                  <a:pt x="311758" y="203033"/>
                </a:lnTo>
                <a:lnTo>
                  <a:pt x="316864" y="204234"/>
                </a:lnTo>
                <a:lnTo>
                  <a:pt x="316864" y="210241"/>
                </a:lnTo>
                <a:lnTo>
                  <a:pt x="274215" y="210241"/>
                </a:lnTo>
                <a:lnTo>
                  <a:pt x="274215" y="204234"/>
                </a:lnTo>
                <a:lnTo>
                  <a:pt x="279321" y="203033"/>
                </a:lnTo>
                <a:lnTo>
                  <a:pt x="281723" y="197627"/>
                </a:lnTo>
                <a:lnTo>
                  <a:pt x="283225" y="192821"/>
                </a:lnTo>
                <a:lnTo>
                  <a:pt x="283225" y="105121"/>
                </a:lnTo>
                <a:lnTo>
                  <a:pt x="282925" y="101216"/>
                </a:lnTo>
                <a:lnTo>
                  <a:pt x="282624" y="97612"/>
                </a:lnTo>
                <a:lnTo>
                  <a:pt x="282024" y="94609"/>
                </a:lnTo>
                <a:lnTo>
                  <a:pt x="281123" y="91605"/>
                </a:lnTo>
                <a:lnTo>
                  <a:pt x="279921" y="88902"/>
                </a:lnTo>
                <a:lnTo>
                  <a:pt x="278419" y="86499"/>
                </a:lnTo>
                <a:lnTo>
                  <a:pt x="276918" y="84097"/>
                </a:lnTo>
                <a:lnTo>
                  <a:pt x="275116" y="81994"/>
                </a:lnTo>
                <a:lnTo>
                  <a:pt x="273314" y="80192"/>
                </a:lnTo>
                <a:lnTo>
                  <a:pt x="271211" y="78690"/>
                </a:lnTo>
                <a:lnTo>
                  <a:pt x="268808" y="77189"/>
                </a:lnTo>
                <a:lnTo>
                  <a:pt x="266406" y="76288"/>
                </a:lnTo>
                <a:lnTo>
                  <a:pt x="264303" y="75687"/>
                </a:lnTo>
                <a:lnTo>
                  <a:pt x="261600" y="75387"/>
                </a:lnTo>
                <a:lnTo>
                  <a:pt x="258897" y="75387"/>
                </a:lnTo>
                <a:lnTo>
                  <a:pt x="256795" y="75687"/>
                </a:lnTo>
                <a:lnTo>
                  <a:pt x="254392" y="76288"/>
                </a:lnTo>
                <a:lnTo>
                  <a:pt x="251689" y="77189"/>
                </a:lnTo>
                <a:lnTo>
                  <a:pt x="248385" y="78991"/>
                </a:lnTo>
                <a:lnTo>
                  <a:pt x="246283" y="80492"/>
                </a:lnTo>
                <a:lnTo>
                  <a:pt x="244781" y="81994"/>
                </a:lnTo>
                <a:lnTo>
                  <a:pt x="241777" y="85298"/>
                </a:lnTo>
                <a:lnTo>
                  <a:pt x="239375" y="88902"/>
                </a:lnTo>
                <a:lnTo>
                  <a:pt x="237272" y="93407"/>
                </a:lnTo>
                <a:lnTo>
                  <a:pt x="235771" y="97912"/>
                </a:lnTo>
                <a:lnTo>
                  <a:pt x="234870" y="103018"/>
                </a:lnTo>
                <a:lnTo>
                  <a:pt x="234269" y="108124"/>
                </a:lnTo>
                <a:lnTo>
                  <a:pt x="234269" y="249887"/>
                </a:lnTo>
                <a:lnTo>
                  <a:pt x="235771" y="254692"/>
                </a:lnTo>
                <a:lnTo>
                  <a:pt x="238173" y="260098"/>
                </a:lnTo>
                <a:lnTo>
                  <a:pt x="243279" y="261300"/>
                </a:lnTo>
                <a:lnTo>
                  <a:pt x="243279" y="267307"/>
                </a:lnTo>
                <a:lnTo>
                  <a:pt x="200630" y="267307"/>
                </a:lnTo>
                <a:lnTo>
                  <a:pt x="200630" y="261300"/>
                </a:lnTo>
                <a:lnTo>
                  <a:pt x="205736" y="260098"/>
                </a:lnTo>
                <a:close/>
                <a:moveTo>
                  <a:pt x="387445" y="197627"/>
                </a:moveTo>
                <a:lnTo>
                  <a:pt x="388946" y="192821"/>
                </a:lnTo>
                <a:lnTo>
                  <a:pt x="388946" y="136657"/>
                </a:lnTo>
                <a:lnTo>
                  <a:pt x="381738" y="133954"/>
                </a:lnTo>
                <a:lnTo>
                  <a:pt x="377834" y="132152"/>
                </a:lnTo>
                <a:lnTo>
                  <a:pt x="374229" y="130049"/>
                </a:lnTo>
                <a:lnTo>
                  <a:pt x="370025" y="127646"/>
                </a:lnTo>
                <a:lnTo>
                  <a:pt x="366120" y="125244"/>
                </a:lnTo>
                <a:lnTo>
                  <a:pt x="353205" y="116233"/>
                </a:lnTo>
                <a:lnTo>
                  <a:pt x="348700" y="113230"/>
                </a:lnTo>
                <a:lnTo>
                  <a:pt x="345997" y="111728"/>
                </a:lnTo>
                <a:lnTo>
                  <a:pt x="343294" y="110527"/>
                </a:lnTo>
                <a:lnTo>
                  <a:pt x="341192" y="109626"/>
                </a:lnTo>
                <a:lnTo>
                  <a:pt x="338789" y="109025"/>
                </a:lnTo>
                <a:lnTo>
                  <a:pt x="346598" y="92206"/>
                </a:lnTo>
                <a:lnTo>
                  <a:pt x="350502" y="93407"/>
                </a:lnTo>
                <a:lnTo>
                  <a:pt x="354407" y="94609"/>
                </a:lnTo>
                <a:lnTo>
                  <a:pt x="358011" y="96110"/>
                </a:lnTo>
                <a:lnTo>
                  <a:pt x="362216" y="98213"/>
                </a:lnTo>
                <a:lnTo>
                  <a:pt x="367922" y="101817"/>
                </a:lnTo>
                <a:lnTo>
                  <a:pt x="382038" y="111728"/>
                </a:lnTo>
                <a:lnTo>
                  <a:pt x="388946" y="115933"/>
                </a:lnTo>
                <a:lnTo>
                  <a:pt x="388946" y="17420"/>
                </a:lnTo>
                <a:lnTo>
                  <a:pt x="387445" y="12614"/>
                </a:lnTo>
                <a:lnTo>
                  <a:pt x="385042" y="7208"/>
                </a:lnTo>
                <a:lnTo>
                  <a:pt x="379936" y="6007"/>
                </a:lnTo>
                <a:lnTo>
                  <a:pt x="379936" y="0"/>
                </a:lnTo>
                <a:lnTo>
                  <a:pt x="422585" y="0"/>
                </a:lnTo>
                <a:lnTo>
                  <a:pt x="422585" y="6007"/>
                </a:lnTo>
                <a:lnTo>
                  <a:pt x="417479" y="7208"/>
                </a:lnTo>
                <a:lnTo>
                  <a:pt x="415076" y="12614"/>
                </a:lnTo>
                <a:lnTo>
                  <a:pt x="413575" y="17420"/>
                </a:lnTo>
                <a:lnTo>
                  <a:pt x="413575" y="192821"/>
                </a:lnTo>
                <a:lnTo>
                  <a:pt x="415076" y="197627"/>
                </a:lnTo>
                <a:lnTo>
                  <a:pt x="417479" y="203033"/>
                </a:lnTo>
                <a:lnTo>
                  <a:pt x="422585" y="204234"/>
                </a:lnTo>
                <a:lnTo>
                  <a:pt x="422585" y="210241"/>
                </a:lnTo>
                <a:lnTo>
                  <a:pt x="379936" y="210241"/>
                </a:lnTo>
                <a:lnTo>
                  <a:pt x="379936" y="204234"/>
                </a:lnTo>
                <a:lnTo>
                  <a:pt x="385042" y="203033"/>
                </a:lnTo>
                <a:close/>
                <a:moveTo>
                  <a:pt x="463131" y="197627"/>
                </a:moveTo>
                <a:lnTo>
                  <a:pt x="464633" y="192821"/>
                </a:lnTo>
                <a:lnTo>
                  <a:pt x="464633" y="17420"/>
                </a:lnTo>
                <a:lnTo>
                  <a:pt x="463131" y="12614"/>
                </a:lnTo>
                <a:lnTo>
                  <a:pt x="460729" y="7208"/>
                </a:lnTo>
                <a:lnTo>
                  <a:pt x="455623" y="6007"/>
                </a:lnTo>
                <a:lnTo>
                  <a:pt x="455623" y="0"/>
                </a:lnTo>
                <a:lnTo>
                  <a:pt x="500675" y="0"/>
                </a:lnTo>
                <a:lnTo>
                  <a:pt x="500675" y="6007"/>
                </a:lnTo>
                <a:lnTo>
                  <a:pt x="495569" y="7208"/>
                </a:lnTo>
                <a:lnTo>
                  <a:pt x="493166" y="12614"/>
                </a:lnTo>
                <a:lnTo>
                  <a:pt x="491664" y="17420"/>
                </a:lnTo>
                <a:lnTo>
                  <a:pt x="491664" y="94008"/>
                </a:lnTo>
                <a:lnTo>
                  <a:pt x="494968" y="91905"/>
                </a:lnTo>
                <a:lnTo>
                  <a:pt x="497671" y="89803"/>
                </a:lnTo>
                <a:lnTo>
                  <a:pt x="504279" y="84697"/>
                </a:lnTo>
                <a:lnTo>
                  <a:pt x="510886" y="78390"/>
                </a:lnTo>
                <a:lnTo>
                  <a:pt x="525303" y="64274"/>
                </a:lnTo>
                <a:lnTo>
                  <a:pt x="532511" y="57967"/>
                </a:lnTo>
                <a:lnTo>
                  <a:pt x="535515" y="55263"/>
                </a:lnTo>
                <a:lnTo>
                  <a:pt x="538818" y="52861"/>
                </a:lnTo>
                <a:lnTo>
                  <a:pt x="542122" y="51059"/>
                </a:lnTo>
                <a:lnTo>
                  <a:pt x="545126" y="49257"/>
                </a:lnTo>
                <a:lnTo>
                  <a:pt x="550231" y="46854"/>
                </a:lnTo>
                <a:lnTo>
                  <a:pt x="555037" y="45352"/>
                </a:lnTo>
                <a:lnTo>
                  <a:pt x="560143" y="44751"/>
                </a:lnTo>
                <a:lnTo>
                  <a:pt x="562846" y="44451"/>
                </a:lnTo>
                <a:lnTo>
                  <a:pt x="565249" y="44451"/>
                </a:lnTo>
                <a:lnTo>
                  <a:pt x="566750" y="44751"/>
                </a:lnTo>
                <a:lnTo>
                  <a:pt x="570054" y="45652"/>
                </a:lnTo>
                <a:lnTo>
                  <a:pt x="572757" y="46854"/>
                </a:lnTo>
                <a:lnTo>
                  <a:pt x="573959" y="47755"/>
                </a:lnTo>
                <a:lnTo>
                  <a:pt x="575160" y="48656"/>
                </a:lnTo>
                <a:lnTo>
                  <a:pt x="575761" y="49857"/>
                </a:lnTo>
                <a:lnTo>
                  <a:pt x="576662" y="51059"/>
                </a:lnTo>
                <a:lnTo>
                  <a:pt x="576962" y="52260"/>
                </a:lnTo>
                <a:lnTo>
                  <a:pt x="577262" y="53461"/>
                </a:lnTo>
                <a:lnTo>
                  <a:pt x="577262" y="54663"/>
                </a:lnTo>
                <a:lnTo>
                  <a:pt x="576962" y="55864"/>
                </a:lnTo>
                <a:lnTo>
                  <a:pt x="573358" y="64874"/>
                </a:lnTo>
                <a:lnTo>
                  <a:pt x="571856" y="69380"/>
                </a:lnTo>
                <a:lnTo>
                  <a:pt x="570655" y="73885"/>
                </a:lnTo>
                <a:lnTo>
                  <a:pt x="568252" y="83796"/>
                </a:lnTo>
                <a:lnTo>
                  <a:pt x="566750" y="93708"/>
                </a:lnTo>
                <a:lnTo>
                  <a:pt x="565549" y="103319"/>
                </a:lnTo>
                <a:lnTo>
                  <a:pt x="565249" y="112930"/>
                </a:lnTo>
                <a:lnTo>
                  <a:pt x="565249" y="122541"/>
                </a:lnTo>
                <a:lnTo>
                  <a:pt x="565549" y="132452"/>
                </a:lnTo>
                <a:lnTo>
                  <a:pt x="566750" y="142964"/>
                </a:lnTo>
                <a:lnTo>
                  <a:pt x="568252" y="153176"/>
                </a:lnTo>
                <a:lnTo>
                  <a:pt x="570355" y="163988"/>
                </a:lnTo>
                <a:lnTo>
                  <a:pt x="573058" y="173599"/>
                </a:lnTo>
                <a:lnTo>
                  <a:pt x="576061" y="182910"/>
                </a:lnTo>
                <a:lnTo>
                  <a:pt x="579665" y="191320"/>
                </a:lnTo>
                <a:lnTo>
                  <a:pt x="583570" y="199129"/>
                </a:lnTo>
                <a:lnTo>
                  <a:pt x="585672" y="202733"/>
                </a:lnTo>
                <a:lnTo>
                  <a:pt x="588075" y="206036"/>
                </a:lnTo>
                <a:lnTo>
                  <a:pt x="575761" y="210241"/>
                </a:lnTo>
                <a:lnTo>
                  <a:pt x="561044" y="210241"/>
                </a:lnTo>
                <a:lnTo>
                  <a:pt x="559842" y="208439"/>
                </a:lnTo>
                <a:lnTo>
                  <a:pt x="556238" y="201832"/>
                </a:lnTo>
                <a:lnTo>
                  <a:pt x="552935" y="194924"/>
                </a:lnTo>
                <a:lnTo>
                  <a:pt x="549931" y="187115"/>
                </a:lnTo>
                <a:lnTo>
                  <a:pt x="547829" y="181108"/>
                </a:lnTo>
                <a:lnTo>
                  <a:pt x="546027" y="175101"/>
                </a:lnTo>
                <a:lnTo>
                  <a:pt x="543924" y="168193"/>
                </a:lnTo>
                <a:lnTo>
                  <a:pt x="542723" y="161886"/>
                </a:lnTo>
                <a:lnTo>
                  <a:pt x="541221" y="154677"/>
                </a:lnTo>
                <a:lnTo>
                  <a:pt x="540320" y="148370"/>
                </a:lnTo>
                <a:lnTo>
                  <a:pt x="539119" y="140862"/>
                </a:lnTo>
                <a:lnTo>
                  <a:pt x="538518" y="134254"/>
                </a:lnTo>
                <a:lnTo>
                  <a:pt x="538218" y="126745"/>
                </a:lnTo>
                <a:lnTo>
                  <a:pt x="537917" y="120138"/>
                </a:lnTo>
                <a:lnTo>
                  <a:pt x="538218" y="113530"/>
                </a:lnTo>
                <a:lnTo>
                  <a:pt x="538218" y="106923"/>
                </a:lnTo>
                <a:lnTo>
                  <a:pt x="538818" y="100315"/>
                </a:lnTo>
                <a:lnTo>
                  <a:pt x="539419" y="93708"/>
                </a:lnTo>
                <a:lnTo>
                  <a:pt x="540320" y="87400"/>
                </a:lnTo>
                <a:lnTo>
                  <a:pt x="541521" y="81093"/>
                </a:lnTo>
                <a:lnTo>
                  <a:pt x="532811" y="89803"/>
                </a:lnTo>
                <a:lnTo>
                  <a:pt x="526204" y="96110"/>
                </a:lnTo>
                <a:lnTo>
                  <a:pt x="520197" y="100916"/>
                </a:lnTo>
                <a:lnTo>
                  <a:pt x="514490" y="105421"/>
                </a:lnTo>
                <a:lnTo>
                  <a:pt x="508784" y="109025"/>
                </a:lnTo>
                <a:lnTo>
                  <a:pt x="503077" y="112029"/>
                </a:lnTo>
                <a:lnTo>
                  <a:pt x="497371" y="114431"/>
                </a:lnTo>
                <a:lnTo>
                  <a:pt x="491664" y="115933"/>
                </a:lnTo>
                <a:lnTo>
                  <a:pt x="491664" y="192821"/>
                </a:lnTo>
                <a:lnTo>
                  <a:pt x="493166" y="197627"/>
                </a:lnTo>
                <a:lnTo>
                  <a:pt x="495569" y="203033"/>
                </a:lnTo>
                <a:lnTo>
                  <a:pt x="500675" y="204234"/>
                </a:lnTo>
                <a:lnTo>
                  <a:pt x="500675" y="210241"/>
                </a:lnTo>
                <a:lnTo>
                  <a:pt x="455623" y="210241"/>
                </a:lnTo>
                <a:lnTo>
                  <a:pt x="455623" y="204234"/>
                </a:lnTo>
                <a:lnTo>
                  <a:pt x="460729" y="203033"/>
                </a:lnTo>
                <a:close/>
              </a:path>
            </a:pathLst>
          </a:custGeom>
          <a:solidFill>
            <a:srgbClr val="FFFFFF"/>
          </a:solidFill>
          <a:ln>
            <a:noFill/>
          </a:ln>
        </p:spPr>
        <p:txBody>
          <a:bodyPr rtlCol="0" anchor="ctr"/>
          <a:lstStyle/>
          <a:p>
            <a:pPr algn="ctr"/>
          </a:p>
        </p:txBody>
      </p:sp>
      <p:sp>
        <p:nvSpPr>
          <p:cNvPr id="11" name="SANS"/>
          <p:cNvSpPr txBox="1"/>
          <p:nvPr/>
        </p:nvSpPr>
        <p:spPr>
          <a:xfrm>
            <a:off x="6644640" y="2397557"/>
            <a:ext cx="384048" cy="205740"/>
          </a:xfrm>
          <a:prstGeom prst="rect">
            <a:avLst/>
          </a:prstGeom>
          <a:noFill/>
        </p:spPr>
        <p:txBody>
          <a:bodyPr wrap="none" tIns="0" bIns="0" lIns="0" rIns="0" anchor="t">
            <a:spAutoFit/>
          </a:bodyPr>
          <a:lstStyle/>
          <a:p>
            <a:pPr>
              <a:lnSpc>
                <a:spcPct val="100000"/>
              </a:lnSpc>
              <a:spcBef>
                <a:spcPts val="0"/>
              </a:spcBef>
              <a:spcAft>
                <a:spcPts val="0"/>
              </a:spcAft>
            </a:pPr>
            <a:r>
              <a:rPr sz="1080" kern="400000">
                <a:solidFill>
                  <a:srgbClr val="FFFFFF"/>
                </a:solidFill>
                <a:latin typeface="JetBrains Mono"/>
              </a:rPr>
              <a:t>SANS</a:t>
            </a:r>
          </a:p>
        </p:txBody>
      </p:sp>
      <p:sp>
        <p:nvSpPr>
          <p:cNvPr id="12" name="𐱅𐰭𐰼𐰃"/>
          <p:cNvSpPr/>
          <p:nvPr/>
        </p:nvSpPr>
        <p:spPr>
          <a:xfrm>
            <a:off x="7134275" y="3259522"/>
            <a:ext cx="3947884" cy="2036879"/>
          </a:xfrm>
          <a:custGeom>
            <a:avLst/>
            <a:gdLst/>
            <a:ahLst/>
            <a:cxnLst/>
            <a:rect l="l" t="t" r="r" b="b"/>
            <a:pathLst>
              <a:path w="518095" h="267307" stroke="0">
                <a:moveTo>
                  <a:pt x="0" y="267307"/>
                </a:moveTo>
                <a:lnTo>
                  <a:pt x="0" y="106622"/>
                </a:lnTo>
                <a:lnTo>
                  <a:pt x="300" y="106022"/>
                </a:lnTo>
                <a:lnTo>
                  <a:pt x="300" y="103018"/>
                </a:lnTo>
                <a:lnTo>
                  <a:pt x="601" y="102117"/>
                </a:lnTo>
                <a:lnTo>
                  <a:pt x="601" y="101216"/>
                </a:lnTo>
                <a:lnTo>
                  <a:pt x="901" y="100315"/>
                </a:lnTo>
                <a:lnTo>
                  <a:pt x="901" y="98513"/>
                </a:lnTo>
                <a:lnTo>
                  <a:pt x="1201" y="98513"/>
                </a:lnTo>
                <a:lnTo>
                  <a:pt x="1201" y="97612"/>
                </a:lnTo>
                <a:lnTo>
                  <a:pt x="1502" y="96711"/>
                </a:lnTo>
                <a:lnTo>
                  <a:pt x="1502" y="95810"/>
                </a:lnTo>
                <a:lnTo>
                  <a:pt x="1802" y="94909"/>
                </a:lnTo>
                <a:lnTo>
                  <a:pt x="1802" y="94008"/>
                </a:lnTo>
                <a:lnTo>
                  <a:pt x="2102" y="94008"/>
                </a:lnTo>
                <a:lnTo>
                  <a:pt x="2102" y="93107"/>
                </a:lnTo>
                <a:lnTo>
                  <a:pt x="3003" y="90704"/>
                </a:lnTo>
                <a:lnTo>
                  <a:pt x="3003" y="89803"/>
                </a:lnTo>
                <a:lnTo>
                  <a:pt x="3304" y="89803"/>
                </a:lnTo>
                <a:lnTo>
                  <a:pt x="3304" y="88902"/>
                </a:lnTo>
                <a:lnTo>
                  <a:pt x="3604" y="88301"/>
                </a:lnTo>
                <a:lnTo>
                  <a:pt x="3604" y="88001"/>
                </a:lnTo>
                <a:lnTo>
                  <a:pt x="4205" y="86499"/>
                </a:lnTo>
                <a:lnTo>
                  <a:pt x="4806" y="85598"/>
                </a:lnTo>
                <a:lnTo>
                  <a:pt x="4806" y="84998"/>
                </a:lnTo>
                <a:lnTo>
                  <a:pt x="5106" y="84998"/>
                </a:lnTo>
                <a:lnTo>
                  <a:pt x="5406" y="84397"/>
                </a:lnTo>
                <a:lnTo>
                  <a:pt x="5707" y="83195"/>
                </a:lnTo>
                <a:lnTo>
                  <a:pt x="6307" y="81994"/>
                </a:lnTo>
                <a:lnTo>
                  <a:pt x="6608" y="81694"/>
                </a:lnTo>
                <a:lnTo>
                  <a:pt x="7208" y="80492"/>
                </a:lnTo>
                <a:lnTo>
                  <a:pt x="7208" y="80192"/>
                </a:lnTo>
                <a:lnTo>
                  <a:pt x="7809" y="79591"/>
                </a:lnTo>
                <a:lnTo>
                  <a:pt x="9311" y="76888"/>
                </a:lnTo>
                <a:lnTo>
                  <a:pt x="9611" y="76888"/>
                </a:lnTo>
                <a:lnTo>
                  <a:pt x="9911" y="76288"/>
                </a:lnTo>
                <a:lnTo>
                  <a:pt x="9911" y="75987"/>
                </a:lnTo>
                <a:lnTo>
                  <a:pt x="10512" y="75687"/>
                </a:lnTo>
                <a:lnTo>
                  <a:pt x="10512" y="75387"/>
                </a:lnTo>
                <a:lnTo>
                  <a:pt x="10812" y="74786"/>
                </a:lnTo>
                <a:lnTo>
                  <a:pt x="11113" y="74786"/>
                </a:lnTo>
                <a:lnTo>
                  <a:pt x="12314" y="72984"/>
                </a:lnTo>
                <a:lnTo>
                  <a:pt x="16519" y="68779"/>
                </a:lnTo>
                <a:lnTo>
                  <a:pt x="16819" y="68779"/>
                </a:lnTo>
                <a:lnTo>
                  <a:pt x="17120" y="68178"/>
                </a:lnTo>
                <a:lnTo>
                  <a:pt x="17420" y="68178"/>
                </a:lnTo>
                <a:lnTo>
                  <a:pt x="18021" y="67578"/>
                </a:lnTo>
                <a:lnTo>
                  <a:pt x="18621" y="67277"/>
                </a:lnTo>
                <a:lnTo>
                  <a:pt x="18621" y="66977"/>
                </a:lnTo>
                <a:lnTo>
                  <a:pt x="19222" y="66677"/>
                </a:lnTo>
                <a:lnTo>
                  <a:pt x="19522" y="66677"/>
                </a:lnTo>
                <a:lnTo>
                  <a:pt x="19823" y="66076"/>
                </a:lnTo>
                <a:lnTo>
                  <a:pt x="20123" y="66076"/>
                </a:lnTo>
                <a:lnTo>
                  <a:pt x="20724" y="65775"/>
                </a:lnTo>
                <a:lnTo>
                  <a:pt x="20724" y="65475"/>
                </a:lnTo>
                <a:lnTo>
                  <a:pt x="21324" y="65175"/>
                </a:lnTo>
                <a:lnTo>
                  <a:pt x="21625" y="65175"/>
                </a:lnTo>
                <a:lnTo>
                  <a:pt x="22226" y="64574"/>
                </a:lnTo>
                <a:lnTo>
                  <a:pt x="23427" y="63973"/>
                </a:lnTo>
                <a:lnTo>
                  <a:pt x="23727" y="63673"/>
                </a:lnTo>
                <a:lnTo>
                  <a:pt x="25830" y="62772"/>
                </a:lnTo>
                <a:lnTo>
                  <a:pt x="25830" y="62472"/>
                </a:lnTo>
                <a:lnTo>
                  <a:pt x="26430" y="62171"/>
                </a:lnTo>
                <a:lnTo>
                  <a:pt x="27632" y="61871"/>
                </a:lnTo>
                <a:lnTo>
                  <a:pt x="27932" y="61571"/>
                </a:lnTo>
                <a:lnTo>
                  <a:pt x="29133" y="61270"/>
                </a:lnTo>
                <a:lnTo>
                  <a:pt x="29734" y="60970"/>
                </a:lnTo>
                <a:lnTo>
                  <a:pt x="29734" y="60670"/>
                </a:lnTo>
                <a:lnTo>
                  <a:pt x="30635" y="60670"/>
                </a:lnTo>
                <a:lnTo>
                  <a:pt x="30635" y="60369"/>
                </a:lnTo>
                <a:lnTo>
                  <a:pt x="31236" y="60369"/>
                </a:lnTo>
                <a:lnTo>
                  <a:pt x="31536" y="60069"/>
                </a:lnTo>
                <a:lnTo>
                  <a:pt x="32137" y="60069"/>
                </a:lnTo>
                <a:lnTo>
                  <a:pt x="32437" y="59769"/>
                </a:lnTo>
                <a:lnTo>
                  <a:pt x="33038" y="59769"/>
                </a:lnTo>
                <a:lnTo>
                  <a:pt x="35441" y="58868"/>
                </a:lnTo>
                <a:lnTo>
                  <a:pt x="36342" y="58868"/>
                </a:lnTo>
                <a:lnTo>
                  <a:pt x="36642" y="58567"/>
                </a:lnTo>
                <a:lnTo>
                  <a:pt x="37543" y="58567"/>
                </a:lnTo>
                <a:lnTo>
                  <a:pt x="38144" y="58267"/>
                </a:lnTo>
                <a:lnTo>
                  <a:pt x="39045" y="58267"/>
                </a:lnTo>
                <a:lnTo>
                  <a:pt x="39946" y="57967"/>
                </a:lnTo>
                <a:lnTo>
                  <a:pt x="40847" y="57967"/>
                </a:lnTo>
                <a:lnTo>
                  <a:pt x="41748" y="57666"/>
                </a:lnTo>
                <a:lnTo>
                  <a:pt x="42649" y="57666"/>
                </a:lnTo>
                <a:lnTo>
                  <a:pt x="43550" y="57366"/>
                </a:lnTo>
                <a:lnTo>
                  <a:pt x="46253" y="57366"/>
                </a:lnTo>
                <a:lnTo>
                  <a:pt x="47154" y="57065"/>
                </a:lnTo>
                <a:lnTo>
                  <a:pt x="55564" y="57065"/>
                </a:lnTo>
                <a:lnTo>
                  <a:pt x="56465" y="57366"/>
                </a:lnTo>
                <a:lnTo>
                  <a:pt x="58567" y="57366"/>
                </a:lnTo>
                <a:lnTo>
                  <a:pt x="59468" y="57666"/>
                </a:lnTo>
                <a:lnTo>
                  <a:pt x="61571" y="57666"/>
                </a:lnTo>
                <a:lnTo>
                  <a:pt x="62472" y="57967"/>
                </a:lnTo>
                <a:lnTo>
                  <a:pt x="63373" y="57967"/>
                </a:lnTo>
                <a:lnTo>
                  <a:pt x="64274" y="58267"/>
                </a:lnTo>
                <a:lnTo>
                  <a:pt x="65475" y="58267"/>
                </a:lnTo>
                <a:lnTo>
                  <a:pt x="66376" y="58567"/>
                </a:lnTo>
                <a:lnTo>
                  <a:pt x="67277" y="58567"/>
                </a:lnTo>
                <a:lnTo>
                  <a:pt x="67578" y="58868"/>
                </a:lnTo>
                <a:lnTo>
                  <a:pt x="68479" y="58868"/>
                </a:lnTo>
                <a:lnTo>
                  <a:pt x="70281" y="59468"/>
                </a:lnTo>
                <a:lnTo>
                  <a:pt x="71482" y="59468"/>
                </a:lnTo>
                <a:lnTo>
                  <a:pt x="81994" y="62472"/>
                </a:lnTo>
                <a:lnTo>
                  <a:pt x="84097" y="63373"/>
                </a:lnTo>
                <a:lnTo>
                  <a:pt x="87100" y="64274"/>
                </a:lnTo>
                <a:lnTo>
                  <a:pt x="87400" y="64574"/>
                </a:lnTo>
                <a:lnTo>
                  <a:pt x="89503" y="65175"/>
                </a:lnTo>
                <a:lnTo>
                  <a:pt x="80492" y="84697"/>
                </a:lnTo>
                <a:lnTo>
                  <a:pt x="79591" y="84397"/>
                </a:lnTo>
                <a:lnTo>
                  <a:pt x="78690" y="83796"/>
                </a:lnTo>
                <a:lnTo>
                  <a:pt x="71782" y="81393"/>
                </a:lnTo>
                <a:lnTo>
                  <a:pt x="70881" y="81393"/>
                </a:lnTo>
                <a:lnTo>
                  <a:pt x="68178" y="80492"/>
                </a:lnTo>
                <a:lnTo>
                  <a:pt x="67578" y="80492"/>
                </a:lnTo>
                <a:lnTo>
                  <a:pt x="65775" y="79892"/>
                </a:lnTo>
                <a:lnTo>
                  <a:pt x="65175" y="79892"/>
                </a:lnTo>
                <a:lnTo>
                  <a:pt x="64274" y="79591"/>
                </a:lnTo>
                <a:lnTo>
                  <a:pt x="63373" y="79591"/>
                </a:lnTo>
                <a:lnTo>
                  <a:pt x="62772" y="79291"/>
                </a:lnTo>
                <a:lnTo>
                  <a:pt x="61871" y="79291"/>
                </a:lnTo>
                <a:lnTo>
                  <a:pt x="61270" y="78991"/>
                </a:lnTo>
                <a:lnTo>
                  <a:pt x="60369" y="78991"/>
                </a:lnTo>
                <a:lnTo>
                  <a:pt x="59769" y="78690"/>
                </a:lnTo>
                <a:lnTo>
                  <a:pt x="58267" y="78690"/>
                </a:lnTo>
                <a:lnTo>
                  <a:pt x="57666" y="78390"/>
                </a:lnTo>
                <a:lnTo>
                  <a:pt x="55564" y="78390"/>
                </a:lnTo>
                <a:lnTo>
                  <a:pt x="54963" y="78090"/>
                </a:lnTo>
                <a:lnTo>
                  <a:pt x="48055" y="78090"/>
                </a:lnTo>
                <a:lnTo>
                  <a:pt x="47454" y="78390"/>
                </a:lnTo>
                <a:lnTo>
                  <a:pt x="45352" y="78390"/>
                </a:lnTo>
                <a:lnTo>
                  <a:pt x="44751" y="78690"/>
                </a:lnTo>
                <a:lnTo>
                  <a:pt x="43850" y="78690"/>
                </a:lnTo>
                <a:lnTo>
                  <a:pt x="43250" y="78991"/>
                </a:lnTo>
                <a:lnTo>
                  <a:pt x="42349" y="78991"/>
                </a:lnTo>
                <a:lnTo>
                  <a:pt x="41748" y="79291"/>
                </a:lnTo>
                <a:lnTo>
                  <a:pt x="40847" y="79291"/>
                </a:lnTo>
                <a:lnTo>
                  <a:pt x="40547" y="79591"/>
                </a:lnTo>
                <a:lnTo>
                  <a:pt x="39946" y="79591"/>
                </a:lnTo>
                <a:lnTo>
                  <a:pt x="39645" y="79892"/>
                </a:lnTo>
                <a:lnTo>
                  <a:pt x="39045" y="79892"/>
                </a:lnTo>
                <a:lnTo>
                  <a:pt x="38744" y="80192"/>
                </a:lnTo>
                <a:lnTo>
                  <a:pt x="38444" y="80192"/>
                </a:lnTo>
                <a:lnTo>
                  <a:pt x="37543" y="80793"/>
                </a:lnTo>
                <a:lnTo>
                  <a:pt x="36342" y="81093"/>
                </a:lnTo>
                <a:lnTo>
                  <a:pt x="35441" y="81994"/>
                </a:lnTo>
                <a:lnTo>
                  <a:pt x="34840" y="81994"/>
                </a:lnTo>
                <a:lnTo>
                  <a:pt x="34239" y="82595"/>
                </a:lnTo>
                <a:lnTo>
                  <a:pt x="33939" y="82595"/>
                </a:lnTo>
                <a:lnTo>
                  <a:pt x="31837" y="84697"/>
                </a:lnTo>
                <a:lnTo>
                  <a:pt x="31536" y="84697"/>
                </a:lnTo>
                <a:lnTo>
                  <a:pt x="30635" y="85598"/>
                </a:lnTo>
                <a:lnTo>
                  <a:pt x="30335" y="86199"/>
                </a:lnTo>
                <a:lnTo>
                  <a:pt x="28833" y="87701"/>
                </a:lnTo>
                <a:lnTo>
                  <a:pt x="28833" y="88001"/>
                </a:lnTo>
                <a:lnTo>
                  <a:pt x="28533" y="88602"/>
                </a:lnTo>
                <a:lnTo>
                  <a:pt x="27932" y="89202"/>
                </a:lnTo>
                <a:lnTo>
                  <a:pt x="27632" y="89803"/>
                </a:lnTo>
                <a:lnTo>
                  <a:pt x="27632" y="90103"/>
                </a:lnTo>
                <a:lnTo>
                  <a:pt x="26731" y="91305"/>
                </a:lnTo>
                <a:lnTo>
                  <a:pt x="26731" y="91905"/>
                </a:lnTo>
                <a:lnTo>
                  <a:pt x="25830" y="93107"/>
                </a:lnTo>
                <a:lnTo>
                  <a:pt x="25830" y="93708"/>
                </a:lnTo>
                <a:lnTo>
                  <a:pt x="24929" y="95810"/>
                </a:lnTo>
                <a:lnTo>
                  <a:pt x="24929" y="96411"/>
                </a:lnTo>
                <a:lnTo>
                  <a:pt x="24328" y="97912"/>
                </a:lnTo>
                <a:lnTo>
                  <a:pt x="24328" y="98513"/>
                </a:lnTo>
                <a:lnTo>
                  <a:pt x="24028" y="99114"/>
                </a:lnTo>
                <a:lnTo>
                  <a:pt x="24028" y="99714"/>
                </a:lnTo>
                <a:lnTo>
                  <a:pt x="23727" y="100315"/>
                </a:lnTo>
                <a:lnTo>
                  <a:pt x="23727" y="101817"/>
                </a:lnTo>
                <a:lnTo>
                  <a:pt x="23427" y="102418"/>
                </a:lnTo>
                <a:lnTo>
                  <a:pt x="23427" y="103619"/>
                </a:lnTo>
                <a:lnTo>
                  <a:pt x="23127" y="104220"/>
                </a:lnTo>
                <a:lnTo>
                  <a:pt x="23127" y="106322"/>
                </a:lnTo>
                <a:lnTo>
                  <a:pt x="22826" y="107223"/>
                </a:lnTo>
                <a:lnTo>
                  <a:pt x="22826" y="267307"/>
                </a:lnTo>
                <a:close/>
                <a:moveTo>
                  <a:pt x="257696" y="210241"/>
                </a:moveTo>
                <a:lnTo>
                  <a:pt x="257696" y="103018"/>
                </a:lnTo>
                <a:lnTo>
                  <a:pt x="257395" y="102418"/>
                </a:lnTo>
                <a:lnTo>
                  <a:pt x="257395" y="100315"/>
                </a:lnTo>
                <a:lnTo>
                  <a:pt x="257095" y="99714"/>
                </a:lnTo>
                <a:lnTo>
                  <a:pt x="257095" y="98513"/>
                </a:lnTo>
                <a:lnTo>
                  <a:pt x="256795" y="97912"/>
                </a:lnTo>
                <a:lnTo>
                  <a:pt x="256795" y="97011"/>
                </a:lnTo>
                <a:lnTo>
                  <a:pt x="256494" y="96411"/>
                </a:lnTo>
                <a:lnTo>
                  <a:pt x="255293" y="92506"/>
                </a:lnTo>
                <a:lnTo>
                  <a:pt x="254993" y="92206"/>
                </a:lnTo>
                <a:lnTo>
                  <a:pt x="254993" y="91605"/>
                </a:lnTo>
                <a:lnTo>
                  <a:pt x="254392" y="91004"/>
                </a:lnTo>
                <a:lnTo>
                  <a:pt x="254392" y="90404"/>
                </a:lnTo>
                <a:lnTo>
                  <a:pt x="253791" y="89803"/>
                </a:lnTo>
                <a:lnTo>
                  <a:pt x="253791" y="89503"/>
                </a:lnTo>
                <a:lnTo>
                  <a:pt x="253491" y="88902"/>
                </a:lnTo>
                <a:lnTo>
                  <a:pt x="252890" y="88301"/>
                </a:lnTo>
                <a:lnTo>
                  <a:pt x="252890" y="88001"/>
                </a:lnTo>
                <a:lnTo>
                  <a:pt x="251989" y="87100"/>
                </a:lnTo>
                <a:lnTo>
                  <a:pt x="251989" y="86800"/>
                </a:lnTo>
                <a:lnTo>
                  <a:pt x="250487" y="85298"/>
                </a:lnTo>
                <a:lnTo>
                  <a:pt x="250487" y="84998"/>
                </a:lnTo>
                <a:lnTo>
                  <a:pt x="249586" y="84097"/>
                </a:lnTo>
                <a:lnTo>
                  <a:pt x="249286" y="84097"/>
                </a:lnTo>
                <a:lnTo>
                  <a:pt x="248085" y="82895"/>
                </a:lnTo>
                <a:lnTo>
                  <a:pt x="247784" y="82895"/>
                </a:lnTo>
                <a:lnTo>
                  <a:pt x="246883" y="81994"/>
                </a:lnTo>
                <a:lnTo>
                  <a:pt x="246583" y="81994"/>
                </a:lnTo>
                <a:lnTo>
                  <a:pt x="246283" y="81694"/>
                </a:lnTo>
                <a:lnTo>
                  <a:pt x="245982" y="81694"/>
                </a:lnTo>
                <a:lnTo>
                  <a:pt x="245382" y="81093"/>
                </a:lnTo>
                <a:lnTo>
                  <a:pt x="245081" y="81093"/>
                </a:lnTo>
                <a:lnTo>
                  <a:pt x="244781" y="80793"/>
                </a:lnTo>
                <a:lnTo>
                  <a:pt x="244481" y="80793"/>
                </a:lnTo>
                <a:lnTo>
                  <a:pt x="244180" y="80492"/>
                </a:lnTo>
                <a:lnTo>
                  <a:pt x="243880" y="80492"/>
                </a:lnTo>
                <a:lnTo>
                  <a:pt x="243580" y="80192"/>
                </a:lnTo>
                <a:lnTo>
                  <a:pt x="243279" y="80192"/>
                </a:lnTo>
                <a:lnTo>
                  <a:pt x="242979" y="79892"/>
                </a:lnTo>
                <a:lnTo>
                  <a:pt x="242678" y="79892"/>
                </a:lnTo>
                <a:lnTo>
                  <a:pt x="241777" y="79291"/>
                </a:lnTo>
                <a:lnTo>
                  <a:pt x="240876" y="79291"/>
                </a:lnTo>
                <a:lnTo>
                  <a:pt x="240576" y="78991"/>
                </a:lnTo>
                <a:lnTo>
                  <a:pt x="239975" y="78991"/>
                </a:lnTo>
                <a:lnTo>
                  <a:pt x="239675" y="78690"/>
                </a:lnTo>
                <a:lnTo>
                  <a:pt x="238774" y="78690"/>
                </a:lnTo>
                <a:lnTo>
                  <a:pt x="238173" y="78390"/>
                </a:lnTo>
                <a:lnTo>
                  <a:pt x="236672" y="78390"/>
                </a:lnTo>
                <a:lnTo>
                  <a:pt x="236071" y="78090"/>
                </a:lnTo>
                <a:lnTo>
                  <a:pt x="231265" y="78090"/>
                </a:lnTo>
                <a:lnTo>
                  <a:pt x="230965" y="78390"/>
                </a:lnTo>
                <a:lnTo>
                  <a:pt x="229463" y="78390"/>
                </a:lnTo>
                <a:lnTo>
                  <a:pt x="229163" y="78690"/>
                </a:lnTo>
                <a:lnTo>
                  <a:pt x="227962" y="78690"/>
                </a:lnTo>
                <a:lnTo>
                  <a:pt x="227661" y="78991"/>
                </a:lnTo>
                <a:lnTo>
                  <a:pt x="227061" y="78991"/>
                </a:lnTo>
                <a:lnTo>
                  <a:pt x="226460" y="79291"/>
                </a:lnTo>
                <a:lnTo>
                  <a:pt x="225859" y="79291"/>
                </a:lnTo>
                <a:lnTo>
                  <a:pt x="224958" y="79892"/>
                </a:lnTo>
                <a:lnTo>
                  <a:pt x="223757" y="80192"/>
                </a:lnTo>
                <a:lnTo>
                  <a:pt x="223456" y="80492"/>
                </a:lnTo>
                <a:lnTo>
                  <a:pt x="223156" y="80492"/>
                </a:lnTo>
                <a:lnTo>
                  <a:pt x="222856" y="80793"/>
                </a:lnTo>
                <a:lnTo>
                  <a:pt x="222555" y="80793"/>
                </a:lnTo>
                <a:lnTo>
                  <a:pt x="222255" y="81093"/>
                </a:lnTo>
                <a:lnTo>
                  <a:pt x="221955" y="81093"/>
                </a:lnTo>
                <a:lnTo>
                  <a:pt x="221054" y="81694"/>
                </a:lnTo>
                <a:lnTo>
                  <a:pt x="220753" y="81694"/>
                </a:lnTo>
                <a:lnTo>
                  <a:pt x="220153" y="82294"/>
                </a:lnTo>
                <a:lnTo>
                  <a:pt x="219852" y="82294"/>
                </a:lnTo>
                <a:lnTo>
                  <a:pt x="218651" y="83496"/>
                </a:lnTo>
                <a:lnTo>
                  <a:pt x="218351" y="83496"/>
                </a:lnTo>
                <a:lnTo>
                  <a:pt x="213545" y="88301"/>
                </a:lnTo>
                <a:lnTo>
                  <a:pt x="213545" y="88902"/>
                </a:lnTo>
                <a:lnTo>
                  <a:pt x="212644" y="89803"/>
                </a:lnTo>
                <a:lnTo>
                  <a:pt x="212043" y="90704"/>
                </a:lnTo>
                <a:lnTo>
                  <a:pt x="212043" y="91004"/>
                </a:lnTo>
                <a:lnTo>
                  <a:pt x="211443" y="91905"/>
                </a:lnTo>
                <a:lnTo>
                  <a:pt x="211142" y="92506"/>
                </a:lnTo>
                <a:lnTo>
                  <a:pt x="211142" y="92806"/>
                </a:lnTo>
                <a:lnTo>
                  <a:pt x="210542" y="93708"/>
                </a:lnTo>
                <a:lnTo>
                  <a:pt x="209941" y="95209"/>
                </a:lnTo>
                <a:lnTo>
                  <a:pt x="209641" y="95510"/>
                </a:lnTo>
                <a:lnTo>
                  <a:pt x="209641" y="96110"/>
                </a:lnTo>
                <a:lnTo>
                  <a:pt x="208740" y="98213"/>
                </a:lnTo>
                <a:lnTo>
                  <a:pt x="208740" y="98813"/>
                </a:lnTo>
                <a:lnTo>
                  <a:pt x="208439" y="99114"/>
                </a:lnTo>
                <a:lnTo>
                  <a:pt x="208439" y="99714"/>
                </a:lnTo>
                <a:lnTo>
                  <a:pt x="208139" y="100315"/>
                </a:lnTo>
                <a:lnTo>
                  <a:pt x="208139" y="101516"/>
                </a:lnTo>
                <a:lnTo>
                  <a:pt x="207839" y="102117"/>
                </a:lnTo>
                <a:lnTo>
                  <a:pt x="207839" y="102718"/>
                </a:lnTo>
                <a:lnTo>
                  <a:pt x="207538" y="103319"/>
                </a:lnTo>
                <a:lnTo>
                  <a:pt x="207538" y="104520"/>
                </a:lnTo>
                <a:lnTo>
                  <a:pt x="207238" y="105121"/>
                </a:lnTo>
                <a:lnTo>
                  <a:pt x="207238" y="107824"/>
                </a:lnTo>
                <a:lnTo>
                  <a:pt x="206937" y="108424"/>
                </a:lnTo>
                <a:lnTo>
                  <a:pt x="206937" y="267307"/>
                </a:lnTo>
                <a:lnTo>
                  <a:pt x="184111" y="267307"/>
                </a:lnTo>
                <a:lnTo>
                  <a:pt x="184111" y="107223"/>
                </a:lnTo>
                <a:lnTo>
                  <a:pt x="184412" y="107223"/>
                </a:lnTo>
                <a:lnTo>
                  <a:pt x="184412" y="106022"/>
                </a:lnTo>
                <a:lnTo>
                  <a:pt x="184111" y="106022"/>
                </a:lnTo>
                <a:lnTo>
                  <a:pt x="184111" y="103018"/>
                </a:lnTo>
                <a:lnTo>
                  <a:pt x="183811" y="102418"/>
                </a:lnTo>
                <a:lnTo>
                  <a:pt x="183811" y="100015"/>
                </a:lnTo>
                <a:lnTo>
                  <a:pt x="183511" y="99414"/>
                </a:lnTo>
                <a:lnTo>
                  <a:pt x="183511" y="98513"/>
                </a:lnTo>
                <a:lnTo>
                  <a:pt x="183210" y="97912"/>
                </a:lnTo>
                <a:lnTo>
                  <a:pt x="183210" y="97011"/>
                </a:lnTo>
                <a:lnTo>
                  <a:pt x="182910" y="96411"/>
                </a:lnTo>
                <a:lnTo>
                  <a:pt x="181408" y="91605"/>
                </a:lnTo>
                <a:lnTo>
                  <a:pt x="181108" y="91305"/>
                </a:lnTo>
                <a:lnTo>
                  <a:pt x="180807" y="90704"/>
                </a:lnTo>
                <a:lnTo>
                  <a:pt x="180807" y="90404"/>
                </a:lnTo>
                <a:lnTo>
                  <a:pt x="180207" y="89803"/>
                </a:lnTo>
                <a:lnTo>
                  <a:pt x="180207" y="89503"/>
                </a:lnTo>
                <a:lnTo>
                  <a:pt x="179906" y="88902"/>
                </a:lnTo>
                <a:lnTo>
                  <a:pt x="179306" y="88301"/>
                </a:lnTo>
                <a:lnTo>
                  <a:pt x="179306" y="88001"/>
                </a:lnTo>
                <a:lnTo>
                  <a:pt x="178405" y="87100"/>
                </a:lnTo>
                <a:lnTo>
                  <a:pt x="178405" y="86800"/>
                </a:lnTo>
                <a:lnTo>
                  <a:pt x="176903" y="85298"/>
                </a:lnTo>
                <a:lnTo>
                  <a:pt x="176903" y="84998"/>
                </a:lnTo>
                <a:lnTo>
                  <a:pt x="175702" y="83796"/>
                </a:lnTo>
                <a:lnTo>
                  <a:pt x="175401" y="83796"/>
                </a:lnTo>
                <a:lnTo>
                  <a:pt x="174500" y="82895"/>
                </a:lnTo>
                <a:lnTo>
                  <a:pt x="174200" y="82895"/>
                </a:lnTo>
                <a:lnTo>
                  <a:pt x="173299" y="81994"/>
                </a:lnTo>
                <a:lnTo>
                  <a:pt x="172999" y="81994"/>
                </a:lnTo>
                <a:lnTo>
                  <a:pt x="172999" y="81694"/>
                </a:lnTo>
                <a:lnTo>
                  <a:pt x="172698" y="81694"/>
                </a:lnTo>
                <a:lnTo>
                  <a:pt x="171797" y="81093"/>
                </a:lnTo>
                <a:lnTo>
                  <a:pt x="171497" y="81093"/>
                </a:lnTo>
                <a:lnTo>
                  <a:pt x="171196" y="80793"/>
                </a:lnTo>
                <a:lnTo>
                  <a:pt x="170896" y="80793"/>
                </a:lnTo>
                <a:lnTo>
                  <a:pt x="170596" y="80492"/>
                </a:lnTo>
                <a:lnTo>
                  <a:pt x="170295" y="80492"/>
                </a:lnTo>
                <a:lnTo>
                  <a:pt x="169995" y="80192"/>
                </a:lnTo>
                <a:lnTo>
                  <a:pt x="169695" y="80192"/>
                </a:lnTo>
                <a:lnTo>
                  <a:pt x="169394" y="79892"/>
                </a:lnTo>
                <a:lnTo>
                  <a:pt x="169094" y="79892"/>
                </a:lnTo>
                <a:lnTo>
                  <a:pt x="168794" y="79591"/>
                </a:lnTo>
                <a:lnTo>
                  <a:pt x="168493" y="79591"/>
                </a:lnTo>
                <a:lnTo>
                  <a:pt x="168193" y="79291"/>
                </a:lnTo>
                <a:lnTo>
                  <a:pt x="167592" y="79291"/>
                </a:lnTo>
                <a:lnTo>
                  <a:pt x="166992" y="78991"/>
                </a:lnTo>
                <a:lnTo>
                  <a:pt x="166391" y="78991"/>
                </a:lnTo>
                <a:lnTo>
                  <a:pt x="166091" y="78690"/>
                </a:lnTo>
                <a:lnTo>
                  <a:pt x="165190" y="78690"/>
                </a:lnTo>
                <a:lnTo>
                  <a:pt x="164589" y="78390"/>
                </a:lnTo>
                <a:lnTo>
                  <a:pt x="163087" y="78390"/>
                </a:lnTo>
                <a:lnTo>
                  <a:pt x="162486" y="78090"/>
                </a:lnTo>
                <a:lnTo>
                  <a:pt x="157681" y="78090"/>
                </a:lnTo>
                <a:lnTo>
                  <a:pt x="157381" y="78390"/>
                </a:lnTo>
                <a:lnTo>
                  <a:pt x="155879" y="78390"/>
                </a:lnTo>
                <a:lnTo>
                  <a:pt x="155579" y="78690"/>
                </a:lnTo>
                <a:lnTo>
                  <a:pt x="154377" y="78690"/>
                </a:lnTo>
                <a:lnTo>
                  <a:pt x="154077" y="78991"/>
                </a:lnTo>
                <a:lnTo>
                  <a:pt x="153476" y="78991"/>
                </a:lnTo>
                <a:lnTo>
                  <a:pt x="152875" y="79291"/>
                </a:lnTo>
                <a:lnTo>
                  <a:pt x="152275" y="79291"/>
                </a:lnTo>
                <a:lnTo>
                  <a:pt x="151974" y="79591"/>
                </a:lnTo>
                <a:lnTo>
                  <a:pt x="151674" y="79591"/>
                </a:lnTo>
                <a:lnTo>
                  <a:pt x="151374" y="79892"/>
                </a:lnTo>
                <a:lnTo>
                  <a:pt x="150773" y="79892"/>
                </a:lnTo>
                <a:lnTo>
                  <a:pt x="150473" y="80192"/>
                </a:lnTo>
                <a:lnTo>
                  <a:pt x="150172" y="80192"/>
                </a:lnTo>
                <a:lnTo>
                  <a:pt x="149872" y="80492"/>
                </a:lnTo>
                <a:lnTo>
                  <a:pt x="149572" y="80492"/>
                </a:lnTo>
                <a:lnTo>
                  <a:pt x="148671" y="81093"/>
                </a:lnTo>
                <a:lnTo>
                  <a:pt x="148070" y="81093"/>
                </a:lnTo>
                <a:lnTo>
                  <a:pt x="147469" y="81694"/>
                </a:lnTo>
                <a:lnTo>
                  <a:pt x="147169" y="81694"/>
                </a:lnTo>
                <a:lnTo>
                  <a:pt x="146568" y="82294"/>
                </a:lnTo>
                <a:lnTo>
                  <a:pt x="146268" y="82294"/>
                </a:lnTo>
                <a:lnTo>
                  <a:pt x="145066" y="83496"/>
                </a:lnTo>
                <a:lnTo>
                  <a:pt x="144766" y="83496"/>
                </a:lnTo>
                <a:lnTo>
                  <a:pt x="139961" y="88301"/>
                </a:lnTo>
                <a:lnTo>
                  <a:pt x="139961" y="88902"/>
                </a:lnTo>
                <a:lnTo>
                  <a:pt x="139060" y="89803"/>
                </a:lnTo>
                <a:lnTo>
                  <a:pt x="138459" y="90704"/>
                </a:lnTo>
                <a:lnTo>
                  <a:pt x="138459" y="91004"/>
                </a:lnTo>
                <a:lnTo>
                  <a:pt x="138159" y="91605"/>
                </a:lnTo>
                <a:lnTo>
                  <a:pt x="137558" y="92206"/>
                </a:lnTo>
                <a:lnTo>
                  <a:pt x="137258" y="92806"/>
                </a:lnTo>
                <a:lnTo>
                  <a:pt x="137258" y="93107"/>
                </a:lnTo>
                <a:lnTo>
                  <a:pt x="136657" y="94008"/>
                </a:lnTo>
                <a:lnTo>
                  <a:pt x="136657" y="94609"/>
                </a:lnTo>
                <a:lnTo>
                  <a:pt x="136056" y="95510"/>
                </a:lnTo>
                <a:lnTo>
                  <a:pt x="136056" y="96110"/>
                </a:lnTo>
                <a:lnTo>
                  <a:pt x="135756" y="96411"/>
                </a:lnTo>
                <a:lnTo>
                  <a:pt x="135756" y="97011"/>
                </a:lnTo>
                <a:lnTo>
                  <a:pt x="135155" y="98213"/>
                </a:lnTo>
                <a:lnTo>
                  <a:pt x="135155" y="98513"/>
                </a:lnTo>
                <a:lnTo>
                  <a:pt x="134855" y="99114"/>
                </a:lnTo>
                <a:lnTo>
                  <a:pt x="134855" y="99714"/>
                </a:lnTo>
                <a:lnTo>
                  <a:pt x="134554" y="100315"/>
                </a:lnTo>
                <a:lnTo>
                  <a:pt x="134554" y="101516"/>
                </a:lnTo>
                <a:lnTo>
                  <a:pt x="134254" y="102117"/>
                </a:lnTo>
                <a:lnTo>
                  <a:pt x="134254" y="102718"/>
                </a:lnTo>
                <a:lnTo>
                  <a:pt x="133954" y="103319"/>
                </a:lnTo>
                <a:lnTo>
                  <a:pt x="133954" y="104520"/>
                </a:lnTo>
                <a:lnTo>
                  <a:pt x="133653" y="105121"/>
                </a:lnTo>
                <a:lnTo>
                  <a:pt x="133653" y="107824"/>
                </a:lnTo>
                <a:lnTo>
                  <a:pt x="133353" y="108424"/>
                </a:lnTo>
                <a:lnTo>
                  <a:pt x="133353" y="210241"/>
                </a:lnTo>
                <a:lnTo>
                  <a:pt x="110527" y="210241"/>
                </a:lnTo>
                <a:lnTo>
                  <a:pt x="110527" y="107223"/>
                </a:lnTo>
                <a:lnTo>
                  <a:pt x="110827" y="107223"/>
                </a:lnTo>
                <a:lnTo>
                  <a:pt x="110827" y="104220"/>
                </a:lnTo>
                <a:lnTo>
                  <a:pt x="111128" y="103619"/>
                </a:lnTo>
                <a:lnTo>
                  <a:pt x="111128" y="101516"/>
                </a:lnTo>
                <a:lnTo>
                  <a:pt x="111428" y="100916"/>
                </a:lnTo>
                <a:lnTo>
                  <a:pt x="111428" y="99714"/>
                </a:lnTo>
                <a:lnTo>
                  <a:pt x="111728" y="99114"/>
                </a:lnTo>
                <a:lnTo>
                  <a:pt x="111728" y="98213"/>
                </a:lnTo>
                <a:lnTo>
                  <a:pt x="112329" y="96411"/>
                </a:lnTo>
                <a:lnTo>
                  <a:pt x="112329" y="95510"/>
                </a:lnTo>
                <a:lnTo>
                  <a:pt x="112930" y="94008"/>
                </a:lnTo>
                <a:lnTo>
                  <a:pt x="112930" y="93107"/>
                </a:lnTo>
                <a:lnTo>
                  <a:pt x="113230" y="93107"/>
                </a:lnTo>
                <a:lnTo>
                  <a:pt x="113230" y="92206"/>
                </a:lnTo>
                <a:lnTo>
                  <a:pt x="114131" y="90103"/>
                </a:lnTo>
                <a:lnTo>
                  <a:pt x="114131" y="89803"/>
                </a:lnTo>
                <a:lnTo>
                  <a:pt x="114732" y="88602"/>
                </a:lnTo>
                <a:lnTo>
                  <a:pt x="114732" y="88301"/>
                </a:lnTo>
                <a:lnTo>
                  <a:pt x="115332" y="87100"/>
                </a:lnTo>
                <a:lnTo>
                  <a:pt x="115332" y="86800"/>
                </a:lnTo>
                <a:lnTo>
                  <a:pt x="115933" y="85598"/>
                </a:lnTo>
                <a:lnTo>
                  <a:pt x="115933" y="85298"/>
                </a:lnTo>
                <a:lnTo>
                  <a:pt x="116534" y="84097"/>
                </a:lnTo>
                <a:lnTo>
                  <a:pt x="116834" y="83796"/>
                </a:lnTo>
                <a:lnTo>
                  <a:pt x="117735" y="81994"/>
                </a:lnTo>
                <a:lnTo>
                  <a:pt x="117735" y="81694"/>
                </a:lnTo>
                <a:lnTo>
                  <a:pt x="118035" y="81093"/>
                </a:lnTo>
                <a:lnTo>
                  <a:pt x="118336" y="81093"/>
                </a:lnTo>
                <a:lnTo>
                  <a:pt x="118936" y="79892"/>
                </a:lnTo>
                <a:lnTo>
                  <a:pt x="118936" y="79591"/>
                </a:lnTo>
                <a:lnTo>
                  <a:pt x="119537" y="79291"/>
                </a:lnTo>
                <a:lnTo>
                  <a:pt x="119537" y="78991"/>
                </a:lnTo>
                <a:lnTo>
                  <a:pt x="120138" y="77789"/>
                </a:lnTo>
                <a:lnTo>
                  <a:pt x="120438" y="77789"/>
                </a:lnTo>
                <a:lnTo>
                  <a:pt x="121039" y="76588"/>
                </a:lnTo>
                <a:lnTo>
                  <a:pt x="121339" y="76588"/>
                </a:lnTo>
                <a:lnTo>
                  <a:pt x="121640" y="75987"/>
                </a:lnTo>
                <a:lnTo>
                  <a:pt x="122240" y="75387"/>
                </a:lnTo>
                <a:lnTo>
                  <a:pt x="122541" y="74786"/>
                </a:lnTo>
                <a:lnTo>
                  <a:pt x="122841" y="74786"/>
                </a:lnTo>
                <a:lnTo>
                  <a:pt x="124042" y="72984"/>
                </a:lnTo>
                <a:lnTo>
                  <a:pt x="124343" y="72984"/>
                </a:lnTo>
                <a:lnTo>
                  <a:pt x="124643" y="72383"/>
                </a:lnTo>
                <a:lnTo>
                  <a:pt x="127346" y="69680"/>
                </a:lnTo>
                <a:lnTo>
                  <a:pt x="127947" y="69380"/>
                </a:lnTo>
                <a:lnTo>
                  <a:pt x="127947" y="69079"/>
                </a:lnTo>
                <a:lnTo>
                  <a:pt x="128548" y="68779"/>
                </a:lnTo>
                <a:lnTo>
                  <a:pt x="128848" y="68178"/>
                </a:lnTo>
                <a:lnTo>
                  <a:pt x="129148" y="68178"/>
                </a:lnTo>
                <a:lnTo>
                  <a:pt x="129449" y="67878"/>
                </a:lnTo>
                <a:lnTo>
                  <a:pt x="129749" y="67878"/>
                </a:lnTo>
                <a:lnTo>
                  <a:pt x="130049" y="67277"/>
                </a:lnTo>
                <a:lnTo>
                  <a:pt x="130350" y="67277"/>
                </a:lnTo>
                <a:lnTo>
                  <a:pt x="131251" y="66376"/>
                </a:lnTo>
                <a:lnTo>
                  <a:pt x="131551" y="66376"/>
                </a:lnTo>
                <a:lnTo>
                  <a:pt x="131851" y="66076"/>
                </a:lnTo>
                <a:lnTo>
                  <a:pt x="132152" y="66076"/>
                </a:lnTo>
                <a:lnTo>
                  <a:pt x="132452" y="65475"/>
                </a:lnTo>
                <a:lnTo>
                  <a:pt x="132752" y="65475"/>
                </a:lnTo>
                <a:lnTo>
                  <a:pt x="133053" y="65175"/>
                </a:lnTo>
                <a:lnTo>
                  <a:pt x="133353" y="65175"/>
                </a:lnTo>
                <a:lnTo>
                  <a:pt x="133954" y="64574"/>
                </a:lnTo>
                <a:lnTo>
                  <a:pt x="136356" y="63373"/>
                </a:lnTo>
                <a:lnTo>
                  <a:pt x="136356" y="63072"/>
                </a:lnTo>
                <a:lnTo>
                  <a:pt x="136957" y="62772"/>
                </a:lnTo>
                <a:lnTo>
                  <a:pt x="137258" y="62772"/>
                </a:lnTo>
                <a:lnTo>
                  <a:pt x="138159" y="62171"/>
                </a:lnTo>
                <a:lnTo>
                  <a:pt x="138459" y="62171"/>
                </a:lnTo>
                <a:lnTo>
                  <a:pt x="140261" y="61270"/>
                </a:lnTo>
                <a:lnTo>
                  <a:pt x="140561" y="61270"/>
                </a:lnTo>
                <a:lnTo>
                  <a:pt x="141462" y="60670"/>
                </a:lnTo>
                <a:lnTo>
                  <a:pt x="141763" y="60670"/>
                </a:lnTo>
                <a:lnTo>
                  <a:pt x="142964" y="60069"/>
                </a:lnTo>
                <a:lnTo>
                  <a:pt x="143565" y="60069"/>
                </a:lnTo>
                <a:lnTo>
                  <a:pt x="143865" y="59769"/>
                </a:lnTo>
                <a:lnTo>
                  <a:pt x="144466" y="59769"/>
                </a:lnTo>
                <a:lnTo>
                  <a:pt x="145667" y="59168"/>
                </a:lnTo>
                <a:lnTo>
                  <a:pt x="146268" y="59168"/>
                </a:lnTo>
                <a:lnTo>
                  <a:pt x="146568" y="58868"/>
                </a:lnTo>
                <a:lnTo>
                  <a:pt x="147169" y="58868"/>
                </a:lnTo>
                <a:lnTo>
                  <a:pt x="147770" y="58567"/>
                </a:lnTo>
                <a:lnTo>
                  <a:pt x="148671" y="58567"/>
                </a:lnTo>
                <a:lnTo>
                  <a:pt x="149271" y="58267"/>
                </a:lnTo>
                <a:lnTo>
                  <a:pt x="149872" y="58267"/>
                </a:lnTo>
                <a:lnTo>
                  <a:pt x="150172" y="57967"/>
                </a:lnTo>
                <a:lnTo>
                  <a:pt x="151374" y="57967"/>
                </a:lnTo>
                <a:lnTo>
                  <a:pt x="151974" y="57666"/>
                </a:lnTo>
                <a:lnTo>
                  <a:pt x="153476" y="57666"/>
                </a:lnTo>
                <a:lnTo>
                  <a:pt x="153776" y="57366"/>
                </a:lnTo>
                <a:lnTo>
                  <a:pt x="156480" y="57366"/>
                </a:lnTo>
                <a:lnTo>
                  <a:pt x="156480" y="57065"/>
                </a:lnTo>
                <a:lnTo>
                  <a:pt x="163688" y="57065"/>
                </a:lnTo>
                <a:lnTo>
                  <a:pt x="164289" y="57366"/>
                </a:lnTo>
                <a:lnTo>
                  <a:pt x="166691" y="57366"/>
                </a:lnTo>
                <a:lnTo>
                  <a:pt x="166992" y="57666"/>
                </a:lnTo>
                <a:lnTo>
                  <a:pt x="168794" y="57666"/>
                </a:lnTo>
                <a:lnTo>
                  <a:pt x="169094" y="57967"/>
                </a:lnTo>
                <a:lnTo>
                  <a:pt x="169995" y="57967"/>
                </a:lnTo>
                <a:lnTo>
                  <a:pt x="170596" y="58267"/>
                </a:lnTo>
                <a:lnTo>
                  <a:pt x="171497" y="58267"/>
                </a:lnTo>
                <a:lnTo>
                  <a:pt x="172097" y="58567"/>
                </a:lnTo>
                <a:lnTo>
                  <a:pt x="172698" y="58567"/>
                </a:lnTo>
                <a:lnTo>
                  <a:pt x="172999" y="58868"/>
                </a:lnTo>
                <a:lnTo>
                  <a:pt x="173599" y="58868"/>
                </a:lnTo>
                <a:lnTo>
                  <a:pt x="174200" y="59168"/>
                </a:lnTo>
                <a:lnTo>
                  <a:pt x="174801" y="59168"/>
                </a:lnTo>
                <a:lnTo>
                  <a:pt x="175101" y="59468"/>
                </a:lnTo>
                <a:lnTo>
                  <a:pt x="175702" y="59468"/>
                </a:lnTo>
                <a:lnTo>
                  <a:pt x="177504" y="60369"/>
                </a:lnTo>
                <a:lnTo>
                  <a:pt x="178104" y="60369"/>
                </a:lnTo>
                <a:lnTo>
                  <a:pt x="179005" y="60970"/>
                </a:lnTo>
                <a:lnTo>
                  <a:pt x="179606" y="60970"/>
                </a:lnTo>
                <a:lnTo>
                  <a:pt x="179606" y="61270"/>
                </a:lnTo>
                <a:lnTo>
                  <a:pt x="180207" y="61270"/>
                </a:lnTo>
                <a:lnTo>
                  <a:pt x="180207" y="61571"/>
                </a:lnTo>
                <a:lnTo>
                  <a:pt x="180807" y="61571"/>
                </a:lnTo>
                <a:lnTo>
                  <a:pt x="181108" y="61871"/>
                </a:lnTo>
                <a:lnTo>
                  <a:pt x="181408" y="61871"/>
                </a:lnTo>
                <a:lnTo>
                  <a:pt x="181709" y="62171"/>
                </a:lnTo>
                <a:lnTo>
                  <a:pt x="182009" y="62171"/>
                </a:lnTo>
                <a:lnTo>
                  <a:pt x="182610" y="62772"/>
                </a:lnTo>
                <a:lnTo>
                  <a:pt x="182910" y="62772"/>
                </a:lnTo>
                <a:lnTo>
                  <a:pt x="185313" y="63973"/>
                </a:lnTo>
                <a:lnTo>
                  <a:pt x="185313" y="64274"/>
                </a:lnTo>
                <a:lnTo>
                  <a:pt x="187115" y="65175"/>
                </a:lnTo>
                <a:lnTo>
                  <a:pt x="187115" y="65475"/>
                </a:lnTo>
                <a:lnTo>
                  <a:pt x="188316" y="66076"/>
                </a:lnTo>
                <a:lnTo>
                  <a:pt x="188316" y="66376"/>
                </a:lnTo>
                <a:lnTo>
                  <a:pt x="189517" y="66977"/>
                </a:lnTo>
                <a:lnTo>
                  <a:pt x="189517" y="67277"/>
                </a:lnTo>
                <a:lnTo>
                  <a:pt x="190118" y="67578"/>
                </a:lnTo>
                <a:lnTo>
                  <a:pt x="191019" y="68479"/>
                </a:lnTo>
                <a:lnTo>
                  <a:pt x="191320" y="68479"/>
                </a:lnTo>
                <a:lnTo>
                  <a:pt x="194924" y="72083"/>
                </a:lnTo>
                <a:lnTo>
                  <a:pt x="195224" y="72683"/>
                </a:lnTo>
                <a:lnTo>
                  <a:pt x="195524" y="72683"/>
                </a:lnTo>
                <a:lnTo>
                  <a:pt x="195825" y="73284"/>
                </a:lnTo>
                <a:lnTo>
                  <a:pt x="196726" y="74185"/>
                </a:lnTo>
                <a:lnTo>
                  <a:pt x="197026" y="73584"/>
                </a:lnTo>
                <a:lnTo>
                  <a:pt x="197326" y="73584"/>
                </a:lnTo>
                <a:lnTo>
                  <a:pt x="197627" y="72984"/>
                </a:lnTo>
                <a:lnTo>
                  <a:pt x="197927" y="72984"/>
                </a:lnTo>
                <a:lnTo>
                  <a:pt x="198227" y="72383"/>
                </a:lnTo>
                <a:lnTo>
                  <a:pt x="198828" y="72083"/>
                </a:lnTo>
                <a:lnTo>
                  <a:pt x="198828" y="71782"/>
                </a:lnTo>
                <a:lnTo>
                  <a:pt x="199729" y="70881"/>
                </a:lnTo>
                <a:lnTo>
                  <a:pt x="200030" y="70881"/>
                </a:lnTo>
                <a:lnTo>
                  <a:pt x="200330" y="70281"/>
                </a:lnTo>
                <a:lnTo>
                  <a:pt x="200931" y="69980"/>
                </a:lnTo>
                <a:lnTo>
                  <a:pt x="200931" y="69680"/>
                </a:lnTo>
                <a:lnTo>
                  <a:pt x="201531" y="69380"/>
                </a:lnTo>
                <a:lnTo>
                  <a:pt x="201531" y="69079"/>
                </a:lnTo>
                <a:lnTo>
                  <a:pt x="202132" y="68779"/>
                </a:lnTo>
                <a:lnTo>
                  <a:pt x="203033" y="67878"/>
                </a:lnTo>
                <a:lnTo>
                  <a:pt x="203333" y="67878"/>
                </a:lnTo>
                <a:lnTo>
                  <a:pt x="203634" y="67277"/>
                </a:lnTo>
                <a:lnTo>
                  <a:pt x="203934" y="67277"/>
                </a:lnTo>
                <a:lnTo>
                  <a:pt x="204234" y="66977"/>
                </a:lnTo>
                <a:lnTo>
                  <a:pt x="204535" y="66977"/>
                </a:lnTo>
                <a:lnTo>
                  <a:pt x="204835" y="66376"/>
                </a:lnTo>
                <a:lnTo>
                  <a:pt x="205135" y="66376"/>
                </a:lnTo>
                <a:lnTo>
                  <a:pt x="205436" y="66076"/>
                </a:lnTo>
                <a:lnTo>
                  <a:pt x="205736" y="66076"/>
                </a:lnTo>
                <a:lnTo>
                  <a:pt x="206637" y="65175"/>
                </a:lnTo>
                <a:lnTo>
                  <a:pt x="206937" y="65175"/>
                </a:lnTo>
                <a:lnTo>
                  <a:pt x="207839" y="64274"/>
                </a:lnTo>
                <a:lnTo>
                  <a:pt x="208139" y="64274"/>
                </a:lnTo>
                <a:lnTo>
                  <a:pt x="209941" y="63373"/>
                </a:lnTo>
                <a:lnTo>
                  <a:pt x="209941" y="63072"/>
                </a:lnTo>
                <a:lnTo>
                  <a:pt x="210542" y="63072"/>
                </a:lnTo>
                <a:lnTo>
                  <a:pt x="211142" y="62472"/>
                </a:lnTo>
                <a:lnTo>
                  <a:pt x="211443" y="62472"/>
                </a:lnTo>
                <a:lnTo>
                  <a:pt x="211743" y="62171"/>
                </a:lnTo>
                <a:lnTo>
                  <a:pt x="212043" y="62171"/>
                </a:lnTo>
                <a:lnTo>
                  <a:pt x="214446" y="60970"/>
                </a:lnTo>
                <a:lnTo>
                  <a:pt x="214746" y="60970"/>
                </a:lnTo>
                <a:lnTo>
                  <a:pt x="215047" y="60670"/>
                </a:lnTo>
                <a:lnTo>
                  <a:pt x="215347" y="60670"/>
                </a:lnTo>
                <a:lnTo>
                  <a:pt x="216548" y="60069"/>
                </a:lnTo>
                <a:lnTo>
                  <a:pt x="217149" y="60069"/>
                </a:lnTo>
                <a:lnTo>
                  <a:pt x="217450" y="59769"/>
                </a:lnTo>
                <a:lnTo>
                  <a:pt x="218050" y="59769"/>
                </a:lnTo>
                <a:lnTo>
                  <a:pt x="219252" y="59168"/>
                </a:lnTo>
                <a:lnTo>
                  <a:pt x="219852" y="59168"/>
                </a:lnTo>
                <a:lnTo>
                  <a:pt x="220153" y="58868"/>
                </a:lnTo>
                <a:lnTo>
                  <a:pt x="220753" y="58868"/>
                </a:lnTo>
                <a:lnTo>
                  <a:pt x="221354" y="58567"/>
                </a:lnTo>
                <a:lnTo>
                  <a:pt x="222255" y="58567"/>
                </a:lnTo>
                <a:lnTo>
                  <a:pt x="222856" y="58267"/>
                </a:lnTo>
                <a:lnTo>
                  <a:pt x="223757" y="58267"/>
                </a:lnTo>
                <a:lnTo>
                  <a:pt x="224357" y="57967"/>
                </a:lnTo>
                <a:lnTo>
                  <a:pt x="224958" y="57967"/>
                </a:lnTo>
                <a:lnTo>
                  <a:pt x="225559" y="57666"/>
                </a:lnTo>
                <a:lnTo>
                  <a:pt x="227061" y="57666"/>
                </a:lnTo>
                <a:lnTo>
                  <a:pt x="227361" y="57366"/>
                </a:lnTo>
                <a:lnTo>
                  <a:pt x="230064" y="57366"/>
                </a:lnTo>
                <a:lnTo>
                  <a:pt x="230064" y="57065"/>
                </a:lnTo>
                <a:lnTo>
                  <a:pt x="237272" y="57065"/>
                </a:lnTo>
                <a:lnTo>
                  <a:pt x="237873" y="57366"/>
                </a:lnTo>
                <a:lnTo>
                  <a:pt x="240276" y="57366"/>
                </a:lnTo>
                <a:lnTo>
                  <a:pt x="240576" y="57666"/>
                </a:lnTo>
                <a:lnTo>
                  <a:pt x="242378" y="57666"/>
                </a:lnTo>
                <a:lnTo>
                  <a:pt x="242678" y="57967"/>
                </a:lnTo>
                <a:lnTo>
                  <a:pt x="243580" y="57967"/>
                </a:lnTo>
                <a:lnTo>
                  <a:pt x="244180" y="58267"/>
                </a:lnTo>
                <a:lnTo>
                  <a:pt x="245081" y="58267"/>
                </a:lnTo>
                <a:lnTo>
                  <a:pt x="245682" y="58567"/>
                </a:lnTo>
                <a:lnTo>
                  <a:pt x="246283" y="58567"/>
                </a:lnTo>
                <a:lnTo>
                  <a:pt x="246583" y="58868"/>
                </a:lnTo>
                <a:lnTo>
                  <a:pt x="247184" y="58868"/>
                </a:lnTo>
                <a:lnTo>
                  <a:pt x="247784" y="59168"/>
                </a:lnTo>
                <a:lnTo>
                  <a:pt x="248385" y="59168"/>
                </a:lnTo>
                <a:lnTo>
                  <a:pt x="248685" y="59468"/>
                </a:lnTo>
                <a:lnTo>
                  <a:pt x="249286" y="59468"/>
                </a:lnTo>
                <a:lnTo>
                  <a:pt x="251088" y="60369"/>
                </a:lnTo>
                <a:lnTo>
                  <a:pt x="251689" y="60369"/>
                </a:lnTo>
                <a:lnTo>
                  <a:pt x="251989" y="60670"/>
                </a:lnTo>
                <a:lnTo>
                  <a:pt x="252590" y="60670"/>
                </a:lnTo>
                <a:lnTo>
                  <a:pt x="252590" y="60970"/>
                </a:lnTo>
                <a:lnTo>
                  <a:pt x="253191" y="60970"/>
                </a:lnTo>
                <a:lnTo>
                  <a:pt x="253191" y="61270"/>
                </a:lnTo>
                <a:lnTo>
                  <a:pt x="253791" y="61270"/>
                </a:lnTo>
                <a:lnTo>
                  <a:pt x="253791" y="61571"/>
                </a:lnTo>
                <a:lnTo>
                  <a:pt x="254392" y="61571"/>
                </a:lnTo>
                <a:lnTo>
                  <a:pt x="254692" y="61871"/>
                </a:lnTo>
                <a:lnTo>
                  <a:pt x="254993" y="61871"/>
                </a:lnTo>
                <a:lnTo>
                  <a:pt x="255293" y="62171"/>
                </a:lnTo>
                <a:lnTo>
                  <a:pt x="255593" y="62171"/>
                </a:lnTo>
                <a:lnTo>
                  <a:pt x="255894" y="62472"/>
                </a:lnTo>
                <a:lnTo>
                  <a:pt x="257696" y="63373"/>
                </a:lnTo>
                <a:lnTo>
                  <a:pt x="257696" y="57065"/>
                </a:lnTo>
                <a:lnTo>
                  <a:pt x="280522" y="57065"/>
                </a:lnTo>
                <a:lnTo>
                  <a:pt x="280522" y="210241"/>
                </a:lnTo>
                <a:close/>
                <a:moveTo>
                  <a:pt x="349000" y="138159"/>
                </a:moveTo>
                <a:lnTo>
                  <a:pt x="345697" y="137258"/>
                </a:lnTo>
                <a:lnTo>
                  <a:pt x="345697" y="136957"/>
                </a:lnTo>
                <a:lnTo>
                  <a:pt x="343594" y="136356"/>
                </a:lnTo>
                <a:lnTo>
                  <a:pt x="342693" y="135756"/>
                </a:lnTo>
                <a:lnTo>
                  <a:pt x="341492" y="135455"/>
                </a:lnTo>
                <a:lnTo>
                  <a:pt x="340591" y="134855"/>
                </a:lnTo>
                <a:lnTo>
                  <a:pt x="339690" y="134554"/>
                </a:lnTo>
                <a:lnTo>
                  <a:pt x="338789" y="133954"/>
                </a:lnTo>
                <a:lnTo>
                  <a:pt x="337888" y="133653"/>
                </a:lnTo>
                <a:lnTo>
                  <a:pt x="336987" y="133053"/>
                </a:lnTo>
                <a:lnTo>
                  <a:pt x="336086" y="132752"/>
                </a:lnTo>
                <a:lnTo>
                  <a:pt x="336086" y="132452"/>
                </a:lnTo>
                <a:lnTo>
                  <a:pt x="335185" y="132152"/>
                </a:lnTo>
                <a:lnTo>
                  <a:pt x="334284" y="131551"/>
                </a:lnTo>
                <a:lnTo>
                  <a:pt x="333383" y="131251"/>
                </a:lnTo>
                <a:lnTo>
                  <a:pt x="332482" y="130650"/>
                </a:lnTo>
                <a:lnTo>
                  <a:pt x="331881" y="130049"/>
                </a:lnTo>
                <a:lnTo>
                  <a:pt x="331581" y="130049"/>
                </a:lnTo>
                <a:lnTo>
                  <a:pt x="330980" y="129749"/>
                </a:lnTo>
                <a:lnTo>
                  <a:pt x="330079" y="129148"/>
                </a:lnTo>
                <a:lnTo>
                  <a:pt x="329478" y="128548"/>
                </a:lnTo>
                <a:lnTo>
                  <a:pt x="329178" y="128548"/>
                </a:lnTo>
                <a:lnTo>
                  <a:pt x="328577" y="128247"/>
                </a:lnTo>
                <a:lnTo>
                  <a:pt x="327676" y="127646"/>
                </a:lnTo>
                <a:lnTo>
                  <a:pt x="327075" y="127046"/>
                </a:lnTo>
                <a:lnTo>
                  <a:pt x="326174" y="126745"/>
                </a:lnTo>
                <a:lnTo>
                  <a:pt x="325574" y="126145"/>
                </a:lnTo>
                <a:lnTo>
                  <a:pt x="324072" y="125244"/>
                </a:lnTo>
                <a:lnTo>
                  <a:pt x="323471" y="124643"/>
                </a:lnTo>
                <a:lnTo>
                  <a:pt x="323171" y="124643"/>
                </a:lnTo>
                <a:lnTo>
                  <a:pt x="321369" y="123141"/>
                </a:lnTo>
                <a:lnTo>
                  <a:pt x="320468" y="122841"/>
                </a:lnTo>
                <a:lnTo>
                  <a:pt x="319266" y="121640"/>
                </a:lnTo>
                <a:lnTo>
                  <a:pt x="318666" y="121339"/>
                </a:lnTo>
                <a:lnTo>
                  <a:pt x="318065" y="120739"/>
                </a:lnTo>
                <a:lnTo>
                  <a:pt x="317164" y="120438"/>
                </a:lnTo>
                <a:lnTo>
                  <a:pt x="316563" y="119838"/>
                </a:lnTo>
                <a:lnTo>
                  <a:pt x="315362" y="119237"/>
                </a:lnTo>
                <a:lnTo>
                  <a:pt x="313560" y="117735"/>
                </a:lnTo>
                <a:lnTo>
                  <a:pt x="311758" y="116834"/>
                </a:lnTo>
                <a:lnTo>
                  <a:pt x="311157" y="116233"/>
                </a:lnTo>
                <a:lnTo>
                  <a:pt x="310256" y="115633"/>
                </a:lnTo>
                <a:lnTo>
                  <a:pt x="307253" y="114131"/>
                </a:lnTo>
                <a:lnTo>
                  <a:pt x="306952" y="113831"/>
                </a:lnTo>
                <a:lnTo>
                  <a:pt x="305150" y="112930"/>
                </a:lnTo>
                <a:lnTo>
                  <a:pt x="304850" y="112629"/>
                </a:lnTo>
                <a:lnTo>
                  <a:pt x="304249" y="112629"/>
                </a:lnTo>
                <a:lnTo>
                  <a:pt x="303348" y="112029"/>
                </a:lnTo>
                <a:lnTo>
                  <a:pt x="302747" y="111728"/>
                </a:lnTo>
                <a:lnTo>
                  <a:pt x="302147" y="111728"/>
                </a:lnTo>
                <a:lnTo>
                  <a:pt x="301846" y="111428"/>
                </a:lnTo>
                <a:lnTo>
                  <a:pt x="301246" y="111428"/>
                </a:lnTo>
                <a:lnTo>
                  <a:pt x="299744" y="110827"/>
                </a:lnTo>
                <a:lnTo>
                  <a:pt x="299143" y="110827"/>
                </a:lnTo>
                <a:lnTo>
                  <a:pt x="304850" y="90404"/>
                </a:lnTo>
                <a:lnTo>
                  <a:pt x="306051" y="90704"/>
                </a:lnTo>
                <a:lnTo>
                  <a:pt x="306652" y="91004"/>
                </a:lnTo>
                <a:lnTo>
                  <a:pt x="307553" y="91004"/>
                </a:lnTo>
                <a:lnTo>
                  <a:pt x="307853" y="91305"/>
                </a:lnTo>
                <a:lnTo>
                  <a:pt x="308454" y="91305"/>
                </a:lnTo>
                <a:lnTo>
                  <a:pt x="308754" y="91605"/>
                </a:lnTo>
                <a:lnTo>
                  <a:pt x="309355" y="91605"/>
                </a:lnTo>
                <a:lnTo>
                  <a:pt x="309655" y="91905"/>
                </a:lnTo>
                <a:lnTo>
                  <a:pt x="310256" y="91905"/>
                </a:lnTo>
                <a:lnTo>
                  <a:pt x="311157" y="92506"/>
                </a:lnTo>
                <a:lnTo>
                  <a:pt x="314161" y="93407"/>
                </a:lnTo>
                <a:lnTo>
                  <a:pt x="315062" y="94008"/>
                </a:lnTo>
                <a:lnTo>
                  <a:pt x="316563" y="94609"/>
                </a:lnTo>
                <a:lnTo>
                  <a:pt x="318065" y="95510"/>
                </a:lnTo>
                <a:lnTo>
                  <a:pt x="318365" y="95510"/>
                </a:lnTo>
                <a:lnTo>
                  <a:pt x="318966" y="95810"/>
                </a:lnTo>
                <a:lnTo>
                  <a:pt x="319567" y="96411"/>
                </a:lnTo>
                <a:lnTo>
                  <a:pt x="319867" y="96411"/>
                </a:lnTo>
                <a:lnTo>
                  <a:pt x="320468" y="96711"/>
                </a:lnTo>
                <a:lnTo>
                  <a:pt x="321068" y="97312"/>
                </a:lnTo>
                <a:lnTo>
                  <a:pt x="321369" y="97312"/>
                </a:lnTo>
                <a:lnTo>
                  <a:pt x="321969" y="97612"/>
                </a:lnTo>
                <a:lnTo>
                  <a:pt x="322570" y="98213"/>
                </a:lnTo>
                <a:lnTo>
                  <a:pt x="322871" y="98213"/>
                </a:lnTo>
                <a:lnTo>
                  <a:pt x="323471" y="98513"/>
                </a:lnTo>
                <a:lnTo>
                  <a:pt x="324072" y="99114"/>
                </a:lnTo>
                <a:lnTo>
                  <a:pt x="324372" y="99114"/>
                </a:lnTo>
                <a:lnTo>
                  <a:pt x="324973" y="99414"/>
                </a:lnTo>
                <a:lnTo>
                  <a:pt x="325574" y="100015"/>
                </a:lnTo>
                <a:lnTo>
                  <a:pt x="326174" y="100315"/>
                </a:lnTo>
                <a:lnTo>
                  <a:pt x="326475" y="100315"/>
                </a:lnTo>
                <a:lnTo>
                  <a:pt x="328277" y="101817"/>
                </a:lnTo>
                <a:lnTo>
                  <a:pt x="328577" y="101817"/>
                </a:lnTo>
                <a:lnTo>
                  <a:pt x="329178" y="102117"/>
                </a:lnTo>
                <a:lnTo>
                  <a:pt x="329178" y="102418"/>
                </a:lnTo>
                <a:lnTo>
                  <a:pt x="329778" y="102718"/>
                </a:lnTo>
                <a:lnTo>
                  <a:pt x="330379" y="103319"/>
                </a:lnTo>
                <a:lnTo>
                  <a:pt x="330980" y="103619"/>
                </a:lnTo>
                <a:lnTo>
                  <a:pt x="331280" y="103619"/>
                </a:lnTo>
                <a:lnTo>
                  <a:pt x="331881" y="104220"/>
                </a:lnTo>
                <a:lnTo>
                  <a:pt x="334584" y="106022"/>
                </a:lnTo>
                <a:lnTo>
                  <a:pt x="335185" y="106622"/>
                </a:lnTo>
                <a:lnTo>
                  <a:pt x="335785" y="106923"/>
                </a:lnTo>
                <a:lnTo>
                  <a:pt x="337587" y="108424"/>
                </a:lnTo>
                <a:lnTo>
                  <a:pt x="338488" y="108725"/>
                </a:lnTo>
                <a:lnTo>
                  <a:pt x="339089" y="109325"/>
                </a:lnTo>
                <a:lnTo>
                  <a:pt x="340290" y="109926"/>
                </a:lnTo>
                <a:lnTo>
                  <a:pt x="340891" y="110527"/>
                </a:lnTo>
                <a:lnTo>
                  <a:pt x="343594" y="112029"/>
                </a:lnTo>
                <a:lnTo>
                  <a:pt x="344195" y="112629"/>
                </a:lnTo>
                <a:lnTo>
                  <a:pt x="345697" y="113230"/>
                </a:lnTo>
                <a:lnTo>
                  <a:pt x="346297" y="113831"/>
                </a:lnTo>
                <a:lnTo>
                  <a:pt x="348400" y="114732"/>
                </a:lnTo>
                <a:lnTo>
                  <a:pt x="349000" y="115332"/>
                </a:lnTo>
                <a:lnTo>
                  <a:pt x="349301" y="115332"/>
                </a:lnTo>
                <a:lnTo>
                  <a:pt x="349301" y="0"/>
                </a:lnTo>
                <a:lnTo>
                  <a:pt x="372127" y="0"/>
                </a:lnTo>
                <a:lnTo>
                  <a:pt x="372127" y="210241"/>
                </a:lnTo>
                <a:lnTo>
                  <a:pt x="349301" y="210241"/>
                </a:lnTo>
                <a:lnTo>
                  <a:pt x="349301" y="138459"/>
                </a:lnTo>
                <a:close/>
                <a:moveTo>
                  <a:pt x="422585" y="91305"/>
                </a:moveTo>
                <a:lnTo>
                  <a:pt x="428291" y="88301"/>
                </a:lnTo>
                <a:lnTo>
                  <a:pt x="428892" y="87701"/>
                </a:lnTo>
                <a:lnTo>
                  <a:pt x="430094" y="87100"/>
                </a:lnTo>
                <a:lnTo>
                  <a:pt x="430694" y="86499"/>
                </a:lnTo>
                <a:lnTo>
                  <a:pt x="431295" y="86199"/>
                </a:lnTo>
                <a:lnTo>
                  <a:pt x="431896" y="85598"/>
                </a:lnTo>
                <a:lnTo>
                  <a:pt x="432496" y="85298"/>
                </a:lnTo>
                <a:lnTo>
                  <a:pt x="433097" y="84697"/>
                </a:lnTo>
                <a:lnTo>
                  <a:pt x="433698" y="84397"/>
                </a:lnTo>
                <a:lnTo>
                  <a:pt x="434298" y="83796"/>
                </a:lnTo>
                <a:lnTo>
                  <a:pt x="436100" y="82595"/>
                </a:lnTo>
                <a:lnTo>
                  <a:pt x="437302" y="81393"/>
                </a:lnTo>
                <a:lnTo>
                  <a:pt x="437903" y="81093"/>
                </a:lnTo>
                <a:lnTo>
                  <a:pt x="439705" y="79291"/>
                </a:lnTo>
                <a:lnTo>
                  <a:pt x="440305" y="78991"/>
                </a:lnTo>
                <a:lnTo>
                  <a:pt x="443309" y="75987"/>
                </a:lnTo>
                <a:lnTo>
                  <a:pt x="443909" y="75687"/>
                </a:lnTo>
                <a:lnTo>
                  <a:pt x="449916" y="69680"/>
                </a:lnTo>
                <a:lnTo>
                  <a:pt x="450517" y="69380"/>
                </a:lnTo>
                <a:lnTo>
                  <a:pt x="451118" y="68779"/>
                </a:lnTo>
                <a:lnTo>
                  <a:pt x="452019" y="68178"/>
                </a:lnTo>
                <a:lnTo>
                  <a:pt x="459227" y="60970"/>
                </a:lnTo>
                <a:lnTo>
                  <a:pt x="459828" y="60670"/>
                </a:lnTo>
                <a:lnTo>
                  <a:pt x="459828" y="60369"/>
                </a:lnTo>
                <a:lnTo>
                  <a:pt x="460428" y="60069"/>
                </a:lnTo>
                <a:lnTo>
                  <a:pt x="460729" y="60069"/>
                </a:lnTo>
                <a:lnTo>
                  <a:pt x="463732" y="57065"/>
                </a:lnTo>
                <a:lnTo>
                  <a:pt x="464333" y="56765"/>
                </a:lnTo>
                <a:lnTo>
                  <a:pt x="464333" y="56465"/>
                </a:lnTo>
                <a:lnTo>
                  <a:pt x="464934" y="56164"/>
                </a:lnTo>
                <a:lnTo>
                  <a:pt x="465234" y="56164"/>
                </a:lnTo>
                <a:lnTo>
                  <a:pt x="467036" y="54362"/>
                </a:lnTo>
                <a:lnTo>
                  <a:pt x="469739" y="52560"/>
                </a:lnTo>
                <a:lnTo>
                  <a:pt x="469739" y="52260"/>
                </a:lnTo>
                <a:lnTo>
                  <a:pt x="470340" y="51960"/>
                </a:lnTo>
                <a:lnTo>
                  <a:pt x="470940" y="51359"/>
                </a:lnTo>
                <a:lnTo>
                  <a:pt x="471241" y="51359"/>
                </a:lnTo>
                <a:lnTo>
                  <a:pt x="471841" y="51059"/>
                </a:lnTo>
                <a:lnTo>
                  <a:pt x="472442" y="50458"/>
                </a:lnTo>
                <a:lnTo>
                  <a:pt x="476046" y="48355"/>
                </a:lnTo>
                <a:lnTo>
                  <a:pt x="476347" y="48055"/>
                </a:lnTo>
                <a:lnTo>
                  <a:pt x="478449" y="47154"/>
                </a:lnTo>
                <a:lnTo>
                  <a:pt x="478449" y="46854"/>
                </a:lnTo>
                <a:lnTo>
                  <a:pt x="479050" y="46553"/>
                </a:lnTo>
                <a:lnTo>
                  <a:pt x="480251" y="46253"/>
                </a:lnTo>
                <a:lnTo>
                  <a:pt x="481452" y="45652"/>
                </a:lnTo>
                <a:lnTo>
                  <a:pt x="481753" y="45352"/>
                </a:lnTo>
                <a:lnTo>
                  <a:pt x="482354" y="45352"/>
                </a:lnTo>
                <a:lnTo>
                  <a:pt x="482654" y="45052"/>
                </a:lnTo>
                <a:lnTo>
                  <a:pt x="483255" y="45052"/>
                </a:lnTo>
                <a:lnTo>
                  <a:pt x="483555" y="44751"/>
                </a:lnTo>
                <a:lnTo>
                  <a:pt x="484156" y="44751"/>
                </a:lnTo>
                <a:lnTo>
                  <a:pt x="484456" y="44451"/>
                </a:lnTo>
                <a:lnTo>
                  <a:pt x="485057" y="44451"/>
                </a:lnTo>
                <a:lnTo>
                  <a:pt x="485357" y="44151"/>
                </a:lnTo>
                <a:lnTo>
                  <a:pt x="485958" y="44151"/>
                </a:lnTo>
                <a:lnTo>
                  <a:pt x="486258" y="43850"/>
                </a:lnTo>
                <a:lnTo>
                  <a:pt x="487159" y="43850"/>
                </a:lnTo>
                <a:lnTo>
                  <a:pt x="488661" y="43250"/>
                </a:lnTo>
                <a:lnTo>
                  <a:pt x="489862" y="43250"/>
                </a:lnTo>
                <a:lnTo>
                  <a:pt x="490463" y="42949"/>
                </a:lnTo>
                <a:lnTo>
                  <a:pt x="492265" y="42949"/>
                </a:lnTo>
                <a:lnTo>
                  <a:pt x="492866" y="42649"/>
                </a:lnTo>
                <a:lnTo>
                  <a:pt x="497070" y="42649"/>
                </a:lnTo>
                <a:lnTo>
                  <a:pt x="498572" y="42949"/>
                </a:lnTo>
                <a:lnTo>
                  <a:pt x="501876" y="44151"/>
                </a:lnTo>
                <a:lnTo>
                  <a:pt x="504279" y="45953"/>
                </a:lnTo>
                <a:lnTo>
                  <a:pt x="505480" y="47154"/>
                </a:lnTo>
                <a:lnTo>
                  <a:pt x="507282" y="49557"/>
                </a:lnTo>
                <a:lnTo>
                  <a:pt x="507883" y="51059"/>
                </a:lnTo>
                <a:lnTo>
                  <a:pt x="508183" y="52560"/>
                </a:lnTo>
                <a:lnTo>
                  <a:pt x="508183" y="55564"/>
                </a:lnTo>
                <a:lnTo>
                  <a:pt x="507883" y="57065"/>
                </a:lnTo>
                <a:lnTo>
                  <a:pt x="507282" y="58567"/>
                </a:lnTo>
                <a:lnTo>
                  <a:pt x="503678" y="66677"/>
                </a:lnTo>
                <a:lnTo>
                  <a:pt x="503378" y="67578"/>
                </a:lnTo>
                <a:lnTo>
                  <a:pt x="503378" y="68178"/>
                </a:lnTo>
                <a:lnTo>
                  <a:pt x="502477" y="70281"/>
                </a:lnTo>
                <a:lnTo>
                  <a:pt x="502176" y="71182"/>
                </a:lnTo>
                <a:lnTo>
                  <a:pt x="502176" y="71782"/>
                </a:lnTo>
                <a:lnTo>
                  <a:pt x="501275" y="74185"/>
                </a:lnTo>
                <a:lnTo>
                  <a:pt x="501275" y="74786"/>
                </a:lnTo>
                <a:lnTo>
                  <a:pt x="500675" y="76288"/>
                </a:lnTo>
                <a:lnTo>
                  <a:pt x="500675" y="77189"/>
                </a:lnTo>
                <a:lnTo>
                  <a:pt x="500074" y="78690"/>
                </a:lnTo>
                <a:lnTo>
                  <a:pt x="500074" y="79591"/>
                </a:lnTo>
                <a:lnTo>
                  <a:pt x="499473" y="81093"/>
                </a:lnTo>
                <a:lnTo>
                  <a:pt x="499473" y="81694"/>
                </a:lnTo>
                <a:lnTo>
                  <a:pt x="499173" y="82595"/>
                </a:lnTo>
                <a:lnTo>
                  <a:pt x="499173" y="83496"/>
                </a:lnTo>
                <a:lnTo>
                  <a:pt x="498872" y="84097"/>
                </a:lnTo>
                <a:lnTo>
                  <a:pt x="498872" y="84998"/>
                </a:lnTo>
                <a:lnTo>
                  <a:pt x="498572" y="85899"/>
                </a:lnTo>
                <a:lnTo>
                  <a:pt x="498572" y="86499"/>
                </a:lnTo>
                <a:lnTo>
                  <a:pt x="498272" y="87400"/>
                </a:lnTo>
                <a:lnTo>
                  <a:pt x="498272" y="88301"/>
                </a:lnTo>
                <a:lnTo>
                  <a:pt x="497971" y="88902"/>
                </a:lnTo>
                <a:lnTo>
                  <a:pt x="497971" y="89803"/>
                </a:lnTo>
                <a:lnTo>
                  <a:pt x="497671" y="90704"/>
                </a:lnTo>
                <a:lnTo>
                  <a:pt x="497671" y="92206"/>
                </a:lnTo>
                <a:lnTo>
                  <a:pt x="497371" y="93107"/>
                </a:lnTo>
                <a:lnTo>
                  <a:pt x="497371" y="94909"/>
                </a:lnTo>
                <a:lnTo>
                  <a:pt x="497070" y="95510"/>
                </a:lnTo>
                <a:lnTo>
                  <a:pt x="497070" y="97312"/>
                </a:lnTo>
                <a:lnTo>
                  <a:pt x="496770" y="98213"/>
                </a:lnTo>
                <a:lnTo>
                  <a:pt x="496770" y="99714"/>
                </a:lnTo>
                <a:lnTo>
                  <a:pt x="496470" y="100615"/>
                </a:lnTo>
                <a:lnTo>
                  <a:pt x="496470" y="103919"/>
                </a:lnTo>
                <a:lnTo>
                  <a:pt x="496169" y="104820"/>
                </a:lnTo>
                <a:lnTo>
                  <a:pt x="496169" y="110827"/>
                </a:lnTo>
                <a:lnTo>
                  <a:pt x="495869" y="111728"/>
                </a:lnTo>
                <a:lnTo>
                  <a:pt x="495869" y="118636"/>
                </a:lnTo>
                <a:lnTo>
                  <a:pt x="496169" y="119537"/>
                </a:lnTo>
                <a:lnTo>
                  <a:pt x="496169" y="126145"/>
                </a:lnTo>
                <a:lnTo>
                  <a:pt x="496470" y="127046"/>
                </a:lnTo>
                <a:lnTo>
                  <a:pt x="496470" y="130650"/>
                </a:lnTo>
                <a:lnTo>
                  <a:pt x="496770" y="131551"/>
                </a:lnTo>
                <a:lnTo>
                  <a:pt x="496770" y="133053"/>
                </a:lnTo>
                <a:lnTo>
                  <a:pt x="497070" y="133954"/>
                </a:lnTo>
                <a:lnTo>
                  <a:pt x="497070" y="136657"/>
                </a:lnTo>
                <a:lnTo>
                  <a:pt x="497371" y="137258"/>
                </a:lnTo>
                <a:lnTo>
                  <a:pt x="497371" y="138159"/>
                </a:lnTo>
                <a:lnTo>
                  <a:pt x="497671" y="139060"/>
                </a:lnTo>
                <a:lnTo>
                  <a:pt x="497671" y="140862"/>
                </a:lnTo>
                <a:lnTo>
                  <a:pt x="498272" y="143264"/>
                </a:lnTo>
                <a:lnTo>
                  <a:pt x="498272" y="145066"/>
                </a:lnTo>
                <a:lnTo>
                  <a:pt x="498572" y="145667"/>
                </a:lnTo>
                <a:lnTo>
                  <a:pt x="498572" y="146568"/>
                </a:lnTo>
                <a:lnTo>
                  <a:pt x="498872" y="147469"/>
                </a:lnTo>
                <a:lnTo>
                  <a:pt x="498872" y="148370"/>
                </a:lnTo>
                <a:lnTo>
                  <a:pt x="499173" y="148971"/>
                </a:lnTo>
                <a:lnTo>
                  <a:pt x="499173" y="149872"/>
                </a:lnTo>
                <a:lnTo>
                  <a:pt x="499774" y="151674"/>
                </a:lnTo>
                <a:lnTo>
                  <a:pt x="499774" y="152275"/>
                </a:lnTo>
                <a:lnTo>
                  <a:pt x="500074" y="153176"/>
                </a:lnTo>
                <a:lnTo>
                  <a:pt x="500074" y="154077"/>
                </a:lnTo>
                <a:lnTo>
                  <a:pt x="500675" y="155579"/>
                </a:lnTo>
                <a:lnTo>
                  <a:pt x="500675" y="156480"/>
                </a:lnTo>
                <a:lnTo>
                  <a:pt x="500975" y="157381"/>
                </a:lnTo>
                <a:lnTo>
                  <a:pt x="500975" y="157981"/>
                </a:lnTo>
                <a:lnTo>
                  <a:pt x="501576" y="159783"/>
                </a:lnTo>
                <a:lnTo>
                  <a:pt x="501576" y="160384"/>
                </a:lnTo>
                <a:lnTo>
                  <a:pt x="502477" y="162787"/>
                </a:lnTo>
                <a:lnTo>
                  <a:pt x="502477" y="163688"/>
                </a:lnTo>
                <a:lnTo>
                  <a:pt x="503378" y="165790"/>
                </a:lnTo>
                <a:lnTo>
                  <a:pt x="503378" y="166691"/>
                </a:lnTo>
                <a:lnTo>
                  <a:pt x="504279" y="168794"/>
                </a:lnTo>
                <a:lnTo>
                  <a:pt x="504879" y="171196"/>
                </a:lnTo>
                <a:lnTo>
                  <a:pt x="506681" y="175401"/>
                </a:lnTo>
                <a:lnTo>
                  <a:pt x="506681" y="176302"/>
                </a:lnTo>
                <a:lnTo>
                  <a:pt x="511187" y="186514"/>
                </a:lnTo>
                <a:lnTo>
                  <a:pt x="511787" y="187115"/>
                </a:lnTo>
                <a:lnTo>
                  <a:pt x="514190" y="191920"/>
                </a:lnTo>
                <a:lnTo>
                  <a:pt x="514791" y="192521"/>
                </a:lnTo>
                <a:lnTo>
                  <a:pt x="515692" y="194323"/>
                </a:lnTo>
                <a:lnTo>
                  <a:pt x="516292" y="195224"/>
                </a:lnTo>
                <a:lnTo>
                  <a:pt x="516893" y="195825"/>
                </a:lnTo>
                <a:lnTo>
                  <a:pt x="518095" y="197927"/>
                </a:lnTo>
                <a:lnTo>
                  <a:pt x="497070" y="210241"/>
                </a:lnTo>
                <a:lnTo>
                  <a:pt x="496470" y="209641"/>
                </a:lnTo>
                <a:lnTo>
                  <a:pt x="495569" y="208139"/>
                </a:lnTo>
                <a:lnTo>
                  <a:pt x="494067" y="206337"/>
                </a:lnTo>
                <a:lnTo>
                  <a:pt x="494067" y="206036"/>
                </a:lnTo>
                <a:lnTo>
                  <a:pt x="493466" y="204835"/>
                </a:lnTo>
                <a:lnTo>
                  <a:pt x="493166" y="204835"/>
                </a:lnTo>
                <a:lnTo>
                  <a:pt x="492565" y="203333"/>
                </a:lnTo>
                <a:lnTo>
                  <a:pt x="492265" y="203333"/>
                </a:lnTo>
                <a:lnTo>
                  <a:pt x="491664" y="201832"/>
                </a:lnTo>
                <a:lnTo>
                  <a:pt x="491064" y="201231"/>
                </a:lnTo>
                <a:lnTo>
                  <a:pt x="491064" y="200931"/>
                </a:lnTo>
                <a:lnTo>
                  <a:pt x="489862" y="198828"/>
                </a:lnTo>
                <a:lnTo>
                  <a:pt x="489261" y="197326"/>
                </a:lnTo>
                <a:lnTo>
                  <a:pt x="488661" y="196726"/>
                </a:lnTo>
                <a:lnTo>
                  <a:pt x="488661" y="196425"/>
                </a:lnTo>
                <a:lnTo>
                  <a:pt x="488060" y="195224"/>
                </a:lnTo>
                <a:lnTo>
                  <a:pt x="488060" y="194924"/>
                </a:lnTo>
                <a:lnTo>
                  <a:pt x="487459" y="194323"/>
                </a:lnTo>
                <a:lnTo>
                  <a:pt x="486558" y="191920"/>
                </a:lnTo>
                <a:lnTo>
                  <a:pt x="485657" y="190419"/>
                </a:lnTo>
                <a:lnTo>
                  <a:pt x="484156" y="186214"/>
                </a:lnTo>
                <a:lnTo>
                  <a:pt x="483555" y="185613"/>
                </a:lnTo>
                <a:lnTo>
                  <a:pt x="483555" y="185313"/>
                </a:lnTo>
                <a:lnTo>
                  <a:pt x="482354" y="182309"/>
                </a:lnTo>
                <a:lnTo>
                  <a:pt x="482354" y="182009"/>
                </a:lnTo>
                <a:lnTo>
                  <a:pt x="480852" y="178104"/>
                </a:lnTo>
                <a:lnTo>
                  <a:pt x="480852" y="177804"/>
                </a:lnTo>
                <a:lnTo>
                  <a:pt x="479050" y="172698"/>
                </a:lnTo>
                <a:lnTo>
                  <a:pt x="479050" y="171797"/>
                </a:lnTo>
                <a:lnTo>
                  <a:pt x="477548" y="167592"/>
                </a:lnTo>
                <a:lnTo>
                  <a:pt x="477548" y="166691"/>
                </a:lnTo>
                <a:lnTo>
                  <a:pt x="476347" y="163087"/>
                </a:lnTo>
                <a:lnTo>
                  <a:pt x="476347" y="162186"/>
                </a:lnTo>
                <a:lnTo>
                  <a:pt x="475746" y="160384"/>
                </a:lnTo>
                <a:lnTo>
                  <a:pt x="475746" y="159483"/>
                </a:lnTo>
                <a:lnTo>
                  <a:pt x="475145" y="157681"/>
                </a:lnTo>
                <a:lnTo>
                  <a:pt x="475145" y="156780"/>
                </a:lnTo>
                <a:lnTo>
                  <a:pt x="474545" y="154978"/>
                </a:lnTo>
                <a:lnTo>
                  <a:pt x="474545" y="153776"/>
                </a:lnTo>
                <a:lnTo>
                  <a:pt x="474244" y="152875"/>
                </a:lnTo>
                <a:lnTo>
                  <a:pt x="474244" y="151974"/>
                </a:lnTo>
                <a:lnTo>
                  <a:pt x="473644" y="150172"/>
                </a:lnTo>
                <a:lnTo>
                  <a:pt x="473644" y="149271"/>
                </a:lnTo>
                <a:lnTo>
                  <a:pt x="473343" y="148370"/>
                </a:lnTo>
                <a:lnTo>
                  <a:pt x="473343" y="147469"/>
                </a:lnTo>
                <a:lnTo>
                  <a:pt x="473043" y="146568"/>
                </a:lnTo>
                <a:lnTo>
                  <a:pt x="473043" y="145667"/>
                </a:lnTo>
                <a:lnTo>
                  <a:pt x="472742" y="144766"/>
                </a:lnTo>
                <a:lnTo>
                  <a:pt x="472742" y="142664"/>
                </a:lnTo>
                <a:lnTo>
                  <a:pt x="472442" y="141763"/>
                </a:lnTo>
                <a:lnTo>
                  <a:pt x="472442" y="140862"/>
                </a:lnTo>
                <a:lnTo>
                  <a:pt x="472142" y="139961"/>
                </a:lnTo>
                <a:lnTo>
                  <a:pt x="472142" y="137858"/>
                </a:lnTo>
                <a:lnTo>
                  <a:pt x="471841" y="136957"/>
                </a:lnTo>
                <a:lnTo>
                  <a:pt x="471841" y="135155"/>
                </a:lnTo>
                <a:lnTo>
                  <a:pt x="471541" y="134254"/>
                </a:lnTo>
                <a:lnTo>
                  <a:pt x="471541" y="132152"/>
                </a:lnTo>
                <a:lnTo>
                  <a:pt x="471241" y="131251"/>
                </a:lnTo>
                <a:lnTo>
                  <a:pt x="471241" y="127646"/>
                </a:lnTo>
                <a:lnTo>
                  <a:pt x="470940" y="126745"/>
                </a:lnTo>
                <a:lnTo>
                  <a:pt x="470940" y="119838"/>
                </a:lnTo>
                <a:lnTo>
                  <a:pt x="470640" y="118936"/>
                </a:lnTo>
                <a:lnTo>
                  <a:pt x="470640" y="112029"/>
                </a:lnTo>
                <a:lnTo>
                  <a:pt x="470940" y="111128"/>
                </a:lnTo>
                <a:lnTo>
                  <a:pt x="470940" y="104520"/>
                </a:lnTo>
                <a:lnTo>
                  <a:pt x="471241" y="103619"/>
                </a:lnTo>
                <a:lnTo>
                  <a:pt x="471241" y="99714"/>
                </a:lnTo>
                <a:lnTo>
                  <a:pt x="471541" y="98813"/>
                </a:lnTo>
                <a:lnTo>
                  <a:pt x="471541" y="97011"/>
                </a:lnTo>
                <a:lnTo>
                  <a:pt x="471841" y="96110"/>
                </a:lnTo>
                <a:lnTo>
                  <a:pt x="471841" y="94008"/>
                </a:lnTo>
                <a:lnTo>
                  <a:pt x="472142" y="93107"/>
                </a:lnTo>
                <a:lnTo>
                  <a:pt x="472142" y="91305"/>
                </a:lnTo>
                <a:lnTo>
                  <a:pt x="472442" y="90404"/>
                </a:lnTo>
                <a:lnTo>
                  <a:pt x="472442" y="89503"/>
                </a:lnTo>
                <a:lnTo>
                  <a:pt x="472742" y="88602"/>
                </a:lnTo>
                <a:lnTo>
                  <a:pt x="472742" y="87400"/>
                </a:lnTo>
                <a:lnTo>
                  <a:pt x="473043" y="86499"/>
                </a:lnTo>
                <a:lnTo>
                  <a:pt x="473043" y="85598"/>
                </a:lnTo>
                <a:lnTo>
                  <a:pt x="473343" y="84697"/>
                </a:lnTo>
                <a:lnTo>
                  <a:pt x="473343" y="83796"/>
                </a:lnTo>
                <a:lnTo>
                  <a:pt x="473644" y="82895"/>
                </a:lnTo>
                <a:lnTo>
                  <a:pt x="473644" y="81994"/>
                </a:lnTo>
                <a:lnTo>
                  <a:pt x="474244" y="80192"/>
                </a:lnTo>
                <a:lnTo>
                  <a:pt x="473043" y="80793"/>
                </a:lnTo>
                <a:lnTo>
                  <a:pt x="472442" y="81393"/>
                </a:lnTo>
                <a:lnTo>
                  <a:pt x="472142" y="81994"/>
                </a:lnTo>
                <a:lnTo>
                  <a:pt x="470940" y="83195"/>
                </a:lnTo>
                <a:lnTo>
                  <a:pt x="470039" y="83796"/>
                </a:lnTo>
                <a:lnTo>
                  <a:pt x="464032" y="89803"/>
                </a:lnTo>
                <a:lnTo>
                  <a:pt x="463131" y="90404"/>
                </a:lnTo>
                <a:lnTo>
                  <a:pt x="460729" y="92806"/>
                </a:lnTo>
                <a:lnTo>
                  <a:pt x="459828" y="93407"/>
                </a:lnTo>
                <a:lnTo>
                  <a:pt x="458026" y="95209"/>
                </a:lnTo>
                <a:lnTo>
                  <a:pt x="457125" y="95810"/>
                </a:lnTo>
                <a:lnTo>
                  <a:pt x="453821" y="98813"/>
                </a:lnTo>
                <a:lnTo>
                  <a:pt x="453520" y="98813"/>
                </a:lnTo>
                <a:lnTo>
                  <a:pt x="452319" y="100015"/>
                </a:lnTo>
                <a:lnTo>
                  <a:pt x="451418" y="100615"/>
                </a:lnTo>
                <a:lnTo>
                  <a:pt x="449316" y="102418"/>
                </a:lnTo>
                <a:lnTo>
                  <a:pt x="447814" y="103319"/>
                </a:lnTo>
                <a:lnTo>
                  <a:pt x="447814" y="103619"/>
                </a:lnTo>
                <a:lnTo>
                  <a:pt x="446913" y="103919"/>
                </a:lnTo>
                <a:lnTo>
                  <a:pt x="446312" y="104520"/>
                </a:lnTo>
                <a:lnTo>
                  <a:pt x="446012" y="104520"/>
                </a:lnTo>
                <a:lnTo>
                  <a:pt x="445411" y="105121"/>
                </a:lnTo>
                <a:lnTo>
                  <a:pt x="442107" y="107223"/>
                </a:lnTo>
                <a:lnTo>
                  <a:pt x="441507" y="107824"/>
                </a:lnTo>
                <a:lnTo>
                  <a:pt x="441206" y="107824"/>
                </a:lnTo>
                <a:lnTo>
                  <a:pt x="440606" y="108124"/>
                </a:lnTo>
                <a:lnTo>
                  <a:pt x="438804" y="109325"/>
                </a:lnTo>
                <a:lnTo>
                  <a:pt x="437903" y="109626"/>
                </a:lnTo>
                <a:lnTo>
                  <a:pt x="437903" y="109926"/>
                </a:lnTo>
                <a:lnTo>
                  <a:pt x="437302" y="110226"/>
                </a:lnTo>
                <a:lnTo>
                  <a:pt x="437001" y="110226"/>
                </a:lnTo>
                <a:lnTo>
                  <a:pt x="436100" y="110827"/>
                </a:lnTo>
                <a:lnTo>
                  <a:pt x="435500" y="111128"/>
                </a:lnTo>
                <a:lnTo>
                  <a:pt x="435199" y="111128"/>
                </a:lnTo>
                <a:lnTo>
                  <a:pt x="433698" y="112029"/>
                </a:lnTo>
                <a:lnTo>
                  <a:pt x="432496" y="112329"/>
                </a:lnTo>
                <a:lnTo>
                  <a:pt x="430995" y="113230"/>
                </a:lnTo>
                <a:lnTo>
                  <a:pt x="427991" y="114131"/>
                </a:lnTo>
                <a:lnTo>
                  <a:pt x="427691" y="114431"/>
                </a:lnTo>
                <a:lnTo>
                  <a:pt x="427090" y="114431"/>
                </a:lnTo>
                <a:lnTo>
                  <a:pt x="426189" y="115032"/>
                </a:lnTo>
                <a:lnTo>
                  <a:pt x="424687" y="115332"/>
                </a:lnTo>
                <a:lnTo>
                  <a:pt x="424087" y="115633"/>
                </a:lnTo>
                <a:lnTo>
                  <a:pt x="422885" y="115633"/>
                </a:lnTo>
                <a:lnTo>
                  <a:pt x="422885" y="115933"/>
                </a:lnTo>
                <a:lnTo>
                  <a:pt x="422585" y="115933"/>
                </a:lnTo>
                <a:lnTo>
                  <a:pt x="422585" y="210241"/>
                </a:lnTo>
                <a:lnTo>
                  <a:pt x="397356" y="210241"/>
                </a:lnTo>
                <a:lnTo>
                  <a:pt x="397356" y="0"/>
                </a:lnTo>
                <a:lnTo>
                  <a:pt x="422585" y="0"/>
                </a:lnTo>
                <a:close/>
              </a:path>
            </a:pathLst>
          </a:custGeom>
          <a:solidFill>
            <a:srgbClr val="FFFFFF"/>
          </a:solidFill>
          <a:ln>
            <a:noFill/>
          </a:ln>
        </p:spPr>
        <p:txBody>
          <a:bodyPr rtlCol="0" anchor="ctr"/>
          <a:lstStyle/>
          <a:p>
            <a:pPr algn="ctr"/>
          </a:p>
        </p:txBody>
      </p:sp>
      <p:sp>
        <p:nvSpPr>
          <p:cNvPr id="13" name="Teŋri / Kül Tigin D1"/>
          <p:cNvSpPr txBox="1"/>
          <p:nvPr/>
        </p:nvSpPr>
        <p:spPr>
          <a:xfrm>
            <a:off x="670560" y="5894832"/>
            <a:ext cx="1381658" cy="228600"/>
          </a:xfrm>
          <a:prstGeom prst="rect">
            <a:avLst/>
          </a:prstGeom>
          <a:noFill/>
        </p:spPr>
        <p:txBody>
          <a:bodyPr wrap="none" tIns="0" bIns="0" lIns="0" rIns="0" anchor="t">
            <a:spAutoFit/>
          </a:bodyPr>
          <a:lstStyle/>
          <a:p>
            <a:pPr>
              <a:lnSpc>
                <a:spcPct val="100000"/>
              </a:lnSpc>
              <a:spcBef>
                <a:spcPts val="0"/>
              </a:spcBef>
              <a:spcAft>
                <a:spcPts val="0"/>
              </a:spcAft>
            </a:pPr>
            <a:r>
              <a:rPr sz="1200" kern="400000">
                <a:solidFill>
                  <a:srgbClr val="FFFFFF"/>
                </a:solidFill>
                <a:latin typeface="Instrument Sans"/>
              </a:rPr>
              <a:t>Teŋri / Kül Tigin D1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TEXT DETAIL"/>
          <p:cNvSpPr txBox="1"/>
          <p:nvPr/>
        </p:nvSpPr>
        <p:spPr>
          <a:xfrm>
            <a:off x="10817352" y="348386"/>
            <a:ext cx="746760"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TEXT DETAIL</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4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04 / 14</a:t>
            </a:r>
          </a:p>
        </p:txBody>
      </p:sp>
      <p:sp>
        <p:nvSpPr>
          <p:cNvPr id="6" name="Kül Tigin / D1"/>
          <p:cNvSpPr txBox="1"/>
          <p:nvPr/>
        </p:nvSpPr>
        <p:spPr>
          <a:xfrm>
            <a:off x="624840" y="859688"/>
            <a:ext cx="4612843" cy="1074420"/>
          </a:xfrm>
          <a:prstGeom prst="rect">
            <a:avLst/>
          </a:prstGeom>
          <a:noFill/>
        </p:spPr>
        <p:txBody>
          <a:bodyPr wrap="none" tIns="0" bIns="0" lIns="0" rIns="0" anchor="t">
            <a:spAutoFit/>
          </a:bodyPr>
          <a:lstStyle/>
          <a:p>
            <a:pPr>
              <a:lnSpc>
                <a:spcPct val="100000"/>
              </a:lnSpc>
              <a:spcBef>
                <a:spcPts val="0"/>
              </a:spcBef>
              <a:spcAft>
                <a:spcPts val="0"/>
              </a:spcAft>
            </a:pPr>
            <a:r>
              <a:rPr sz="5640" kern="400000">
                <a:solidFill>
                  <a:srgbClr val="000000"/>
                </a:solidFill>
                <a:latin typeface="Instrument Sans"/>
              </a:rPr>
              <a:t>Kül Tigin / D1</a:t>
            </a:r>
          </a:p>
        </p:txBody>
      </p:sp>
      <p:sp>
        <p:nvSpPr>
          <p:cNvPr id="7" name="Üze kök Teŋri"/>
          <p:cNvSpPr txBox="1"/>
          <p:nvPr/>
        </p:nvSpPr>
        <p:spPr>
          <a:xfrm>
            <a:off x="670560" y="1796415"/>
            <a:ext cx="1267206"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Üze kök Teŋri</a:t>
            </a:r>
          </a:p>
        </p:txBody>
      </p:sp>
      <p:sp>
        <p:nvSpPr>
          <p:cNvPr id="8" name="NOTO SANS OLD TURKIC / DIGITAL REFERENCE"/>
          <p:cNvSpPr txBox="1"/>
          <p:nvPr/>
        </p:nvSpPr>
        <p:spPr>
          <a:xfrm>
            <a:off x="670560" y="2230222"/>
            <a:ext cx="2974848"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NOTO SANS OLD TURKIC / DIGITAL REFERENCE</a:t>
            </a:r>
          </a:p>
        </p:txBody>
      </p:sp>
      <p:sp>
        <p:nvSpPr>
          <p:cNvPr id="9" name="𐰇𐰔𐰀 𐰚𐰇𐰚 𐱅𐰭𐰼𐰃"/>
          <p:cNvSpPr/>
          <p:nvPr/>
        </p:nvSpPr>
        <p:spPr>
          <a:xfrm>
            <a:off x="1504097" y="2414382"/>
            <a:ext cx="9896185" cy="1205118"/>
          </a:xfrm>
          <a:custGeom>
            <a:avLst/>
            <a:gdLst/>
            <a:ahLst/>
            <a:cxnLst/>
            <a:rect l="l" t="t" r="r" b="b"/>
            <a:pathLst>
              <a:path w="1298712" h="158152" stroke="0">
                <a:moveTo>
                  <a:pt x="0" y="158152"/>
                </a:moveTo>
                <a:lnTo>
                  <a:pt x="0" y="6784"/>
                </a:lnTo>
                <a:lnTo>
                  <a:pt x="19080" y="6784"/>
                </a:lnTo>
                <a:lnTo>
                  <a:pt x="75896" y="46852"/>
                </a:lnTo>
                <a:lnTo>
                  <a:pt x="65508" y="61692"/>
                </a:lnTo>
                <a:lnTo>
                  <a:pt x="19080" y="28408"/>
                </a:lnTo>
                <a:lnTo>
                  <a:pt x="19080" y="158152"/>
                </a:lnTo>
                <a:close/>
                <a:moveTo>
                  <a:pt x="136104" y="158152"/>
                </a:moveTo>
                <a:lnTo>
                  <a:pt x="136104" y="52364"/>
                </a:lnTo>
                <a:lnTo>
                  <a:pt x="118084" y="30952"/>
                </a:lnTo>
                <a:lnTo>
                  <a:pt x="96672" y="52152"/>
                </a:lnTo>
                <a:lnTo>
                  <a:pt x="83316" y="39432"/>
                </a:lnTo>
                <a:lnTo>
                  <a:pt x="118084" y="4664"/>
                </a:lnTo>
                <a:lnTo>
                  <a:pt x="145644" y="36040"/>
                </a:lnTo>
                <a:lnTo>
                  <a:pt x="173204" y="4664"/>
                </a:lnTo>
                <a:lnTo>
                  <a:pt x="207972" y="39432"/>
                </a:lnTo>
                <a:lnTo>
                  <a:pt x="194616" y="52152"/>
                </a:lnTo>
                <a:lnTo>
                  <a:pt x="173204" y="30952"/>
                </a:lnTo>
                <a:lnTo>
                  <a:pt x="155184" y="52364"/>
                </a:lnTo>
                <a:lnTo>
                  <a:pt x="155184" y="158152"/>
                </a:lnTo>
                <a:close/>
                <a:moveTo>
                  <a:pt x="272208" y="158152"/>
                </a:moveTo>
                <a:lnTo>
                  <a:pt x="272208" y="102820"/>
                </a:lnTo>
                <a:lnTo>
                  <a:pt x="215392" y="62752"/>
                </a:lnTo>
                <a:lnTo>
                  <a:pt x="225780" y="47912"/>
                </a:lnTo>
                <a:lnTo>
                  <a:pt x="272208" y="81196"/>
                </a:lnTo>
                <a:lnTo>
                  <a:pt x="272208" y="6784"/>
                </a:lnTo>
                <a:lnTo>
                  <a:pt x="291288" y="6784"/>
                </a:lnTo>
                <a:lnTo>
                  <a:pt x="291288" y="158152"/>
                </a:lnTo>
                <a:close/>
                <a:moveTo>
                  <a:pt x="333688" y="158152"/>
                </a:moveTo>
                <a:lnTo>
                  <a:pt x="333688" y="6784"/>
                </a:lnTo>
                <a:lnTo>
                  <a:pt x="352768" y="6784"/>
                </a:lnTo>
                <a:lnTo>
                  <a:pt x="352768" y="95188"/>
                </a:lnTo>
                <a:lnTo>
                  <a:pt x="411068" y="61692"/>
                </a:lnTo>
                <a:lnTo>
                  <a:pt x="422516" y="71232"/>
                </a:lnTo>
                <a:cubicBezTo>
                  <a:pt x="419831" y="77592"/>
                  <a:pt x="417781" y="84164"/>
                  <a:pt x="416368" y="90948"/>
                </a:cubicBezTo>
                <a:cubicBezTo>
                  <a:pt x="414955" y="97732"/>
                  <a:pt x="414248" y="104940"/>
                  <a:pt x="414248" y="112572"/>
                </a:cubicBezTo>
                <a:cubicBezTo>
                  <a:pt x="414248" y="128119"/>
                  <a:pt x="418912" y="143312"/>
                  <a:pt x="428240" y="158152"/>
                </a:cubicBezTo>
                <a:lnTo>
                  <a:pt x="408100" y="158152"/>
                </a:lnTo>
                <a:cubicBezTo>
                  <a:pt x="404425" y="151368"/>
                  <a:pt x="401457" y="144407"/>
                  <a:pt x="399196" y="137270"/>
                </a:cubicBezTo>
                <a:cubicBezTo>
                  <a:pt x="396935" y="130133"/>
                  <a:pt x="395804" y="122253"/>
                  <a:pt x="395804" y="113632"/>
                </a:cubicBezTo>
                <a:cubicBezTo>
                  <a:pt x="395804" y="109957"/>
                  <a:pt x="396051" y="105753"/>
                  <a:pt x="396546" y="101018"/>
                </a:cubicBezTo>
                <a:cubicBezTo>
                  <a:pt x="397041" y="96283"/>
                  <a:pt x="397995" y="91796"/>
                  <a:pt x="399408" y="87556"/>
                </a:cubicBezTo>
                <a:lnTo>
                  <a:pt x="352768" y="114692"/>
                </a:lnTo>
                <a:lnTo>
                  <a:pt x="352768" y="158152"/>
                </a:lnTo>
                <a:close/>
                <a:moveTo>
                  <a:pt x="557136" y="158152"/>
                </a:moveTo>
                <a:lnTo>
                  <a:pt x="557136" y="102820"/>
                </a:lnTo>
                <a:lnTo>
                  <a:pt x="500320" y="69112"/>
                </a:lnTo>
                <a:lnTo>
                  <a:pt x="510708" y="54272"/>
                </a:lnTo>
                <a:lnTo>
                  <a:pt x="557136" y="82044"/>
                </a:lnTo>
                <a:lnTo>
                  <a:pt x="557136" y="48548"/>
                </a:lnTo>
                <a:lnTo>
                  <a:pt x="500320" y="14840"/>
                </a:lnTo>
                <a:lnTo>
                  <a:pt x="510708" y="0"/>
                </a:lnTo>
                <a:lnTo>
                  <a:pt x="576216" y="38796"/>
                </a:lnTo>
                <a:lnTo>
                  <a:pt x="576216" y="158152"/>
                </a:lnTo>
                <a:close/>
                <a:moveTo>
                  <a:pt x="618616" y="158152"/>
                </a:moveTo>
                <a:lnTo>
                  <a:pt x="618616" y="6784"/>
                </a:lnTo>
                <a:lnTo>
                  <a:pt x="637696" y="6784"/>
                </a:lnTo>
                <a:lnTo>
                  <a:pt x="689848" y="64660"/>
                </a:lnTo>
                <a:lnTo>
                  <a:pt x="689848" y="6784"/>
                </a:lnTo>
                <a:lnTo>
                  <a:pt x="708928" y="6784"/>
                </a:lnTo>
                <a:lnTo>
                  <a:pt x="708928" y="92220"/>
                </a:lnTo>
                <a:lnTo>
                  <a:pt x="689848" y="92220"/>
                </a:lnTo>
                <a:lnTo>
                  <a:pt x="637696" y="33496"/>
                </a:lnTo>
                <a:lnTo>
                  <a:pt x="637696" y="158152"/>
                </a:lnTo>
                <a:close/>
                <a:moveTo>
                  <a:pt x="785884" y="158152"/>
                </a:moveTo>
                <a:lnTo>
                  <a:pt x="785884" y="102820"/>
                </a:lnTo>
                <a:lnTo>
                  <a:pt x="729068" y="69112"/>
                </a:lnTo>
                <a:lnTo>
                  <a:pt x="739456" y="54272"/>
                </a:lnTo>
                <a:lnTo>
                  <a:pt x="785884" y="82044"/>
                </a:lnTo>
                <a:lnTo>
                  <a:pt x="785884" y="48548"/>
                </a:lnTo>
                <a:lnTo>
                  <a:pt x="729068" y="14840"/>
                </a:lnTo>
                <a:lnTo>
                  <a:pt x="739456" y="0"/>
                </a:lnTo>
                <a:lnTo>
                  <a:pt x="804964" y="38796"/>
                </a:lnTo>
                <a:lnTo>
                  <a:pt x="804964" y="158152"/>
                </a:lnTo>
                <a:close/>
                <a:moveTo>
                  <a:pt x="940432" y="158152"/>
                </a:moveTo>
                <a:lnTo>
                  <a:pt x="885524" y="120204"/>
                </a:lnTo>
                <a:lnTo>
                  <a:pt x="896336" y="104728"/>
                </a:lnTo>
                <a:lnTo>
                  <a:pt x="940432" y="136316"/>
                </a:lnTo>
                <a:lnTo>
                  <a:pt x="940432" y="6784"/>
                </a:lnTo>
                <a:lnTo>
                  <a:pt x="959512" y="6784"/>
                </a:lnTo>
                <a:lnTo>
                  <a:pt x="1016328" y="46852"/>
                </a:lnTo>
                <a:lnTo>
                  <a:pt x="1005940" y="61692"/>
                </a:lnTo>
                <a:lnTo>
                  <a:pt x="959512" y="28408"/>
                </a:lnTo>
                <a:lnTo>
                  <a:pt x="959512" y="158152"/>
                </a:lnTo>
                <a:close/>
                <a:moveTo>
                  <a:pt x="1036468" y="158152"/>
                </a:moveTo>
                <a:lnTo>
                  <a:pt x="1036468" y="73352"/>
                </a:lnTo>
                <a:lnTo>
                  <a:pt x="1094344" y="73352"/>
                </a:lnTo>
                <a:lnTo>
                  <a:pt x="1094344" y="6784"/>
                </a:lnTo>
                <a:lnTo>
                  <a:pt x="1113424" y="6784"/>
                </a:lnTo>
                <a:lnTo>
                  <a:pt x="1113424" y="73352"/>
                </a:lnTo>
                <a:lnTo>
                  <a:pt x="1152220" y="73352"/>
                </a:lnTo>
                <a:lnTo>
                  <a:pt x="1152220" y="6784"/>
                </a:lnTo>
                <a:lnTo>
                  <a:pt x="1171300" y="6784"/>
                </a:lnTo>
                <a:lnTo>
                  <a:pt x="1171300" y="91160"/>
                </a:lnTo>
                <a:lnTo>
                  <a:pt x="1113424" y="91160"/>
                </a:lnTo>
                <a:lnTo>
                  <a:pt x="1113424" y="158152"/>
                </a:lnTo>
                <a:lnTo>
                  <a:pt x="1094344" y="158152"/>
                </a:lnTo>
                <a:lnTo>
                  <a:pt x="1094344" y="91160"/>
                </a:lnTo>
                <a:lnTo>
                  <a:pt x="1055548" y="91160"/>
                </a:lnTo>
                <a:lnTo>
                  <a:pt x="1055548" y="158152"/>
                </a:lnTo>
                <a:close/>
                <a:moveTo>
                  <a:pt x="1208400" y="158152"/>
                </a:moveTo>
                <a:lnTo>
                  <a:pt x="1208400" y="6784"/>
                </a:lnTo>
                <a:lnTo>
                  <a:pt x="1227480" y="6784"/>
                </a:lnTo>
                <a:lnTo>
                  <a:pt x="1279632" y="64660"/>
                </a:lnTo>
                <a:lnTo>
                  <a:pt x="1279632" y="6784"/>
                </a:lnTo>
                <a:lnTo>
                  <a:pt x="1298712" y="6784"/>
                </a:lnTo>
                <a:lnTo>
                  <a:pt x="1298712" y="92220"/>
                </a:lnTo>
                <a:lnTo>
                  <a:pt x="1279632" y="92220"/>
                </a:lnTo>
                <a:lnTo>
                  <a:pt x="1227480" y="33496"/>
                </a:lnTo>
                <a:lnTo>
                  <a:pt x="1227480" y="158152"/>
                </a:lnTo>
                <a:close/>
              </a:path>
            </a:pathLst>
          </a:custGeom>
          <a:solidFill>
            <a:srgbClr val="000000"/>
          </a:solidFill>
          <a:ln>
            <a:noFill/>
          </a:ln>
        </p:spPr>
        <p:txBody>
          <a:bodyPr rtlCol="0" anchor="ctr"/>
          <a:lstStyle/>
          <a:p>
            <a:pPr algn="ctr"/>
          </a:p>
        </p:txBody>
      </p:sp>
      <p:sp>
        <p:nvSpPr>
          <p:cNvPr id="10" name="Rule"/>
          <p:cNvSpPr/>
          <p:nvPr/>
        </p:nvSpPr>
        <p:spPr>
          <a:xfrm>
            <a:off x="670560" y="4000500"/>
            <a:ext cx="10850880" cy="8"/>
          </a:xfrm>
          <a:custGeom>
            <a:avLst/>
            <a:gdLst/>
            <a:ahLst/>
            <a:cxnLst/>
            <a:rect l="l" t="t" r="r" b="b"/>
            <a:pathLst>
              <a:path w="1424000" h="1" stroke="1" fill="none">
                <a:moveTo>
                  <a:pt x="0" y="0"/>
                </a:moveTo>
                <a:lnTo>
                  <a:pt x="1424000" y="0"/>
                </a:lnTo>
              </a:path>
            </a:pathLst>
          </a:custGeom>
          <a:noFill/>
          <a:ln w="7620">
            <a:solidFill>
              <a:srgbClr val="000000"/>
            </a:solidFill>
          </a:ln>
        </p:spPr>
        <p:txBody>
          <a:bodyPr rtlCol="0" anchor="ctr"/>
          <a:lstStyle/>
          <a:p>
            <a:pPr algn="ctr"/>
          </a:p>
        </p:txBody>
      </p:sp>
      <p:sp>
        <p:nvSpPr>
          <p:cNvPr id="11" name="NEW ORKHON / EDITORIAL CASE"/>
          <p:cNvSpPr txBox="1"/>
          <p:nvPr/>
        </p:nvSpPr>
        <p:spPr>
          <a:xfrm>
            <a:off x="670560" y="4257142"/>
            <a:ext cx="20238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NEW ORKHON / EDITORIAL CASE</a:t>
            </a:r>
          </a:p>
        </p:txBody>
      </p:sp>
      <p:sp>
        <p:nvSpPr>
          <p:cNvPr id="12" name="𐰇𐰔𐰀 𐰚𐰇𐰚 𐱅𐰭𐰼𐰃"/>
          <p:cNvSpPr/>
          <p:nvPr/>
        </p:nvSpPr>
        <p:spPr>
          <a:xfrm>
            <a:off x="2450744" y="4523232"/>
            <a:ext cx="8981846" cy="1437742"/>
          </a:xfrm>
          <a:custGeom>
            <a:avLst/>
            <a:gdLst/>
            <a:ahLst/>
            <a:cxnLst/>
            <a:rect l="l" t="t" r="r" b="b"/>
            <a:pathLst>
              <a:path w="1178720" h="188680" stroke="0">
                <a:moveTo>
                  <a:pt x="0" y="184440"/>
                </a:moveTo>
                <a:lnTo>
                  <a:pt x="3604" y="183592"/>
                </a:lnTo>
                <a:lnTo>
                  <a:pt x="5300" y="179988"/>
                </a:lnTo>
                <a:lnTo>
                  <a:pt x="6360" y="176596"/>
                </a:lnTo>
                <a:lnTo>
                  <a:pt x="6360" y="75896"/>
                </a:lnTo>
                <a:lnTo>
                  <a:pt x="6784" y="70808"/>
                </a:lnTo>
                <a:lnTo>
                  <a:pt x="7632" y="65932"/>
                </a:lnTo>
                <a:lnTo>
                  <a:pt x="8904" y="61904"/>
                </a:lnTo>
                <a:lnTo>
                  <a:pt x="9540" y="59784"/>
                </a:lnTo>
                <a:lnTo>
                  <a:pt x="10600" y="57876"/>
                </a:lnTo>
                <a:lnTo>
                  <a:pt x="12508" y="54484"/>
                </a:lnTo>
                <a:lnTo>
                  <a:pt x="14628" y="51728"/>
                </a:lnTo>
                <a:lnTo>
                  <a:pt x="17384" y="48972"/>
                </a:lnTo>
                <a:lnTo>
                  <a:pt x="20140" y="46852"/>
                </a:lnTo>
                <a:lnTo>
                  <a:pt x="23108" y="44944"/>
                </a:lnTo>
                <a:lnTo>
                  <a:pt x="26500" y="43248"/>
                </a:lnTo>
                <a:lnTo>
                  <a:pt x="30104" y="41976"/>
                </a:lnTo>
                <a:lnTo>
                  <a:pt x="34132" y="41128"/>
                </a:lnTo>
                <a:lnTo>
                  <a:pt x="38160" y="40492"/>
                </a:lnTo>
                <a:lnTo>
                  <a:pt x="42400" y="40280"/>
                </a:lnTo>
                <a:lnTo>
                  <a:pt x="46640" y="40492"/>
                </a:lnTo>
                <a:lnTo>
                  <a:pt x="51728" y="40916"/>
                </a:lnTo>
                <a:lnTo>
                  <a:pt x="56180" y="41764"/>
                </a:lnTo>
                <a:lnTo>
                  <a:pt x="61268" y="43036"/>
                </a:lnTo>
                <a:lnTo>
                  <a:pt x="65932" y="44308"/>
                </a:lnTo>
                <a:lnTo>
                  <a:pt x="71232" y="46216"/>
                </a:lnTo>
                <a:lnTo>
                  <a:pt x="62752" y="57028"/>
                </a:lnTo>
                <a:lnTo>
                  <a:pt x="59572" y="55968"/>
                </a:lnTo>
                <a:lnTo>
                  <a:pt x="56180" y="54696"/>
                </a:lnTo>
                <a:lnTo>
                  <a:pt x="53424" y="54060"/>
                </a:lnTo>
                <a:lnTo>
                  <a:pt x="50244" y="53424"/>
                </a:lnTo>
                <a:lnTo>
                  <a:pt x="47276" y="52788"/>
                </a:lnTo>
                <a:lnTo>
                  <a:pt x="44732" y="52576"/>
                </a:lnTo>
                <a:lnTo>
                  <a:pt x="41976" y="52576"/>
                </a:lnTo>
                <a:lnTo>
                  <a:pt x="39644" y="52788"/>
                </a:lnTo>
                <a:lnTo>
                  <a:pt x="37524" y="53212"/>
                </a:lnTo>
                <a:lnTo>
                  <a:pt x="35616" y="53848"/>
                </a:lnTo>
                <a:lnTo>
                  <a:pt x="33708" y="54696"/>
                </a:lnTo>
                <a:lnTo>
                  <a:pt x="32224" y="55756"/>
                </a:lnTo>
                <a:lnTo>
                  <a:pt x="30528" y="57028"/>
                </a:lnTo>
                <a:lnTo>
                  <a:pt x="29256" y="58512"/>
                </a:lnTo>
                <a:lnTo>
                  <a:pt x="27984" y="60208"/>
                </a:lnTo>
                <a:lnTo>
                  <a:pt x="26924" y="62116"/>
                </a:lnTo>
                <a:lnTo>
                  <a:pt x="25652" y="65084"/>
                </a:lnTo>
                <a:lnTo>
                  <a:pt x="24592" y="68476"/>
                </a:lnTo>
                <a:lnTo>
                  <a:pt x="23956" y="72292"/>
                </a:lnTo>
                <a:lnTo>
                  <a:pt x="23744" y="76108"/>
                </a:lnTo>
                <a:lnTo>
                  <a:pt x="23744" y="176596"/>
                </a:lnTo>
                <a:lnTo>
                  <a:pt x="24804" y="179988"/>
                </a:lnTo>
                <a:lnTo>
                  <a:pt x="26500" y="183592"/>
                </a:lnTo>
                <a:lnTo>
                  <a:pt x="30104" y="184440"/>
                </a:lnTo>
                <a:lnTo>
                  <a:pt x="30104" y="188680"/>
                </a:lnTo>
                <a:lnTo>
                  <a:pt x="0" y="188680"/>
                </a:lnTo>
                <a:close/>
                <a:moveTo>
                  <a:pt x="146916" y="179776"/>
                </a:moveTo>
                <a:lnTo>
                  <a:pt x="147976" y="176384"/>
                </a:lnTo>
                <a:lnTo>
                  <a:pt x="147976" y="78440"/>
                </a:lnTo>
                <a:lnTo>
                  <a:pt x="148188" y="74200"/>
                </a:lnTo>
                <a:lnTo>
                  <a:pt x="147976" y="74200"/>
                </a:lnTo>
                <a:lnTo>
                  <a:pt x="147764" y="71444"/>
                </a:lnTo>
                <a:lnTo>
                  <a:pt x="147552" y="68900"/>
                </a:lnTo>
                <a:lnTo>
                  <a:pt x="147128" y="66780"/>
                </a:lnTo>
                <a:lnTo>
                  <a:pt x="146492" y="64660"/>
                </a:lnTo>
                <a:lnTo>
                  <a:pt x="145432" y="62328"/>
                </a:lnTo>
                <a:lnTo>
                  <a:pt x="144372" y="60420"/>
                </a:lnTo>
                <a:lnTo>
                  <a:pt x="142888" y="58512"/>
                </a:lnTo>
                <a:lnTo>
                  <a:pt x="141404" y="56816"/>
                </a:lnTo>
                <a:lnTo>
                  <a:pt x="139496" y="55544"/>
                </a:lnTo>
                <a:lnTo>
                  <a:pt x="137588" y="54484"/>
                </a:lnTo>
                <a:lnTo>
                  <a:pt x="135468" y="53636"/>
                </a:lnTo>
                <a:lnTo>
                  <a:pt x="133560" y="53212"/>
                </a:lnTo>
                <a:lnTo>
                  <a:pt x="131228" y="53212"/>
                </a:lnTo>
                <a:lnTo>
                  <a:pt x="129320" y="53424"/>
                </a:lnTo>
                <a:lnTo>
                  <a:pt x="127200" y="53848"/>
                </a:lnTo>
                <a:lnTo>
                  <a:pt x="125080" y="54696"/>
                </a:lnTo>
                <a:lnTo>
                  <a:pt x="123172" y="55968"/>
                </a:lnTo>
                <a:lnTo>
                  <a:pt x="121264" y="57452"/>
                </a:lnTo>
                <a:lnTo>
                  <a:pt x="119568" y="59148"/>
                </a:lnTo>
                <a:lnTo>
                  <a:pt x="118084" y="61056"/>
                </a:lnTo>
                <a:lnTo>
                  <a:pt x="117236" y="62540"/>
                </a:lnTo>
                <a:lnTo>
                  <a:pt x="116388" y="64024"/>
                </a:lnTo>
                <a:lnTo>
                  <a:pt x="115116" y="67416"/>
                </a:lnTo>
                <a:lnTo>
                  <a:pt x="114480" y="69536"/>
                </a:lnTo>
                <a:lnTo>
                  <a:pt x="114056" y="71444"/>
                </a:lnTo>
                <a:lnTo>
                  <a:pt x="113632" y="73776"/>
                </a:lnTo>
                <a:lnTo>
                  <a:pt x="113420" y="75684"/>
                </a:lnTo>
                <a:lnTo>
                  <a:pt x="113420" y="78440"/>
                </a:lnTo>
                <a:lnTo>
                  <a:pt x="113420" y="136104"/>
                </a:lnTo>
                <a:lnTo>
                  <a:pt x="114480" y="139496"/>
                </a:lnTo>
                <a:lnTo>
                  <a:pt x="116176" y="143312"/>
                </a:lnTo>
                <a:lnTo>
                  <a:pt x="119780" y="144160"/>
                </a:lnTo>
                <a:lnTo>
                  <a:pt x="119780" y="148400"/>
                </a:lnTo>
                <a:lnTo>
                  <a:pt x="89676" y="148400"/>
                </a:lnTo>
                <a:lnTo>
                  <a:pt x="89676" y="144160"/>
                </a:lnTo>
                <a:lnTo>
                  <a:pt x="93280" y="143312"/>
                </a:lnTo>
                <a:lnTo>
                  <a:pt x="94976" y="139496"/>
                </a:lnTo>
                <a:lnTo>
                  <a:pt x="96036" y="136104"/>
                </a:lnTo>
                <a:lnTo>
                  <a:pt x="96036" y="78440"/>
                </a:lnTo>
                <a:lnTo>
                  <a:pt x="96036" y="75260"/>
                </a:lnTo>
                <a:lnTo>
                  <a:pt x="96672" y="70808"/>
                </a:lnTo>
                <a:lnTo>
                  <a:pt x="97096" y="68688"/>
                </a:lnTo>
                <a:lnTo>
                  <a:pt x="97520" y="66356"/>
                </a:lnTo>
                <a:lnTo>
                  <a:pt x="98792" y="62540"/>
                </a:lnTo>
                <a:lnTo>
                  <a:pt x="99640" y="60420"/>
                </a:lnTo>
                <a:lnTo>
                  <a:pt x="100700" y="58512"/>
                </a:lnTo>
                <a:lnTo>
                  <a:pt x="101760" y="56816"/>
                </a:lnTo>
                <a:lnTo>
                  <a:pt x="102820" y="55120"/>
                </a:lnTo>
                <a:lnTo>
                  <a:pt x="105152" y="52152"/>
                </a:lnTo>
                <a:lnTo>
                  <a:pt x="108120" y="49184"/>
                </a:lnTo>
                <a:lnTo>
                  <a:pt x="111088" y="46852"/>
                </a:lnTo>
                <a:lnTo>
                  <a:pt x="114692" y="44732"/>
                </a:lnTo>
                <a:lnTo>
                  <a:pt x="118084" y="43248"/>
                </a:lnTo>
                <a:lnTo>
                  <a:pt x="122112" y="41764"/>
                </a:lnTo>
                <a:lnTo>
                  <a:pt x="126140" y="41128"/>
                </a:lnTo>
                <a:lnTo>
                  <a:pt x="128260" y="40704"/>
                </a:lnTo>
                <a:lnTo>
                  <a:pt x="130592" y="40704"/>
                </a:lnTo>
                <a:lnTo>
                  <a:pt x="132712" y="40704"/>
                </a:lnTo>
                <a:lnTo>
                  <a:pt x="135044" y="40704"/>
                </a:lnTo>
                <a:lnTo>
                  <a:pt x="137164" y="41128"/>
                </a:lnTo>
                <a:lnTo>
                  <a:pt x="139496" y="41340"/>
                </a:lnTo>
                <a:lnTo>
                  <a:pt x="141616" y="41976"/>
                </a:lnTo>
                <a:lnTo>
                  <a:pt x="143524" y="42612"/>
                </a:lnTo>
                <a:lnTo>
                  <a:pt x="145644" y="43248"/>
                </a:lnTo>
                <a:lnTo>
                  <a:pt x="147552" y="44096"/>
                </a:lnTo>
                <a:lnTo>
                  <a:pt x="149460" y="45156"/>
                </a:lnTo>
                <a:lnTo>
                  <a:pt x="151156" y="46216"/>
                </a:lnTo>
                <a:lnTo>
                  <a:pt x="152852" y="47488"/>
                </a:lnTo>
                <a:lnTo>
                  <a:pt x="154548" y="48760"/>
                </a:lnTo>
                <a:lnTo>
                  <a:pt x="156032" y="50032"/>
                </a:lnTo>
                <a:lnTo>
                  <a:pt x="157516" y="51728"/>
                </a:lnTo>
                <a:lnTo>
                  <a:pt x="159424" y="49820"/>
                </a:lnTo>
                <a:lnTo>
                  <a:pt x="161756" y="47912"/>
                </a:lnTo>
                <a:lnTo>
                  <a:pt x="163876" y="46216"/>
                </a:lnTo>
                <a:lnTo>
                  <a:pt x="166632" y="44732"/>
                </a:lnTo>
                <a:lnTo>
                  <a:pt x="169176" y="43672"/>
                </a:lnTo>
                <a:lnTo>
                  <a:pt x="171720" y="42612"/>
                </a:lnTo>
                <a:lnTo>
                  <a:pt x="174688" y="41764"/>
                </a:lnTo>
                <a:lnTo>
                  <a:pt x="177444" y="41128"/>
                </a:lnTo>
                <a:lnTo>
                  <a:pt x="181472" y="40704"/>
                </a:lnTo>
                <a:lnTo>
                  <a:pt x="185712" y="40704"/>
                </a:lnTo>
                <a:lnTo>
                  <a:pt x="189740" y="41128"/>
                </a:lnTo>
                <a:lnTo>
                  <a:pt x="193556" y="41976"/>
                </a:lnTo>
                <a:lnTo>
                  <a:pt x="193556" y="40280"/>
                </a:lnTo>
                <a:lnTo>
                  <a:pt x="223660" y="40280"/>
                </a:lnTo>
                <a:lnTo>
                  <a:pt x="223660" y="44520"/>
                </a:lnTo>
                <a:lnTo>
                  <a:pt x="220056" y="45368"/>
                </a:lnTo>
                <a:lnTo>
                  <a:pt x="218360" y="49184"/>
                </a:lnTo>
                <a:lnTo>
                  <a:pt x="217300" y="52576"/>
                </a:lnTo>
                <a:lnTo>
                  <a:pt x="217300" y="136104"/>
                </a:lnTo>
                <a:lnTo>
                  <a:pt x="218360" y="139496"/>
                </a:lnTo>
                <a:lnTo>
                  <a:pt x="220056" y="143312"/>
                </a:lnTo>
                <a:lnTo>
                  <a:pt x="223660" y="144160"/>
                </a:lnTo>
                <a:lnTo>
                  <a:pt x="223660" y="148400"/>
                </a:lnTo>
                <a:lnTo>
                  <a:pt x="193556" y="148400"/>
                </a:lnTo>
                <a:lnTo>
                  <a:pt x="193556" y="144160"/>
                </a:lnTo>
                <a:lnTo>
                  <a:pt x="197160" y="143312"/>
                </a:lnTo>
                <a:lnTo>
                  <a:pt x="198856" y="139496"/>
                </a:lnTo>
                <a:lnTo>
                  <a:pt x="199916" y="136104"/>
                </a:lnTo>
                <a:lnTo>
                  <a:pt x="199916" y="74200"/>
                </a:lnTo>
                <a:lnTo>
                  <a:pt x="199704" y="71444"/>
                </a:lnTo>
                <a:lnTo>
                  <a:pt x="199492" y="68900"/>
                </a:lnTo>
                <a:lnTo>
                  <a:pt x="199068" y="66780"/>
                </a:lnTo>
                <a:lnTo>
                  <a:pt x="198432" y="64660"/>
                </a:lnTo>
                <a:lnTo>
                  <a:pt x="197584" y="62752"/>
                </a:lnTo>
                <a:lnTo>
                  <a:pt x="196524" y="61056"/>
                </a:lnTo>
                <a:lnTo>
                  <a:pt x="195464" y="59360"/>
                </a:lnTo>
                <a:lnTo>
                  <a:pt x="194192" y="57876"/>
                </a:lnTo>
                <a:lnTo>
                  <a:pt x="192920" y="56604"/>
                </a:lnTo>
                <a:lnTo>
                  <a:pt x="191436" y="55544"/>
                </a:lnTo>
                <a:lnTo>
                  <a:pt x="189740" y="54484"/>
                </a:lnTo>
                <a:lnTo>
                  <a:pt x="188044" y="53848"/>
                </a:lnTo>
                <a:lnTo>
                  <a:pt x="186560" y="53424"/>
                </a:lnTo>
                <a:lnTo>
                  <a:pt x="184652" y="53212"/>
                </a:lnTo>
                <a:lnTo>
                  <a:pt x="182744" y="53212"/>
                </a:lnTo>
                <a:lnTo>
                  <a:pt x="181260" y="53424"/>
                </a:lnTo>
                <a:lnTo>
                  <a:pt x="179564" y="53848"/>
                </a:lnTo>
                <a:lnTo>
                  <a:pt x="177656" y="54484"/>
                </a:lnTo>
                <a:lnTo>
                  <a:pt x="175324" y="55756"/>
                </a:lnTo>
                <a:lnTo>
                  <a:pt x="173840" y="56816"/>
                </a:lnTo>
                <a:lnTo>
                  <a:pt x="172780" y="57876"/>
                </a:lnTo>
                <a:lnTo>
                  <a:pt x="170660" y="60208"/>
                </a:lnTo>
                <a:lnTo>
                  <a:pt x="168964" y="62752"/>
                </a:lnTo>
                <a:lnTo>
                  <a:pt x="167480" y="65932"/>
                </a:lnTo>
                <a:lnTo>
                  <a:pt x="166420" y="69112"/>
                </a:lnTo>
                <a:lnTo>
                  <a:pt x="165784" y="72716"/>
                </a:lnTo>
                <a:lnTo>
                  <a:pt x="165360" y="76320"/>
                </a:lnTo>
                <a:lnTo>
                  <a:pt x="165360" y="176384"/>
                </a:lnTo>
                <a:lnTo>
                  <a:pt x="166420" y="179776"/>
                </a:lnTo>
                <a:lnTo>
                  <a:pt x="168116" y="183592"/>
                </a:lnTo>
                <a:lnTo>
                  <a:pt x="171720" y="184440"/>
                </a:lnTo>
                <a:lnTo>
                  <a:pt x="171720" y="188680"/>
                </a:lnTo>
                <a:lnTo>
                  <a:pt x="141616" y="188680"/>
                </a:lnTo>
                <a:lnTo>
                  <a:pt x="141616" y="184440"/>
                </a:lnTo>
                <a:lnTo>
                  <a:pt x="145220" y="183592"/>
                </a:lnTo>
                <a:close/>
                <a:moveTo>
                  <a:pt x="273480" y="139496"/>
                </a:moveTo>
                <a:lnTo>
                  <a:pt x="274540" y="136104"/>
                </a:lnTo>
                <a:lnTo>
                  <a:pt x="274540" y="96460"/>
                </a:lnTo>
                <a:lnTo>
                  <a:pt x="269452" y="94552"/>
                </a:lnTo>
                <a:lnTo>
                  <a:pt x="266696" y="93280"/>
                </a:lnTo>
                <a:lnTo>
                  <a:pt x="264152" y="91796"/>
                </a:lnTo>
                <a:lnTo>
                  <a:pt x="261184" y="90100"/>
                </a:lnTo>
                <a:lnTo>
                  <a:pt x="258428" y="88404"/>
                </a:lnTo>
                <a:lnTo>
                  <a:pt x="249312" y="82044"/>
                </a:lnTo>
                <a:lnTo>
                  <a:pt x="246132" y="79924"/>
                </a:lnTo>
                <a:lnTo>
                  <a:pt x="244224" y="78864"/>
                </a:lnTo>
                <a:lnTo>
                  <a:pt x="242316" y="78016"/>
                </a:lnTo>
                <a:lnTo>
                  <a:pt x="240832" y="77380"/>
                </a:lnTo>
                <a:lnTo>
                  <a:pt x="239136" y="76956"/>
                </a:lnTo>
                <a:lnTo>
                  <a:pt x="244648" y="65084"/>
                </a:lnTo>
                <a:lnTo>
                  <a:pt x="247404" y="65932"/>
                </a:lnTo>
                <a:lnTo>
                  <a:pt x="250160" y="66780"/>
                </a:lnTo>
                <a:lnTo>
                  <a:pt x="252704" y="67840"/>
                </a:lnTo>
                <a:lnTo>
                  <a:pt x="255672" y="69324"/>
                </a:lnTo>
                <a:lnTo>
                  <a:pt x="259700" y="71868"/>
                </a:lnTo>
                <a:lnTo>
                  <a:pt x="269664" y="78864"/>
                </a:lnTo>
                <a:lnTo>
                  <a:pt x="274540" y="81832"/>
                </a:lnTo>
                <a:lnTo>
                  <a:pt x="274540" y="12296"/>
                </a:lnTo>
                <a:lnTo>
                  <a:pt x="273480" y="8904"/>
                </a:lnTo>
                <a:lnTo>
                  <a:pt x="271784" y="5088"/>
                </a:lnTo>
                <a:lnTo>
                  <a:pt x="268180" y="4240"/>
                </a:lnTo>
                <a:lnTo>
                  <a:pt x="268180" y="0"/>
                </a:lnTo>
                <a:lnTo>
                  <a:pt x="298284" y="0"/>
                </a:lnTo>
                <a:lnTo>
                  <a:pt x="298284" y="4240"/>
                </a:lnTo>
                <a:lnTo>
                  <a:pt x="294680" y="5088"/>
                </a:lnTo>
                <a:lnTo>
                  <a:pt x="292984" y="8904"/>
                </a:lnTo>
                <a:lnTo>
                  <a:pt x="291924" y="12296"/>
                </a:lnTo>
                <a:lnTo>
                  <a:pt x="291924" y="136104"/>
                </a:lnTo>
                <a:lnTo>
                  <a:pt x="292984" y="139496"/>
                </a:lnTo>
                <a:lnTo>
                  <a:pt x="294680" y="143312"/>
                </a:lnTo>
                <a:lnTo>
                  <a:pt x="298284" y="144160"/>
                </a:lnTo>
                <a:lnTo>
                  <a:pt x="298284" y="148400"/>
                </a:lnTo>
                <a:lnTo>
                  <a:pt x="268180" y="148400"/>
                </a:lnTo>
                <a:lnTo>
                  <a:pt x="268180" y="144160"/>
                </a:lnTo>
                <a:lnTo>
                  <a:pt x="271784" y="143312"/>
                </a:lnTo>
                <a:close/>
                <a:moveTo>
                  <a:pt x="326904" y="139496"/>
                </a:moveTo>
                <a:lnTo>
                  <a:pt x="327964" y="136104"/>
                </a:lnTo>
                <a:lnTo>
                  <a:pt x="327964" y="12296"/>
                </a:lnTo>
                <a:lnTo>
                  <a:pt x="326904" y="8904"/>
                </a:lnTo>
                <a:lnTo>
                  <a:pt x="325208" y="5088"/>
                </a:lnTo>
                <a:lnTo>
                  <a:pt x="321604" y="4240"/>
                </a:lnTo>
                <a:lnTo>
                  <a:pt x="321604" y="0"/>
                </a:lnTo>
                <a:lnTo>
                  <a:pt x="353404" y="0"/>
                </a:lnTo>
                <a:lnTo>
                  <a:pt x="353404" y="4240"/>
                </a:lnTo>
                <a:lnTo>
                  <a:pt x="349800" y="5088"/>
                </a:lnTo>
                <a:lnTo>
                  <a:pt x="348104" y="8904"/>
                </a:lnTo>
                <a:lnTo>
                  <a:pt x="347044" y="12296"/>
                </a:lnTo>
                <a:lnTo>
                  <a:pt x="347044" y="66356"/>
                </a:lnTo>
                <a:lnTo>
                  <a:pt x="349376" y="64872"/>
                </a:lnTo>
                <a:lnTo>
                  <a:pt x="351284" y="63388"/>
                </a:lnTo>
                <a:lnTo>
                  <a:pt x="355948" y="59784"/>
                </a:lnTo>
                <a:lnTo>
                  <a:pt x="360612" y="55332"/>
                </a:lnTo>
                <a:lnTo>
                  <a:pt x="370788" y="45368"/>
                </a:lnTo>
                <a:lnTo>
                  <a:pt x="375876" y="40916"/>
                </a:lnTo>
                <a:lnTo>
                  <a:pt x="377996" y="39008"/>
                </a:lnTo>
                <a:lnTo>
                  <a:pt x="380328" y="37312"/>
                </a:lnTo>
                <a:lnTo>
                  <a:pt x="382660" y="36040"/>
                </a:lnTo>
                <a:lnTo>
                  <a:pt x="384780" y="34768"/>
                </a:lnTo>
                <a:lnTo>
                  <a:pt x="388384" y="33072"/>
                </a:lnTo>
                <a:lnTo>
                  <a:pt x="391776" y="32012"/>
                </a:lnTo>
                <a:lnTo>
                  <a:pt x="395380" y="31588"/>
                </a:lnTo>
                <a:lnTo>
                  <a:pt x="397288" y="31376"/>
                </a:lnTo>
                <a:lnTo>
                  <a:pt x="398984" y="31376"/>
                </a:lnTo>
                <a:lnTo>
                  <a:pt x="400044" y="31588"/>
                </a:lnTo>
                <a:lnTo>
                  <a:pt x="402376" y="32224"/>
                </a:lnTo>
                <a:lnTo>
                  <a:pt x="404284" y="33072"/>
                </a:lnTo>
                <a:lnTo>
                  <a:pt x="405132" y="33708"/>
                </a:lnTo>
                <a:lnTo>
                  <a:pt x="405980" y="34344"/>
                </a:lnTo>
                <a:lnTo>
                  <a:pt x="406404" y="35192"/>
                </a:lnTo>
                <a:lnTo>
                  <a:pt x="407040" y="36040"/>
                </a:lnTo>
                <a:lnTo>
                  <a:pt x="407252" y="36888"/>
                </a:lnTo>
                <a:lnTo>
                  <a:pt x="407464" y="37736"/>
                </a:lnTo>
                <a:lnTo>
                  <a:pt x="407464" y="38584"/>
                </a:lnTo>
                <a:lnTo>
                  <a:pt x="407252" y="39432"/>
                </a:lnTo>
                <a:lnTo>
                  <a:pt x="404708" y="45792"/>
                </a:lnTo>
                <a:lnTo>
                  <a:pt x="403648" y="48972"/>
                </a:lnTo>
                <a:lnTo>
                  <a:pt x="402800" y="52152"/>
                </a:lnTo>
                <a:lnTo>
                  <a:pt x="401104" y="59148"/>
                </a:lnTo>
                <a:lnTo>
                  <a:pt x="400044" y="66144"/>
                </a:lnTo>
                <a:lnTo>
                  <a:pt x="399196" y="72928"/>
                </a:lnTo>
                <a:lnTo>
                  <a:pt x="398984" y="79712"/>
                </a:lnTo>
                <a:lnTo>
                  <a:pt x="398984" y="86496"/>
                </a:lnTo>
                <a:lnTo>
                  <a:pt x="399196" y="93492"/>
                </a:lnTo>
                <a:lnTo>
                  <a:pt x="400044" y="100912"/>
                </a:lnTo>
                <a:lnTo>
                  <a:pt x="401104" y="108120"/>
                </a:lnTo>
                <a:lnTo>
                  <a:pt x="402588" y="115752"/>
                </a:lnTo>
                <a:lnTo>
                  <a:pt x="404496" y="122536"/>
                </a:lnTo>
                <a:lnTo>
                  <a:pt x="406616" y="129108"/>
                </a:lnTo>
                <a:lnTo>
                  <a:pt x="409160" y="135044"/>
                </a:lnTo>
                <a:lnTo>
                  <a:pt x="411916" y="140556"/>
                </a:lnTo>
                <a:lnTo>
                  <a:pt x="413400" y="143100"/>
                </a:lnTo>
                <a:lnTo>
                  <a:pt x="415096" y="145432"/>
                </a:lnTo>
                <a:lnTo>
                  <a:pt x="406404" y="148400"/>
                </a:lnTo>
                <a:lnTo>
                  <a:pt x="396016" y="148400"/>
                </a:lnTo>
                <a:lnTo>
                  <a:pt x="395168" y="147128"/>
                </a:lnTo>
                <a:lnTo>
                  <a:pt x="392624" y="142464"/>
                </a:lnTo>
                <a:lnTo>
                  <a:pt x="390292" y="137588"/>
                </a:lnTo>
                <a:lnTo>
                  <a:pt x="388172" y="132076"/>
                </a:lnTo>
                <a:lnTo>
                  <a:pt x="386688" y="127836"/>
                </a:lnTo>
                <a:lnTo>
                  <a:pt x="385416" y="123596"/>
                </a:lnTo>
                <a:lnTo>
                  <a:pt x="383932" y="118720"/>
                </a:lnTo>
                <a:lnTo>
                  <a:pt x="383084" y="114268"/>
                </a:lnTo>
                <a:lnTo>
                  <a:pt x="382024" y="109180"/>
                </a:lnTo>
                <a:lnTo>
                  <a:pt x="381388" y="104728"/>
                </a:lnTo>
                <a:lnTo>
                  <a:pt x="380540" y="99428"/>
                </a:lnTo>
                <a:lnTo>
                  <a:pt x="380116" y="94764"/>
                </a:lnTo>
                <a:lnTo>
                  <a:pt x="379904" y="89464"/>
                </a:lnTo>
                <a:lnTo>
                  <a:pt x="379692" y="84800"/>
                </a:lnTo>
                <a:lnTo>
                  <a:pt x="379904" y="80136"/>
                </a:lnTo>
                <a:lnTo>
                  <a:pt x="379904" y="75472"/>
                </a:lnTo>
                <a:lnTo>
                  <a:pt x="380328" y="70808"/>
                </a:lnTo>
                <a:lnTo>
                  <a:pt x="380752" y="66144"/>
                </a:lnTo>
                <a:lnTo>
                  <a:pt x="381388" y="61692"/>
                </a:lnTo>
                <a:lnTo>
                  <a:pt x="382236" y="57240"/>
                </a:lnTo>
                <a:lnTo>
                  <a:pt x="376088" y="63388"/>
                </a:lnTo>
                <a:lnTo>
                  <a:pt x="371424" y="67840"/>
                </a:lnTo>
                <a:lnTo>
                  <a:pt x="367184" y="71232"/>
                </a:lnTo>
                <a:lnTo>
                  <a:pt x="363156" y="74412"/>
                </a:lnTo>
                <a:lnTo>
                  <a:pt x="359128" y="76956"/>
                </a:lnTo>
                <a:lnTo>
                  <a:pt x="355100" y="79076"/>
                </a:lnTo>
                <a:lnTo>
                  <a:pt x="351072" y="80772"/>
                </a:lnTo>
                <a:lnTo>
                  <a:pt x="347044" y="81832"/>
                </a:lnTo>
                <a:lnTo>
                  <a:pt x="347044" y="136104"/>
                </a:lnTo>
                <a:lnTo>
                  <a:pt x="348104" y="139496"/>
                </a:lnTo>
                <a:lnTo>
                  <a:pt x="349800" y="143312"/>
                </a:lnTo>
                <a:lnTo>
                  <a:pt x="353404" y="144160"/>
                </a:lnTo>
                <a:lnTo>
                  <a:pt x="353404" y="148400"/>
                </a:lnTo>
                <a:lnTo>
                  <a:pt x="321604" y="148400"/>
                </a:lnTo>
                <a:lnTo>
                  <a:pt x="321604" y="144160"/>
                </a:lnTo>
                <a:lnTo>
                  <a:pt x="325208" y="143312"/>
                </a:lnTo>
                <a:close/>
                <a:moveTo>
                  <a:pt x="548868" y="184440"/>
                </a:moveTo>
                <a:lnTo>
                  <a:pt x="552472" y="183592"/>
                </a:lnTo>
                <a:lnTo>
                  <a:pt x="554168" y="179988"/>
                </a:lnTo>
                <a:lnTo>
                  <a:pt x="555228" y="176596"/>
                </a:lnTo>
                <a:lnTo>
                  <a:pt x="555228" y="136528"/>
                </a:lnTo>
                <a:lnTo>
                  <a:pt x="553108" y="138224"/>
                </a:lnTo>
                <a:lnTo>
                  <a:pt x="551200" y="139496"/>
                </a:lnTo>
                <a:lnTo>
                  <a:pt x="548232" y="141192"/>
                </a:lnTo>
                <a:lnTo>
                  <a:pt x="545052" y="142888"/>
                </a:lnTo>
                <a:lnTo>
                  <a:pt x="541872" y="144372"/>
                </a:lnTo>
                <a:lnTo>
                  <a:pt x="538692" y="145432"/>
                </a:lnTo>
                <a:lnTo>
                  <a:pt x="535936" y="146492"/>
                </a:lnTo>
                <a:lnTo>
                  <a:pt x="532756" y="147340"/>
                </a:lnTo>
                <a:lnTo>
                  <a:pt x="529788" y="147976"/>
                </a:lnTo>
                <a:lnTo>
                  <a:pt x="526396" y="148400"/>
                </a:lnTo>
                <a:lnTo>
                  <a:pt x="523428" y="148824"/>
                </a:lnTo>
                <a:lnTo>
                  <a:pt x="520248" y="149036"/>
                </a:lnTo>
                <a:lnTo>
                  <a:pt x="517280" y="148824"/>
                </a:lnTo>
                <a:lnTo>
                  <a:pt x="514948" y="148612"/>
                </a:lnTo>
                <a:lnTo>
                  <a:pt x="512192" y="148188"/>
                </a:lnTo>
                <a:lnTo>
                  <a:pt x="509436" y="147764"/>
                </a:lnTo>
                <a:lnTo>
                  <a:pt x="507104" y="146916"/>
                </a:lnTo>
                <a:lnTo>
                  <a:pt x="504772" y="146068"/>
                </a:lnTo>
                <a:lnTo>
                  <a:pt x="502440" y="145008"/>
                </a:lnTo>
                <a:lnTo>
                  <a:pt x="500108" y="143736"/>
                </a:lnTo>
                <a:lnTo>
                  <a:pt x="498200" y="142252"/>
                </a:lnTo>
                <a:lnTo>
                  <a:pt x="495868" y="140556"/>
                </a:lnTo>
                <a:lnTo>
                  <a:pt x="494172" y="139072"/>
                </a:lnTo>
                <a:lnTo>
                  <a:pt x="492264" y="136952"/>
                </a:lnTo>
                <a:lnTo>
                  <a:pt x="490356" y="135044"/>
                </a:lnTo>
                <a:lnTo>
                  <a:pt x="488872" y="132712"/>
                </a:lnTo>
                <a:lnTo>
                  <a:pt x="487176" y="130380"/>
                </a:lnTo>
                <a:lnTo>
                  <a:pt x="485904" y="127836"/>
                </a:lnTo>
                <a:lnTo>
                  <a:pt x="484632" y="125504"/>
                </a:lnTo>
                <a:lnTo>
                  <a:pt x="483148" y="122324"/>
                </a:lnTo>
                <a:lnTo>
                  <a:pt x="482300" y="119568"/>
                </a:lnTo>
                <a:lnTo>
                  <a:pt x="481240" y="116388"/>
                </a:lnTo>
                <a:lnTo>
                  <a:pt x="480392" y="113632"/>
                </a:lnTo>
                <a:lnTo>
                  <a:pt x="479544" y="110240"/>
                </a:lnTo>
                <a:lnTo>
                  <a:pt x="478484" y="103880"/>
                </a:lnTo>
                <a:lnTo>
                  <a:pt x="477848" y="97520"/>
                </a:lnTo>
                <a:lnTo>
                  <a:pt x="477636" y="90948"/>
                </a:lnTo>
                <a:lnTo>
                  <a:pt x="477848" y="84588"/>
                </a:lnTo>
                <a:lnTo>
                  <a:pt x="478484" y="78440"/>
                </a:lnTo>
                <a:lnTo>
                  <a:pt x="479756" y="72504"/>
                </a:lnTo>
                <a:lnTo>
                  <a:pt x="480392" y="69324"/>
                </a:lnTo>
                <a:lnTo>
                  <a:pt x="481240" y="66992"/>
                </a:lnTo>
                <a:lnTo>
                  <a:pt x="483148" y="62116"/>
                </a:lnTo>
                <a:lnTo>
                  <a:pt x="485056" y="58088"/>
                </a:lnTo>
                <a:lnTo>
                  <a:pt x="486328" y="55968"/>
                </a:lnTo>
                <a:lnTo>
                  <a:pt x="487388" y="54484"/>
                </a:lnTo>
                <a:lnTo>
                  <a:pt x="488872" y="52576"/>
                </a:lnTo>
                <a:lnTo>
                  <a:pt x="490356" y="51092"/>
                </a:lnTo>
                <a:lnTo>
                  <a:pt x="493112" y="48760"/>
                </a:lnTo>
                <a:lnTo>
                  <a:pt x="494596" y="47700"/>
                </a:lnTo>
                <a:lnTo>
                  <a:pt x="496080" y="46852"/>
                </a:lnTo>
                <a:lnTo>
                  <a:pt x="497140" y="46216"/>
                </a:lnTo>
                <a:lnTo>
                  <a:pt x="499896" y="45156"/>
                </a:lnTo>
                <a:lnTo>
                  <a:pt x="504984" y="43672"/>
                </a:lnTo>
                <a:lnTo>
                  <a:pt x="510920" y="42188"/>
                </a:lnTo>
                <a:lnTo>
                  <a:pt x="516644" y="41128"/>
                </a:lnTo>
                <a:lnTo>
                  <a:pt x="522368" y="40492"/>
                </a:lnTo>
                <a:lnTo>
                  <a:pt x="527880" y="40280"/>
                </a:lnTo>
                <a:lnTo>
                  <a:pt x="533392" y="40492"/>
                </a:lnTo>
                <a:lnTo>
                  <a:pt x="538904" y="41340"/>
                </a:lnTo>
                <a:lnTo>
                  <a:pt x="543992" y="42400"/>
                </a:lnTo>
                <a:lnTo>
                  <a:pt x="546536" y="43248"/>
                </a:lnTo>
                <a:lnTo>
                  <a:pt x="548868" y="44096"/>
                </a:lnTo>
                <a:lnTo>
                  <a:pt x="551200" y="45156"/>
                </a:lnTo>
                <a:lnTo>
                  <a:pt x="553320" y="46216"/>
                </a:lnTo>
                <a:lnTo>
                  <a:pt x="555440" y="47276"/>
                </a:lnTo>
                <a:lnTo>
                  <a:pt x="557348" y="48548"/>
                </a:lnTo>
                <a:lnTo>
                  <a:pt x="560740" y="51304"/>
                </a:lnTo>
                <a:lnTo>
                  <a:pt x="562436" y="52788"/>
                </a:lnTo>
                <a:lnTo>
                  <a:pt x="564132" y="54272"/>
                </a:lnTo>
                <a:lnTo>
                  <a:pt x="566464" y="57452"/>
                </a:lnTo>
                <a:lnTo>
                  <a:pt x="568584" y="60844"/>
                </a:lnTo>
                <a:lnTo>
                  <a:pt x="569856" y="63388"/>
                </a:lnTo>
                <a:lnTo>
                  <a:pt x="570704" y="65508"/>
                </a:lnTo>
                <a:lnTo>
                  <a:pt x="571340" y="67840"/>
                </a:lnTo>
                <a:lnTo>
                  <a:pt x="571976" y="70596"/>
                </a:lnTo>
                <a:lnTo>
                  <a:pt x="572612" y="70596"/>
                </a:lnTo>
                <a:lnTo>
                  <a:pt x="572612" y="176596"/>
                </a:lnTo>
                <a:lnTo>
                  <a:pt x="573672" y="179988"/>
                </a:lnTo>
                <a:lnTo>
                  <a:pt x="575368" y="183592"/>
                </a:lnTo>
                <a:lnTo>
                  <a:pt x="578972" y="184440"/>
                </a:lnTo>
                <a:lnTo>
                  <a:pt x="578972" y="188680"/>
                </a:lnTo>
                <a:lnTo>
                  <a:pt x="548868" y="188680"/>
                </a:lnTo>
                <a:close/>
                <a:moveTo>
                  <a:pt x="555016" y="73564"/>
                </a:moveTo>
                <a:lnTo>
                  <a:pt x="554592" y="71868"/>
                </a:lnTo>
                <a:lnTo>
                  <a:pt x="554168" y="69748"/>
                </a:lnTo>
                <a:lnTo>
                  <a:pt x="553532" y="68052"/>
                </a:lnTo>
                <a:lnTo>
                  <a:pt x="552896" y="66356"/>
                </a:lnTo>
                <a:lnTo>
                  <a:pt x="552048" y="64660"/>
                </a:lnTo>
                <a:lnTo>
                  <a:pt x="550988" y="62964"/>
                </a:lnTo>
                <a:lnTo>
                  <a:pt x="549928" y="61480"/>
                </a:lnTo>
                <a:lnTo>
                  <a:pt x="548656" y="60208"/>
                </a:lnTo>
                <a:lnTo>
                  <a:pt x="547384" y="58936"/>
                </a:lnTo>
                <a:lnTo>
                  <a:pt x="545900" y="57876"/>
                </a:lnTo>
                <a:lnTo>
                  <a:pt x="544628" y="57028"/>
                </a:lnTo>
                <a:lnTo>
                  <a:pt x="542932" y="55968"/>
                </a:lnTo>
                <a:lnTo>
                  <a:pt x="541448" y="55332"/>
                </a:lnTo>
                <a:lnTo>
                  <a:pt x="539328" y="54484"/>
                </a:lnTo>
                <a:lnTo>
                  <a:pt x="537208" y="53848"/>
                </a:lnTo>
                <a:lnTo>
                  <a:pt x="534876" y="53212"/>
                </a:lnTo>
                <a:lnTo>
                  <a:pt x="532544" y="53000"/>
                </a:lnTo>
                <a:lnTo>
                  <a:pt x="530424" y="52788"/>
                </a:lnTo>
                <a:lnTo>
                  <a:pt x="527668" y="52576"/>
                </a:lnTo>
                <a:lnTo>
                  <a:pt x="525336" y="52576"/>
                </a:lnTo>
                <a:lnTo>
                  <a:pt x="520460" y="53000"/>
                </a:lnTo>
                <a:lnTo>
                  <a:pt x="517068" y="53636"/>
                </a:lnTo>
                <a:lnTo>
                  <a:pt x="513888" y="54484"/>
                </a:lnTo>
                <a:lnTo>
                  <a:pt x="510072" y="55544"/>
                </a:lnTo>
                <a:lnTo>
                  <a:pt x="506680" y="56604"/>
                </a:lnTo>
                <a:lnTo>
                  <a:pt x="506256" y="56816"/>
                </a:lnTo>
                <a:lnTo>
                  <a:pt x="505196" y="57664"/>
                </a:lnTo>
                <a:lnTo>
                  <a:pt x="503288" y="59572"/>
                </a:lnTo>
                <a:lnTo>
                  <a:pt x="502228" y="61056"/>
                </a:lnTo>
                <a:lnTo>
                  <a:pt x="501168" y="62752"/>
                </a:lnTo>
                <a:lnTo>
                  <a:pt x="500108" y="64660"/>
                </a:lnTo>
                <a:lnTo>
                  <a:pt x="499260" y="66568"/>
                </a:lnTo>
                <a:lnTo>
                  <a:pt x="497776" y="71020"/>
                </a:lnTo>
                <a:lnTo>
                  <a:pt x="496504" y="75896"/>
                </a:lnTo>
                <a:lnTo>
                  <a:pt x="495656" y="81196"/>
                </a:lnTo>
                <a:lnTo>
                  <a:pt x="495232" y="86920"/>
                </a:lnTo>
                <a:lnTo>
                  <a:pt x="495020" y="92644"/>
                </a:lnTo>
                <a:lnTo>
                  <a:pt x="495232" y="98368"/>
                </a:lnTo>
                <a:lnTo>
                  <a:pt x="496080" y="104304"/>
                </a:lnTo>
                <a:lnTo>
                  <a:pt x="496928" y="109392"/>
                </a:lnTo>
                <a:lnTo>
                  <a:pt x="498412" y="114692"/>
                </a:lnTo>
                <a:lnTo>
                  <a:pt x="500108" y="119356"/>
                </a:lnTo>
                <a:lnTo>
                  <a:pt x="502016" y="123596"/>
                </a:lnTo>
                <a:lnTo>
                  <a:pt x="504348" y="127200"/>
                </a:lnTo>
                <a:lnTo>
                  <a:pt x="505620" y="128896"/>
                </a:lnTo>
                <a:lnTo>
                  <a:pt x="506892" y="130380"/>
                </a:lnTo>
                <a:lnTo>
                  <a:pt x="508164" y="131652"/>
                </a:lnTo>
                <a:lnTo>
                  <a:pt x="509648" y="133136"/>
                </a:lnTo>
                <a:lnTo>
                  <a:pt x="511556" y="134408"/>
                </a:lnTo>
                <a:lnTo>
                  <a:pt x="513676" y="135468"/>
                </a:lnTo>
                <a:lnTo>
                  <a:pt x="515584" y="136104"/>
                </a:lnTo>
                <a:lnTo>
                  <a:pt x="517704" y="136528"/>
                </a:lnTo>
                <a:lnTo>
                  <a:pt x="520248" y="136528"/>
                </a:lnTo>
                <a:lnTo>
                  <a:pt x="523216" y="136316"/>
                </a:lnTo>
                <a:lnTo>
                  <a:pt x="526184" y="135892"/>
                </a:lnTo>
                <a:lnTo>
                  <a:pt x="529152" y="135044"/>
                </a:lnTo>
                <a:lnTo>
                  <a:pt x="531696" y="134196"/>
                </a:lnTo>
                <a:lnTo>
                  <a:pt x="534452" y="133136"/>
                </a:lnTo>
                <a:lnTo>
                  <a:pt x="536996" y="131652"/>
                </a:lnTo>
                <a:lnTo>
                  <a:pt x="539328" y="130380"/>
                </a:lnTo>
                <a:lnTo>
                  <a:pt x="545264" y="126776"/>
                </a:lnTo>
                <a:lnTo>
                  <a:pt x="549504" y="124020"/>
                </a:lnTo>
                <a:lnTo>
                  <a:pt x="552684" y="121476"/>
                </a:lnTo>
                <a:lnTo>
                  <a:pt x="555228" y="119356"/>
                </a:lnTo>
                <a:lnTo>
                  <a:pt x="555228" y="77380"/>
                </a:lnTo>
                <a:close/>
                <a:moveTo>
                  <a:pt x="602292" y="184440"/>
                </a:moveTo>
                <a:lnTo>
                  <a:pt x="605896" y="183592"/>
                </a:lnTo>
                <a:lnTo>
                  <a:pt x="607592" y="179776"/>
                </a:lnTo>
                <a:lnTo>
                  <a:pt x="608652" y="176384"/>
                </a:lnTo>
                <a:lnTo>
                  <a:pt x="608652" y="40280"/>
                </a:lnTo>
                <a:lnTo>
                  <a:pt x="631972" y="40280"/>
                </a:lnTo>
                <a:lnTo>
                  <a:pt x="633244" y="41552"/>
                </a:lnTo>
                <a:lnTo>
                  <a:pt x="634728" y="43460"/>
                </a:lnTo>
                <a:lnTo>
                  <a:pt x="636212" y="45580"/>
                </a:lnTo>
                <a:lnTo>
                  <a:pt x="638332" y="48972"/>
                </a:lnTo>
                <a:lnTo>
                  <a:pt x="640240" y="52788"/>
                </a:lnTo>
                <a:lnTo>
                  <a:pt x="642572" y="57452"/>
                </a:lnTo>
                <a:lnTo>
                  <a:pt x="644480" y="62328"/>
                </a:lnTo>
                <a:lnTo>
                  <a:pt x="646600" y="67628"/>
                </a:lnTo>
                <a:lnTo>
                  <a:pt x="648720" y="73776"/>
                </a:lnTo>
                <a:lnTo>
                  <a:pt x="656564" y="97096"/>
                </a:lnTo>
                <a:lnTo>
                  <a:pt x="659956" y="106424"/>
                </a:lnTo>
                <a:lnTo>
                  <a:pt x="663560" y="115540"/>
                </a:lnTo>
                <a:lnTo>
                  <a:pt x="665256" y="119780"/>
                </a:lnTo>
                <a:lnTo>
                  <a:pt x="666952" y="122960"/>
                </a:lnTo>
                <a:lnTo>
                  <a:pt x="666952" y="52576"/>
                </a:lnTo>
                <a:lnTo>
                  <a:pt x="665892" y="49184"/>
                </a:lnTo>
                <a:lnTo>
                  <a:pt x="664196" y="45368"/>
                </a:lnTo>
                <a:lnTo>
                  <a:pt x="660592" y="44520"/>
                </a:lnTo>
                <a:lnTo>
                  <a:pt x="660592" y="40280"/>
                </a:lnTo>
                <a:lnTo>
                  <a:pt x="690696" y="40280"/>
                </a:lnTo>
                <a:lnTo>
                  <a:pt x="690696" y="44520"/>
                </a:lnTo>
                <a:lnTo>
                  <a:pt x="687092" y="45368"/>
                </a:lnTo>
                <a:lnTo>
                  <a:pt x="685396" y="49184"/>
                </a:lnTo>
                <a:lnTo>
                  <a:pt x="684336" y="52576"/>
                </a:lnTo>
                <a:lnTo>
                  <a:pt x="684336" y="142040"/>
                </a:lnTo>
                <a:lnTo>
                  <a:pt x="684336" y="142888"/>
                </a:lnTo>
                <a:lnTo>
                  <a:pt x="684124" y="143736"/>
                </a:lnTo>
                <a:lnTo>
                  <a:pt x="683700" y="144584"/>
                </a:lnTo>
                <a:lnTo>
                  <a:pt x="683064" y="145432"/>
                </a:lnTo>
                <a:lnTo>
                  <a:pt x="682428" y="146068"/>
                </a:lnTo>
                <a:lnTo>
                  <a:pt x="681580" y="146704"/>
                </a:lnTo>
                <a:lnTo>
                  <a:pt x="680732" y="147128"/>
                </a:lnTo>
                <a:lnTo>
                  <a:pt x="678612" y="147976"/>
                </a:lnTo>
                <a:lnTo>
                  <a:pt x="677552" y="148188"/>
                </a:lnTo>
                <a:lnTo>
                  <a:pt x="676280" y="148400"/>
                </a:lnTo>
                <a:lnTo>
                  <a:pt x="673948" y="148188"/>
                </a:lnTo>
                <a:lnTo>
                  <a:pt x="672040" y="147976"/>
                </a:lnTo>
                <a:lnTo>
                  <a:pt x="670132" y="147340"/>
                </a:lnTo>
                <a:lnTo>
                  <a:pt x="668012" y="146704"/>
                </a:lnTo>
                <a:lnTo>
                  <a:pt x="665892" y="145644"/>
                </a:lnTo>
                <a:lnTo>
                  <a:pt x="663984" y="144372"/>
                </a:lnTo>
                <a:lnTo>
                  <a:pt x="662076" y="143100"/>
                </a:lnTo>
                <a:lnTo>
                  <a:pt x="660380" y="141616"/>
                </a:lnTo>
                <a:lnTo>
                  <a:pt x="658684" y="139708"/>
                </a:lnTo>
                <a:lnTo>
                  <a:pt x="656988" y="137800"/>
                </a:lnTo>
                <a:lnTo>
                  <a:pt x="655504" y="135468"/>
                </a:lnTo>
                <a:lnTo>
                  <a:pt x="652748" y="131440"/>
                </a:lnTo>
                <a:lnTo>
                  <a:pt x="650416" y="126988"/>
                </a:lnTo>
                <a:lnTo>
                  <a:pt x="647872" y="121476"/>
                </a:lnTo>
                <a:lnTo>
                  <a:pt x="645328" y="115752"/>
                </a:lnTo>
                <a:lnTo>
                  <a:pt x="643420" y="110240"/>
                </a:lnTo>
                <a:lnTo>
                  <a:pt x="640876" y="103244"/>
                </a:lnTo>
                <a:lnTo>
                  <a:pt x="630912" y="73776"/>
                </a:lnTo>
                <a:lnTo>
                  <a:pt x="628368" y="66992"/>
                </a:lnTo>
                <a:lnTo>
                  <a:pt x="626036" y="61480"/>
                </a:lnTo>
                <a:lnTo>
                  <a:pt x="626036" y="176384"/>
                </a:lnTo>
                <a:lnTo>
                  <a:pt x="627096" y="179776"/>
                </a:lnTo>
                <a:lnTo>
                  <a:pt x="628792" y="183592"/>
                </a:lnTo>
                <a:lnTo>
                  <a:pt x="632396" y="184440"/>
                </a:lnTo>
                <a:lnTo>
                  <a:pt x="632396" y="188680"/>
                </a:lnTo>
                <a:lnTo>
                  <a:pt x="602292" y="188680"/>
                </a:lnTo>
                <a:close/>
                <a:moveTo>
                  <a:pt x="780372" y="184440"/>
                </a:moveTo>
                <a:lnTo>
                  <a:pt x="783976" y="183592"/>
                </a:lnTo>
                <a:lnTo>
                  <a:pt x="785672" y="179988"/>
                </a:lnTo>
                <a:lnTo>
                  <a:pt x="786732" y="176596"/>
                </a:lnTo>
                <a:lnTo>
                  <a:pt x="786732" y="136528"/>
                </a:lnTo>
                <a:lnTo>
                  <a:pt x="784612" y="138224"/>
                </a:lnTo>
                <a:lnTo>
                  <a:pt x="782704" y="139496"/>
                </a:lnTo>
                <a:lnTo>
                  <a:pt x="779736" y="141192"/>
                </a:lnTo>
                <a:lnTo>
                  <a:pt x="776556" y="142888"/>
                </a:lnTo>
                <a:lnTo>
                  <a:pt x="773376" y="144372"/>
                </a:lnTo>
                <a:lnTo>
                  <a:pt x="770196" y="145432"/>
                </a:lnTo>
                <a:lnTo>
                  <a:pt x="767440" y="146492"/>
                </a:lnTo>
                <a:lnTo>
                  <a:pt x="764260" y="147340"/>
                </a:lnTo>
                <a:lnTo>
                  <a:pt x="761292" y="147976"/>
                </a:lnTo>
                <a:lnTo>
                  <a:pt x="757900" y="148400"/>
                </a:lnTo>
                <a:lnTo>
                  <a:pt x="754932" y="148824"/>
                </a:lnTo>
                <a:lnTo>
                  <a:pt x="751752" y="149036"/>
                </a:lnTo>
                <a:lnTo>
                  <a:pt x="748784" y="148824"/>
                </a:lnTo>
                <a:lnTo>
                  <a:pt x="746452" y="148612"/>
                </a:lnTo>
                <a:lnTo>
                  <a:pt x="743696" y="148188"/>
                </a:lnTo>
                <a:lnTo>
                  <a:pt x="740940" y="147764"/>
                </a:lnTo>
                <a:lnTo>
                  <a:pt x="738608" y="146916"/>
                </a:lnTo>
                <a:lnTo>
                  <a:pt x="736276" y="146068"/>
                </a:lnTo>
                <a:lnTo>
                  <a:pt x="733944" y="145008"/>
                </a:lnTo>
                <a:lnTo>
                  <a:pt x="731612" y="143736"/>
                </a:lnTo>
                <a:lnTo>
                  <a:pt x="729704" y="142252"/>
                </a:lnTo>
                <a:lnTo>
                  <a:pt x="727372" y="140556"/>
                </a:lnTo>
                <a:lnTo>
                  <a:pt x="725676" y="139072"/>
                </a:lnTo>
                <a:lnTo>
                  <a:pt x="723768" y="136952"/>
                </a:lnTo>
                <a:lnTo>
                  <a:pt x="721860" y="135044"/>
                </a:lnTo>
                <a:lnTo>
                  <a:pt x="720376" y="132712"/>
                </a:lnTo>
                <a:lnTo>
                  <a:pt x="718680" y="130380"/>
                </a:lnTo>
                <a:lnTo>
                  <a:pt x="717408" y="127836"/>
                </a:lnTo>
                <a:lnTo>
                  <a:pt x="716136" y="125504"/>
                </a:lnTo>
                <a:lnTo>
                  <a:pt x="714652" y="122324"/>
                </a:lnTo>
                <a:lnTo>
                  <a:pt x="713804" y="119568"/>
                </a:lnTo>
                <a:lnTo>
                  <a:pt x="712744" y="116388"/>
                </a:lnTo>
                <a:lnTo>
                  <a:pt x="711896" y="113632"/>
                </a:lnTo>
                <a:lnTo>
                  <a:pt x="711048" y="110240"/>
                </a:lnTo>
                <a:lnTo>
                  <a:pt x="709988" y="103880"/>
                </a:lnTo>
                <a:lnTo>
                  <a:pt x="709352" y="97520"/>
                </a:lnTo>
                <a:lnTo>
                  <a:pt x="709140" y="90948"/>
                </a:lnTo>
                <a:lnTo>
                  <a:pt x="709352" y="84588"/>
                </a:lnTo>
                <a:lnTo>
                  <a:pt x="709988" y="78440"/>
                </a:lnTo>
                <a:lnTo>
                  <a:pt x="711260" y="72504"/>
                </a:lnTo>
                <a:lnTo>
                  <a:pt x="711896" y="69324"/>
                </a:lnTo>
                <a:lnTo>
                  <a:pt x="712744" y="66992"/>
                </a:lnTo>
                <a:lnTo>
                  <a:pt x="714652" y="62116"/>
                </a:lnTo>
                <a:lnTo>
                  <a:pt x="716560" y="58088"/>
                </a:lnTo>
                <a:lnTo>
                  <a:pt x="717832" y="55968"/>
                </a:lnTo>
                <a:lnTo>
                  <a:pt x="718892" y="54484"/>
                </a:lnTo>
                <a:lnTo>
                  <a:pt x="720376" y="52576"/>
                </a:lnTo>
                <a:lnTo>
                  <a:pt x="721860" y="51092"/>
                </a:lnTo>
                <a:lnTo>
                  <a:pt x="724616" y="48760"/>
                </a:lnTo>
                <a:lnTo>
                  <a:pt x="726100" y="47700"/>
                </a:lnTo>
                <a:lnTo>
                  <a:pt x="727584" y="46852"/>
                </a:lnTo>
                <a:lnTo>
                  <a:pt x="728644" y="46216"/>
                </a:lnTo>
                <a:lnTo>
                  <a:pt x="731400" y="45156"/>
                </a:lnTo>
                <a:lnTo>
                  <a:pt x="736488" y="43672"/>
                </a:lnTo>
                <a:lnTo>
                  <a:pt x="742424" y="42188"/>
                </a:lnTo>
                <a:lnTo>
                  <a:pt x="748148" y="41128"/>
                </a:lnTo>
                <a:lnTo>
                  <a:pt x="753872" y="40492"/>
                </a:lnTo>
                <a:lnTo>
                  <a:pt x="759384" y="40280"/>
                </a:lnTo>
                <a:lnTo>
                  <a:pt x="764896" y="40492"/>
                </a:lnTo>
                <a:lnTo>
                  <a:pt x="770408" y="41340"/>
                </a:lnTo>
                <a:lnTo>
                  <a:pt x="775496" y="42400"/>
                </a:lnTo>
                <a:lnTo>
                  <a:pt x="778040" y="43248"/>
                </a:lnTo>
                <a:lnTo>
                  <a:pt x="780372" y="44096"/>
                </a:lnTo>
                <a:lnTo>
                  <a:pt x="782704" y="45156"/>
                </a:lnTo>
                <a:lnTo>
                  <a:pt x="784824" y="46216"/>
                </a:lnTo>
                <a:lnTo>
                  <a:pt x="786944" y="47276"/>
                </a:lnTo>
                <a:lnTo>
                  <a:pt x="788852" y="48548"/>
                </a:lnTo>
                <a:lnTo>
                  <a:pt x="792244" y="51304"/>
                </a:lnTo>
                <a:lnTo>
                  <a:pt x="793940" y="52788"/>
                </a:lnTo>
                <a:lnTo>
                  <a:pt x="795636" y="54272"/>
                </a:lnTo>
                <a:lnTo>
                  <a:pt x="797968" y="57452"/>
                </a:lnTo>
                <a:lnTo>
                  <a:pt x="800088" y="60844"/>
                </a:lnTo>
                <a:lnTo>
                  <a:pt x="801360" y="63388"/>
                </a:lnTo>
                <a:lnTo>
                  <a:pt x="802208" y="65508"/>
                </a:lnTo>
                <a:lnTo>
                  <a:pt x="802844" y="67840"/>
                </a:lnTo>
                <a:lnTo>
                  <a:pt x="803480" y="70596"/>
                </a:lnTo>
                <a:lnTo>
                  <a:pt x="804116" y="70596"/>
                </a:lnTo>
                <a:lnTo>
                  <a:pt x="804116" y="176596"/>
                </a:lnTo>
                <a:lnTo>
                  <a:pt x="805176" y="179988"/>
                </a:lnTo>
                <a:lnTo>
                  <a:pt x="806872" y="183592"/>
                </a:lnTo>
                <a:lnTo>
                  <a:pt x="810476" y="184440"/>
                </a:lnTo>
                <a:lnTo>
                  <a:pt x="810476" y="188680"/>
                </a:lnTo>
                <a:lnTo>
                  <a:pt x="780372" y="188680"/>
                </a:lnTo>
                <a:close/>
                <a:moveTo>
                  <a:pt x="786520" y="73564"/>
                </a:moveTo>
                <a:lnTo>
                  <a:pt x="786096" y="71868"/>
                </a:lnTo>
                <a:lnTo>
                  <a:pt x="785672" y="69748"/>
                </a:lnTo>
                <a:lnTo>
                  <a:pt x="785036" y="68052"/>
                </a:lnTo>
                <a:lnTo>
                  <a:pt x="784400" y="66356"/>
                </a:lnTo>
                <a:lnTo>
                  <a:pt x="783552" y="64660"/>
                </a:lnTo>
                <a:lnTo>
                  <a:pt x="782492" y="62964"/>
                </a:lnTo>
                <a:lnTo>
                  <a:pt x="781432" y="61480"/>
                </a:lnTo>
                <a:lnTo>
                  <a:pt x="780160" y="60208"/>
                </a:lnTo>
                <a:lnTo>
                  <a:pt x="778888" y="58936"/>
                </a:lnTo>
                <a:lnTo>
                  <a:pt x="777404" y="57876"/>
                </a:lnTo>
                <a:lnTo>
                  <a:pt x="776132" y="57028"/>
                </a:lnTo>
                <a:lnTo>
                  <a:pt x="774436" y="55968"/>
                </a:lnTo>
                <a:lnTo>
                  <a:pt x="772952" y="55332"/>
                </a:lnTo>
                <a:lnTo>
                  <a:pt x="770832" y="54484"/>
                </a:lnTo>
                <a:lnTo>
                  <a:pt x="768712" y="53848"/>
                </a:lnTo>
                <a:lnTo>
                  <a:pt x="766380" y="53212"/>
                </a:lnTo>
                <a:lnTo>
                  <a:pt x="764048" y="53000"/>
                </a:lnTo>
                <a:lnTo>
                  <a:pt x="761928" y="52788"/>
                </a:lnTo>
                <a:lnTo>
                  <a:pt x="759172" y="52576"/>
                </a:lnTo>
                <a:lnTo>
                  <a:pt x="756840" y="52576"/>
                </a:lnTo>
                <a:lnTo>
                  <a:pt x="751964" y="53000"/>
                </a:lnTo>
                <a:lnTo>
                  <a:pt x="748572" y="53636"/>
                </a:lnTo>
                <a:lnTo>
                  <a:pt x="745392" y="54484"/>
                </a:lnTo>
                <a:lnTo>
                  <a:pt x="741576" y="55544"/>
                </a:lnTo>
                <a:lnTo>
                  <a:pt x="738184" y="56604"/>
                </a:lnTo>
                <a:lnTo>
                  <a:pt x="737760" y="56816"/>
                </a:lnTo>
                <a:lnTo>
                  <a:pt x="736700" y="57664"/>
                </a:lnTo>
                <a:lnTo>
                  <a:pt x="734792" y="59572"/>
                </a:lnTo>
                <a:lnTo>
                  <a:pt x="733732" y="61056"/>
                </a:lnTo>
                <a:lnTo>
                  <a:pt x="732672" y="62752"/>
                </a:lnTo>
                <a:lnTo>
                  <a:pt x="731612" y="64660"/>
                </a:lnTo>
                <a:lnTo>
                  <a:pt x="730764" y="66568"/>
                </a:lnTo>
                <a:lnTo>
                  <a:pt x="729280" y="71020"/>
                </a:lnTo>
                <a:lnTo>
                  <a:pt x="728008" y="75896"/>
                </a:lnTo>
                <a:lnTo>
                  <a:pt x="727160" y="81196"/>
                </a:lnTo>
                <a:lnTo>
                  <a:pt x="726736" y="86920"/>
                </a:lnTo>
                <a:lnTo>
                  <a:pt x="726524" y="92644"/>
                </a:lnTo>
                <a:lnTo>
                  <a:pt x="726736" y="98368"/>
                </a:lnTo>
                <a:lnTo>
                  <a:pt x="727584" y="104304"/>
                </a:lnTo>
                <a:lnTo>
                  <a:pt x="728432" y="109392"/>
                </a:lnTo>
                <a:lnTo>
                  <a:pt x="729916" y="114692"/>
                </a:lnTo>
                <a:lnTo>
                  <a:pt x="731612" y="119356"/>
                </a:lnTo>
                <a:lnTo>
                  <a:pt x="733520" y="123596"/>
                </a:lnTo>
                <a:lnTo>
                  <a:pt x="735852" y="127200"/>
                </a:lnTo>
                <a:lnTo>
                  <a:pt x="737124" y="128896"/>
                </a:lnTo>
                <a:lnTo>
                  <a:pt x="738396" y="130380"/>
                </a:lnTo>
                <a:lnTo>
                  <a:pt x="739668" y="131652"/>
                </a:lnTo>
                <a:lnTo>
                  <a:pt x="741152" y="133136"/>
                </a:lnTo>
                <a:lnTo>
                  <a:pt x="743060" y="134408"/>
                </a:lnTo>
                <a:lnTo>
                  <a:pt x="745180" y="135468"/>
                </a:lnTo>
                <a:lnTo>
                  <a:pt x="747088" y="136104"/>
                </a:lnTo>
                <a:lnTo>
                  <a:pt x="749208" y="136528"/>
                </a:lnTo>
                <a:lnTo>
                  <a:pt x="751752" y="136528"/>
                </a:lnTo>
                <a:lnTo>
                  <a:pt x="754720" y="136316"/>
                </a:lnTo>
                <a:lnTo>
                  <a:pt x="757688" y="135892"/>
                </a:lnTo>
                <a:lnTo>
                  <a:pt x="760656" y="135044"/>
                </a:lnTo>
                <a:lnTo>
                  <a:pt x="763200" y="134196"/>
                </a:lnTo>
                <a:lnTo>
                  <a:pt x="765956" y="133136"/>
                </a:lnTo>
                <a:lnTo>
                  <a:pt x="768500" y="131652"/>
                </a:lnTo>
                <a:lnTo>
                  <a:pt x="770832" y="130380"/>
                </a:lnTo>
                <a:lnTo>
                  <a:pt x="776768" y="126776"/>
                </a:lnTo>
                <a:lnTo>
                  <a:pt x="781008" y="124020"/>
                </a:lnTo>
                <a:lnTo>
                  <a:pt x="784188" y="121476"/>
                </a:lnTo>
                <a:lnTo>
                  <a:pt x="786732" y="119356"/>
                </a:lnTo>
                <a:lnTo>
                  <a:pt x="786732" y="77380"/>
                </a:lnTo>
                <a:close/>
                <a:moveTo>
                  <a:pt x="961632" y="137376"/>
                </a:moveTo>
                <a:lnTo>
                  <a:pt x="962904" y="139072"/>
                </a:lnTo>
                <a:lnTo>
                  <a:pt x="964176" y="140344"/>
                </a:lnTo>
                <a:lnTo>
                  <a:pt x="965872" y="142040"/>
                </a:lnTo>
                <a:lnTo>
                  <a:pt x="969476" y="145008"/>
                </a:lnTo>
                <a:lnTo>
                  <a:pt x="971808" y="146704"/>
                </a:lnTo>
                <a:lnTo>
                  <a:pt x="974352" y="148400"/>
                </a:lnTo>
                <a:lnTo>
                  <a:pt x="962480" y="148400"/>
                </a:lnTo>
                <a:lnTo>
                  <a:pt x="890400" y="148400"/>
                </a:lnTo>
                <a:lnTo>
                  <a:pt x="889976" y="147976"/>
                </a:lnTo>
                <a:lnTo>
                  <a:pt x="889340" y="147340"/>
                </a:lnTo>
                <a:lnTo>
                  <a:pt x="888704" y="146492"/>
                </a:lnTo>
                <a:lnTo>
                  <a:pt x="888492" y="145856"/>
                </a:lnTo>
                <a:lnTo>
                  <a:pt x="888280" y="145008"/>
                </a:lnTo>
                <a:lnTo>
                  <a:pt x="888068" y="144160"/>
                </a:lnTo>
                <a:lnTo>
                  <a:pt x="888068" y="131440"/>
                </a:lnTo>
                <a:lnTo>
                  <a:pt x="905452" y="131440"/>
                </a:lnTo>
                <a:lnTo>
                  <a:pt x="905452" y="137800"/>
                </a:lnTo>
                <a:lnTo>
                  <a:pt x="942976" y="137800"/>
                </a:lnTo>
                <a:lnTo>
                  <a:pt x="941916" y="136104"/>
                </a:lnTo>
                <a:lnTo>
                  <a:pt x="892520" y="51728"/>
                </a:lnTo>
                <a:lnTo>
                  <a:pt x="891672" y="50456"/>
                </a:lnTo>
                <a:lnTo>
                  <a:pt x="890400" y="48760"/>
                </a:lnTo>
                <a:lnTo>
                  <a:pt x="887644" y="46216"/>
                </a:lnTo>
                <a:lnTo>
                  <a:pt x="884040" y="43248"/>
                </a:lnTo>
                <a:lnTo>
                  <a:pt x="879588" y="40280"/>
                </a:lnTo>
                <a:lnTo>
                  <a:pt x="891460" y="40280"/>
                </a:lnTo>
                <a:lnTo>
                  <a:pt x="963540" y="40280"/>
                </a:lnTo>
                <a:lnTo>
                  <a:pt x="964176" y="40704"/>
                </a:lnTo>
                <a:lnTo>
                  <a:pt x="964812" y="41340"/>
                </a:lnTo>
                <a:lnTo>
                  <a:pt x="965236" y="42188"/>
                </a:lnTo>
                <a:lnTo>
                  <a:pt x="965660" y="42824"/>
                </a:lnTo>
                <a:lnTo>
                  <a:pt x="965872" y="43672"/>
                </a:lnTo>
                <a:lnTo>
                  <a:pt x="965872" y="44520"/>
                </a:lnTo>
                <a:lnTo>
                  <a:pt x="965872" y="57240"/>
                </a:lnTo>
                <a:lnTo>
                  <a:pt x="948488" y="57240"/>
                </a:lnTo>
                <a:lnTo>
                  <a:pt x="948488" y="50880"/>
                </a:lnTo>
                <a:lnTo>
                  <a:pt x="911176" y="50880"/>
                </a:lnTo>
                <a:lnTo>
                  <a:pt x="912024" y="52576"/>
                </a:lnTo>
                <a:close/>
                <a:moveTo>
                  <a:pt x="983680" y="144372"/>
                </a:moveTo>
                <a:lnTo>
                  <a:pt x="987284" y="143524"/>
                </a:lnTo>
                <a:lnTo>
                  <a:pt x="988980" y="140132"/>
                </a:lnTo>
                <a:lnTo>
                  <a:pt x="990040" y="136952"/>
                </a:lnTo>
                <a:lnTo>
                  <a:pt x="990040" y="99640"/>
                </a:lnTo>
                <a:lnTo>
                  <a:pt x="990040" y="98792"/>
                </a:lnTo>
                <a:lnTo>
                  <a:pt x="990252" y="98156"/>
                </a:lnTo>
                <a:lnTo>
                  <a:pt x="990676" y="97308"/>
                </a:lnTo>
                <a:lnTo>
                  <a:pt x="991100" y="96672"/>
                </a:lnTo>
                <a:lnTo>
                  <a:pt x="991736" y="96036"/>
                </a:lnTo>
                <a:lnTo>
                  <a:pt x="993432" y="94976"/>
                </a:lnTo>
                <a:lnTo>
                  <a:pt x="994280" y="94552"/>
                </a:lnTo>
                <a:lnTo>
                  <a:pt x="996400" y="93916"/>
                </a:lnTo>
                <a:lnTo>
                  <a:pt x="997672" y="93916"/>
                </a:lnTo>
                <a:lnTo>
                  <a:pt x="999156" y="93704"/>
                </a:lnTo>
                <a:lnTo>
                  <a:pt x="996824" y="90948"/>
                </a:lnTo>
                <a:lnTo>
                  <a:pt x="994916" y="88192"/>
                </a:lnTo>
                <a:lnTo>
                  <a:pt x="993220" y="85436"/>
                </a:lnTo>
                <a:lnTo>
                  <a:pt x="991736" y="82892"/>
                </a:lnTo>
                <a:lnTo>
                  <a:pt x="990252" y="80136"/>
                </a:lnTo>
                <a:lnTo>
                  <a:pt x="989192" y="77380"/>
                </a:lnTo>
                <a:lnTo>
                  <a:pt x="988132" y="74836"/>
                </a:lnTo>
                <a:lnTo>
                  <a:pt x="987708" y="72504"/>
                </a:lnTo>
                <a:lnTo>
                  <a:pt x="987072" y="69960"/>
                </a:lnTo>
                <a:lnTo>
                  <a:pt x="986860" y="67840"/>
                </a:lnTo>
                <a:lnTo>
                  <a:pt x="986860" y="65508"/>
                </a:lnTo>
                <a:lnTo>
                  <a:pt x="987072" y="63388"/>
                </a:lnTo>
                <a:lnTo>
                  <a:pt x="987496" y="61480"/>
                </a:lnTo>
                <a:lnTo>
                  <a:pt x="988344" y="59360"/>
                </a:lnTo>
                <a:lnTo>
                  <a:pt x="989192" y="57240"/>
                </a:lnTo>
                <a:lnTo>
                  <a:pt x="990252" y="55332"/>
                </a:lnTo>
                <a:lnTo>
                  <a:pt x="992160" y="52788"/>
                </a:lnTo>
                <a:lnTo>
                  <a:pt x="993644" y="51516"/>
                </a:lnTo>
                <a:lnTo>
                  <a:pt x="994916" y="50244"/>
                </a:lnTo>
                <a:lnTo>
                  <a:pt x="997884" y="48124"/>
                </a:lnTo>
                <a:lnTo>
                  <a:pt x="1001488" y="45792"/>
                </a:lnTo>
                <a:lnTo>
                  <a:pt x="1005304" y="43884"/>
                </a:lnTo>
                <a:lnTo>
                  <a:pt x="1008908" y="42612"/>
                </a:lnTo>
                <a:lnTo>
                  <a:pt x="1012936" y="41552"/>
                </a:lnTo>
                <a:lnTo>
                  <a:pt x="1017176" y="40704"/>
                </a:lnTo>
                <a:lnTo>
                  <a:pt x="1020992" y="40280"/>
                </a:lnTo>
                <a:lnTo>
                  <a:pt x="1025444" y="40280"/>
                </a:lnTo>
                <a:lnTo>
                  <a:pt x="1029684" y="40492"/>
                </a:lnTo>
                <a:lnTo>
                  <a:pt x="1033924" y="41340"/>
                </a:lnTo>
                <a:lnTo>
                  <a:pt x="1037952" y="42188"/>
                </a:lnTo>
                <a:lnTo>
                  <a:pt x="1041768" y="43460"/>
                </a:lnTo>
                <a:lnTo>
                  <a:pt x="1045584" y="45156"/>
                </a:lnTo>
                <a:lnTo>
                  <a:pt x="1049612" y="47064"/>
                </a:lnTo>
                <a:lnTo>
                  <a:pt x="1052368" y="48760"/>
                </a:lnTo>
                <a:lnTo>
                  <a:pt x="1054912" y="50668"/>
                </a:lnTo>
                <a:lnTo>
                  <a:pt x="1057456" y="52788"/>
                </a:lnTo>
                <a:lnTo>
                  <a:pt x="1059788" y="54908"/>
                </a:lnTo>
                <a:lnTo>
                  <a:pt x="1061908" y="57240"/>
                </a:lnTo>
                <a:lnTo>
                  <a:pt x="1063816" y="59572"/>
                </a:lnTo>
                <a:lnTo>
                  <a:pt x="1065724" y="62116"/>
                </a:lnTo>
                <a:lnTo>
                  <a:pt x="1066996" y="64236"/>
                </a:lnTo>
                <a:lnTo>
                  <a:pt x="1068056" y="66356"/>
                </a:lnTo>
                <a:lnTo>
                  <a:pt x="1068904" y="68476"/>
                </a:lnTo>
                <a:lnTo>
                  <a:pt x="1069540" y="70596"/>
                </a:lnTo>
                <a:lnTo>
                  <a:pt x="1069964" y="72716"/>
                </a:lnTo>
                <a:lnTo>
                  <a:pt x="1070176" y="74836"/>
                </a:lnTo>
                <a:lnTo>
                  <a:pt x="1069964" y="77168"/>
                </a:lnTo>
                <a:lnTo>
                  <a:pt x="1069752" y="79288"/>
                </a:lnTo>
                <a:lnTo>
                  <a:pt x="1069116" y="81408"/>
                </a:lnTo>
                <a:lnTo>
                  <a:pt x="1068268" y="83316"/>
                </a:lnTo>
                <a:lnTo>
                  <a:pt x="1067208" y="85436"/>
                </a:lnTo>
                <a:lnTo>
                  <a:pt x="1065936" y="87344"/>
                </a:lnTo>
                <a:lnTo>
                  <a:pt x="1064028" y="89464"/>
                </a:lnTo>
                <a:lnTo>
                  <a:pt x="1062332" y="91372"/>
                </a:lnTo>
                <a:lnTo>
                  <a:pt x="1060000" y="93280"/>
                </a:lnTo>
                <a:lnTo>
                  <a:pt x="1057668" y="94976"/>
                </a:lnTo>
                <a:lnTo>
                  <a:pt x="1055124" y="96672"/>
                </a:lnTo>
                <a:lnTo>
                  <a:pt x="1052368" y="98156"/>
                </a:lnTo>
                <a:lnTo>
                  <a:pt x="1049400" y="99640"/>
                </a:lnTo>
                <a:lnTo>
                  <a:pt x="1046432" y="100912"/>
                </a:lnTo>
                <a:lnTo>
                  <a:pt x="1043040" y="101972"/>
                </a:lnTo>
                <a:lnTo>
                  <a:pt x="1039860" y="103032"/>
                </a:lnTo>
                <a:lnTo>
                  <a:pt x="1036256" y="103880"/>
                </a:lnTo>
                <a:lnTo>
                  <a:pt x="1032864" y="104516"/>
                </a:lnTo>
                <a:lnTo>
                  <a:pt x="1029260" y="105152"/>
                </a:lnTo>
                <a:lnTo>
                  <a:pt x="1041980" y="122536"/>
                </a:lnTo>
                <a:lnTo>
                  <a:pt x="1046008" y="127624"/>
                </a:lnTo>
                <a:lnTo>
                  <a:pt x="1049612" y="131440"/>
                </a:lnTo>
                <a:lnTo>
                  <a:pt x="1053640" y="135468"/>
                </a:lnTo>
                <a:lnTo>
                  <a:pt x="1057456" y="138648"/>
                </a:lnTo>
                <a:lnTo>
                  <a:pt x="1061272" y="141404"/>
                </a:lnTo>
                <a:lnTo>
                  <a:pt x="1063392" y="142676"/>
                </a:lnTo>
                <a:lnTo>
                  <a:pt x="1065300" y="143524"/>
                </a:lnTo>
                <a:lnTo>
                  <a:pt x="1060212" y="148400"/>
                </a:lnTo>
                <a:lnTo>
                  <a:pt x="1047068" y="148400"/>
                </a:lnTo>
                <a:lnTo>
                  <a:pt x="1044948" y="146916"/>
                </a:lnTo>
                <a:lnTo>
                  <a:pt x="1041556" y="144372"/>
                </a:lnTo>
                <a:lnTo>
                  <a:pt x="1038164" y="141192"/>
                </a:lnTo>
                <a:lnTo>
                  <a:pt x="1034772" y="137800"/>
                </a:lnTo>
                <a:lnTo>
                  <a:pt x="1030956" y="133348"/>
                </a:lnTo>
                <a:lnTo>
                  <a:pt x="1027352" y="128896"/>
                </a:lnTo>
                <a:lnTo>
                  <a:pt x="1023536" y="123808"/>
                </a:lnTo>
                <a:lnTo>
                  <a:pt x="1014632" y="111512"/>
                </a:lnTo>
                <a:lnTo>
                  <a:pt x="1010180" y="105788"/>
                </a:lnTo>
                <a:lnTo>
                  <a:pt x="1009756" y="105576"/>
                </a:lnTo>
                <a:lnTo>
                  <a:pt x="1007424" y="105576"/>
                </a:lnTo>
                <a:lnTo>
                  <a:pt x="1007424" y="136952"/>
                </a:lnTo>
                <a:lnTo>
                  <a:pt x="1008484" y="140132"/>
                </a:lnTo>
                <a:lnTo>
                  <a:pt x="1010180" y="143524"/>
                </a:lnTo>
                <a:lnTo>
                  <a:pt x="1013784" y="144372"/>
                </a:lnTo>
                <a:lnTo>
                  <a:pt x="1013784" y="148400"/>
                </a:lnTo>
                <a:lnTo>
                  <a:pt x="983680" y="148400"/>
                </a:lnTo>
                <a:close/>
                <a:moveTo>
                  <a:pt x="1022688" y="93916"/>
                </a:moveTo>
                <a:lnTo>
                  <a:pt x="1025656" y="93492"/>
                </a:lnTo>
                <a:lnTo>
                  <a:pt x="1028624" y="93068"/>
                </a:lnTo>
                <a:lnTo>
                  <a:pt x="1031380" y="92644"/>
                </a:lnTo>
                <a:lnTo>
                  <a:pt x="1034136" y="91796"/>
                </a:lnTo>
                <a:lnTo>
                  <a:pt x="1036892" y="90948"/>
                </a:lnTo>
                <a:lnTo>
                  <a:pt x="1039436" y="90100"/>
                </a:lnTo>
                <a:lnTo>
                  <a:pt x="1041768" y="88828"/>
                </a:lnTo>
                <a:lnTo>
                  <a:pt x="1043888" y="87768"/>
                </a:lnTo>
                <a:lnTo>
                  <a:pt x="1045796" y="86284"/>
                </a:lnTo>
                <a:lnTo>
                  <a:pt x="1047492" y="85012"/>
                </a:lnTo>
                <a:lnTo>
                  <a:pt x="1048976" y="83528"/>
                </a:lnTo>
                <a:lnTo>
                  <a:pt x="1050248" y="82044"/>
                </a:lnTo>
                <a:lnTo>
                  <a:pt x="1051308" y="80560"/>
                </a:lnTo>
                <a:lnTo>
                  <a:pt x="1052156" y="78864"/>
                </a:lnTo>
                <a:lnTo>
                  <a:pt x="1052580" y="77168"/>
                </a:lnTo>
                <a:lnTo>
                  <a:pt x="1052792" y="75472"/>
                </a:lnTo>
                <a:lnTo>
                  <a:pt x="1052792" y="73776"/>
                </a:lnTo>
                <a:lnTo>
                  <a:pt x="1052368" y="71868"/>
                </a:lnTo>
                <a:lnTo>
                  <a:pt x="1051732" y="70172"/>
                </a:lnTo>
                <a:lnTo>
                  <a:pt x="1050460" y="68052"/>
                </a:lnTo>
                <a:lnTo>
                  <a:pt x="1048976" y="65720"/>
                </a:lnTo>
                <a:lnTo>
                  <a:pt x="1047492" y="63812"/>
                </a:lnTo>
                <a:lnTo>
                  <a:pt x="1045796" y="61904"/>
                </a:lnTo>
                <a:lnTo>
                  <a:pt x="1044100" y="60208"/>
                </a:lnTo>
                <a:lnTo>
                  <a:pt x="1041980" y="58512"/>
                </a:lnTo>
                <a:lnTo>
                  <a:pt x="1039860" y="57028"/>
                </a:lnTo>
                <a:lnTo>
                  <a:pt x="1037528" y="55756"/>
                </a:lnTo>
                <a:lnTo>
                  <a:pt x="1035196" y="54484"/>
                </a:lnTo>
                <a:lnTo>
                  <a:pt x="1033076" y="53636"/>
                </a:lnTo>
                <a:lnTo>
                  <a:pt x="1030744" y="53000"/>
                </a:lnTo>
                <a:lnTo>
                  <a:pt x="1028200" y="52364"/>
                </a:lnTo>
                <a:lnTo>
                  <a:pt x="1026292" y="52152"/>
                </a:lnTo>
                <a:lnTo>
                  <a:pt x="1024172" y="51940"/>
                </a:lnTo>
                <a:lnTo>
                  <a:pt x="1022052" y="52152"/>
                </a:lnTo>
                <a:lnTo>
                  <a:pt x="1020356" y="52152"/>
                </a:lnTo>
                <a:lnTo>
                  <a:pt x="1018660" y="52576"/>
                </a:lnTo>
                <a:lnTo>
                  <a:pt x="1016752" y="53000"/>
                </a:lnTo>
                <a:lnTo>
                  <a:pt x="1015056" y="53636"/>
                </a:lnTo>
                <a:lnTo>
                  <a:pt x="1013148" y="54484"/>
                </a:lnTo>
                <a:lnTo>
                  <a:pt x="1011240" y="55544"/>
                </a:lnTo>
                <a:lnTo>
                  <a:pt x="1009756" y="56604"/>
                </a:lnTo>
                <a:lnTo>
                  <a:pt x="1008484" y="57452"/>
                </a:lnTo>
                <a:lnTo>
                  <a:pt x="1007424" y="58724"/>
                </a:lnTo>
                <a:lnTo>
                  <a:pt x="1006364" y="59784"/>
                </a:lnTo>
                <a:lnTo>
                  <a:pt x="1005516" y="61268"/>
                </a:lnTo>
                <a:lnTo>
                  <a:pt x="1004880" y="62540"/>
                </a:lnTo>
                <a:lnTo>
                  <a:pt x="1004668" y="64024"/>
                </a:lnTo>
                <a:lnTo>
                  <a:pt x="1004244" y="65720"/>
                </a:lnTo>
                <a:lnTo>
                  <a:pt x="1004244" y="66992"/>
                </a:lnTo>
                <a:lnTo>
                  <a:pt x="1004456" y="68900"/>
                </a:lnTo>
                <a:lnTo>
                  <a:pt x="1004668" y="70384"/>
                </a:lnTo>
                <a:lnTo>
                  <a:pt x="1005304" y="72292"/>
                </a:lnTo>
                <a:lnTo>
                  <a:pt x="1005728" y="73988"/>
                </a:lnTo>
                <a:lnTo>
                  <a:pt x="1007636" y="77804"/>
                </a:lnTo>
                <a:lnTo>
                  <a:pt x="1008696" y="80136"/>
                </a:lnTo>
                <a:lnTo>
                  <a:pt x="1010180" y="82468"/>
                </a:lnTo>
                <a:lnTo>
                  <a:pt x="1013572" y="86920"/>
                </a:lnTo>
                <a:lnTo>
                  <a:pt x="1016116" y="90312"/>
                </a:lnTo>
                <a:lnTo>
                  <a:pt x="1019508" y="93916"/>
                </a:lnTo>
                <a:close/>
                <a:moveTo>
                  <a:pt x="1088620" y="144160"/>
                </a:moveTo>
                <a:lnTo>
                  <a:pt x="1092224" y="143312"/>
                </a:lnTo>
                <a:lnTo>
                  <a:pt x="1093920" y="139496"/>
                </a:lnTo>
                <a:lnTo>
                  <a:pt x="1094980" y="136104"/>
                </a:lnTo>
                <a:lnTo>
                  <a:pt x="1094980" y="0"/>
                </a:lnTo>
                <a:lnTo>
                  <a:pt x="1121480" y="0"/>
                </a:lnTo>
                <a:lnTo>
                  <a:pt x="1122964" y="1484"/>
                </a:lnTo>
                <a:lnTo>
                  <a:pt x="1125508" y="4240"/>
                </a:lnTo>
                <a:lnTo>
                  <a:pt x="1127628" y="7208"/>
                </a:lnTo>
                <a:lnTo>
                  <a:pt x="1130172" y="11024"/>
                </a:lnTo>
                <a:lnTo>
                  <a:pt x="1132504" y="15052"/>
                </a:lnTo>
                <a:lnTo>
                  <a:pt x="1136744" y="23744"/>
                </a:lnTo>
                <a:lnTo>
                  <a:pt x="1144164" y="39432"/>
                </a:lnTo>
                <a:lnTo>
                  <a:pt x="1147344" y="46004"/>
                </a:lnTo>
                <a:lnTo>
                  <a:pt x="1150312" y="51516"/>
                </a:lnTo>
                <a:lnTo>
                  <a:pt x="1153280" y="56604"/>
                </a:lnTo>
                <a:lnTo>
                  <a:pt x="1153280" y="12296"/>
                </a:lnTo>
                <a:lnTo>
                  <a:pt x="1152220" y="8904"/>
                </a:lnTo>
                <a:lnTo>
                  <a:pt x="1150524" y="5088"/>
                </a:lnTo>
                <a:lnTo>
                  <a:pt x="1146920" y="4240"/>
                </a:lnTo>
                <a:lnTo>
                  <a:pt x="1146920" y="0"/>
                </a:lnTo>
                <a:lnTo>
                  <a:pt x="1178720" y="0"/>
                </a:lnTo>
                <a:lnTo>
                  <a:pt x="1178720" y="4240"/>
                </a:lnTo>
                <a:lnTo>
                  <a:pt x="1175116" y="5088"/>
                </a:lnTo>
                <a:lnTo>
                  <a:pt x="1173420" y="8904"/>
                </a:lnTo>
                <a:lnTo>
                  <a:pt x="1172360" y="12296"/>
                </a:lnTo>
                <a:lnTo>
                  <a:pt x="1172360" y="74200"/>
                </a:lnTo>
                <a:lnTo>
                  <a:pt x="1172360" y="75048"/>
                </a:lnTo>
                <a:lnTo>
                  <a:pt x="1171936" y="76108"/>
                </a:lnTo>
                <a:lnTo>
                  <a:pt x="1171512" y="76956"/>
                </a:lnTo>
                <a:lnTo>
                  <a:pt x="1171088" y="77592"/>
                </a:lnTo>
                <a:lnTo>
                  <a:pt x="1170240" y="78440"/>
                </a:lnTo>
                <a:lnTo>
                  <a:pt x="1169392" y="79076"/>
                </a:lnTo>
                <a:lnTo>
                  <a:pt x="1168332" y="79712"/>
                </a:lnTo>
                <a:lnTo>
                  <a:pt x="1167272" y="80136"/>
                </a:lnTo>
                <a:lnTo>
                  <a:pt x="1166212" y="80560"/>
                </a:lnTo>
                <a:lnTo>
                  <a:pt x="1163668" y="80984"/>
                </a:lnTo>
                <a:lnTo>
                  <a:pt x="1162396" y="80984"/>
                </a:lnTo>
                <a:lnTo>
                  <a:pt x="1160276" y="80772"/>
                </a:lnTo>
                <a:lnTo>
                  <a:pt x="1158368" y="80348"/>
                </a:lnTo>
                <a:lnTo>
                  <a:pt x="1156248" y="79924"/>
                </a:lnTo>
                <a:lnTo>
                  <a:pt x="1152856" y="78440"/>
                </a:lnTo>
                <a:lnTo>
                  <a:pt x="1149676" y="76744"/>
                </a:lnTo>
                <a:lnTo>
                  <a:pt x="1146496" y="74624"/>
                </a:lnTo>
                <a:lnTo>
                  <a:pt x="1143528" y="71868"/>
                </a:lnTo>
                <a:lnTo>
                  <a:pt x="1140772" y="68900"/>
                </a:lnTo>
                <a:lnTo>
                  <a:pt x="1138652" y="66144"/>
                </a:lnTo>
                <a:lnTo>
                  <a:pt x="1136320" y="62752"/>
                </a:lnTo>
                <a:lnTo>
                  <a:pt x="1133776" y="58724"/>
                </a:lnTo>
                <a:lnTo>
                  <a:pt x="1131444" y="54484"/>
                </a:lnTo>
                <a:lnTo>
                  <a:pt x="1127204" y="46004"/>
                </a:lnTo>
                <a:lnTo>
                  <a:pt x="1118088" y="26500"/>
                </a:lnTo>
                <a:lnTo>
                  <a:pt x="1114060" y="18868"/>
                </a:lnTo>
                <a:lnTo>
                  <a:pt x="1114060" y="136104"/>
                </a:lnTo>
                <a:lnTo>
                  <a:pt x="1115120" y="139496"/>
                </a:lnTo>
                <a:lnTo>
                  <a:pt x="1116816" y="143312"/>
                </a:lnTo>
                <a:lnTo>
                  <a:pt x="1120420" y="144160"/>
                </a:lnTo>
                <a:lnTo>
                  <a:pt x="1120420" y="148400"/>
                </a:lnTo>
                <a:lnTo>
                  <a:pt x="1088620" y="148400"/>
                </a:lnTo>
                <a:close/>
              </a:path>
            </a:pathLst>
          </a:custGeom>
          <a:solidFill>
            <a:srgbClr val="000000"/>
          </a:solidFill>
          <a:ln>
            <a:noFill/>
          </a:ln>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SERIF CONSTRUCTION"/>
          <p:cNvSpPr txBox="1"/>
          <p:nvPr/>
        </p:nvSpPr>
        <p:spPr>
          <a:xfrm>
            <a:off x="10369296" y="348386"/>
            <a:ext cx="1194816"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SERIF CONSTRUCTION</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5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05 / 14</a:t>
            </a:r>
          </a:p>
        </p:txBody>
      </p:sp>
      <p:sp>
        <p:nvSpPr>
          <p:cNvPr id="6" name="Letter construction"/>
          <p:cNvSpPr txBox="1"/>
          <p:nvPr/>
        </p:nvSpPr>
        <p:spPr>
          <a:xfrm>
            <a:off x="624840" y="859688"/>
            <a:ext cx="6667134" cy="1074420"/>
          </a:xfrm>
          <a:prstGeom prst="rect">
            <a:avLst/>
          </a:prstGeom>
          <a:noFill/>
        </p:spPr>
        <p:txBody>
          <a:bodyPr wrap="none" tIns="0" bIns="0" lIns="0" rIns="0" anchor="t">
            <a:spAutoFit/>
          </a:bodyPr>
          <a:lstStyle/>
          <a:p>
            <a:pPr>
              <a:lnSpc>
                <a:spcPct val="100000"/>
              </a:lnSpc>
              <a:spcBef>
                <a:spcPts val="0"/>
              </a:spcBef>
              <a:spcAft>
                <a:spcPts val="0"/>
              </a:spcAft>
            </a:pPr>
            <a:r>
              <a:rPr sz="5640" kern="400000">
                <a:solidFill>
                  <a:srgbClr val="000000"/>
                </a:solidFill>
                <a:latin typeface="Instrument Sans"/>
              </a:rPr>
              <a:t>Letter construction</a:t>
            </a:r>
          </a:p>
        </p:txBody>
      </p:sp>
      <p:sp>
        <p:nvSpPr>
          <p:cNvPr id="7" name="AEN / U+10C24"/>
          <p:cNvSpPr txBox="1"/>
          <p:nvPr/>
        </p:nvSpPr>
        <p:spPr>
          <a:xfrm>
            <a:off x="670560" y="2123237"/>
            <a:ext cx="1124712" cy="205740"/>
          </a:xfrm>
          <a:prstGeom prst="rect">
            <a:avLst/>
          </a:prstGeom>
          <a:noFill/>
        </p:spPr>
        <p:txBody>
          <a:bodyPr wrap="none" tIns="0" bIns="0" lIns="0" rIns="0" anchor="t">
            <a:spAutoFit/>
          </a:bodyPr>
          <a:lstStyle/>
          <a:p>
            <a:pPr>
              <a:lnSpc>
                <a:spcPct val="100000"/>
              </a:lnSpc>
              <a:spcBef>
                <a:spcPts val="0"/>
              </a:spcBef>
              <a:spcAft>
                <a:spcPts val="0"/>
              </a:spcAft>
            </a:pPr>
            <a:r>
              <a:rPr sz="1080" kern="400000">
                <a:solidFill>
                  <a:srgbClr val="000000"/>
                </a:solidFill>
                <a:latin typeface="JetBrains Mono"/>
              </a:rPr>
              <a:t>AEN / U+10C24</a:t>
            </a:r>
          </a:p>
        </p:txBody>
      </p:sp>
      <p:sp>
        <p:nvSpPr>
          <p:cNvPr id="8" name="Rule"/>
          <p:cNvSpPr/>
          <p:nvPr/>
        </p:nvSpPr>
        <p:spPr>
          <a:xfrm>
            <a:off x="670560" y="2430780"/>
            <a:ext cx="3291840" cy="8"/>
          </a:xfrm>
          <a:custGeom>
            <a:avLst/>
            <a:gdLst/>
            <a:ahLst/>
            <a:cxnLst/>
            <a:rect l="l" t="t" r="r" b="b"/>
            <a:pathLst>
              <a:path w="432000" h="1" stroke="1" fill="none">
                <a:moveTo>
                  <a:pt x="0" y="0"/>
                </a:moveTo>
                <a:lnTo>
                  <a:pt x="432000" y="0"/>
                </a:lnTo>
              </a:path>
            </a:pathLst>
          </a:custGeom>
          <a:noFill/>
          <a:ln w="7620">
            <a:solidFill>
              <a:srgbClr val="000000"/>
            </a:solidFill>
          </a:ln>
        </p:spPr>
        <p:txBody>
          <a:bodyPr rtlCol="0" anchor="ctr"/>
          <a:lstStyle/>
          <a:p>
            <a:pPr algn="ctr"/>
          </a:p>
        </p:txBody>
      </p:sp>
      <p:sp>
        <p:nvSpPr>
          <p:cNvPr id="9" name="REFERENCE"/>
          <p:cNvSpPr txBox="1"/>
          <p:nvPr/>
        </p:nvSpPr>
        <p:spPr>
          <a:xfrm>
            <a:off x="670560" y="2619146"/>
            <a:ext cx="61874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REFERENCE</a:t>
            </a:r>
          </a:p>
        </p:txBody>
      </p:sp>
      <p:sp>
        <p:nvSpPr>
          <p:cNvPr id="10" name="NEW ORKHON"/>
          <p:cNvSpPr txBox="1"/>
          <p:nvPr/>
        </p:nvSpPr>
        <p:spPr>
          <a:xfrm>
            <a:off x="2651760" y="2619146"/>
            <a:ext cx="68275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NEW ORKHON</a:t>
            </a:r>
          </a:p>
        </p:txBody>
      </p:sp>
      <p:sp>
        <p:nvSpPr>
          <p:cNvPr id="11" name="𐰤"/>
          <p:cNvSpPr/>
          <p:nvPr/>
        </p:nvSpPr>
        <p:spPr>
          <a:xfrm>
            <a:off x="823417" y="3291230"/>
            <a:ext cx="1096366" cy="1196950"/>
          </a:xfrm>
          <a:custGeom>
            <a:avLst/>
            <a:gdLst/>
            <a:ahLst/>
            <a:cxnLst/>
            <a:rect l="l" t="t" r="r" b="b"/>
            <a:pathLst>
              <a:path w="143880" h="157080" stroke="1" fill="none">
                <a:moveTo>
                  <a:pt x="0" y="157080"/>
                </a:moveTo>
                <a:lnTo>
                  <a:pt x="0" y="73040"/>
                </a:lnTo>
                <a:lnTo>
                  <a:pt x="19800" y="73040"/>
                </a:lnTo>
                <a:lnTo>
                  <a:pt x="62040" y="99220"/>
                </a:lnTo>
                <a:lnTo>
                  <a:pt x="62040" y="0"/>
                </a:lnTo>
                <a:lnTo>
                  <a:pt x="81840" y="0"/>
                </a:lnTo>
                <a:lnTo>
                  <a:pt x="81840" y="38940"/>
                </a:lnTo>
                <a:lnTo>
                  <a:pt x="124080" y="63140"/>
                </a:lnTo>
                <a:lnTo>
                  <a:pt x="124080" y="0"/>
                </a:lnTo>
                <a:lnTo>
                  <a:pt x="143880" y="0"/>
                </a:lnTo>
                <a:lnTo>
                  <a:pt x="143880" y="84260"/>
                </a:lnTo>
                <a:lnTo>
                  <a:pt x="124080" y="84260"/>
                </a:lnTo>
                <a:lnTo>
                  <a:pt x="81840" y="60280"/>
                </a:lnTo>
                <a:lnTo>
                  <a:pt x="81840" y="157080"/>
                </a:lnTo>
                <a:lnTo>
                  <a:pt x="62040" y="157080"/>
                </a:lnTo>
                <a:lnTo>
                  <a:pt x="62040" y="120560"/>
                </a:lnTo>
                <a:lnTo>
                  <a:pt x="19800" y="94160"/>
                </a:lnTo>
                <a:lnTo>
                  <a:pt x="19800" y="157080"/>
                </a:lnTo>
                <a:close/>
              </a:path>
            </a:pathLst>
          </a:custGeom>
          <a:noFill/>
          <a:ln w="9906">
            <a:solidFill>
              <a:srgbClr val="000000"/>
            </a:solidFill>
          </a:ln>
        </p:spPr>
        <p:txBody>
          <a:bodyPr rtlCol="0" anchor="ctr"/>
          <a:lstStyle/>
          <a:p>
            <a:pPr algn="ctr"/>
          </a:p>
        </p:txBody>
      </p:sp>
      <p:sp>
        <p:nvSpPr>
          <p:cNvPr id="12" name="𐰤"/>
          <p:cNvSpPr/>
          <p:nvPr/>
        </p:nvSpPr>
        <p:spPr>
          <a:xfrm>
            <a:off x="2631948" y="3070860"/>
            <a:ext cx="1228344" cy="1653540"/>
          </a:xfrm>
          <a:custGeom>
            <a:avLst/>
            <a:gdLst/>
            <a:ahLst/>
            <a:cxnLst/>
            <a:rect l="l" t="t" r="r" b="b"/>
            <a:pathLst>
              <a:path w="161200" h="217000" stroke="0">
                <a:moveTo>
                  <a:pt x="5270" y="209560"/>
                </a:moveTo>
                <a:lnTo>
                  <a:pt x="7750" y="203980"/>
                </a:lnTo>
                <a:lnTo>
                  <a:pt x="9300" y="199020"/>
                </a:lnTo>
                <a:lnTo>
                  <a:pt x="9300" y="17980"/>
                </a:lnTo>
                <a:lnTo>
                  <a:pt x="7750" y="13020"/>
                </a:lnTo>
                <a:lnTo>
                  <a:pt x="5270" y="7440"/>
                </a:lnTo>
                <a:lnTo>
                  <a:pt x="0" y="6200"/>
                </a:lnTo>
                <a:lnTo>
                  <a:pt x="0" y="0"/>
                </a:lnTo>
                <a:lnTo>
                  <a:pt x="23250" y="0"/>
                </a:lnTo>
                <a:lnTo>
                  <a:pt x="38130" y="0"/>
                </a:lnTo>
                <a:lnTo>
                  <a:pt x="46500" y="0"/>
                </a:lnTo>
                <a:lnTo>
                  <a:pt x="46500" y="6200"/>
                </a:lnTo>
                <a:lnTo>
                  <a:pt x="41850" y="7130"/>
                </a:lnTo>
                <a:lnTo>
                  <a:pt x="124000" y="162440"/>
                </a:lnTo>
                <a:lnTo>
                  <a:pt x="124000" y="17980"/>
                </a:lnTo>
                <a:lnTo>
                  <a:pt x="122450" y="13020"/>
                </a:lnTo>
                <a:lnTo>
                  <a:pt x="119970" y="7440"/>
                </a:lnTo>
                <a:lnTo>
                  <a:pt x="114700" y="6200"/>
                </a:lnTo>
                <a:lnTo>
                  <a:pt x="114700" y="0"/>
                </a:lnTo>
                <a:lnTo>
                  <a:pt x="161200" y="0"/>
                </a:lnTo>
                <a:lnTo>
                  <a:pt x="161200" y="6200"/>
                </a:lnTo>
                <a:lnTo>
                  <a:pt x="155930" y="7440"/>
                </a:lnTo>
                <a:lnTo>
                  <a:pt x="153450" y="13020"/>
                </a:lnTo>
                <a:lnTo>
                  <a:pt x="151900" y="17980"/>
                </a:lnTo>
                <a:lnTo>
                  <a:pt x="151900" y="199020"/>
                </a:lnTo>
                <a:lnTo>
                  <a:pt x="153450" y="203980"/>
                </a:lnTo>
                <a:lnTo>
                  <a:pt x="155930" y="209560"/>
                </a:lnTo>
                <a:lnTo>
                  <a:pt x="161200" y="210800"/>
                </a:lnTo>
                <a:lnTo>
                  <a:pt x="161200" y="217000"/>
                </a:lnTo>
                <a:lnTo>
                  <a:pt x="137950" y="217000"/>
                </a:lnTo>
                <a:lnTo>
                  <a:pt x="123070" y="217000"/>
                </a:lnTo>
                <a:lnTo>
                  <a:pt x="114700" y="217000"/>
                </a:lnTo>
                <a:lnTo>
                  <a:pt x="114700" y="210800"/>
                </a:lnTo>
                <a:lnTo>
                  <a:pt x="119350" y="209870"/>
                </a:lnTo>
                <a:lnTo>
                  <a:pt x="37200" y="54560"/>
                </a:lnTo>
                <a:lnTo>
                  <a:pt x="37200" y="199020"/>
                </a:lnTo>
                <a:lnTo>
                  <a:pt x="38750" y="203980"/>
                </a:lnTo>
                <a:lnTo>
                  <a:pt x="41230" y="209560"/>
                </a:lnTo>
                <a:lnTo>
                  <a:pt x="46500" y="210800"/>
                </a:lnTo>
                <a:lnTo>
                  <a:pt x="46500" y="217000"/>
                </a:lnTo>
                <a:lnTo>
                  <a:pt x="0" y="217000"/>
                </a:lnTo>
                <a:lnTo>
                  <a:pt x="0" y="210800"/>
                </a:lnTo>
                <a:close/>
              </a:path>
            </a:pathLst>
          </a:custGeom>
          <a:solidFill>
            <a:srgbClr val="000000"/>
          </a:solidFill>
          <a:ln>
            <a:noFill/>
          </a:ln>
        </p:spPr>
        <p:txBody>
          <a:bodyPr rtlCol="0" anchor="ctr"/>
          <a:lstStyle/>
          <a:p>
            <a:pPr algn="ctr"/>
          </a:p>
        </p:txBody>
      </p:sp>
      <p:sp>
        <p:nvSpPr>
          <p:cNvPr id="13" name="Two uprights and one diagonal"/>
          <p:cNvSpPr txBox="1"/>
          <p:nvPr/>
        </p:nvSpPr>
        <p:spPr>
          <a:xfrm>
            <a:off x="670560" y="5407609"/>
            <a:ext cx="2429104" cy="251460"/>
          </a:xfrm>
          <a:prstGeom prst="rect">
            <a:avLst/>
          </a:prstGeom>
          <a:noFill/>
        </p:spPr>
        <p:txBody>
          <a:bodyPr wrap="none" tIns="0" bIns="0" lIns="0" rIns="0" anchor="t">
            <a:spAutoFit/>
          </a:bodyPr>
          <a:lstStyle/>
          <a:p>
            <a:pPr>
              <a:lnSpc>
                <a:spcPct val="100000"/>
              </a:lnSpc>
              <a:spcBef>
                <a:spcPts val="0"/>
              </a:spcBef>
              <a:spcAft>
                <a:spcPts val="0"/>
              </a:spcAft>
            </a:pPr>
            <a:r>
              <a:rPr sz="1320" kern="400000">
                <a:solidFill>
                  <a:srgbClr val="000000"/>
                </a:solidFill>
                <a:latin typeface="Instrument Sans"/>
              </a:rPr>
              <a:t>Two uprights and one diagonal</a:t>
            </a:r>
          </a:p>
        </p:txBody>
      </p:sp>
      <p:sp>
        <p:nvSpPr>
          <p:cNvPr id="14" name="EM / U+10C22"/>
          <p:cNvSpPr txBox="1"/>
          <p:nvPr/>
        </p:nvSpPr>
        <p:spPr>
          <a:xfrm>
            <a:off x="4450080" y="2123237"/>
            <a:ext cx="1042416" cy="205740"/>
          </a:xfrm>
          <a:prstGeom prst="rect">
            <a:avLst/>
          </a:prstGeom>
          <a:noFill/>
        </p:spPr>
        <p:txBody>
          <a:bodyPr wrap="none" tIns="0" bIns="0" lIns="0" rIns="0" anchor="t">
            <a:spAutoFit/>
          </a:bodyPr>
          <a:lstStyle/>
          <a:p>
            <a:pPr>
              <a:lnSpc>
                <a:spcPct val="100000"/>
              </a:lnSpc>
              <a:spcBef>
                <a:spcPts val="0"/>
              </a:spcBef>
              <a:spcAft>
                <a:spcPts val="0"/>
              </a:spcAft>
            </a:pPr>
            <a:r>
              <a:rPr sz="1080" kern="400000">
                <a:solidFill>
                  <a:srgbClr val="000000"/>
                </a:solidFill>
                <a:latin typeface="JetBrains Mono"/>
              </a:rPr>
              <a:t>EM / U+10C22</a:t>
            </a:r>
          </a:p>
        </p:txBody>
      </p:sp>
      <p:sp>
        <p:nvSpPr>
          <p:cNvPr id="15" name="Rule"/>
          <p:cNvSpPr/>
          <p:nvPr/>
        </p:nvSpPr>
        <p:spPr>
          <a:xfrm>
            <a:off x="4450080" y="2430780"/>
            <a:ext cx="3291840" cy="8"/>
          </a:xfrm>
          <a:custGeom>
            <a:avLst/>
            <a:gdLst/>
            <a:ahLst/>
            <a:cxnLst/>
            <a:rect l="l" t="t" r="r" b="b"/>
            <a:pathLst>
              <a:path w="432000" h="1" stroke="1" fill="none">
                <a:moveTo>
                  <a:pt x="0" y="0"/>
                </a:moveTo>
                <a:lnTo>
                  <a:pt x="432000" y="0"/>
                </a:lnTo>
              </a:path>
            </a:pathLst>
          </a:custGeom>
          <a:noFill/>
          <a:ln w="7620">
            <a:solidFill>
              <a:srgbClr val="000000"/>
            </a:solidFill>
          </a:ln>
        </p:spPr>
        <p:txBody>
          <a:bodyPr rtlCol="0" anchor="ctr"/>
          <a:lstStyle/>
          <a:p>
            <a:pPr algn="ctr"/>
          </a:p>
        </p:txBody>
      </p:sp>
      <p:sp>
        <p:nvSpPr>
          <p:cNvPr id="16" name="REFERENCE"/>
          <p:cNvSpPr txBox="1"/>
          <p:nvPr/>
        </p:nvSpPr>
        <p:spPr>
          <a:xfrm>
            <a:off x="4450080" y="2619146"/>
            <a:ext cx="61874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REFERENCE</a:t>
            </a:r>
          </a:p>
        </p:txBody>
      </p:sp>
      <p:sp>
        <p:nvSpPr>
          <p:cNvPr id="17" name="NEW ORKHON"/>
          <p:cNvSpPr txBox="1"/>
          <p:nvPr/>
        </p:nvSpPr>
        <p:spPr>
          <a:xfrm>
            <a:off x="6431280" y="2619146"/>
            <a:ext cx="68275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NEW ORKHON</a:t>
            </a:r>
          </a:p>
        </p:txBody>
      </p:sp>
      <p:sp>
        <p:nvSpPr>
          <p:cNvPr id="18" name="𐰢"/>
          <p:cNvSpPr/>
          <p:nvPr/>
        </p:nvSpPr>
        <p:spPr>
          <a:xfrm>
            <a:off x="4570247" y="3267761"/>
            <a:ext cx="1213714" cy="1252271"/>
          </a:xfrm>
          <a:custGeom>
            <a:avLst/>
            <a:gdLst/>
            <a:ahLst/>
            <a:cxnLst/>
            <a:rect l="l" t="t" r="r" b="b"/>
            <a:pathLst>
              <a:path w="159280" h="164340" stroke="1" fill="none">
                <a:moveTo>
                  <a:pt x="73700" y="164340"/>
                </a:moveTo>
                <a:lnTo>
                  <a:pt x="62040" y="152900"/>
                </a:lnTo>
                <a:lnTo>
                  <a:pt x="88660" y="126940"/>
                </a:lnTo>
                <a:lnTo>
                  <a:pt x="50600" y="93500"/>
                </a:lnTo>
                <a:lnTo>
                  <a:pt x="0" y="137720"/>
                </a:lnTo>
                <a:lnTo>
                  <a:pt x="0" y="114620"/>
                </a:lnTo>
                <a:lnTo>
                  <a:pt x="37400" y="82060"/>
                </a:lnTo>
                <a:lnTo>
                  <a:pt x="0" y="49280"/>
                </a:lnTo>
                <a:lnTo>
                  <a:pt x="0" y="26180"/>
                </a:lnTo>
                <a:lnTo>
                  <a:pt x="50600" y="70400"/>
                </a:lnTo>
                <a:lnTo>
                  <a:pt x="88440" y="37400"/>
                </a:lnTo>
                <a:lnTo>
                  <a:pt x="62040" y="12100"/>
                </a:lnTo>
                <a:lnTo>
                  <a:pt x="73700" y="0"/>
                </a:lnTo>
                <a:lnTo>
                  <a:pt x="159280" y="82280"/>
                </a:lnTo>
                <a:close/>
                <a:moveTo>
                  <a:pt x="101200" y="114840"/>
                </a:moveTo>
                <a:lnTo>
                  <a:pt x="135080" y="82280"/>
                </a:lnTo>
                <a:lnTo>
                  <a:pt x="101200" y="49500"/>
                </a:lnTo>
                <a:lnTo>
                  <a:pt x="63800" y="82060"/>
                </a:lnTo>
                <a:close/>
              </a:path>
            </a:pathLst>
          </a:custGeom>
          <a:noFill/>
          <a:ln w="9906">
            <a:solidFill>
              <a:srgbClr val="000000"/>
            </a:solidFill>
          </a:ln>
        </p:spPr>
        <p:txBody>
          <a:bodyPr rtlCol="0" anchor="ctr"/>
          <a:lstStyle/>
          <a:p>
            <a:pPr algn="ctr"/>
          </a:p>
        </p:txBody>
      </p:sp>
      <p:sp>
        <p:nvSpPr>
          <p:cNvPr id="19" name="𐰢"/>
          <p:cNvSpPr/>
          <p:nvPr/>
        </p:nvSpPr>
        <p:spPr>
          <a:xfrm>
            <a:off x="6461074" y="3070860"/>
            <a:ext cx="1096061" cy="1653540"/>
          </a:xfrm>
          <a:custGeom>
            <a:avLst/>
            <a:gdLst/>
            <a:ahLst/>
            <a:cxnLst/>
            <a:rect l="l" t="t" r="r" b="b"/>
            <a:pathLst>
              <a:path w="143840" h="217000" stroke="0">
                <a:moveTo>
                  <a:pt x="121520" y="204290"/>
                </a:moveTo>
                <a:lnTo>
                  <a:pt x="124930" y="206770"/>
                </a:lnTo>
                <a:lnTo>
                  <a:pt x="128650" y="209250"/>
                </a:lnTo>
                <a:lnTo>
                  <a:pt x="135160" y="212660"/>
                </a:lnTo>
                <a:lnTo>
                  <a:pt x="143840" y="217000"/>
                </a:lnTo>
                <a:lnTo>
                  <a:pt x="116870" y="217000"/>
                </a:lnTo>
                <a:lnTo>
                  <a:pt x="99510" y="217000"/>
                </a:lnTo>
                <a:lnTo>
                  <a:pt x="89590" y="217000"/>
                </a:lnTo>
                <a:lnTo>
                  <a:pt x="89590" y="214520"/>
                </a:lnTo>
                <a:lnTo>
                  <a:pt x="89590" y="212660"/>
                </a:lnTo>
                <a:lnTo>
                  <a:pt x="88350" y="209250"/>
                </a:lnTo>
                <a:lnTo>
                  <a:pt x="87420" y="207390"/>
                </a:lnTo>
                <a:lnTo>
                  <a:pt x="86490" y="205530"/>
                </a:lnTo>
                <a:lnTo>
                  <a:pt x="84940" y="203670"/>
                </a:lnTo>
                <a:lnTo>
                  <a:pt x="83080" y="201190"/>
                </a:lnTo>
                <a:lnTo>
                  <a:pt x="50530" y="169880"/>
                </a:lnTo>
                <a:lnTo>
                  <a:pt x="40300" y="160270"/>
                </a:lnTo>
                <a:lnTo>
                  <a:pt x="18600" y="140740"/>
                </a:lnTo>
                <a:lnTo>
                  <a:pt x="11780" y="133920"/>
                </a:lnTo>
                <a:lnTo>
                  <a:pt x="8370" y="130200"/>
                </a:lnTo>
                <a:lnTo>
                  <a:pt x="5890" y="126480"/>
                </a:lnTo>
                <a:lnTo>
                  <a:pt x="4340" y="124000"/>
                </a:lnTo>
                <a:lnTo>
                  <a:pt x="3720" y="122760"/>
                </a:lnTo>
                <a:lnTo>
                  <a:pt x="2790" y="119350"/>
                </a:lnTo>
                <a:lnTo>
                  <a:pt x="2480" y="116250"/>
                </a:lnTo>
                <a:lnTo>
                  <a:pt x="2790" y="114700"/>
                </a:lnTo>
                <a:lnTo>
                  <a:pt x="3410" y="113150"/>
                </a:lnTo>
                <a:lnTo>
                  <a:pt x="4650" y="110360"/>
                </a:lnTo>
                <a:lnTo>
                  <a:pt x="6510" y="108500"/>
                </a:lnTo>
                <a:lnTo>
                  <a:pt x="9610" y="106020"/>
                </a:lnTo>
                <a:lnTo>
                  <a:pt x="11160" y="105090"/>
                </a:lnTo>
                <a:lnTo>
                  <a:pt x="14880" y="103540"/>
                </a:lnTo>
                <a:lnTo>
                  <a:pt x="19220" y="102300"/>
                </a:lnTo>
                <a:lnTo>
                  <a:pt x="26040" y="101060"/>
                </a:lnTo>
                <a:lnTo>
                  <a:pt x="35340" y="100440"/>
                </a:lnTo>
                <a:lnTo>
                  <a:pt x="54250" y="99200"/>
                </a:lnTo>
                <a:lnTo>
                  <a:pt x="62000" y="98270"/>
                </a:lnTo>
                <a:lnTo>
                  <a:pt x="65410" y="97650"/>
                </a:lnTo>
                <a:lnTo>
                  <a:pt x="68820" y="96720"/>
                </a:lnTo>
                <a:lnTo>
                  <a:pt x="71610" y="95790"/>
                </a:lnTo>
                <a:lnTo>
                  <a:pt x="74710" y="94240"/>
                </a:lnTo>
                <a:lnTo>
                  <a:pt x="77500" y="92690"/>
                </a:lnTo>
                <a:lnTo>
                  <a:pt x="80600" y="90830"/>
                </a:lnTo>
                <a:lnTo>
                  <a:pt x="83390" y="88660"/>
                </a:lnTo>
                <a:lnTo>
                  <a:pt x="86490" y="86180"/>
                </a:lnTo>
                <a:lnTo>
                  <a:pt x="89280" y="83700"/>
                </a:lnTo>
                <a:lnTo>
                  <a:pt x="91760" y="80910"/>
                </a:lnTo>
                <a:lnTo>
                  <a:pt x="94550" y="77810"/>
                </a:lnTo>
                <a:lnTo>
                  <a:pt x="96720" y="74710"/>
                </a:lnTo>
                <a:lnTo>
                  <a:pt x="98580" y="71300"/>
                </a:lnTo>
                <a:lnTo>
                  <a:pt x="100440" y="68200"/>
                </a:lnTo>
                <a:lnTo>
                  <a:pt x="101680" y="64790"/>
                </a:lnTo>
                <a:lnTo>
                  <a:pt x="102610" y="61380"/>
                </a:lnTo>
                <a:lnTo>
                  <a:pt x="103230" y="58280"/>
                </a:lnTo>
                <a:lnTo>
                  <a:pt x="103230" y="54870"/>
                </a:lnTo>
                <a:lnTo>
                  <a:pt x="103230" y="51770"/>
                </a:lnTo>
                <a:lnTo>
                  <a:pt x="102610" y="48670"/>
                </a:lnTo>
                <a:lnTo>
                  <a:pt x="101680" y="45880"/>
                </a:lnTo>
                <a:lnTo>
                  <a:pt x="100130" y="43090"/>
                </a:lnTo>
                <a:lnTo>
                  <a:pt x="98580" y="40610"/>
                </a:lnTo>
                <a:lnTo>
                  <a:pt x="96720" y="38130"/>
                </a:lnTo>
                <a:lnTo>
                  <a:pt x="94550" y="35960"/>
                </a:lnTo>
                <a:lnTo>
                  <a:pt x="92070" y="34100"/>
                </a:lnTo>
                <a:lnTo>
                  <a:pt x="88970" y="32240"/>
                </a:lnTo>
                <a:lnTo>
                  <a:pt x="85870" y="30380"/>
                </a:lnTo>
                <a:lnTo>
                  <a:pt x="82770" y="28830"/>
                </a:lnTo>
                <a:lnTo>
                  <a:pt x="75330" y="25730"/>
                </a:lnTo>
                <a:lnTo>
                  <a:pt x="71610" y="24490"/>
                </a:lnTo>
                <a:lnTo>
                  <a:pt x="64170" y="22630"/>
                </a:lnTo>
                <a:lnTo>
                  <a:pt x="60140" y="21700"/>
                </a:lnTo>
                <a:lnTo>
                  <a:pt x="52700" y="20460"/>
                </a:lnTo>
                <a:lnTo>
                  <a:pt x="48670" y="20150"/>
                </a:lnTo>
                <a:lnTo>
                  <a:pt x="40610" y="19530"/>
                </a:lnTo>
                <a:lnTo>
                  <a:pt x="32240" y="19220"/>
                </a:lnTo>
                <a:lnTo>
                  <a:pt x="23560" y="19220"/>
                </a:lnTo>
                <a:lnTo>
                  <a:pt x="930" y="19840"/>
                </a:lnTo>
                <a:lnTo>
                  <a:pt x="0" y="620"/>
                </a:lnTo>
                <a:lnTo>
                  <a:pt x="27900" y="0"/>
                </a:lnTo>
                <a:lnTo>
                  <a:pt x="37510" y="0"/>
                </a:lnTo>
                <a:lnTo>
                  <a:pt x="47430" y="620"/>
                </a:lnTo>
                <a:lnTo>
                  <a:pt x="57040" y="1240"/>
                </a:lnTo>
                <a:lnTo>
                  <a:pt x="62930" y="2170"/>
                </a:lnTo>
                <a:lnTo>
                  <a:pt x="72540" y="4030"/>
                </a:lnTo>
                <a:lnTo>
                  <a:pt x="78430" y="5580"/>
                </a:lnTo>
                <a:lnTo>
                  <a:pt x="88040" y="8680"/>
                </a:lnTo>
                <a:lnTo>
                  <a:pt x="93620" y="10540"/>
                </a:lnTo>
                <a:lnTo>
                  <a:pt x="98580" y="12710"/>
                </a:lnTo>
                <a:lnTo>
                  <a:pt x="102610" y="14880"/>
                </a:lnTo>
                <a:lnTo>
                  <a:pt x="108190" y="17980"/>
                </a:lnTo>
                <a:lnTo>
                  <a:pt x="112530" y="21080"/>
                </a:lnTo>
                <a:lnTo>
                  <a:pt x="115940" y="23870"/>
                </a:lnTo>
                <a:lnTo>
                  <a:pt x="119660" y="27280"/>
                </a:lnTo>
                <a:lnTo>
                  <a:pt x="123070" y="31310"/>
                </a:lnTo>
                <a:lnTo>
                  <a:pt x="125860" y="35650"/>
                </a:lnTo>
                <a:lnTo>
                  <a:pt x="128650" y="40920"/>
                </a:lnTo>
                <a:lnTo>
                  <a:pt x="130200" y="45570"/>
                </a:lnTo>
                <a:lnTo>
                  <a:pt x="130820" y="49600"/>
                </a:lnTo>
                <a:lnTo>
                  <a:pt x="131130" y="55180"/>
                </a:lnTo>
                <a:lnTo>
                  <a:pt x="130820" y="60140"/>
                </a:lnTo>
                <a:lnTo>
                  <a:pt x="130200" y="64790"/>
                </a:lnTo>
                <a:lnTo>
                  <a:pt x="128650" y="69750"/>
                </a:lnTo>
                <a:lnTo>
                  <a:pt x="127100" y="73470"/>
                </a:lnTo>
                <a:lnTo>
                  <a:pt x="124930" y="78120"/>
                </a:lnTo>
                <a:lnTo>
                  <a:pt x="122140" y="82460"/>
                </a:lnTo>
                <a:lnTo>
                  <a:pt x="119040" y="86490"/>
                </a:lnTo>
                <a:lnTo>
                  <a:pt x="115940" y="90520"/>
                </a:lnTo>
                <a:lnTo>
                  <a:pt x="112530" y="94240"/>
                </a:lnTo>
                <a:lnTo>
                  <a:pt x="108810" y="97960"/>
                </a:lnTo>
                <a:lnTo>
                  <a:pt x="104780" y="101370"/>
                </a:lnTo>
                <a:lnTo>
                  <a:pt x="100750" y="104470"/>
                </a:lnTo>
                <a:lnTo>
                  <a:pt x="95170" y="107880"/>
                </a:lnTo>
                <a:lnTo>
                  <a:pt x="91450" y="110050"/>
                </a:lnTo>
                <a:lnTo>
                  <a:pt x="86180" y="112220"/>
                </a:lnTo>
                <a:lnTo>
                  <a:pt x="79670" y="114700"/>
                </a:lnTo>
                <a:lnTo>
                  <a:pt x="74090" y="115940"/>
                </a:lnTo>
                <a:lnTo>
                  <a:pt x="69440" y="116870"/>
                </a:lnTo>
                <a:lnTo>
                  <a:pt x="62930" y="118110"/>
                </a:lnTo>
                <a:lnTo>
                  <a:pt x="52390" y="119040"/>
                </a:lnTo>
                <a:lnTo>
                  <a:pt x="37820" y="119660"/>
                </a:lnTo>
                <a:lnTo>
                  <a:pt x="32240" y="119970"/>
                </a:lnTo>
                <a:lnTo>
                  <a:pt x="35030" y="123380"/>
                </a:lnTo>
                <a:lnTo>
                  <a:pt x="40920" y="128960"/>
                </a:lnTo>
                <a:lnTo>
                  <a:pt x="62620" y="148490"/>
                </a:lnTo>
                <a:lnTo>
                  <a:pt x="73160" y="158410"/>
                </a:lnTo>
                <a:lnTo>
                  <a:pt x="116870" y="200570"/>
                </a:lnTo>
                <a:close/>
              </a:path>
            </a:pathLst>
          </a:custGeom>
          <a:solidFill>
            <a:srgbClr val="000000"/>
          </a:solidFill>
          <a:ln>
            <a:noFill/>
          </a:ln>
        </p:spPr>
        <p:txBody>
          <a:bodyPr rtlCol="0" anchor="ctr"/>
          <a:lstStyle/>
          <a:p>
            <a:pPr algn="ctr"/>
          </a:p>
        </p:txBody>
      </p:sp>
      <p:sp>
        <p:nvSpPr>
          <p:cNvPr id="20" name="Open bowl and diagonal leg"/>
          <p:cNvSpPr txBox="1"/>
          <p:nvPr/>
        </p:nvSpPr>
        <p:spPr>
          <a:xfrm>
            <a:off x="4450080" y="5407609"/>
            <a:ext cx="2186193" cy="251460"/>
          </a:xfrm>
          <a:prstGeom prst="rect">
            <a:avLst/>
          </a:prstGeom>
          <a:noFill/>
        </p:spPr>
        <p:txBody>
          <a:bodyPr wrap="none" tIns="0" bIns="0" lIns="0" rIns="0" anchor="t">
            <a:spAutoFit/>
          </a:bodyPr>
          <a:lstStyle/>
          <a:p>
            <a:pPr>
              <a:lnSpc>
                <a:spcPct val="100000"/>
              </a:lnSpc>
              <a:spcBef>
                <a:spcPts val="0"/>
              </a:spcBef>
              <a:spcAft>
                <a:spcPts val="0"/>
              </a:spcAft>
            </a:pPr>
            <a:r>
              <a:rPr sz="1320" kern="400000">
                <a:solidFill>
                  <a:srgbClr val="000000"/>
                </a:solidFill>
                <a:latin typeface="Instrument Sans"/>
              </a:rPr>
              <a:t>Open bowl and diagonal leg</a:t>
            </a:r>
          </a:p>
        </p:txBody>
      </p:sp>
      <p:sp>
        <p:nvSpPr>
          <p:cNvPr id="21" name="AT / U+10C43"/>
          <p:cNvSpPr txBox="1"/>
          <p:nvPr/>
        </p:nvSpPr>
        <p:spPr>
          <a:xfrm>
            <a:off x="8229600" y="2123237"/>
            <a:ext cx="1042416" cy="205740"/>
          </a:xfrm>
          <a:prstGeom prst="rect">
            <a:avLst/>
          </a:prstGeom>
          <a:noFill/>
        </p:spPr>
        <p:txBody>
          <a:bodyPr wrap="none" tIns="0" bIns="0" lIns="0" rIns="0" anchor="t">
            <a:spAutoFit/>
          </a:bodyPr>
          <a:lstStyle/>
          <a:p>
            <a:pPr>
              <a:lnSpc>
                <a:spcPct val="100000"/>
              </a:lnSpc>
              <a:spcBef>
                <a:spcPts val="0"/>
              </a:spcBef>
              <a:spcAft>
                <a:spcPts val="0"/>
              </a:spcAft>
            </a:pPr>
            <a:r>
              <a:rPr sz="1080" kern="400000">
                <a:solidFill>
                  <a:srgbClr val="000000"/>
                </a:solidFill>
                <a:latin typeface="JetBrains Mono"/>
              </a:rPr>
              <a:t>AT / U+10C43</a:t>
            </a:r>
          </a:p>
        </p:txBody>
      </p:sp>
      <p:sp>
        <p:nvSpPr>
          <p:cNvPr id="22" name="Rule"/>
          <p:cNvSpPr/>
          <p:nvPr/>
        </p:nvSpPr>
        <p:spPr>
          <a:xfrm>
            <a:off x="8229600" y="2430780"/>
            <a:ext cx="3291840" cy="8"/>
          </a:xfrm>
          <a:custGeom>
            <a:avLst/>
            <a:gdLst/>
            <a:ahLst/>
            <a:cxnLst/>
            <a:rect l="l" t="t" r="r" b="b"/>
            <a:pathLst>
              <a:path w="432000" h="1" stroke="1" fill="none">
                <a:moveTo>
                  <a:pt x="0" y="0"/>
                </a:moveTo>
                <a:lnTo>
                  <a:pt x="432000" y="0"/>
                </a:lnTo>
              </a:path>
            </a:pathLst>
          </a:custGeom>
          <a:noFill/>
          <a:ln w="7620">
            <a:solidFill>
              <a:srgbClr val="000000"/>
            </a:solidFill>
          </a:ln>
        </p:spPr>
        <p:txBody>
          <a:bodyPr rtlCol="0" anchor="ctr"/>
          <a:lstStyle/>
          <a:p>
            <a:pPr algn="ctr"/>
          </a:p>
        </p:txBody>
      </p:sp>
      <p:sp>
        <p:nvSpPr>
          <p:cNvPr id="23" name="REFERENCE"/>
          <p:cNvSpPr txBox="1"/>
          <p:nvPr/>
        </p:nvSpPr>
        <p:spPr>
          <a:xfrm>
            <a:off x="8229600" y="2619146"/>
            <a:ext cx="61874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REFERENCE</a:t>
            </a:r>
          </a:p>
        </p:txBody>
      </p:sp>
      <p:sp>
        <p:nvSpPr>
          <p:cNvPr id="24" name="NEW ORKHON"/>
          <p:cNvSpPr txBox="1"/>
          <p:nvPr/>
        </p:nvSpPr>
        <p:spPr>
          <a:xfrm>
            <a:off x="10210800" y="2619146"/>
            <a:ext cx="68275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NEW ORKHON</a:t>
            </a:r>
          </a:p>
        </p:txBody>
      </p:sp>
      <p:sp>
        <p:nvSpPr>
          <p:cNvPr id="25" name="𐱃"/>
          <p:cNvSpPr/>
          <p:nvPr/>
        </p:nvSpPr>
        <p:spPr>
          <a:xfrm>
            <a:off x="8462924" y="3244291"/>
            <a:ext cx="935431" cy="1243889"/>
          </a:xfrm>
          <a:custGeom>
            <a:avLst/>
            <a:gdLst/>
            <a:ahLst/>
            <a:cxnLst/>
            <a:rect l="l" t="t" r="r" b="b"/>
            <a:pathLst>
              <a:path w="122760" h="163240" stroke="1" fill="none">
                <a:moveTo>
                  <a:pt x="51480" y="163240"/>
                </a:moveTo>
                <a:lnTo>
                  <a:pt x="5720" y="113080"/>
                </a:lnTo>
                <a:lnTo>
                  <a:pt x="51480" y="67760"/>
                </a:lnTo>
                <a:lnTo>
                  <a:pt x="51480" y="29480"/>
                </a:lnTo>
                <a:lnTo>
                  <a:pt x="9680" y="63580"/>
                </a:lnTo>
                <a:lnTo>
                  <a:pt x="0" y="49500"/>
                </a:lnTo>
                <a:lnTo>
                  <a:pt x="61380" y="0"/>
                </a:lnTo>
                <a:lnTo>
                  <a:pt x="122760" y="49500"/>
                </a:lnTo>
                <a:lnTo>
                  <a:pt x="113080" y="63580"/>
                </a:lnTo>
                <a:lnTo>
                  <a:pt x="71280" y="29480"/>
                </a:lnTo>
                <a:lnTo>
                  <a:pt x="71280" y="67760"/>
                </a:lnTo>
                <a:lnTo>
                  <a:pt x="117040" y="113080"/>
                </a:lnTo>
                <a:lnTo>
                  <a:pt x="71280" y="163240"/>
                </a:lnTo>
                <a:close/>
                <a:moveTo>
                  <a:pt x="61380" y="146520"/>
                </a:moveTo>
                <a:lnTo>
                  <a:pt x="92180" y="113520"/>
                </a:lnTo>
                <a:lnTo>
                  <a:pt x="61380" y="82280"/>
                </a:lnTo>
                <a:lnTo>
                  <a:pt x="30580" y="113520"/>
                </a:lnTo>
                <a:close/>
              </a:path>
            </a:pathLst>
          </a:custGeom>
          <a:noFill/>
          <a:ln w="9906">
            <a:solidFill>
              <a:srgbClr val="000000"/>
            </a:solidFill>
          </a:ln>
        </p:spPr>
        <p:txBody>
          <a:bodyPr rtlCol="0" anchor="ctr"/>
          <a:lstStyle/>
          <a:p>
            <a:pPr algn="ctr"/>
          </a:p>
        </p:txBody>
      </p:sp>
      <p:sp>
        <p:nvSpPr>
          <p:cNvPr id="26" name="𐱃"/>
          <p:cNvSpPr/>
          <p:nvPr/>
        </p:nvSpPr>
        <p:spPr>
          <a:xfrm>
            <a:off x="10235870" y="3070860"/>
            <a:ext cx="1192911" cy="1653540"/>
          </a:xfrm>
          <a:custGeom>
            <a:avLst/>
            <a:gdLst/>
            <a:ahLst/>
            <a:cxnLst/>
            <a:rect l="l" t="t" r="r" b="b"/>
            <a:pathLst>
              <a:path w="156550" h="217000" stroke="0">
                <a:moveTo>
                  <a:pt x="26970" y="209560"/>
                </a:moveTo>
                <a:lnTo>
                  <a:pt x="29450" y="203980"/>
                </a:lnTo>
                <a:lnTo>
                  <a:pt x="31000" y="199020"/>
                </a:lnTo>
                <a:lnTo>
                  <a:pt x="31000" y="19840"/>
                </a:lnTo>
                <a:lnTo>
                  <a:pt x="0" y="19840"/>
                </a:lnTo>
                <a:lnTo>
                  <a:pt x="0" y="0"/>
                </a:lnTo>
                <a:lnTo>
                  <a:pt x="142600" y="0"/>
                </a:lnTo>
                <a:lnTo>
                  <a:pt x="142600" y="19840"/>
                </a:lnTo>
                <a:lnTo>
                  <a:pt x="58900" y="19840"/>
                </a:lnTo>
                <a:lnTo>
                  <a:pt x="58900" y="32860"/>
                </a:lnTo>
                <a:lnTo>
                  <a:pt x="65410" y="33170"/>
                </a:lnTo>
                <a:lnTo>
                  <a:pt x="72230" y="33790"/>
                </a:lnTo>
                <a:lnTo>
                  <a:pt x="78740" y="34720"/>
                </a:lnTo>
                <a:lnTo>
                  <a:pt x="84940" y="35960"/>
                </a:lnTo>
                <a:lnTo>
                  <a:pt x="91140" y="37510"/>
                </a:lnTo>
                <a:lnTo>
                  <a:pt x="96720" y="39370"/>
                </a:lnTo>
                <a:lnTo>
                  <a:pt x="102920" y="41850"/>
                </a:lnTo>
                <a:lnTo>
                  <a:pt x="108190" y="44330"/>
                </a:lnTo>
                <a:lnTo>
                  <a:pt x="113770" y="47430"/>
                </a:lnTo>
                <a:lnTo>
                  <a:pt x="118420" y="50530"/>
                </a:lnTo>
                <a:lnTo>
                  <a:pt x="123070" y="53940"/>
                </a:lnTo>
                <a:lnTo>
                  <a:pt x="127720" y="57970"/>
                </a:lnTo>
                <a:lnTo>
                  <a:pt x="131750" y="62000"/>
                </a:lnTo>
                <a:lnTo>
                  <a:pt x="136090" y="66650"/>
                </a:lnTo>
                <a:lnTo>
                  <a:pt x="139500" y="70990"/>
                </a:lnTo>
                <a:lnTo>
                  <a:pt x="142910" y="75950"/>
                </a:lnTo>
                <a:lnTo>
                  <a:pt x="145700" y="81220"/>
                </a:lnTo>
                <a:lnTo>
                  <a:pt x="148490" y="86800"/>
                </a:lnTo>
                <a:lnTo>
                  <a:pt x="150660" y="92380"/>
                </a:lnTo>
                <a:lnTo>
                  <a:pt x="152830" y="98580"/>
                </a:lnTo>
                <a:lnTo>
                  <a:pt x="154380" y="104780"/>
                </a:lnTo>
                <a:lnTo>
                  <a:pt x="155620" y="110670"/>
                </a:lnTo>
                <a:lnTo>
                  <a:pt x="156240" y="116870"/>
                </a:lnTo>
                <a:lnTo>
                  <a:pt x="156550" y="123380"/>
                </a:lnTo>
                <a:lnTo>
                  <a:pt x="156550" y="129890"/>
                </a:lnTo>
                <a:lnTo>
                  <a:pt x="155930" y="136400"/>
                </a:lnTo>
                <a:lnTo>
                  <a:pt x="155000" y="142290"/>
                </a:lnTo>
                <a:lnTo>
                  <a:pt x="153450" y="148490"/>
                </a:lnTo>
                <a:lnTo>
                  <a:pt x="151590" y="154690"/>
                </a:lnTo>
                <a:lnTo>
                  <a:pt x="149730" y="160270"/>
                </a:lnTo>
                <a:lnTo>
                  <a:pt x="147250" y="165850"/>
                </a:lnTo>
                <a:lnTo>
                  <a:pt x="144460" y="171120"/>
                </a:lnTo>
                <a:lnTo>
                  <a:pt x="142290" y="174840"/>
                </a:lnTo>
                <a:lnTo>
                  <a:pt x="139810" y="178250"/>
                </a:lnTo>
                <a:lnTo>
                  <a:pt x="137640" y="181350"/>
                </a:lnTo>
                <a:lnTo>
                  <a:pt x="134850" y="184760"/>
                </a:lnTo>
                <a:lnTo>
                  <a:pt x="132370" y="187550"/>
                </a:lnTo>
                <a:lnTo>
                  <a:pt x="129270" y="190650"/>
                </a:lnTo>
                <a:lnTo>
                  <a:pt x="123070" y="195920"/>
                </a:lnTo>
                <a:lnTo>
                  <a:pt x="119350" y="198710"/>
                </a:lnTo>
                <a:lnTo>
                  <a:pt x="116250" y="201190"/>
                </a:lnTo>
                <a:lnTo>
                  <a:pt x="112530" y="203360"/>
                </a:lnTo>
                <a:lnTo>
                  <a:pt x="108810" y="205220"/>
                </a:lnTo>
                <a:lnTo>
                  <a:pt x="105090" y="207390"/>
                </a:lnTo>
                <a:lnTo>
                  <a:pt x="101060" y="208940"/>
                </a:lnTo>
                <a:lnTo>
                  <a:pt x="93310" y="212040"/>
                </a:lnTo>
                <a:lnTo>
                  <a:pt x="87110" y="213590"/>
                </a:lnTo>
                <a:lnTo>
                  <a:pt x="81220" y="215140"/>
                </a:lnTo>
                <a:lnTo>
                  <a:pt x="74710" y="216070"/>
                </a:lnTo>
                <a:lnTo>
                  <a:pt x="68200" y="217000"/>
                </a:lnTo>
                <a:lnTo>
                  <a:pt x="44020" y="217000"/>
                </a:lnTo>
                <a:lnTo>
                  <a:pt x="21700" y="217000"/>
                </a:lnTo>
                <a:lnTo>
                  <a:pt x="21700" y="210800"/>
                </a:lnTo>
                <a:close/>
                <a:moveTo>
                  <a:pt x="66340" y="197160"/>
                </a:moveTo>
                <a:lnTo>
                  <a:pt x="73470" y="195920"/>
                </a:lnTo>
                <a:lnTo>
                  <a:pt x="80290" y="194370"/>
                </a:lnTo>
                <a:lnTo>
                  <a:pt x="86800" y="191890"/>
                </a:lnTo>
                <a:lnTo>
                  <a:pt x="92690" y="189100"/>
                </a:lnTo>
                <a:lnTo>
                  <a:pt x="98580" y="185690"/>
                </a:lnTo>
                <a:lnTo>
                  <a:pt x="103850" y="181660"/>
                </a:lnTo>
                <a:lnTo>
                  <a:pt x="108810" y="177010"/>
                </a:lnTo>
                <a:lnTo>
                  <a:pt x="113150" y="171740"/>
                </a:lnTo>
                <a:lnTo>
                  <a:pt x="117180" y="166160"/>
                </a:lnTo>
                <a:lnTo>
                  <a:pt x="120280" y="160270"/>
                </a:lnTo>
                <a:lnTo>
                  <a:pt x="123380" y="153450"/>
                </a:lnTo>
                <a:lnTo>
                  <a:pt x="125550" y="146940"/>
                </a:lnTo>
                <a:lnTo>
                  <a:pt x="127410" y="139500"/>
                </a:lnTo>
                <a:lnTo>
                  <a:pt x="128340" y="132060"/>
                </a:lnTo>
                <a:lnTo>
                  <a:pt x="128650" y="124620"/>
                </a:lnTo>
                <a:lnTo>
                  <a:pt x="128340" y="117180"/>
                </a:lnTo>
                <a:lnTo>
                  <a:pt x="127100" y="109740"/>
                </a:lnTo>
                <a:lnTo>
                  <a:pt x="125550" y="102300"/>
                </a:lnTo>
                <a:lnTo>
                  <a:pt x="123380" y="95790"/>
                </a:lnTo>
                <a:lnTo>
                  <a:pt x="120280" y="89280"/>
                </a:lnTo>
                <a:lnTo>
                  <a:pt x="116870" y="83390"/>
                </a:lnTo>
                <a:lnTo>
                  <a:pt x="112840" y="77810"/>
                </a:lnTo>
                <a:lnTo>
                  <a:pt x="108500" y="72540"/>
                </a:lnTo>
                <a:lnTo>
                  <a:pt x="103540" y="68200"/>
                </a:lnTo>
                <a:lnTo>
                  <a:pt x="97960" y="64170"/>
                </a:lnTo>
                <a:lnTo>
                  <a:pt x="92380" y="60760"/>
                </a:lnTo>
                <a:lnTo>
                  <a:pt x="86490" y="57970"/>
                </a:lnTo>
                <a:lnTo>
                  <a:pt x="80290" y="55800"/>
                </a:lnTo>
                <a:lnTo>
                  <a:pt x="73470" y="54250"/>
                </a:lnTo>
                <a:lnTo>
                  <a:pt x="66340" y="53320"/>
                </a:lnTo>
                <a:lnTo>
                  <a:pt x="58900" y="52700"/>
                </a:lnTo>
                <a:lnTo>
                  <a:pt x="58900" y="197780"/>
                </a:lnTo>
                <a:close/>
              </a:path>
            </a:pathLst>
          </a:custGeom>
          <a:solidFill>
            <a:srgbClr val="000000"/>
          </a:solidFill>
          <a:ln>
            <a:noFill/>
          </a:ln>
        </p:spPr>
        <p:txBody>
          <a:bodyPr rtlCol="0" anchor="ctr"/>
          <a:lstStyle/>
          <a:p>
            <a:pPr algn="ctr"/>
          </a:p>
        </p:txBody>
      </p:sp>
      <p:sp>
        <p:nvSpPr>
          <p:cNvPr id="27" name="Side bowl and overhanging top arm"/>
          <p:cNvSpPr txBox="1"/>
          <p:nvPr/>
        </p:nvSpPr>
        <p:spPr>
          <a:xfrm>
            <a:off x="8229600" y="5407609"/>
            <a:ext cx="2779136" cy="251460"/>
          </a:xfrm>
          <a:prstGeom prst="rect">
            <a:avLst/>
          </a:prstGeom>
          <a:noFill/>
        </p:spPr>
        <p:txBody>
          <a:bodyPr wrap="none" tIns="0" bIns="0" lIns="0" rIns="0" anchor="t">
            <a:spAutoFit/>
          </a:bodyPr>
          <a:lstStyle/>
          <a:p>
            <a:pPr>
              <a:lnSpc>
                <a:spcPct val="100000"/>
              </a:lnSpc>
              <a:spcBef>
                <a:spcPts val="0"/>
              </a:spcBef>
              <a:spcAft>
                <a:spcPts val="0"/>
              </a:spcAft>
            </a:pPr>
            <a:r>
              <a:rPr sz="1320" kern="400000">
                <a:solidFill>
                  <a:srgbClr val="000000"/>
                </a:solidFill>
                <a:latin typeface="Instrument Sans"/>
              </a:rPr>
              <a:t>Side bowl and overhanging top 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SERIF CASES"/>
          <p:cNvSpPr txBox="1"/>
          <p:nvPr/>
        </p:nvSpPr>
        <p:spPr>
          <a:xfrm>
            <a:off x="10817352" y="348386"/>
            <a:ext cx="746760"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SERIF CASES</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6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06 / 14</a:t>
            </a:r>
          </a:p>
        </p:txBody>
      </p:sp>
      <p:sp>
        <p:nvSpPr>
          <p:cNvPr id="6" name="Capitals and lowercase"/>
          <p:cNvSpPr txBox="1"/>
          <p:nvPr/>
        </p:nvSpPr>
        <p:spPr>
          <a:xfrm>
            <a:off x="624840" y="904037"/>
            <a:ext cx="7318492" cy="1005840"/>
          </a:xfrm>
          <a:prstGeom prst="rect">
            <a:avLst/>
          </a:prstGeom>
          <a:noFill/>
        </p:spPr>
        <p:txBody>
          <a:bodyPr wrap="none" tIns="0" bIns="0" lIns="0" rIns="0" anchor="t">
            <a:spAutoFit/>
          </a:bodyPr>
          <a:lstStyle/>
          <a:p>
            <a:pPr>
              <a:lnSpc>
                <a:spcPct val="100000"/>
              </a:lnSpc>
              <a:spcBef>
                <a:spcPts val="0"/>
              </a:spcBef>
              <a:spcAft>
                <a:spcPts val="0"/>
              </a:spcAft>
            </a:pPr>
            <a:r>
              <a:rPr sz="5280" kern="400000">
                <a:solidFill>
                  <a:srgbClr val="000000"/>
                </a:solidFill>
                <a:latin typeface="Instrument Sans"/>
              </a:rPr>
              <a:t>Capitals and lowercase</a:t>
            </a:r>
          </a:p>
        </p:txBody>
      </p:sp>
      <p:sp>
        <p:nvSpPr>
          <p:cNvPr id="7" name="42 pairs · OpenType case alternates"/>
          <p:cNvSpPr txBox="1"/>
          <p:nvPr/>
        </p:nvSpPr>
        <p:spPr>
          <a:xfrm>
            <a:off x="670560" y="1811655"/>
            <a:ext cx="3144964"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42 pairs · OpenType case alternates</a:t>
            </a:r>
          </a:p>
        </p:txBody>
      </p:sp>
      <p:sp>
        <p:nvSpPr>
          <p:cNvPr id="8" name="Rule"/>
          <p:cNvSpPr/>
          <p:nvPr/>
        </p:nvSpPr>
        <p:spPr>
          <a:xfrm>
            <a:off x="670560" y="4724400"/>
            <a:ext cx="10850880" cy="8"/>
          </a:xfrm>
          <a:custGeom>
            <a:avLst/>
            <a:gdLst/>
            <a:ahLst/>
            <a:cxnLst/>
            <a:rect l="l" t="t" r="r" b="b"/>
            <a:pathLst>
              <a:path w="1424000" h="1" stroke="1" fill="none">
                <a:moveTo>
                  <a:pt x="0" y="0"/>
                </a:moveTo>
                <a:lnTo>
                  <a:pt x="1424000" y="0"/>
                </a:lnTo>
              </a:path>
            </a:pathLst>
          </a:custGeom>
          <a:noFill/>
          <a:ln w="5334">
            <a:solidFill>
              <a:srgbClr val="000000"/>
            </a:solidFill>
          </a:ln>
        </p:spPr>
        <p:txBody>
          <a:bodyPr rtlCol="0" anchor="ctr"/>
          <a:lstStyle/>
          <a:p>
            <a:pPr algn="ctr"/>
          </a:p>
        </p:txBody>
      </p:sp>
      <p:sp>
        <p:nvSpPr>
          <p:cNvPr id="9" name="AEN"/>
          <p:cNvSpPr txBox="1"/>
          <p:nvPr/>
        </p:nvSpPr>
        <p:spPr>
          <a:xfrm>
            <a:off x="670560" y="2527249"/>
            <a:ext cx="284988"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AEN</a:t>
            </a:r>
          </a:p>
        </p:txBody>
      </p:sp>
      <p:sp>
        <p:nvSpPr>
          <p:cNvPr id="10" name="𐰤"/>
          <p:cNvSpPr/>
          <p:nvPr/>
        </p:nvSpPr>
        <p:spPr>
          <a:xfrm>
            <a:off x="787146" y="3417570"/>
            <a:ext cx="970788" cy="1306830"/>
          </a:xfrm>
          <a:custGeom>
            <a:avLst/>
            <a:gdLst/>
            <a:ahLst/>
            <a:cxnLst/>
            <a:rect l="l" t="t" r="r" b="b"/>
            <a:pathLst>
              <a:path w="127400" h="171500" stroke="1" fill="none">
                <a:moveTo>
                  <a:pt x="4165" y="165620"/>
                </a:moveTo>
                <a:lnTo>
                  <a:pt x="6125" y="161210"/>
                </a:lnTo>
                <a:lnTo>
                  <a:pt x="7350" y="157290"/>
                </a:lnTo>
                <a:lnTo>
                  <a:pt x="7350" y="14210"/>
                </a:lnTo>
                <a:lnTo>
                  <a:pt x="6125" y="10290"/>
                </a:lnTo>
                <a:lnTo>
                  <a:pt x="4165" y="5880"/>
                </a:lnTo>
                <a:lnTo>
                  <a:pt x="0" y="4900"/>
                </a:lnTo>
                <a:lnTo>
                  <a:pt x="0" y="0"/>
                </a:lnTo>
                <a:lnTo>
                  <a:pt x="18375" y="0"/>
                </a:lnTo>
                <a:lnTo>
                  <a:pt x="30135" y="0"/>
                </a:lnTo>
                <a:lnTo>
                  <a:pt x="36750" y="0"/>
                </a:lnTo>
                <a:lnTo>
                  <a:pt x="36750" y="4900"/>
                </a:lnTo>
                <a:lnTo>
                  <a:pt x="33075" y="5635"/>
                </a:lnTo>
                <a:lnTo>
                  <a:pt x="98000" y="128380"/>
                </a:lnTo>
                <a:lnTo>
                  <a:pt x="98000" y="14210"/>
                </a:lnTo>
                <a:lnTo>
                  <a:pt x="96775" y="10290"/>
                </a:lnTo>
                <a:lnTo>
                  <a:pt x="94815" y="5880"/>
                </a:lnTo>
                <a:lnTo>
                  <a:pt x="90650" y="4900"/>
                </a:lnTo>
                <a:lnTo>
                  <a:pt x="90650" y="0"/>
                </a:lnTo>
                <a:lnTo>
                  <a:pt x="127400" y="0"/>
                </a:lnTo>
                <a:lnTo>
                  <a:pt x="127400" y="4900"/>
                </a:lnTo>
                <a:lnTo>
                  <a:pt x="123235" y="5880"/>
                </a:lnTo>
                <a:lnTo>
                  <a:pt x="121275" y="10290"/>
                </a:lnTo>
                <a:lnTo>
                  <a:pt x="120050" y="14210"/>
                </a:lnTo>
                <a:lnTo>
                  <a:pt x="120050" y="157290"/>
                </a:lnTo>
                <a:lnTo>
                  <a:pt x="121275" y="161210"/>
                </a:lnTo>
                <a:lnTo>
                  <a:pt x="123235" y="165620"/>
                </a:lnTo>
                <a:lnTo>
                  <a:pt x="127400" y="166600"/>
                </a:lnTo>
                <a:lnTo>
                  <a:pt x="127400" y="171500"/>
                </a:lnTo>
                <a:lnTo>
                  <a:pt x="109025" y="171500"/>
                </a:lnTo>
                <a:lnTo>
                  <a:pt x="97265" y="171500"/>
                </a:lnTo>
                <a:lnTo>
                  <a:pt x="90650" y="171500"/>
                </a:lnTo>
                <a:lnTo>
                  <a:pt x="90650" y="166600"/>
                </a:lnTo>
                <a:lnTo>
                  <a:pt x="94325" y="165865"/>
                </a:lnTo>
                <a:lnTo>
                  <a:pt x="29400" y="43120"/>
                </a:lnTo>
                <a:lnTo>
                  <a:pt x="29400" y="157290"/>
                </a:lnTo>
                <a:lnTo>
                  <a:pt x="30625" y="161210"/>
                </a:lnTo>
                <a:lnTo>
                  <a:pt x="32585" y="165620"/>
                </a:lnTo>
                <a:lnTo>
                  <a:pt x="36750" y="166600"/>
                </a:lnTo>
                <a:lnTo>
                  <a:pt x="36750" y="171500"/>
                </a:lnTo>
                <a:lnTo>
                  <a:pt x="0" y="171500"/>
                </a:lnTo>
                <a:lnTo>
                  <a:pt x="0" y="166600"/>
                </a:lnTo>
                <a:close/>
              </a:path>
            </a:pathLst>
          </a:custGeom>
          <a:noFill/>
          <a:ln w="9906">
            <a:solidFill>
              <a:srgbClr val="000000"/>
            </a:solidFill>
          </a:ln>
        </p:spPr>
        <p:txBody>
          <a:bodyPr rtlCol="0" anchor="ctr"/>
          <a:lstStyle/>
          <a:p>
            <a:pPr algn="ctr"/>
          </a:p>
        </p:txBody>
      </p:sp>
      <p:sp>
        <p:nvSpPr>
          <p:cNvPr id="11" name="𐰤"/>
          <p:cNvSpPr/>
          <p:nvPr/>
        </p:nvSpPr>
        <p:spPr>
          <a:xfrm>
            <a:off x="2167642" y="3772281"/>
            <a:ext cx="815835" cy="952119"/>
          </a:xfrm>
          <a:custGeom>
            <a:avLst/>
            <a:gdLst/>
            <a:ahLst/>
            <a:cxnLst/>
            <a:rect l="l" t="t" r="r" b="b"/>
            <a:pathLst>
              <a:path w="107065" h="124950" stroke="0">
                <a:moveTo>
                  <a:pt x="6125" y="114660"/>
                </a:moveTo>
                <a:lnTo>
                  <a:pt x="7350" y="110740"/>
                </a:lnTo>
                <a:lnTo>
                  <a:pt x="7350" y="44100"/>
                </a:lnTo>
                <a:lnTo>
                  <a:pt x="7350" y="41160"/>
                </a:lnTo>
                <a:lnTo>
                  <a:pt x="7840" y="37975"/>
                </a:lnTo>
                <a:lnTo>
                  <a:pt x="8085" y="35280"/>
                </a:lnTo>
                <a:lnTo>
                  <a:pt x="8820" y="32095"/>
                </a:lnTo>
                <a:lnTo>
                  <a:pt x="9800" y="29155"/>
                </a:lnTo>
                <a:lnTo>
                  <a:pt x="11025" y="26215"/>
                </a:lnTo>
                <a:lnTo>
                  <a:pt x="12005" y="23765"/>
                </a:lnTo>
                <a:lnTo>
                  <a:pt x="13720" y="21070"/>
                </a:lnTo>
                <a:lnTo>
                  <a:pt x="15190" y="18620"/>
                </a:lnTo>
                <a:lnTo>
                  <a:pt x="17150" y="16415"/>
                </a:lnTo>
                <a:lnTo>
                  <a:pt x="19600" y="13720"/>
                </a:lnTo>
                <a:lnTo>
                  <a:pt x="22540" y="11270"/>
                </a:lnTo>
                <a:lnTo>
                  <a:pt x="25970" y="8820"/>
                </a:lnTo>
                <a:lnTo>
                  <a:pt x="29155" y="6615"/>
                </a:lnTo>
                <a:lnTo>
                  <a:pt x="33075" y="4900"/>
                </a:lnTo>
                <a:lnTo>
                  <a:pt x="36750" y="3430"/>
                </a:lnTo>
                <a:lnTo>
                  <a:pt x="40915" y="2205"/>
                </a:lnTo>
                <a:lnTo>
                  <a:pt x="44835" y="1225"/>
                </a:lnTo>
                <a:lnTo>
                  <a:pt x="48020" y="735"/>
                </a:lnTo>
                <a:lnTo>
                  <a:pt x="51695" y="490"/>
                </a:lnTo>
                <a:lnTo>
                  <a:pt x="55125" y="490"/>
                </a:lnTo>
                <a:lnTo>
                  <a:pt x="58800" y="490"/>
                </a:lnTo>
                <a:lnTo>
                  <a:pt x="62230" y="735"/>
                </a:lnTo>
                <a:lnTo>
                  <a:pt x="65660" y="1470"/>
                </a:lnTo>
                <a:lnTo>
                  <a:pt x="69090" y="2205"/>
                </a:lnTo>
                <a:lnTo>
                  <a:pt x="72275" y="3185"/>
                </a:lnTo>
                <a:lnTo>
                  <a:pt x="72275" y="0"/>
                </a:lnTo>
                <a:lnTo>
                  <a:pt x="107065" y="0"/>
                </a:lnTo>
                <a:lnTo>
                  <a:pt x="107065" y="4900"/>
                </a:lnTo>
                <a:lnTo>
                  <a:pt x="102900" y="5880"/>
                </a:lnTo>
                <a:lnTo>
                  <a:pt x="100940" y="10290"/>
                </a:lnTo>
                <a:lnTo>
                  <a:pt x="99715" y="14210"/>
                </a:lnTo>
                <a:lnTo>
                  <a:pt x="99715" y="110740"/>
                </a:lnTo>
                <a:lnTo>
                  <a:pt x="100940" y="114660"/>
                </a:lnTo>
                <a:lnTo>
                  <a:pt x="102900" y="119070"/>
                </a:lnTo>
                <a:lnTo>
                  <a:pt x="107065" y="120050"/>
                </a:lnTo>
                <a:lnTo>
                  <a:pt x="107065" y="124950"/>
                </a:lnTo>
                <a:lnTo>
                  <a:pt x="72275" y="124950"/>
                </a:lnTo>
                <a:lnTo>
                  <a:pt x="72275" y="120050"/>
                </a:lnTo>
                <a:lnTo>
                  <a:pt x="76440" y="119070"/>
                </a:lnTo>
                <a:lnTo>
                  <a:pt x="78400" y="114660"/>
                </a:lnTo>
                <a:lnTo>
                  <a:pt x="79625" y="110740"/>
                </a:lnTo>
                <a:lnTo>
                  <a:pt x="79625" y="39200"/>
                </a:lnTo>
                <a:lnTo>
                  <a:pt x="79625" y="37240"/>
                </a:lnTo>
                <a:lnTo>
                  <a:pt x="79380" y="35035"/>
                </a:lnTo>
                <a:lnTo>
                  <a:pt x="78890" y="32830"/>
                </a:lnTo>
                <a:lnTo>
                  <a:pt x="78400" y="30870"/>
                </a:lnTo>
                <a:lnTo>
                  <a:pt x="77665" y="28910"/>
                </a:lnTo>
                <a:lnTo>
                  <a:pt x="76930" y="27195"/>
                </a:lnTo>
                <a:lnTo>
                  <a:pt x="75950" y="25480"/>
                </a:lnTo>
                <a:lnTo>
                  <a:pt x="74725" y="23765"/>
                </a:lnTo>
                <a:lnTo>
                  <a:pt x="73500" y="22540"/>
                </a:lnTo>
                <a:lnTo>
                  <a:pt x="72030" y="21070"/>
                </a:lnTo>
                <a:lnTo>
                  <a:pt x="70560" y="19845"/>
                </a:lnTo>
                <a:lnTo>
                  <a:pt x="69090" y="18620"/>
                </a:lnTo>
                <a:lnTo>
                  <a:pt x="67375" y="17640"/>
                </a:lnTo>
                <a:lnTo>
                  <a:pt x="65170" y="16660"/>
                </a:lnTo>
                <a:lnTo>
                  <a:pt x="63455" y="16170"/>
                </a:lnTo>
                <a:lnTo>
                  <a:pt x="61250" y="15435"/>
                </a:lnTo>
                <a:lnTo>
                  <a:pt x="59045" y="15190"/>
                </a:lnTo>
                <a:lnTo>
                  <a:pt x="56595" y="14945"/>
                </a:lnTo>
                <a:lnTo>
                  <a:pt x="53900" y="14945"/>
                </a:lnTo>
                <a:lnTo>
                  <a:pt x="51695" y="14945"/>
                </a:lnTo>
                <a:lnTo>
                  <a:pt x="49000" y="15435"/>
                </a:lnTo>
                <a:lnTo>
                  <a:pt x="46795" y="15925"/>
                </a:lnTo>
                <a:lnTo>
                  <a:pt x="44590" y="16905"/>
                </a:lnTo>
                <a:lnTo>
                  <a:pt x="42385" y="17885"/>
                </a:lnTo>
                <a:lnTo>
                  <a:pt x="40180" y="19110"/>
                </a:lnTo>
                <a:lnTo>
                  <a:pt x="37975" y="20335"/>
                </a:lnTo>
                <a:lnTo>
                  <a:pt x="36015" y="22050"/>
                </a:lnTo>
                <a:lnTo>
                  <a:pt x="34545" y="23765"/>
                </a:lnTo>
                <a:lnTo>
                  <a:pt x="33075" y="25480"/>
                </a:lnTo>
                <a:lnTo>
                  <a:pt x="31605" y="27440"/>
                </a:lnTo>
                <a:lnTo>
                  <a:pt x="30380" y="29645"/>
                </a:lnTo>
                <a:lnTo>
                  <a:pt x="29645" y="31605"/>
                </a:lnTo>
                <a:lnTo>
                  <a:pt x="28665" y="34300"/>
                </a:lnTo>
                <a:lnTo>
                  <a:pt x="28175" y="36750"/>
                </a:lnTo>
                <a:lnTo>
                  <a:pt x="27685" y="40180"/>
                </a:lnTo>
                <a:lnTo>
                  <a:pt x="27440" y="43610"/>
                </a:lnTo>
                <a:lnTo>
                  <a:pt x="27440" y="110740"/>
                </a:lnTo>
                <a:lnTo>
                  <a:pt x="28665" y="114660"/>
                </a:lnTo>
                <a:lnTo>
                  <a:pt x="30625" y="119070"/>
                </a:lnTo>
                <a:lnTo>
                  <a:pt x="34790" y="120050"/>
                </a:lnTo>
                <a:lnTo>
                  <a:pt x="34790" y="124950"/>
                </a:lnTo>
                <a:lnTo>
                  <a:pt x="0" y="124950"/>
                </a:lnTo>
                <a:lnTo>
                  <a:pt x="0" y="120050"/>
                </a:lnTo>
                <a:lnTo>
                  <a:pt x="4165" y="119070"/>
                </a:lnTo>
                <a:close/>
              </a:path>
            </a:pathLst>
          </a:custGeom>
          <a:solidFill>
            <a:srgbClr val="000000"/>
          </a:solidFill>
          <a:ln>
            <a:noFill/>
          </a:ln>
        </p:spPr>
        <p:txBody>
          <a:bodyPr rtlCol="0" anchor="ctr"/>
          <a:lstStyle/>
          <a:p>
            <a:pPr algn="ctr"/>
          </a:p>
        </p:txBody>
      </p:sp>
      <p:sp>
        <p:nvSpPr>
          <p:cNvPr id="12" name="Single N / n"/>
          <p:cNvSpPr txBox="1"/>
          <p:nvPr/>
        </p:nvSpPr>
        <p:spPr>
          <a:xfrm>
            <a:off x="670560" y="5460492"/>
            <a:ext cx="858774" cy="228600"/>
          </a:xfrm>
          <a:prstGeom prst="rect">
            <a:avLst/>
          </a:prstGeom>
          <a:noFill/>
        </p:spPr>
        <p:txBody>
          <a:bodyPr wrap="none" tIns="0" bIns="0" lIns="0" rIns="0" anchor="t">
            <a:spAutoFit/>
          </a:bodyPr>
          <a:lstStyle/>
          <a:p>
            <a:pPr>
              <a:lnSpc>
                <a:spcPct val="100000"/>
              </a:lnSpc>
              <a:spcBef>
                <a:spcPts val="0"/>
              </a:spcBef>
              <a:spcAft>
                <a:spcPts val="0"/>
              </a:spcAft>
            </a:pPr>
            <a:r>
              <a:rPr sz="1200" kern="400000">
                <a:solidFill>
                  <a:srgbClr val="000000"/>
                </a:solidFill>
                <a:latin typeface="Instrument Sans"/>
              </a:rPr>
              <a:t>Single N / n</a:t>
            </a:r>
          </a:p>
        </p:txBody>
      </p:sp>
      <p:sp>
        <p:nvSpPr>
          <p:cNvPr id="13" name="CAPITAL / LOWERCASE"/>
          <p:cNvSpPr txBox="1"/>
          <p:nvPr/>
        </p:nvSpPr>
        <p:spPr>
          <a:xfrm>
            <a:off x="670560" y="5834786"/>
            <a:ext cx="125882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CAPITAL / LOWERCASE</a:t>
            </a:r>
          </a:p>
        </p:txBody>
      </p:sp>
      <p:sp>
        <p:nvSpPr>
          <p:cNvPr id="14" name="AG"/>
          <p:cNvSpPr txBox="1"/>
          <p:nvPr/>
        </p:nvSpPr>
        <p:spPr>
          <a:xfrm>
            <a:off x="3383280" y="2527249"/>
            <a:ext cx="20726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AG</a:t>
            </a:r>
          </a:p>
        </p:txBody>
      </p:sp>
      <p:sp>
        <p:nvSpPr>
          <p:cNvPr id="15" name="𐰍"/>
          <p:cNvSpPr/>
          <p:nvPr/>
        </p:nvSpPr>
        <p:spPr>
          <a:xfrm>
            <a:off x="3533470" y="3417570"/>
            <a:ext cx="903580" cy="1306830"/>
          </a:xfrm>
          <a:custGeom>
            <a:avLst/>
            <a:gdLst/>
            <a:ahLst/>
            <a:cxnLst/>
            <a:rect l="l" t="t" r="r" b="b"/>
            <a:pathLst>
              <a:path w="118580" h="171500" stroke="1" fill="none">
                <a:moveTo>
                  <a:pt x="45080" y="165865"/>
                </a:moveTo>
                <a:lnTo>
                  <a:pt x="47040" y="161700"/>
                </a:lnTo>
                <a:lnTo>
                  <a:pt x="48265" y="157780"/>
                </a:lnTo>
                <a:lnTo>
                  <a:pt x="48265" y="103145"/>
                </a:lnTo>
                <a:lnTo>
                  <a:pt x="70315" y="103145"/>
                </a:lnTo>
                <a:lnTo>
                  <a:pt x="70315" y="157780"/>
                </a:lnTo>
                <a:lnTo>
                  <a:pt x="71540" y="161700"/>
                </a:lnTo>
                <a:lnTo>
                  <a:pt x="73500" y="165865"/>
                </a:lnTo>
                <a:lnTo>
                  <a:pt x="77665" y="166845"/>
                </a:lnTo>
                <a:lnTo>
                  <a:pt x="77665" y="171500"/>
                </a:lnTo>
                <a:lnTo>
                  <a:pt x="40915" y="171500"/>
                </a:lnTo>
                <a:lnTo>
                  <a:pt x="40915" y="166845"/>
                </a:lnTo>
                <a:close/>
                <a:moveTo>
                  <a:pt x="17395" y="2695"/>
                </a:moveTo>
                <a:lnTo>
                  <a:pt x="21805" y="4900"/>
                </a:lnTo>
                <a:lnTo>
                  <a:pt x="26215" y="7105"/>
                </a:lnTo>
                <a:lnTo>
                  <a:pt x="30135" y="9310"/>
                </a:lnTo>
                <a:lnTo>
                  <a:pt x="33810" y="11760"/>
                </a:lnTo>
                <a:lnTo>
                  <a:pt x="37240" y="14455"/>
                </a:lnTo>
                <a:lnTo>
                  <a:pt x="40180" y="16905"/>
                </a:lnTo>
                <a:lnTo>
                  <a:pt x="42875" y="19600"/>
                </a:lnTo>
                <a:lnTo>
                  <a:pt x="45325" y="22540"/>
                </a:lnTo>
                <a:lnTo>
                  <a:pt x="47530" y="25235"/>
                </a:lnTo>
                <a:lnTo>
                  <a:pt x="49245" y="28175"/>
                </a:lnTo>
                <a:lnTo>
                  <a:pt x="50715" y="31115"/>
                </a:lnTo>
                <a:lnTo>
                  <a:pt x="51940" y="34055"/>
                </a:lnTo>
                <a:lnTo>
                  <a:pt x="52675" y="37240"/>
                </a:lnTo>
                <a:lnTo>
                  <a:pt x="53165" y="40180"/>
                </a:lnTo>
                <a:lnTo>
                  <a:pt x="53165" y="42875"/>
                </a:lnTo>
                <a:lnTo>
                  <a:pt x="52920" y="46060"/>
                </a:lnTo>
                <a:lnTo>
                  <a:pt x="52430" y="49000"/>
                </a:lnTo>
                <a:lnTo>
                  <a:pt x="51450" y="51940"/>
                </a:lnTo>
                <a:lnTo>
                  <a:pt x="50225" y="54880"/>
                </a:lnTo>
                <a:lnTo>
                  <a:pt x="48510" y="57820"/>
                </a:lnTo>
                <a:lnTo>
                  <a:pt x="46550" y="60760"/>
                </a:lnTo>
                <a:lnTo>
                  <a:pt x="44345" y="63455"/>
                </a:lnTo>
                <a:lnTo>
                  <a:pt x="41650" y="66150"/>
                </a:lnTo>
                <a:lnTo>
                  <a:pt x="38710" y="68845"/>
                </a:lnTo>
                <a:lnTo>
                  <a:pt x="35525" y="71295"/>
                </a:lnTo>
                <a:lnTo>
                  <a:pt x="31850" y="73745"/>
                </a:lnTo>
                <a:lnTo>
                  <a:pt x="27930" y="75950"/>
                </a:lnTo>
                <a:lnTo>
                  <a:pt x="24010" y="78155"/>
                </a:lnTo>
                <a:lnTo>
                  <a:pt x="20090" y="80115"/>
                </a:lnTo>
                <a:lnTo>
                  <a:pt x="15435" y="82075"/>
                </a:lnTo>
                <a:lnTo>
                  <a:pt x="10535" y="83790"/>
                </a:lnTo>
                <a:lnTo>
                  <a:pt x="245" y="70560"/>
                </a:lnTo>
                <a:lnTo>
                  <a:pt x="3675" y="69335"/>
                </a:lnTo>
                <a:lnTo>
                  <a:pt x="7350" y="67865"/>
                </a:lnTo>
                <a:lnTo>
                  <a:pt x="10290" y="66395"/>
                </a:lnTo>
                <a:lnTo>
                  <a:pt x="13475" y="64680"/>
                </a:lnTo>
                <a:lnTo>
                  <a:pt x="15925" y="63210"/>
                </a:lnTo>
                <a:lnTo>
                  <a:pt x="18620" y="61495"/>
                </a:lnTo>
                <a:lnTo>
                  <a:pt x="20825" y="59780"/>
                </a:lnTo>
                <a:lnTo>
                  <a:pt x="23030" y="58065"/>
                </a:lnTo>
                <a:lnTo>
                  <a:pt x="24990" y="56105"/>
                </a:lnTo>
                <a:lnTo>
                  <a:pt x="26460" y="54390"/>
                </a:lnTo>
                <a:lnTo>
                  <a:pt x="27930" y="52430"/>
                </a:lnTo>
                <a:lnTo>
                  <a:pt x="28910" y="50715"/>
                </a:lnTo>
                <a:lnTo>
                  <a:pt x="29890" y="48755"/>
                </a:lnTo>
                <a:lnTo>
                  <a:pt x="30625" y="46550"/>
                </a:lnTo>
                <a:lnTo>
                  <a:pt x="30870" y="44835"/>
                </a:lnTo>
                <a:lnTo>
                  <a:pt x="31115" y="42630"/>
                </a:lnTo>
                <a:lnTo>
                  <a:pt x="31115" y="40425"/>
                </a:lnTo>
                <a:lnTo>
                  <a:pt x="30625" y="38710"/>
                </a:lnTo>
                <a:lnTo>
                  <a:pt x="30135" y="36505"/>
                </a:lnTo>
                <a:lnTo>
                  <a:pt x="29155" y="34545"/>
                </a:lnTo>
                <a:lnTo>
                  <a:pt x="27930" y="32340"/>
                </a:lnTo>
                <a:lnTo>
                  <a:pt x="26705" y="30380"/>
                </a:lnTo>
                <a:lnTo>
                  <a:pt x="24990" y="28665"/>
                </a:lnTo>
                <a:lnTo>
                  <a:pt x="23275" y="26705"/>
                </a:lnTo>
                <a:lnTo>
                  <a:pt x="21070" y="24745"/>
                </a:lnTo>
                <a:lnTo>
                  <a:pt x="18865" y="23030"/>
                </a:lnTo>
                <a:lnTo>
                  <a:pt x="16170" y="21070"/>
                </a:lnTo>
                <a:lnTo>
                  <a:pt x="13230" y="19355"/>
                </a:lnTo>
                <a:lnTo>
                  <a:pt x="10045" y="17640"/>
                </a:lnTo>
                <a:lnTo>
                  <a:pt x="7105" y="16170"/>
                </a:lnTo>
                <a:lnTo>
                  <a:pt x="3430" y="14455"/>
                </a:lnTo>
                <a:lnTo>
                  <a:pt x="0" y="13230"/>
                </a:lnTo>
                <a:lnTo>
                  <a:pt x="10780" y="0"/>
                </a:lnTo>
                <a:close/>
                <a:moveTo>
                  <a:pt x="110495" y="16660"/>
                </a:moveTo>
                <a:lnTo>
                  <a:pt x="104860" y="19600"/>
                </a:lnTo>
                <a:lnTo>
                  <a:pt x="100205" y="22785"/>
                </a:lnTo>
                <a:lnTo>
                  <a:pt x="98245" y="24255"/>
                </a:lnTo>
                <a:lnTo>
                  <a:pt x="96040" y="25970"/>
                </a:lnTo>
                <a:lnTo>
                  <a:pt x="94570" y="27685"/>
                </a:lnTo>
                <a:lnTo>
                  <a:pt x="92855" y="29645"/>
                </a:lnTo>
                <a:lnTo>
                  <a:pt x="91630" y="31115"/>
                </a:lnTo>
                <a:lnTo>
                  <a:pt x="90405" y="33075"/>
                </a:lnTo>
                <a:lnTo>
                  <a:pt x="89180" y="34790"/>
                </a:lnTo>
                <a:lnTo>
                  <a:pt x="88445" y="36750"/>
                </a:lnTo>
                <a:lnTo>
                  <a:pt x="87955" y="38710"/>
                </a:lnTo>
                <a:lnTo>
                  <a:pt x="87710" y="40425"/>
                </a:lnTo>
                <a:lnTo>
                  <a:pt x="87465" y="42630"/>
                </a:lnTo>
                <a:lnTo>
                  <a:pt x="87710" y="44835"/>
                </a:lnTo>
                <a:lnTo>
                  <a:pt x="88200" y="47040"/>
                </a:lnTo>
                <a:lnTo>
                  <a:pt x="88935" y="48755"/>
                </a:lnTo>
                <a:lnTo>
                  <a:pt x="89915" y="50960"/>
                </a:lnTo>
                <a:lnTo>
                  <a:pt x="91385" y="53165"/>
                </a:lnTo>
                <a:lnTo>
                  <a:pt x="93100" y="55370"/>
                </a:lnTo>
                <a:lnTo>
                  <a:pt x="94815" y="57085"/>
                </a:lnTo>
                <a:lnTo>
                  <a:pt x="97020" y="59290"/>
                </a:lnTo>
                <a:lnTo>
                  <a:pt x="99470" y="61005"/>
                </a:lnTo>
                <a:lnTo>
                  <a:pt x="101920" y="62720"/>
                </a:lnTo>
                <a:lnTo>
                  <a:pt x="104860" y="64435"/>
                </a:lnTo>
                <a:lnTo>
                  <a:pt x="108045" y="66150"/>
                </a:lnTo>
                <a:lnTo>
                  <a:pt x="111230" y="67865"/>
                </a:lnTo>
                <a:lnTo>
                  <a:pt x="115150" y="69335"/>
                </a:lnTo>
                <a:lnTo>
                  <a:pt x="118335" y="70560"/>
                </a:lnTo>
                <a:lnTo>
                  <a:pt x="108045" y="83790"/>
                </a:lnTo>
                <a:lnTo>
                  <a:pt x="103145" y="82075"/>
                </a:lnTo>
                <a:lnTo>
                  <a:pt x="97755" y="79625"/>
                </a:lnTo>
                <a:lnTo>
                  <a:pt x="93345" y="77665"/>
                </a:lnTo>
                <a:lnTo>
                  <a:pt x="89425" y="75215"/>
                </a:lnTo>
                <a:lnTo>
                  <a:pt x="85015" y="72520"/>
                </a:lnTo>
                <a:lnTo>
                  <a:pt x="81585" y="70070"/>
                </a:lnTo>
                <a:lnTo>
                  <a:pt x="78155" y="67130"/>
                </a:lnTo>
                <a:lnTo>
                  <a:pt x="75215" y="64435"/>
                </a:lnTo>
                <a:lnTo>
                  <a:pt x="72520" y="61250"/>
                </a:lnTo>
                <a:lnTo>
                  <a:pt x="70560" y="58310"/>
                </a:lnTo>
                <a:lnTo>
                  <a:pt x="68600" y="54880"/>
                </a:lnTo>
                <a:lnTo>
                  <a:pt x="67375" y="51940"/>
                </a:lnTo>
                <a:lnTo>
                  <a:pt x="66395" y="49000"/>
                </a:lnTo>
                <a:lnTo>
                  <a:pt x="65660" y="45570"/>
                </a:lnTo>
                <a:lnTo>
                  <a:pt x="65415" y="42385"/>
                </a:lnTo>
                <a:lnTo>
                  <a:pt x="65660" y="39200"/>
                </a:lnTo>
                <a:lnTo>
                  <a:pt x="66150" y="36750"/>
                </a:lnTo>
                <a:lnTo>
                  <a:pt x="66640" y="34300"/>
                </a:lnTo>
                <a:lnTo>
                  <a:pt x="67375" y="32095"/>
                </a:lnTo>
                <a:lnTo>
                  <a:pt x="68600" y="29645"/>
                </a:lnTo>
                <a:lnTo>
                  <a:pt x="69825" y="27440"/>
                </a:lnTo>
                <a:lnTo>
                  <a:pt x="71295" y="24990"/>
                </a:lnTo>
                <a:lnTo>
                  <a:pt x="73010" y="23030"/>
                </a:lnTo>
                <a:lnTo>
                  <a:pt x="74970" y="20580"/>
                </a:lnTo>
                <a:lnTo>
                  <a:pt x="77175" y="18375"/>
                </a:lnTo>
                <a:lnTo>
                  <a:pt x="79380" y="16170"/>
                </a:lnTo>
                <a:lnTo>
                  <a:pt x="81585" y="14455"/>
                </a:lnTo>
                <a:lnTo>
                  <a:pt x="84280" y="12250"/>
                </a:lnTo>
                <a:lnTo>
                  <a:pt x="87465" y="10290"/>
                </a:lnTo>
                <a:lnTo>
                  <a:pt x="90405" y="8330"/>
                </a:lnTo>
                <a:lnTo>
                  <a:pt x="96775" y="4900"/>
                </a:lnTo>
                <a:lnTo>
                  <a:pt x="102165" y="2205"/>
                </a:lnTo>
                <a:lnTo>
                  <a:pt x="107800" y="0"/>
                </a:lnTo>
                <a:lnTo>
                  <a:pt x="118580" y="13230"/>
                </a:lnTo>
                <a:lnTo>
                  <a:pt x="116620" y="13965"/>
                </a:lnTo>
                <a:close/>
              </a:path>
            </a:pathLst>
          </a:custGeom>
          <a:noFill/>
          <a:ln w="9906">
            <a:solidFill>
              <a:srgbClr val="000000"/>
            </a:solidFill>
          </a:ln>
        </p:spPr>
        <p:txBody>
          <a:bodyPr rtlCol="0" anchor="ctr"/>
          <a:lstStyle/>
          <a:p>
            <a:pPr algn="ctr"/>
          </a:p>
        </p:txBody>
      </p:sp>
      <p:sp>
        <p:nvSpPr>
          <p:cNvPr id="16" name="𐰍"/>
          <p:cNvSpPr/>
          <p:nvPr/>
        </p:nvSpPr>
        <p:spPr>
          <a:xfrm>
            <a:off x="4726343" y="3772281"/>
            <a:ext cx="1123874" cy="952119"/>
          </a:xfrm>
          <a:custGeom>
            <a:avLst/>
            <a:gdLst/>
            <a:ahLst/>
            <a:cxnLst/>
            <a:rect l="l" t="t" r="r" b="b"/>
            <a:pathLst>
              <a:path w="147490" h="124950" stroke="0">
                <a:moveTo>
                  <a:pt x="7350" y="110740"/>
                </a:moveTo>
                <a:lnTo>
                  <a:pt x="26215" y="110740"/>
                </a:lnTo>
                <a:lnTo>
                  <a:pt x="28665" y="105595"/>
                </a:lnTo>
                <a:lnTo>
                  <a:pt x="33320" y="93590"/>
                </a:lnTo>
                <a:lnTo>
                  <a:pt x="35770" y="88445"/>
                </a:lnTo>
                <a:lnTo>
                  <a:pt x="38220" y="83790"/>
                </a:lnTo>
                <a:lnTo>
                  <a:pt x="41160" y="79625"/>
                </a:lnTo>
                <a:lnTo>
                  <a:pt x="43120" y="77420"/>
                </a:lnTo>
                <a:lnTo>
                  <a:pt x="45815" y="74480"/>
                </a:lnTo>
                <a:lnTo>
                  <a:pt x="48020" y="72275"/>
                </a:lnTo>
                <a:lnTo>
                  <a:pt x="50715" y="70315"/>
                </a:lnTo>
                <a:lnTo>
                  <a:pt x="53410" y="68355"/>
                </a:lnTo>
                <a:lnTo>
                  <a:pt x="56350" y="66395"/>
                </a:lnTo>
                <a:lnTo>
                  <a:pt x="59780" y="64435"/>
                </a:lnTo>
                <a:lnTo>
                  <a:pt x="63700" y="62475"/>
                </a:lnTo>
                <a:lnTo>
                  <a:pt x="59780" y="60515"/>
                </a:lnTo>
                <a:lnTo>
                  <a:pt x="56840" y="58800"/>
                </a:lnTo>
                <a:lnTo>
                  <a:pt x="53410" y="56595"/>
                </a:lnTo>
                <a:lnTo>
                  <a:pt x="50715" y="54635"/>
                </a:lnTo>
                <a:lnTo>
                  <a:pt x="48020" y="52675"/>
                </a:lnTo>
                <a:lnTo>
                  <a:pt x="45815" y="50470"/>
                </a:lnTo>
                <a:lnTo>
                  <a:pt x="43120" y="47530"/>
                </a:lnTo>
                <a:lnTo>
                  <a:pt x="41160" y="45325"/>
                </a:lnTo>
                <a:lnTo>
                  <a:pt x="38220" y="41160"/>
                </a:lnTo>
                <a:lnTo>
                  <a:pt x="35770" y="36505"/>
                </a:lnTo>
                <a:lnTo>
                  <a:pt x="33320" y="31360"/>
                </a:lnTo>
                <a:lnTo>
                  <a:pt x="28665" y="19355"/>
                </a:lnTo>
                <a:lnTo>
                  <a:pt x="26215" y="14210"/>
                </a:lnTo>
                <a:lnTo>
                  <a:pt x="7350" y="14210"/>
                </a:lnTo>
                <a:lnTo>
                  <a:pt x="6125" y="10290"/>
                </a:lnTo>
                <a:lnTo>
                  <a:pt x="4165" y="5880"/>
                </a:lnTo>
                <a:lnTo>
                  <a:pt x="0" y="4900"/>
                </a:lnTo>
                <a:lnTo>
                  <a:pt x="0" y="0"/>
                </a:lnTo>
                <a:lnTo>
                  <a:pt x="17395" y="0"/>
                </a:lnTo>
                <a:lnTo>
                  <a:pt x="37975" y="0"/>
                </a:lnTo>
                <a:lnTo>
                  <a:pt x="38955" y="980"/>
                </a:lnTo>
                <a:lnTo>
                  <a:pt x="41160" y="3430"/>
                </a:lnTo>
                <a:lnTo>
                  <a:pt x="43365" y="6370"/>
                </a:lnTo>
                <a:lnTo>
                  <a:pt x="45080" y="9555"/>
                </a:lnTo>
                <a:lnTo>
                  <a:pt x="47775" y="15190"/>
                </a:lnTo>
                <a:lnTo>
                  <a:pt x="53165" y="28175"/>
                </a:lnTo>
                <a:lnTo>
                  <a:pt x="58065" y="39690"/>
                </a:lnTo>
                <a:lnTo>
                  <a:pt x="60760" y="45080"/>
                </a:lnTo>
                <a:lnTo>
                  <a:pt x="62230" y="47530"/>
                </a:lnTo>
                <a:lnTo>
                  <a:pt x="63700" y="49490"/>
                </a:lnTo>
                <a:lnTo>
                  <a:pt x="63700" y="14210"/>
                </a:lnTo>
                <a:lnTo>
                  <a:pt x="62475" y="10290"/>
                </a:lnTo>
                <a:lnTo>
                  <a:pt x="60515" y="5880"/>
                </a:lnTo>
                <a:lnTo>
                  <a:pt x="56350" y="4900"/>
                </a:lnTo>
                <a:lnTo>
                  <a:pt x="56350" y="0"/>
                </a:lnTo>
                <a:lnTo>
                  <a:pt x="91140" y="0"/>
                </a:lnTo>
                <a:lnTo>
                  <a:pt x="91140" y="4900"/>
                </a:lnTo>
                <a:lnTo>
                  <a:pt x="86975" y="5880"/>
                </a:lnTo>
                <a:lnTo>
                  <a:pt x="85015" y="10290"/>
                </a:lnTo>
                <a:lnTo>
                  <a:pt x="83790" y="14210"/>
                </a:lnTo>
                <a:lnTo>
                  <a:pt x="83790" y="49490"/>
                </a:lnTo>
                <a:lnTo>
                  <a:pt x="85260" y="47530"/>
                </a:lnTo>
                <a:lnTo>
                  <a:pt x="86730" y="45080"/>
                </a:lnTo>
                <a:lnTo>
                  <a:pt x="89425" y="39690"/>
                </a:lnTo>
                <a:lnTo>
                  <a:pt x="94325" y="28175"/>
                </a:lnTo>
                <a:lnTo>
                  <a:pt x="99715" y="15190"/>
                </a:lnTo>
                <a:lnTo>
                  <a:pt x="102410" y="9555"/>
                </a:lnTo>
                <a:lnTo>
                  <a:pt x="104125" y="6370"/>
                </a:lnTo>
                <a:lnTo>
                  <a:pt x="106330" y="3430"/>
                </a:lnTo>
                <a:lnTo>
                  <a:pt x="108535" y="980"/>
                </a:lnTo>
                <a:lnTo>
                  <a:pt x="109515" y="0"/>
                </a:lnTo>
                <a:lnTo>
                  <a:pt x="130095" y="0"/>
                </a:lnTo>
                <a:lnTo>
                  <a:pt x="147490" y="0"/>
                </a:lnTo>
                <a:lnTo>
                  <a:pt x="147490" y="4900"/>
                </a:lnTo>
                <a:lnTo>
                  <a:pt x="143325" y="5880"/>
                </a:lnTo>
                <a:lnTo>
                  <a:pt x="141365" y="10290"/>
                </a:lnTo>
                <a:lnTo>
                  <a:pt x="140140" y="14210"/>
                </a:lnTo>
                <a:lnTo>
                  <a:pt x="121275" y="14210"/>
                </a:lnTo>
                <a:lnTo>
                  <a:pt x="118825" y="19355"/>
                </a:lnTo>
                <a:lnTo>
                  <a:pt x="114170" y="31360"/>
                </a:lnTo>
                <a:lnTo>
                  <a:pt x="111720" y="36505"/>
                </a:lnTo>
                <a:lnTo>
                  <a:pt x="109270" y="41160"/>
                </a:lnTo>
                <a:lnTo>
                  <a:pt x="106330" y="45325"/>
                </a:lnTo>
                <a:lnTo>
                  <a:pt x="104370" y="47530"/>
                </a:lnTo>
                <a:lnTo>
                  <a:pt x="101675" y="50470"/>
                </a:lnTo>
                <a:lnTo>
                  <a:pt x="99470" y="52675"/>
                </a:lnTo>
                <a:lnTo>
                  <a:pt x="96775" y="54635"/>
                </a:lnTo>
                <a:lnTo>
                  <a:pt x="94080" y="56595"/>
                </a:lnTo>
                <a:lnTo>
                  <a:pt x="90650" y="58800"/>
                </a:lnTo>
                <a:lnTo>
                  <a:pt x="87710" y="60515"/>
                </a:lnTo>
                <a:lnTo>
                  <a:pt x="83790" y="62475"/>
                </a:lnTo>
                <a:lnTo>
                  <a:pt x="87710" y="64435"/>
                </a:lnTo>
                <a:lnTo>
                  <a:pt x="91140" y="66395"/>
                </a:lnTo>
                <a:lnTo>
                  <a:pt x="94080" y="68355"/>
                </a:lnTo>
                <a:lnTo>
                  <a:pt x="96775" y="70315"/>
                </a:lnTo>
                <a:lnTo>
                  <a:pt x="99470" y="72275"/>
                </a:lnTo>
                <a:lnTo>
                  <a:pt x="101675" y="74480"/>
                </a:lnTo>
                <a:lnTo>
                  <a:pt x="104370" y="77420"/>
                </a:lnTo>
                <a:lnTo>
                  <a:pt x="106330" y="79625"/>
                </a:lnTo>
                <a:lnTo>
                  <a:pt x="109270" y="83790"/>
                </a:lnTo>
                <a:lnTo>
                  <a:pt x="111720" y="88445"/>
                </a:lnTo>
                <a:lnTo>
                  <a:pt x="114170" y="93590"/>
                </a:lnTo>
                <a:lnTo>
                  <a:pt x="118825" y="105595"/>
                </a:lnTo>
                <a:lnTo>
                  <a:pt x="121275" y="110740"/>
                </a:lnTo>
                <a:lnTo>
                  <a:pt x="140140" y="110740"/>
                </a:lnTo>
                <a:lnTo>
                  <a:pt x="141365" y="114660"/>
                </a:lnTo>
                <a:lnTo>
                  <a:pt x="143325" y="119070"/>
                </a:lnTo>
                <a:lnTo>
                  <a:pt x="147490" y="120050"/>
                </a:lnTo>
                <a:lnTo>
                  <a:pt x="147490" y="124950"/>
                </a:lnTo>
                <a:lnTo>
                  <a:pt x="130095" y="124950"/>
                </a:lnTo>
                <a:lnTo>
                  <a:pt x="109515" y="124950"/>
                </a:lnTo>
                <a:lnTo>
                  <a:pt x="108535" y="123970"/>
                </a:lnTo>
                <a:lnTo>
                  <a:pt x="106330" y="121520"/>
                </a:lnTo>
                <a:lnTo>
                  <a:pt x="104125" y="118580"/>
                </a:lnTo>
                <a:lnTo>
                  <a:pt x="102410" y="115395"/>
                </a:lnTo>
                <a:lnTo>
                  <a:pt x="99715" y="109760"/>
                </a:lnTo>
                <a:lnTo>
                  <a:pt x="94325" y="96775"/>
                </a:lnTo>
                <a:lnTo>
                  <a:pt x="89425" y="85260"/>
                </a:lnTo>
                <a:lnTo>
                  <a:pt x="86730" y="79870"/>
                </a:lnTo>
                <a:lnTo>
                  <a:pt x="85260" y="77420"/>
                </a:lnTo>
                <a:lnTo>
                  <a:pt x="83790" y="75460"/>
                </a:lnTo>
                <a:lnTo>
                  <a:pt x="83790" y="110740"/>
                </a:lnTo>
                <a:lnTo>
                  <a:pt x="85015" y="114660"/>
                </a:lnTo>
                <a:lnTo>
                  <a:pt x="86975" y="119070"/>
                </a:lnTo>
                <a:lnTo>
                  <a:pt x="91140" y="120050"/>
                </a:lnTo>
                <a:lnTo>
                  <a:pt x="91140" y="124950"/>
                </a:lnTo>
                <a:lnTo>
                  <a:pt x="56350" y="124950"/>
                </a:lnTo>
                <a:lnTo>
                  <a:pt x="56350" y="120050"/>
                </a:lnTo>
                <a:lnTo>
                  <a:pt x="60515" y="119070"/>
                </a:lnTo>
                <a:lnTo>
                  <a:pt x="62475" y="114660"/>
                </a:lnTo>
                <a:lnTo>
                  <a:pt x="63700" y="110740"/>
                </a:lnTo>
                <a:lnTo>
                  <a:pt x="63700" y="75460"/>
                </a:lnTo>
                <a:lnTo>
                  <a:pt x="62230" y="77420"/>
                </a:lnTo>
                <a:lnTo>
                  <a:pt x="60760" y="79870"/>
                </a:lnTo>
                <a:lnTo>
                  <a:pt x="58065" y="85260"/>
                </a:lnTo>
                <a:lnTo>
                  <a:pt x="53165" y="96775"/>
                </a:lnTo>
                <a:lnTo>
                  <a:pt x="47530" y="110250"/>
                </a:lnTo>
                <a:lnTo>
                  <a:pt x="44835" y="115885"/>
                </a:lnTo>
                <a:lnTo>
                  <a:pt x="42875" y="119315"/>
                </a:lnTo>
                <a:lnTo>
                  <a:pt x="40425" y="122500"/>
                </a:lnTo>
                <a:lnTo>
                  <a:pt x="38220" y="124950"/>
                </a:lnTo>
                <a:lnTo>
                  <a:pt x="37975" y="124950"/>
                </a:lnTo>
                <a:lnTo>
                  <a:pt x="17395" y="124950"/>
                </a:lnTo>
                <a:lnTo>
                  <a:pt x="0" y="124950"/>
                </a:lnTo>
                <a:lnTo>
                  <a:pt x="0" y="120050"/>
                </a:lnTo>
                <a:lnTo>
                  <a:pt x="4165" y="119070"/>
                </a:lnTo>
                <a:lnTo>
                  <a:pt x="6125" y="114660"/>
                </a:lnTo>
                <a:close/>
              </a:path>
            </a:pathLst>
          </a:custGeom>
          <a:solidFill>
            <a:srgbClr val="000000"/>
          </a:solidFill>
          <a:ln>
            <a:noFill/>
          </a:ln>
        </p:spPr>
        <p:txBody>
          <a:bodyPr rtlCol="0" anchor="ctr"/>
          <a:lstStyle/>
          <a:p>
            <a:pPr algn="ctr"/>
          </a:p>
        </p:txBody>
      </p:sp>
      <p:sp>
        <p:nvSpPr>
          <p:cNvPr id="17" name="Separate horns / cursive zhe"/>
          <p:cNvSpPr txBox="1"/>
          <p:nvPr/>
        </p:nvSpPr>
        <p:spPr>
          <a:xfrm>
            <a:off x="3383280" y="5460492"/>
            <a:ext cx="2040484" cy="228600"/>
          </a:xfrm>
          <a:prstGeom prst="rect">
            <a:avLst/>
          </a:prstGeom>
          <a:noFill/>
        </p:spPr>
        <p:txBody>
          <a:bodyPr wrap="none" tIns="0" bIns="0" lIns="0" rIns="0" anchor="t">
            <a:spAutoFit/>
          </a:bodyPr>
          <a:lstStyle/>
          <a:p>
            <a:pPr>
              <a:lnSpc>
                <a:spcPct val="100000"/>
              </a:lnSpc>
              <a:spcBef>
                <a:spcPts val="0"/>
              </a:spcBef>
              <a:spcAft>
                <a:spcPts val="0"/>
              </a:spcAft>
            </a:pPr>
            <a:r>
              <a:rPr sz="1200" kern="400000">
                <a:solidFill>
                  <a:srgbClr val="000000"/>
                </a:solidFill>
                <a:latin typeface="Instrument Sans"/>
              </a:rPr>
              <a:t>Separate horns / cursive zhe</a:t>
            </a:r>
          </a:p>
        </p:txBody>
      </p:sp>
      <p:sp>
        <p:nvSpPr>
          <p:cNvPr id="18" name="CAPITAL / LOWERCASE"/>
          <p:cNvSpPr txBox="1"/>
          <p:nvPr/>
        </p:nvSpPr>
        <p:spPr>
          <a:xfrm>
            <a:off x="3383280" y="5834786"/>
            <a:ext cx="125882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CAPITAL / LOWERCASE</a:t>
            </a:r>
          </a:p>
        </p:txBody>
      </p:sp>
      <p:sp>
        <p:nvSpPr>
          <p:cNvPr id="19" name="AL"/>
          <p:cNvSpPr txBox="1"/>
          <p:nvPr/>
        </p:nvSpPr>
        <p:spPr>
          <a:xfrm>
            <a:off x="6096000" y="2527249"/>
            <a:ext cx="20726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AL</a:t>
            </a:r>
          </a:p>
        </p:txBody>
      </p:sp>
      <p:sp>
        <p:nvSpPr>
          <p:cNvPr id="20" name="𐰞"/>
          <p:cNvSpPr/>
          <p:nvPr/>
        </p:nvSpPr>
        <p:spPr>
          <a:xfrm>
            <a:off x="6299397" y="3417570"/>
            <a:ext cx="728091" cy="1306830"/>
          </a:xfrm>
          <a:custGeom>
            <a:avLst/>
            <a:gdLst/>
            <a:ahLst/>
            <a:cxnLst/>
            <a:rect l="l" t="t" r="r" b="b"/>
            <a:pathLst>
              <a:path w="95550" h="171500" stroke="1" fill="none">
                <a:moveTo>
                  <a:pt x="66150" y="14210"/>
                </a:moveTo>
                <a:lnTo>
                  <a:pt x="64925" y="10290"/>
                </a:lnTo>
                <a:lnTo>
                  <a:pt x="62965" y="5880"/>
                </a:lnTo>
                <a:lnTo>
                  <a:pt x="58800" y="4900"/>
                </a:lnTo>
                <a:lnTo>
                  <a:pt x="58800" y="0"/>
                </a:lnTo>
                <a:lnTo>
                  <a:pt x="95550" y="0"/>
                </a:lnTo>
                <a:lnTo>
                  <a:pt x="95550" y="4900"/>
                </a:lnTo>
                <a:lnTo>
                  <a:pt x="91385" y="5880"/>
                </a:lnTo>
                <a:lnTo>
                  <a:pt x="89425" y="10290"/>
                </a:lnTo>
                <a:lnTo>
                  <a:pt x="88200" y="14210"/>
                </a:lnTo>
                <a:lnTo>
                  <a:pt x="88200" y="163660"/>
                </a:lnTo>
                <a:lnTo>
                  <a:pt x="88200" y="164640"/>
                </a:lnTo>
                <a:lnTo>
                  <a:pt x="87710" y="165620"/>
                </a:lnTo>
                <a:lnTo>
                  <a:pt x="87465" y="166600"/>
                </a:lnTo>
                <a:lnTo>
                  <a:pt x="86730" y="167580"/>
                </a:lnTo>
                <a:lnTo>
                  <a:pt x="85995" y="168315"/>
                </a:lnTo>
                <a:lnTo>
                  <a:pt x="85015" y="169295"/>
                </a:lnTo>
                <a:lnTo>
                  <a:pt x="83790" y="169785"/>
                </a:lnTo>
                <a:lnTo>
                  <a:pt x="81340" y="171010"/>
                </a:lnTo>
                <a:lnTo>
                  <a:pt x="78645" y="171500"/>
                </a:lnTo>
                <a:lnTo>
                  <a:pt x="11025" y="171500"/>
                </a:lnTo>
                <a:lnTo>
                  <a:pt x="8085" y="171255"/>
                </a:lnTo>
                <a:lnTo>
                  <a:pt x="5390" y="170520"/>
                </a:lnTo>
                <a:lnTo>
                  <a:pt x="4410" y="169785"/>
                </a:lnTo>
                <a:lnTo>
                  <a:pt x="3185" y="169295"/>
                </a:lnTo>
                <a:lnTo>
                  <a:pt x="2205" y="168315"/>
                </a:lnTo>
                <a:lnTo>
                  <a:pt x="1470" y="167580"/>
                </a:lnTo>
                <a:lnTo>
                  <a:pt x="735" y="166600"/>
                </a:lnTo>
                <a:lnTo>
                  <a:pt x="490" y="165620"/>
                </a:lnTo>
                <a:lnTo>
                  <a:pt x="0" y="164640"/>
                </a:lnTo>
                <a:lnTo>
                  <a:pt x="0" y="163660"/>
                </a:lnTo>
                <a:lnTo>
                  <a:pt x="0" y="146020"/>
                </a:lnTo>
                <a:lnTo>
                  <a:pt x="22050" y="146020"/>
                </a:lnTo>
                <a:lnTo>
                  <a:pt x="22050" y="155820"/>
                </a:lnTo>
                <a:lnTo>
                  <a:pt x="66150" y="155820"/>
                </a:lnTo>
                <a:close/>
              </a:path>
            </a:pathLst>
          </a:custGeom>
          <a:noFill/>
          <a:ln w="9906">
            <a:solidFill>
              <a:srgbClr val="000000"/>
            </a:solidFill>
          </a:ln>
        </p:spPr>
        <p:txBody>
          <a:bodyPr rtlCol="0" anchor="ctr"/>
          <a:lstStyle/>
          <a:p>
            <a:pPr algn="ctr"/>
          </a:p>
        </p:txBody>
      </p:sp>
      <p:sp>
        <p:nvSpPr>
          <p:cNvPr id="21" name="𐰞"/>
          <p:cNvSpPr/>
          <p:nvPr/>
        </p:nvSpPr>
        <p:spPr>
          <a:xfrm>
            <a:off x="7630420" y="3772281"/>
            <a:ext cx="672084" cy="1306830"/>
          </a:xfrm>
          <a:custGeom>
            <a:avLst/>
            <a:gdLst/>
            <a:ahLst/>
            <a:cxnLst/>
            <a:rect l="l" t="t" r="r" b="b"/>
            <a:pathLst>
              <a:path w="88200" h="171500" stroke="0">
                <a:moveTo>
                  <a:pt x="80850" y="139405"/>
                </a:moveTo>
                <a:lnTo>
                  <a:pt x="80360" y="142590"/>
                </a:lnTo>
                <a:lnTo>
                  <a:pt x="79870" y="145285"/>
                </a:lnTo>
                <a:lnTo>
                  <a:pt x="78890" y="147980"/>
                </a:lnTo>
                <a:lnTo>
                  <a:pt x="77665" y="150920"/>
                </a:lnTo>
                <a:lnTo>
                  <a:pt x="76440" y="153125"/>
                </a:lnTo>
                <a:lnTo>
                  <a:pt x="74725" y="155820"/>
                </a:lnTo>
                <a:lnTo>
                  <a:pt x="73010" y="158025"/>
                </a:lnTo>
                <a:lnTo>
                  <a:pt x="70805" y="160230"/>
                </a:lnTo>
                <a:lnTo>
                  <a:pt x="68600" y="162190"/>
                </a:lnTo>
                <a:lnTo>
                  <a:pt x="65905" y="164150"/>
                </a:lnTo>
                <a:lnTo>
                  <a:pt x="63455" y="165620"/>
                </a:lnTo>
                <a:lnTo>
                  <a:pt x="60515" y="167090"/>
                </a:lnTo>
                <a:lnTo>
                  <a:pt x="57575" y="168315"/>
                </a:lnTo>
                <a:lnTo>
                  <a:pt x="54390" y="169540"/>
                </a:lnTo>
                <a:lnTo>
                  <a:pt x="51205" y="170275"/>
                </a:lnTo>
                <a:lnTo>
                  <a:pt x="47530" y="171010"/>
                </a:lnTo>
                <a:lnTo>
                  <a:pt x="44345" y="171255"/>
                </a:lnTo>
                <a:lnTo>
                  <a:pt x="40670" y="171500"/>
                </a:lnTo>
                <a:lnTo>
                  <a:pt x="37485" y="171500"/>
                </a:lnTo>
                <a:lnTo>
                  <a:pt x="33810" y="171255"/>
                </a:lnTo>
                <a:lnTo>
                  <a:pt x="30380" y="170765"/>
                </a:lnTo>
                <a:lnTo>
                  <a:pt x="26705" y="170030"/>
                </a:lnTo>
                <a:lnTo>
                  <a:pt x="23520" y="169050"/>
                </a:lnTo>
                <a:lnTo>
                  <a:pt x="20090" y="167825"/>
                </a:lnTo>
                <a:lnTo>
                  <a:pt x="16905" y="166600"/>
                </a:lnTo>
                <a:lnTo>
                  <a:pt x="13720" y="165130"/>
                </a:lnTo>
                <a:lnTo>
                  <a:pt x="10780" y="163415"/>
                </a:lnTo>
                <a:lnTo>
                  <a:pt x="7595" y="161210"/>
                </a:lnTo>
                <a:lnTo>
                  <a:pt x="5145" y="159250"/>
                </a:lnTo>
                <a:lnTo>
                  <a:pt x="2205" y="156800"/>
                </a:lnTo>
                <a:lnTo>
                  <a:pt x="0" y="154595"/>
                </a:lnTo>
                <a:lnTo>
                  <a:pt x="16905" y="146755"/>
                </a:lnTo>
                <a:lnTo>
                  <a:pt x="19600" y="149695"/>
                </a:lnTo>
                <a:lnTo>
                  <a:pt x="22785" y="152145"/>
                </a:lnTo>
                <a:lnTo>
                  <a:pt x="26215" y="154105"/>
                </a:lnTo>
                <a:lnTo>
                  <a:pt x="29645" y="155575"/>
                </a:lnTo>
                <a:lnTo>
                  <a:pt x="33075" y="156800"/>
                </a:lnTo>
                <a:lnTo>
                  <a:pt x="36750" y="157290"/>
                </a:lnTo>
                <a:lnTo>
                  <a:pt x="40425" y="157535"/>
                </a:lnTo>
                <a:lnTo>
                  <a:pt x="44100" y="157045"/>
                </a:lnTo>
                <a:lnTo>
                  <a:pt x="46795" y="156555"/>
                </a:lnTo>
                <a:lnTo>
                  <a:pt x="49245" y="155575"/>
                </a:lnTo>
                <a:lnTo>
                  <a:pt x="51695" y="154105"/>
                </a:lnTo>
                <a:lnTo>
                  <a:pt x="53900" y="152635"/>
                </a:lnTo>
                <a:lnTo>
                  <a:pt x="55615" y="150920"/>
                </a:lnTo>
                <a:lnTo>
                  <a:pt x="57330" y="148715"/>
                </a:lnTo>
                <a:lnTo>
                  <a:pt x="58800" y="146265"/>
                </a:lnTo>
                <a:lnTo>
                  <a:pt x="59535" y="144060"/>
                </a:lnTo>
                <a:lnTo>
                  <a:pt x="60025" y="142345"/>
                </a:lnTo>
                <a:lnTo>
                  <a:pt x="60515" y="140385"/>
                </a:lnTo>
                <a:lnTo>
                  <a:pt x="60760" y="138425"/>
                </a:lnTo>
                <a:lnTo>
                  <a:pt x="60760" y="136465"/>
                </a:lnTo>
                <a:lnTo>
                  <a:pt x="60760" y="13720"/>
                </a:lnTo>
                <a:lnTo>
                  <a:pt x="59535" y="10045"/>
                </a:lnTo>
                <a:lnTo>
                  <a:pt x="57575" y="5635"/>
                </a:lnTo>
                <a:lnTo>
                  <a:pt x="53410" y="4655"/>
                </a:lnTo>
                <a:lnTo>
                  <a:pt x="53410" y="0"/>
                </a:lnTo>
                <a:lnTo>
                  <a:pt x="88200" y="0"/>
                </a:lnTo>
                <a:lnTo>
                  <a:pt x="88200" y="4655"/>
                </a:lnTo>
                <a:lnTo>
                  <a:pt x="84035" y="5635"/>
                </a:lnTo>
                <a:lnTo>
                  <a:pt x="82075" y="10045"/>
                </a:lnTo>
                <a:lnTo>
                  <a:pt x="80850" y="13720"/>
                </a:lnTo>
                <a:lnTo>
                  <a:pt x="80850" y="136465"/>
                </a:lnTo>
                <a:close/>
              </a:path>
            </a:pathLst>
          </a:custGeom>
          <a:solidFill>
            <a:srgbClr val="000000"/>
          </a:solidFill>
          <a:ln>
            <a:noFill/>
          </a:ln>
        </p:spPr>
        <p:txBody>
          <a:bodyPr rtlCol="0" anchor="ctr"/>
          <a:lstStyle/>
          <a:p>
            <a:pPr algn="ctr"/>
          </a:p>
        </p:txBody>
      </p:sp>
      <p:sp>
        <p:nvSpPr>
          <p:cNvPr id="22" name="Stem / dotless j"/>
          <p:cNvSpPr txBox="1"/>
          <p:nvPr/>
        </p:nvSpPr>
        <p:spPr>
          <a:xfrm>
            <a:off x="6096000" y="5460492"/>
            <a:ext cx="1138580" cy="228600"/>
          </a:xfrm>
          <a:prstGeom prst="rect">
            <a:avLst/>
          </a:prstGeom>
          <a:noFill/>
        </p:spPr>
        <p:txBody>
          <a:bodyPr wrap="none" tIns="0" bIns="0" lIns="0" rIns="0" anchor="t">
            <a:spAutoFit/>
          </a:bodyPr>
          <a:lstStyle/>
          <a:p>
            <a:pPr>
              <a:lnSpc>
                <a:spcPct val="100000"/>
              </a:lnSpc>
              <a:spcBef>
                <a:spcPts val="0"/>
              </a:spcBef>
              <a:spcAft>
                <a:spcPts val="0"/>
              </a:spcAft>
            </a:pPr>
            <a:r>
              <a:rPr sz="1200" kern="400000">
                <a:solidFill>
                  <a:srgbClr val="000000"/>
                </a:solidFill>
                <a:latin typeface="Instrument Sans"/>
              </a:rPr>
              <a:t>Stem / dotless j</a:t>
            </a:r>
          </a:p>
        </p:txBody>
      </p:sp>
      <p:sp>
        <p:nvSpPr>
          <p:cNvPr id="23" name="CAPITAL / LOWERCASE"/>
          <p:cNvSpPr txBox="1"/>
          <p:nvPr/>
        </p:nvSpPr>
        <p:spPr>
          <a:xfrm>
            <a:off x="6096000" y="5834786"/>
            <a:ext cx="125882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CAPITAL / LOWERCASE</a:t>
            </a:r>
          </a:p>
        </p:txBody>
      </p:sp>
      <p:sp>
        <p:nvSpPr>
          <p:cNvPr id="24" name="EC"/>
          <p:cNvSpPr txBox="1"/>
          <p:nvPr/>
        </p:nvSpPr>
        <p:spPr>
          <a:xfrm>
            <a:off x="8808720" y="2527249"/>
            <a:ext cx="20726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EC</a:t>
            </a:r>
          </a:p>
        </p:txBody>
      </p:sp>
      <p:sp>
        <p:nvSpPr>
          <p:cNvPr id="25" name="𐰲"/>
          <p:cNvSpPr/>
          <p:nvPr/>
        </p:nvSpPr>
        <p:spPr>
          <a:xfrm>
            <a:off x="8890768" y="3417570"/>
            <a:ext cx="1039863" cy="1306830"/>
          </a:xfrm>
          <a:custGeom>
            <a:avLst/>
            <a:gdLst/>
            <a:ahLst/>
            <a:cxnLst/>
            <a:rect l="l" t="t" r="r" b="b"/>
            <a:pathLst>
              <a:path w="136465" h="171500" stroke="1" fill="none">
                <a:moveTo>
                  <a:pt x="33565" y="161455"/>
                </a:moveTo>
                <a:lnTo>
                  <a:pt x="33320" y="163170"/>
                </a:lnTo>
                <a:lnTo>
                  <a:pt x="33565" y="164395"/>
                </a:lnTo>
                <a:lnTo>
                  <a:pt x="33810" y="165865"/>
                </a:lnTo>
                <a:lnTo>
                  <a:pt x="34545" y="167580"/>
                </a:lnTo>
                <a:lnTo>
                  <a:pt x="35035" y="168805"/>
                </a:lnTo>
                <a:lnTo>
                  <a:pt x="35770" y="169785"/>
                </a:lnTo>
                <a:lnTo>
                  <a:pt x="37240" y="171500"/>
                </a:lnTo>
                <a:lnTo>
                  <a:pt x="29890" y="171500"/>
                </a:lnTo>
                <a:lnTo>
                  <a:pt x="18620" y="171500"/>
                </a:lnTo>
                <a:lnTo>
                  <a:pt x="0" y="171500"/>
                </a:lnTo>
                <a:lnTo>
                  <a:pt x="4165" y="168805"/>
                </a:lnTo>
                <a:lnTo>
                  <a:pt x="5635" y="167580"/>
                </a:lnTo>
                <a:lnTo>
                  <a:pt x="7350" y="165865"/>
                </a:lnTo>
                <a:lnTo>
                  <a:pt x="8575" y="164640"/>
                </a:lnTo>
                <a:lnTo>
                  <a:pt x="9800" y="163170"/>
                </a:lnTo>
                <a:lnTo>
                  <a:pt x="10780" y="161455"/>
                </a:lnTo>
                <a:lnTo>
                  <a:pt x="11270" y="160230"/>
                </a:lnTo>
                <a:lnTo>
                  <a:pt x="68110" y="0"/>
                </a:lnTo>
                <a:lnTo>
                  <a:pt x="125195" y="160230"/>
                </a:lnTo>
                <a:lnTo>
                  <a:pt x="125930" y="161945"/>
                </a:lnTo>
                <a:lnTo>
                  <a:pt x="126665" y="163170"/>
                </a:lnTo>
                <a:lnTo>
                  <a:pt x="127645" y="164395"/>
                </a:lnTo>
                <a:lnTo>
                  <a:pt x="129115" y="165865"/>
                </a:lnTo>
                <a:lnTo>
                  <a:pt x="130340" y="167090"/>
                </a:lnTo>
                <a:lnTo>
                  <a:pt x="132300" y="168805"/>
                </a:lnTo>
                <a:lnTo>
                  <a:pt x="136465" y="171500"/>
                </a:lnTo>
                <a:lnTo>
                  <a:pt x="117845" y="171500"/>
                </a:lnTo>
                <a:lnTo>
                  <a:pt x="106575" y="171500"/>
                </a:lnTo>
                <a:lnTo>
                  <a:pt x="99225" y="171500"/>
                </a:lnTo>
                <a:lnTo>
                  <a:pt x="100450" y="169785"/>
                </a:lnTo>
                <a:lnTo>
                  <a:pt x="101430" y="168805"/>
                </a:lnTo>
                <a:lnTo>
                  <a:pt x="102410" y="166355"/>
                </a:lnTo>
                <a:lnTo>
                  <a:pt x="102900" y="165130"/>
                </a:lnTo>
                <a:lnTo>
                  <a:pt x="103145" y="163415"/>
                </a:lnTo>
                <a:lnTo>
                  <a:pt x="102900" y="161945"/>
                </a:lnTo>
                <a:lnTo>
                  <a:pt x="102655" y="160720"/>
                </a:lnTo>
                <a:lnTo>
                  <a:pt x="68110" y="63455"/>
                </a:lnTo>
                <a:lnTo>
                  <a:pt x="33810" y="160230"/>
                </a:lnTo>
                <a:close/>
              </a:path>
            </a:pathLst>
          </a:custGeom>
          <a:noFill/>
          <a:ln w="9906">
            <a:solidFill>
              <a:srgbClr val="000000"/>
            </a:solidFill>
          </a:ln>
        </p:spPr>
        <p:txBody>
          <a:bodyPr rtlCol="0" anchor="ctr"/>
          <a:lstStyle/>
          <a:p>
            <a:pPr algn="ctr"/>
          </a:p>
        </p:txBody>
      </p:sp>
      <p:sp>
        <p:nvSpPr>
          <p:cNvPr id="26" name="𐰲"/>
          <p:cNvSpPr/>
          <p:nvPr/>
        </p:nvSpPr>
        <p:spPr>
          <a:xfrm>
            <a:off x="10278732" y="3417570"/>
            <a:ext cx="903580" cy="1306830"/>
          </a:xfrm>
          <a:custGeom>
            <a:avLst/>
            <a:gdLst/>
            <a:ahLst/>
            <a:cxnLst/>
            <a:rect l="l" t="t" r="r" b="b"/>
            <a:pathLst>
              <a:path w="118580" h="171500" stroke="0">
                <a:moveTo>
                  <a:pt x="4410" y="168315"/>
                </a:moveTo>
                <a:lnTo>
                  <a:pt x="5880" y="166845"/>
                </a:lnTo>
                <a:lnTo>
                  <a:pt x="7840" y="164885"/>
                </a:lnTo>
                <a:lnTo>
                  <a:pt x="9065" y="163415"/>
                </a:lnTo>
                <a:lnTo>
                  <a:pt x="10535" y="161700"/>
                </a:lnTo>
                <a:lnTo>
                  <a:pt x="12005" y="158760"/>
                </a:lnTo>
                <a:lnTo>
                  <a:pt x="52675" y="49245"/>
                </a:lnTo>
                <a:lnTo>
                  <a:pt x="48020" y="37975"/>
                </a:lnTo>
                <a:lnTo>
                  <a:pt x="45325" y="31605"/>
                </a:lnTo>
                <a:lnTo>
                  <a:pt x="43610" y="28665"/>
                </a:lnTo>
                <a:lnTo>
                  <a:pt x="42140" y="26215"/>
                </a:lnTo>
                <a:lnTo>
                  <a:pt x="40425" y="23765"/>
                </a:lnTo>
                <a:lnTo>
                  <a:pt x="38710" y="21805"/>
                </a:lnTo>
                <a:lnTo>
                  <a:pt x="37240" y="20090"/>
                </a:lnTo>
                <a:lnTo>
                  <a:pt x="35035" y="18130"/>
                </a:lnTo>
                <a:lnTo>
                  <a:pt x="33075" y="16660"/>
                </a:lnTo>
                <a:lnTo>
                  <a:pt x="30870" y="15680"/>
                </a:lnTo>
                <a:lnTo>
                  <a:pt x="28420" y="14700"/>
                </a:lnTo>
                <a:lnTo>
                  <a:pt x="26460" y="14210"/>
                </a:lnTo>
                <a:lnTo>
                  <a:pt x="24010" y="13965"/>
                </a:lnTo>
                <a:lnTo>
                  <a:pt x="21315" y="13965"/>
                </a:lnTo>
                <a:lnTo>
                  <a:pt x="21560" y="0"/>
                </a:lnTo>
                <a:lnTo>
                  <a:pt x="25725" y="245"/>
                </a:lnTo>
                <a:lnTo>
                  <a:pt x="30625" y="735"/>
                </a:lnTo>
                <a:lnTo>
                  <a:pt x="35525" y="1715"/>
                </a:lnTo>
                <a:lnTo>
                  <a:pt x="38220" y="2695"/>
                </a:lnTo>
                <a:lnTo>
                  <a:pt x="40915" y="3675"/>
                </a:lnTo>
                <a:lnTo>
                  <a:pt x="43365" y="4655"/>
                </a:lnTo>
                <a:lnTo>
                  <a:pt x="45570" y="5880"/>
                </a:lnTo>
                <a:lnTo>
                  <a:pt x="47530" y="7105"/>
                </a:lnTo>
                <a:lnTo>
                  <a:pt x="49980" y="9065"/>
                </a:lnTo>
                <a:lnTo>
                  <a:pt x="51940" y="10535"/>
                </a:lnTo>
                <a:lnTo>
                  <a:pt x="53900" y="12495"/>
                </a:lnTo>
                <a:lnTo>
                  <a:pt x="57330" y="16170"/>
                </a:lnTo>
                <a:lnTo>
                  <a:pt x="60515" y="20825"/>
                </a:lnTo>
                <a:lnTo>
                  <a:pt x="62230" y="23520"/>
                </a:lnTo>
                <a:lnTo>
                  <a:pt x="63945" y="26460"/>
                </a:lnTo>
                <a:lnTo>
                  <a:pt x="65660" y="30135"/>
                </a:lnTo>
                <a:lnTo>
                  <a:pt x="67375" y="34055"/>
                </a:lnTo>
                <a:lnTo>
                  <a:pt x="72765" y="47775"/>
                </a:lnTo>
                <a:lnTo>
                  <a:pt x="107310" y="158760"/>
                </a:lnTo>
                <a:lnTo>
                  <a:pt x="108780" y="161700"/>
                </a:lnTo>
                <a:lnTo>
                  <a:pt x="109760" y="162925"/>
                </a:lnTo>
                <a:lnTo>
                  <a:pt x="111230" y="164885"/>
                </a:lnTo>
                <a:lnTo>
                  <a:pt x="112945" y="166845"/>
                </a:lnTo>
                <a:lnTo>
                  <a:pt x="114415" y="168315"/>
                </a:lnTo>
                <a:lnTo>
                  <a:pt x="118580" y="171500"/>
                </a:lnTo>
                <a:lnTo>
                  <a:pt x="100940" y="171500"/>
                </a:lnTo>
                <a:lnTo>
                  <a:pt x="90650" y="171500"/>
                </a:lnTo>
                <a:lnTo>
                  <a:pt x="83300" y="171500"/>
                </a:lnTo>
                <a:lnTo>
                  <a:pt x="84770" y="169540"/>
                </a:lnTo>
                <a:lnTo>
                  <a:pt x="85505" y="168315"/>
                </a:lnTo>
                <a:lnTo>
                  <a:pt x="86240" y="166845"/>
                </a:lnTo>
                <a:lnTo>
                  <a:pt x="86730" y="164885"/>
                </a:lnTo>
                <a:lnTo>
                  <a:pt x="86975" y="163415"/>
                </a:lnTo>
                <a:lnTo>
                  <a:pt x="87220" y="162190"/>
                </a:lnTo>
                <a:lnTo>
                  <a:pt x="86975" y="160720"/>
                </a:lnTo>
                <a:lnTo>
                  <a:pt x="86730" y="158760"/>
                </a:lnTo>
                <a:lnTo>
                  <a:pt x="62230" y="79625"/>
                </a:lnTo>
                <a:lnTo>
                  <a:pt x="32830" y="158760"/>
                </a:lnTo>
                <a:lnTo>
                  <a:pt x="32585" y="160230"/>
                </a:lnTo>
                <a:lnTo>
                  <a:pt x="32340" y="162190"/>
                </a:lnTo>
                <a:lnTo>
                  <a:pt x="32340" y="163415"/>
                </a:lnTo>
                <a:lnTo>
                  <a:pt x="32585" y="165375"/>
                </a:lnTo>
                <a:lnTo>
                  <a:pt x="33075" y="166845"/>
                </a:lnTo>
                <a:lnTo>
                  <a:pt x="33565" y="168315"/>
                </a:lnTo>
                <a:lnTo>
                  <a:pt x="34545" y="170030"/>
                </a:lnTo>
                <a:lnTo>
                  <a:pt x="35525" y="171500"/>
                </a:lnTo>
                <a:lnTo>
                  <a:pt x="28175" y="171500"/>
                </a:lnTo>
                <a:lnTo>
                  <a:pt x="17640" y="171500"/>
                </a:lnTo>
                <a:lnTo>
                  <a:pt x="0" y="171500"/>
                </a:lnTo>
                <a:close/>
              </a:path>
            </a:pathLst>
          </a:custGeom>
          <a:solidFill>
            <a:srgbClr val="000000"/>
          </a:solidFill>
          <a:ln>
            <a:noFill/>
          </a:ln>
        </p:spPr>
        <p:txBody>
          <a:bodyPr rtlCol="0" anchor="ctr"/>
          <a:lstStyle/>
          <a:p>
            <a:pPr algn="ctr"/>
          </a:p>
        </p:txBody>
      </p:sp>
      <p:sp>
        <p:nvSpPr>
          <p:cNvPr id="27" name="Capital lambda / curved head"/>
          <p:cNvSpPr txBox="1"/>
          <p:nvPr/>
        </p:nvSpPr>
        <p:spPr>
          <a:xfrm>
            <a:off x="8808720" y="5460492"/>
            <a:ext cx="2109978" cy="228600"/>
          </a:xfrm>
          <a:prstGeom prst="rect">
            <a:avLst/>
          </a:prstGeom>
          <a:noFill/>
        </p:spPr>
        <p:txBody>
          <a:bodyPr wrap="none" tIns="0" bIns="0" lIns="0" rIns="0" anchor="t">
            <a:spAutoFit/>
          </a:bodyPr>
          <a:lstStyle/>
          <a:p>
            <a:pPr>
              <a:lnSpc>
                <a:spcPct val="100000"/>
              </a:lnSpc>
              <a:spcBef>
                <a:spcPts val="0"/>
              </a:spcBef>
              <a:spcAft>
                <a:spcPts val="0"/>
              </a:spcAft>
            </a:pPr>
            <a:r>
              <a:rPr sz="1200" kern="400000">
                <a:solidFill>
                  <a:srgbClr val="000000"/>
                </a:solidFill>
                <a:latin typeface="Instrument Sans"/>
              </a:rPr>
              <a:t>Capital lambda / curved head</a:t>
            </a:r>
          </a:p>
        </p:txBody>
      </p:sp>
      <p:sp>
        <p:nvSpPr>
          <p:cNvPr id="28" name="CAPITAL / LOWERCASE"/>
          <p:cNvSpPr txBox="1"/>
          <p:nvPr/>
        </p:nvSpPr>
        <p:spPr>
          <a:xfrm>
            <a:off x="8808720" y="5834786"/>
            <a:ext cx="125882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CAPITAL / LOWERCASE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BLUEPRINT 01 / SERIF"/>
          <p:cNvSpPr txBox="1"/>
          <p:nvPr/>
        </p:nvSpPr>
        <p:spPr>
          <a:xfrm>
            <a:off x="10241280" y="348386"/>
            <a:ext cx="132283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BLUEPRINT 01 / SERIF</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7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07 / 14</a:t>
            </a:r>
          </a:p>
        </p:txBody>
      </p:sp>
      <p:sp>
        <p:nvSpPr>
          <p:cNvPr id="6" name="Vertical metrics"/>
          <p:cNvSpPr txBox="1"/>
          <p:nvPr/>
        </p:nvSpPr>
        <p:spPr>
          <a:xfrm>
            <a:off x="624840" y="805434"/>
            <a:ext cx="5262829"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Vertical metrics</a:t>
            </a:r>
          </a:p>
        </p:txBody>
      </p:sp>
      <p:sp>
        <p:nvSpPr>
          <p:cNvPr id="7" name="Font units · 1000 units per em"/>
          <p:cNvSpPr txBox="1"/>
          <p:nvPr/>
        </p:nvSpPr>
        <p:spPr>
          <a:xfrm>
            <a:off x="670560" y="1704518"/>
            <a:ext cx="2425774" cy="262890"/>
          </a:xfrm>
          <a:prstGeom prst="rect">
            <a:avLst/>
          </a:prstGeom>
          <a:noFill/>
        </p:spPr>
        <p:txBody>
          <a:bodyPr wrap="none" tIns="0" bIns="0" lIns="0" rIns="0" anchor="t">
            <a:spAutoFit/>
          </a:bodyPr>
          <a:lstStyle/>
          <a:p>
            <a:pPr>
              <a:lnSpc>
                <a:spcPct val="100000"/>
              </a:lnSpc>
              <a:spcBef>
                <a:spcPts val="0"/>
              </a:spcBef>
              <a:spcAft>
                <a:spcPts val="0"/>
              </a:spcAft>
            </a:pPr>
            <a:r>
              <a:rPr sz="1380" kern="400000">
                <a:solidFill>
                  <a:srgbClr val="000000"/>
                </a:solidFill>
                <a:latin typeface="Instrument Sans"/>
              </a:rPr>
              <a:t>Font units · 1000 units per em</a:t>
            </a:r>
          </a:p>
        </p:txBody>
      </p:sp>
      <p:sp>
        <p:nvSpPr>
          <p:cNvPr id="8" name="Rule"/>
          <p:cNvSpPr/>
          <p:nvPr/>
        </p:nvSpPr>
        <p:spPr>
          <a:xfrm>
            <a:off x="2133600" y="2179320"/>
            <a:ext cx="9387840" cy="8"/>
          </a:xfrm>
          <a:custGeom>
            <a:avLst/>
            <a:gdLst/>
            <a:ahLst/>
            <a:cxnLst/>
            <a:rect l="l" t="t" r="r" b="b"/>
            <a:pathLst>
              <a:path w="1232000" h="1" stroke="1" fill="none">
                <a:moveTo>
                  <a:pt x="0" y="0"/>
                </a:moveTo>
                <a:lnTo>
                  <a:pt x="1232000" y="0"/>
                </a:lnTo>
              </a:path>
            </a:pathLst>
          </a:custGeom>
          <a:noFill/>
          <a:ln w="4572">
            <a:solidFill>
              <a:srgbClr val="000000"/>
            </a:solidFill>
          </a:ln>
        </p:spPr>
        <p:txBody>
          <a:bodyPr rtlCol="0" anchor="ctr"/>
          <a:lstStyle/>
          <a:p>
            <a:pPr algn="ctr"/>
          </a:p>
        </p:txBody>
      </p:sp>
      <p:sp>
        <p:nvSpPr>
          <p:cNvPr id="9" name="700 / CAP"/>
          <p:cNvSpPr txBox="1"/>
          <p:nvPr/>
        </p:nvSpPr>
        <p:spPr>
          <a:xfrm>
            <a:off x="670560" y="1978762"/>
            <a:ext cx="707136"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700 / CAP</a:t>
            </a:r>
          </a:p>
        </p:txBody>
      </p:sp>
      <p:sp>
        <p:nvSpPr>
          <p:cNvPr id="10" name="Rule"/>
          <p:cNvSpPr/>
          <p:nvPr/>
        </p:nvSpPr>
        <p:spPr>
          <a:xfrm>
            <a:off x="2133600" y="2932176"/>
            <a:ext cx="9387840" cy="8"/>
          </a:xfrm>
          <a:custGeom>
            <a:avLst/>
            <a:gdLst/>
            <a:ahLst/>
            <a:cxnLst/>
            <a:rect l="l" t="t" r="r" b="b"/>
            <a:pathLst>
              <a:path w="1232000" h="1" stroke="1" fill="none">
                <a:moveTo>
                  <a:pt x="0" y="0"/>
                </a:moveTo>
                <a:lnTo>
                  <a:pt x="1232000" y="0"/>
                </a:lnTo>
              </a:path>
            </a:pathLst>
          </a:custGeom>
          <a:noFill/>
          <a:ln w="4572">
            <a:solidFill>
              <a:srgbClr val="000000"/>
            </a:solidFill>
          </a:ln>
        </p:spPr>
        <p:txBody>
          <a:bodyPr rtlCol="0" anchor="ctr"/>
          <a:lstStyle/>
          <a:p>
            <a:pPr algn="ctr"/>
          </a:p>
        </p:txBody>
      </p:sp>
      <p:sp>
        <p:nvSpPr>
          <p:cNvPr id="11" name="510 / BODY"/>
          <p:cNvSpPr txBox="1"/>
          <p:nvPr/>
        </p:nvSpPr>
        <p:spPr>
          <a:xfrm>
            <a:off x="670560" y="2731618"/>
            <a:ext cx="780288"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510 / BODY</a:t>
            </a:r>
          </a:p>
        </p:txBody>
      </p:sp>
      <p:sp>
        <p:nvSpPr>
          <p:cNvPr id="12" name="Rule"/>
          <p:cNvSpPr/>
          <p:nvPr/>
        </p:nvSpPr>
        <p:spPr>
          <a:xfrm>
            <a:off x="2133600" y="4953000"/>
            <a:ext cx="9387840" cy="8"/>
          </a:xfrm>
          <a:custGeom>
            <a:avLst/>
            <a:gdLst/>
            <a:ahLst/>
            <a:cxnLst/>
            <a:rect l="l" t="t" r="r" b="b"/>
            <a:pathLst>
              <a:path w="1232000" h="1" stroke="1" fill="none">
                <a:moveTo>
                  <a:pt x="0" y="0"/>
                </a:moveTo>
                <a:lnTo>
                  <a:pt x="1232000" y="0"/>
                </a:lnTo>
              </a:path>
            </a:pathLst>
          </a:custGeom>
          <a:noFill/>
          <a:ln w="4572">
            <a:solidFill>
              <a:srgbClr val="000000"/>
            </a:solidFill>
          </a:ln>
        </p:spPr>
        <p:txBody>
          <a:bodyPr rtlCol="0" anchor="ctr"/>
          <a:lstStyle/>
          <a:p>
            <a:pPr algn="ctr"/>
          </a:p>
        </p:txBody>
      </p:sp>
      <p:sp>
        <p:nvSpPr>
          <p:cNvPr id="13" name="0 / BASELINE"/>
          <p:cNvSpPr txBox="1"/>
          <p:nvPr/>
        </p:nvSpPr>
        <p:spPr>
          <a:xfrm>
            <a:off x="670560" y="4752442"/>
            <a:ext cx="9265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0 / BASELINE</a:t>
            </a:r>
          </a:p>
        </p:txBody>
      </p:sp>
      <p:sp>
        <p:nvSpPr>
          <p:cNvPr id="14" name="Rule"/>
          <p:cNvSpPr/>
          <p:nvPr/>
        </p:nvSpPr>
        <p:spPr>
          <a:xfrm>
            <a:off x="2133600" y="5705856"/>
            <a:ext cx="9387840" cy="8"/>
          </a:xfrm>
          <a:custGeom>
            <a:avLst/>
            <a:gdLst/>
            <a:ahLst/>
            <a:cxnLst/>
            <a:rect l="l" t="t" r="r" b="b"/>
            <a:pathLst>
              <a:path w="1232000" h="1" stroke="1" fill="none">
                <a:moveTo>
                  <a:pt x="0" y="0"/>
                </a:moveTo>
                <a:lnTo>
                  <a:pt x="1232000" y="0"/>
                </a:lnTo>
              </a:path>
            </a:pathLst>
          </a:custGeom>
          <a:noFill/>
          <a:ln w="4572">
            <a:solidFill>
              <a:srgbClr val="000000"/>
            </a:solidFill>
          </a:ln>
        </p:spPr>
        <p:txBody>
          <a:bodyPr rtlCol="0" anchor="ctr"/>
          <a:lstStyle/>
          <a:p>
            <a:pPr algn="ctr"/>
          </a:p>
        </p:txBody>
      </p:sp>
      <p:sp>
        <p:nvSpPr>
          <p:cNvPr id="15" name="-190 / DESCENDER"/>
          <p:cNvSpPr txBox="1"/>
          <p:nvPr/>
        </p:nvSpPr>
        <p:spPr>
          <a:xfrm>
            <a:off x="670560" y="5505298"/>
            <a:ext cx="121920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-190 / DESCENDER</a:t>
            </a:r>
          </a:p>
        </p:txBody>
      </p:sp>
      <p:sp>
        <p:nvSpPr>
          <p:cNvPr id="16" name="𐰀"/>
          <p:cNvSpPr/>
          <p:nvPr/>
        </p:nvSpPr>
        <p:spPr>
          <a:xfrm>
            <a:off x="2477262" y="2179320"/>
            <a:ext cx="2238756" cy="2773680"/>
          </a:xfrm>
          <a:custGeom>
            <a:avLst/>
            <a:gdLst/>
            <a:ahLst/>
            <a:cxnLst/>
            <a:rect l="l" t="t" r="r" b="b"/>
            <a:pathLst>
              <a:path w="293800" h="364000" stroke="1" fill="none">
                <a:moveTo>
                  <a:pt x="263120" y="338000"/>
                </a:moveTo>
                <a:lnTo>
                  <a:pt x="266240" y="342160"/>
                </a:lnTo>
                <a:lnTo>
                  <a:pt x="270400" y="346320"/>
                </a:lnTo>
                <a:lnTo>
                  <a:pt x="273520" y="349440"/>
                </a:lnTo>
                <a:lnTo>
                  <a:pt x="282880" y="356720"/>
                </a:lnTo>
                <a:lnTo>
                  <a:pt x="293800" y="364000"/>
                </a:lnTo>
                <a:lnTo>
                  <a:pt x="50440" y="364000"/>
                </a:lnTo>
                <a:lnTo>
                  <a:pt x="44720" y="363480"/>
                </a:lnTo>
                <a:lnTo>
                  <a:pt x="39000" y="361920"/>
                </a:lnTo>
                <a:lnTo>
                  <a:pt x="36400" y="360360"/>
                </a:lnTo>
                <a:lnTo>
                  <a:pt x="33800" y="359320"/>
                </a:lnTo>
                <a:lnTo>
                  <a:pt x="32240" y="357240"/>
                </a:lnTo>
                <a:lnTo>
                  <a:pt x="30160" y="355680"/>
                </a:lnTo>
                <a:lnTo>
                  <a:pt x="29120" y="353600"/>
                </a:lnTo>
                <a:lnTo>
                  <a:pt x="28080" y="351520"/>
                </a:lnTo>
                <a:lnTo>
                  <a:pt x="27560" y="349440"/>
                </a:lnTo>
                <a:lnTo>
                  <a:pt x="27040" y="347360"/>
                </a:lnTo>
                <a:lnTo>
                  <a:pt x="27040" y="309920"/>
                </a:lnTo>
                <a:lnTo>
                  <a:pt x="73840" y="309920"/>
                </a:lnTo>
                <a:lnTo>
                  <a:pt x="73840" y="330720"/>
                </a:lnTo>
                <a:lnTo>
                  <a:pt x="208000" y="330720"/>
                </a:lnTo>
                <a:lnTo>
                  <a:pt x="32760" y="29120"/>
                </a:lnTo>
                <a:lnTo>
                  <a:pt x="29640" y="24960"/>
                </a:lnTo>
                <a:lnTo>
                  <a:pt x="27040" y="21840"/>
                </a:lnTo>
                <a:lnTo>
                  <a:pt x="23400" y="17680"/>
                </a:lnTo>
                <a:lnTo>
                  <a:pt x="19760" y="14560"/>
                </a:lnTo>
                <a:lnTo>
                  <a:pt x="10920" y="7280"/>
                </a:lnTo>
                <a:lnTo>
                  <a:pt x="0" y="0"/>
                </a:lnTo>
                <a:lnTo>
                  <a:pt x="242840" y="0"/>
                </a:lnTo>
                <a:lnTo>
                  <a:pt x="249080" y="520"/>
                </a:lnTo>
                <a:lnTo>
                  <a:pt x="254800" y="2080"/>
                </a:lnTo>
                <a:lnTo>
                  <a:pt x="257400" y="3640"/>
                </a:lnTo>
                <a:lnTo>
                  <a:pt x="259480" y="4680"/>
                </a:lnTo>
                <a:lnTo>
                  <a:pt x="261560" y="6760"/>
                </a:lnTo>
                <a:lnTo>
                  <a:pt x="263120" y="8320"/>
                </a:lnTo>
                <a:lnTo>
                  <a:pt x="264680" y="10400"/>
                </a:lnTo>
                <a:lnTo>
                  <a:pt x="265720" y="12480"/>
                </a:lnTo>
                <a:lnTo>
                  <a:pt x="266240" y="14560"/>
                </a:lnTo>
                <a:lnTo>
                  <a:pt x="266240" y="16640"/>
                </a:lnTo>
                <a:lnTo>
                  <a:pt x="266240" y="54080"/>
                </a:lnTo>
                <a:lnTo>
                  <a:pt x="219440" y="54080"/>
                </a:lnTo>
                <a:lnTo>
                  <a:pt x="219440" y="33280"/>
                </a:lnTo>
                <a:lnTo>
                  <a:pt x="85800" y="33280"/>
                </a:lnTo>
                <a:lnTo>
                  <a:pt x="261040" y="334880"/>
                </a:lnTo>
                <a:close/>
              </a:path>
            </a:pathLst>
          </a:custGeom>
          <a:noFill/>
          <a:ln w="12192">
            <a:solidFill>
              <a:srgbClr val="000000"/>
            </a:solidFill>
          </a:ln>
        </p:spPr>
        <p:txBody>
          <a:bodyPr rtlCol="0" anchor="ctr"/>
          <a:lstStyle/>
          <a:p>
            <a:pPr algn="ctr"/>
          </a:p>
        </p:txBody>
      </p:sp>
      <p:sp>
        <p:nvSpPr>
          <p:cNvPr id="17" name="Rule"/>
          <p:cNvSpPr/>
          <p:nvPr/>
        </p:nvSpPr>
        <p:spPr>
          <a:xfrm>
            <a:off x="2477262"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18" name="Rule"/>
          <p:cNvSpPr/>
          <p:nvPr/>
        </p:nvSpPr>
        <p:spPr>
          <a:xfrm>
            <a:off x="4716018"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19" name="A / CAPITAL"/>
          <p:cNvSpPr txBox="1"/>
          <p:nvPr/>
        </p:nvSpPr>
        <p:spPr>
          <a:xfrm>
            <a:off x="3219450" y="5987034"/>
            <a:ext cx="800100" cy="171450"/>
          </a:xfrm>
          <a:prstGeom prst="rect">
            <a:avLst/>
          </a:prstGeom>
          <a:noFill/>
        </p:spPr>
        <p:txBody>
          <a:bodyPr wrap="none" tIns="0" bIns="0" lIns="0" rIns="0" anchor="t">
            <a:spAutoFit/>
          </a:bodyPr>
          <a:lstStyle/>
          <a:p>
            <a:pPr>
              <a:lnSpc>
                <a:spcPct val="100000"/>
              </a:lnSpc>
              <a:spcBef>
                <a:spcPts val="0"/>
              </a:spcBef>
              <a:spcAft>
                <a:spcPts val="0"/>
              </a:spcAft>
            </a:pPr>
            <a:r>
              <a:rPr sz="900" kern="400000">
                <a:solidFill>
                  <a:srgbClr val="000000"/>
                </a:solidFill>
                <a:latin typeface="JetBrains Mono"/>
              </a:rPr>
              <a:t>A / CAPITAL</a:t>
            </a:r>
          </a:p>
        </p:txBody>
      </p:sp>
      <p:sp>
        <p:nvSpPr>
          <p:cNvPr id="20" name="𐰲"/>
          <p:cNvSpPr/>
          <p:nvPr/>
        </p:nvSpPr>
        <p:spPr>
          <a:xfrm>
            <a:off x="5891632" y="2179320"/>
            <a:ext cx="2207057" cy="2773680"/>
          </a:xfrm>
          <a:custGeom>
            <a:avLst/>
            <a:gdLst/>
            <a:ahLst/>
            <a:cxnLst/>
            <a:rect l="l" t="t" r="r" b="b"/>
            <a:pathLst>
              <a:path w="289640" h="364000" stroke="1" fill="none">
                <a:moveTo>
                  <a:pt x="71240" y="342680"/>
                </a:moveTo>
                <a:lnTo>
                  <a:pt x="70720" y="346320"/>
                </a:lnTo>
                <a:lnTo>
                  <a:pt x="71240" y="348920"/>
                </a:lnTo>
                <a:lnTo>
                  <a:pt x="71760" y="352040"/>
                </a:lnTo>
                <a:lnTo>
                  <a:pt x="73320" y="355680"/>
                </a:lnTo>
                <a:lnTo>
                  <a:pt x="74360" y="358280"/>
                </a:lnTo>
                <a:lnTo>
                  <a:pt x="75920" y="360360"/>
                </a:lnTo>
                <a:lnTo>
                  <a:pt x="79040" y="364000"/>
                </a:lnTo>
                <a:lnTo>
                  <a:pt x="63440" y="364000"/>
                </a:lnTo>
                <a:lnTo>
                  <a:pt x="39520" y="364000"/>
                </a:lnTo>
                <a:lnTo>
                  <a:pt x="0" y="364000"/>
                </a:lnTo>
                <a:lnTo>
                  <a:pt x="8840" y="358280"/>
                </a:lnTo>
                <a:lnTo>
                  <a:pt x="11960" y="355680"/>
                </a:lnTo>
                <a:lnTo>
                  <a:pt x="15600" y="352040"/>
                </a:lnTo>
                <a:lnTo>
                  <a:pt x="18200" y="349440"/>
                </a:lnTo>
                <a:lnTo>
                  <a:pt x="20800" y="346320"/>
                </a:lnTo>
                <a:lnTo>
                  <a:pt x="22880" y="342680"/>
                </a:lnTo>
                <a:lnTo>
                  <a:pt x="23920" y="340080"/>
                </a:lnTo>
                <a:lnTo>
                  <a:pt x="144560" y="0"/>
                </a:lnTo>
                <a:lnTo>
                  <a:pt x="265720" y="340080"/>
                </a:lnTo>
                <a:lnTo>
                  <a:pt x="267280" y="343720"/>
                </a:lnTo>
                <a:lnTo>
                  <a:pt x="268840" y="346320"/>
                </a:lnTo>
                <a:lnTo>
                  <a:pt x="270920" y="348920"/>
                </a:lnTo>
                <a:lnTo>
                  <a:pt x="274040" y="352040"/>
                </a:lnTo>
                <a:lnTo>
                  <a:pt x="276640" y="354640"/>
                </a:lnTo>
                <a:lnTo>
                  <a:pt x="280800" y="358280"/>
                </a:lnTo>
                <a:lnTo>
                  <a:pt x="289640" y="364000"/>
                </a:lnTo>
                <a:lnTo>
                  <a:pt x="250120" y="364000"/>
                </a:lnTo>
                <a:lnTo>
                  <a:pt x="226200" y="364000"/>
                </a:lnTo>
                <a:lnTo>
                  <a:pt x="210600" y="364000"/>
                </a:lnTo>
                <a:lnTo>
                  <a:pt x="213200" y="360360"/>
                </a:lnTo>
                <a:lnTo>
                  <a:pt x="215280" y="358280"/>
                </a:lnTo>
                <a:lnTo>
                  <a:pt x="217360" y="353080"/>
                </a:lnTo>
                <a:lnTo>
                  <a:pt x="218400" y="350480"/>
                </a:lnTo>
                <a:lnTo>
                  <a:pt x="218920" y="346840"/>
                </a:lnTo>
                <a:lnTo>
                  <a:pt x="218400" y="343720"/>
                </a:lnTo>
                <a:lnTo>
                  <a:pt x="217880" y="341120"/>
                </a:lnTo>
                <a:lnTo>
                  <a:pt x="144560" y="134680"/>
                </a:lnTo>
                <a:lnTo>
                  <a:pt x="71760" y="340080"/>
                </a:lnTo>
                <a:close/>
              </a:path>
            </a:pathLst>
          </a:custGeom>
          <a:noFill/>
          <a:ln w="12192">
            <a:solidFill>
              <a:srgbClr val="000000"/>
            </a:solidFill>
          </a:ln>
        </p:spPr>
        <p:txBody>
          <a:bodyPr rtlCol="0" anchor="ctr"/>
          <a:lstStyle/>
          <a:p>
            <a:pPr algn="ctr"/>
          </a:p>
        </p:txBody>
      </p:sp>
      <p:sp>
        <p:nvSpPr>
          <p:cNvPr id="21" name="Rule"/>
          <p:cNvSpPr/>
          <p:nvPr/>
        </p:nvSpPr>
        <p:spPr>
          <a:xfrm>
            <a:off x="5891632"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22" name="Rule"/>
          <p:cNvSpPr/>
          <p:nvPr/>
        </p:nvSpPr>
        <p:spPr>
          <a:xfrm>
            <a:off x="8098688"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23" name="EC / CAPITAL"/>
          <p:cNvSpPr txBox="1"/>
          <p:nvPr/>
        </p:nvSpPr>
        <p:spPr>
          <a:xfrm>
            <a:off x="6583680" y="5987034"/>
            <a:ext cx="868680" cy="171450"/>
          </a:xfrm>
          <a:prstGeom prst="rect">
            <a:avLst/>
          </a:prstGeom>
          <a:noFill/>
        </p:spPr>
        <p:txBody>
          <a:bodyPr wrap="none" tIns="0" bIns="0" lIns="0" rIns="0" anchor="t">
            <a:spAutoFit/>
          </a:bodyPr>
          <a:lstStyle/>
          <a:p>
            <a:pPr>
              <a:lnSpc>
                <a:spcPct val="100000"/>
              </a:lnSpc>
              <a:spcBef>
                <a:spcPts val="0"/>
              </a:spcBef>
              <a:spcAft>
                <a:spcPts val="0"/>
              </a:spcAft>
            </a:pPr>
            <a:r>
              <a:rPr sz="900" kern="400000">
                <a:solidFill>
                  <a:srgbClr val="000000"/>
                </a:solidFill>
                <a:latin typeface="JetBrains Mono"/>
              </a:rPr>
              <a:t>EC / CAPITAL</a:t>
            </a:r>
          </a:p>
        </p:txBody>
      </p:sp>
      <p:sp>
        <p:nvSpPr>
          <p:cNvPr id="24" name="𐰲"/>
          <p:cNvSpPr/>
          <p:nvPr/>
        </p:nvSpPr>
        <p:spPr>
          <a:xfrm>
            <a:off x="9020861" y="2179320"/>
            <a:ext cx="1917802" cy="2773680"/>
          </a:xfrm>
          <a:custGeom>
            <a:avLst/>
            <a:gdLst/>
            <a:ahLst/>
            <a:cxnLst/>
            <a:rect l="l" t="t" r="r" b="b"/>
            <a:pathLst>
              <a:path w="251680" h="364000" stroke="1" fill="none">
                <a:moveTo>
                  <a:pt x="9360" y="357240"/>
                </a:moveTo>
                <a:lnTo>
                  <a:pt x="12480" y="354120"/>
                </a:lnTo>
                <a:lnTo>
                  <a:pt x="16640" y="349960"/>
                </a:lnTo>
                <a:lnTo>
                  <a:pt x="19240" y="346840"/>
                </a:lnTo>
                <a:lnTo>
                  <a:pt x="22360" y="343200"/>
                </a:lnTo>
                <a:lnTo>
                  <a:pt x="25480" y="336960"/>
                </a:lnTo>
                <a:lnTo>
                  <a:pt x="111800" y="104520"/>
                </a:lnTo>
                <a:lnTo>
                  <a:pt x="101920" y="80600"/>
                </a:lnTo>
                <a:lnTo>
                  <a:pt x="96200" y="67080"/>
                </a:lnTo>
                <a:lnTo>
                  <a:pt x="92560" y="60840"/>
                </a:lnTo>
                <a:lnTo>
                  <a:pt x="89440" y="55640"/>
                </a:lnTo>
                <a:lnTo>
                  <a:pt x="85800" y="50440"/>
                </a:lnTo>
                <a:lnTo>
                  <a:pt x="82160" y="46280"/>
                </a:lnTo>
                <a:lnTo>
                  <a:pt x="79040" y="42640"/>
                </a:lnTo>
                <a:lnTo>
                  <a:pt x="74360" y="38480"/>
                </a:lnTo>
                <a:lnTo>
                  <a:pt x="70200" y="35360"/>
                </a:lnTo>
                <a:lnTo>
                  <a:pt x="65520" y="33280"/>
                </a:lnTo>
                <a:lnTo>
                  <a:pt x="60320" y="31200"/>
                </a:lnTo>
                <a:lnTo>
                  <a:pt x="56160" y="30160"/>
                </a:lnTo>
                <a:lnTo>
                  <a:pt x="50960" y="29640"/>
                </a:lnTo>
                <a:lnTo>
                  <a:pt x="45240" y="29640"/>
                </a:lnTo>
                <a:lnTo>
                  <a:pt x="45760" y="0"/>
                </a:lnTo>
                <a:lnTo>
                  <a:pt x="54600" y="520"/>
                </a:lnTo>
                <a:lnTo>
                  <a:pt x="65000" y="1560"/>
                </a:lnTo>
                <a:lnTo>
                  <a:pt x="75400" y="3640"/>
                </a:lnTo>
                <a:lnTo>
                  <a:pt x="81120" y="5720"/>
                </a:lnTo>
                <a:lnTo>
                  <a:pt x="86840" y="7800"/>
                </a:lnTo>
                <a:lnTo>
                  <a:pt x="92040" y="9880"/>
                </a:lnTo>
                <a:lnTo>
                  <a:pt x="96720" y="12480"/>
                </a:lnTo>
                <a:lnTo>
                  <a:pt x="100880" y="15080"/>
                </a:lnTo>
                <a:lnTo>
                  <a:pt x="106080" y="19240"/>
                </a:lnTo>
                <a:lnTo>
                  <a:pt x="110240" y="22360"/>
                </a:lnTo>
                <a:lnTo>
                  <a:pt x="114400" y="26520"/>
                </a:lnTo>
                <a:lnTo>
                  <a:pt x="121680" y="34320"/>
                </a:lnTo>
                <a:lnTo>
                  <a:pt x="128440" y="44200"/>
                </a:lnTo>
                <a:lnTo>
                  <a:pt x="132080" y="49920"/>
                </a:lnTo>
                <a:lnTo>
                  <a:pt x="135720" y="56160"/>
                </a:lnTo>
                <a:lnTo>
                  <a:pt x="139360" y="63960"/>
                </a:lnTo>
                <a:lnTo>
                  <a:pt x="143000" y="72280"/>
                </a:lnTo>
                <a:lnTo>
                  <a:pt x="154440" y="101400"/>
                </a:lnTo>
                <a:lnTo>
                  <a:pt x="227760" y="336960"/>
                </a:lnTo>
                <a:lnTo>
                  <a:pt x="230880" y="343200"/>
                </a:lnTo>
                <a:lnTo>
                  <a:pt x="232960" y="345800"/>
                </a:lnTo>
                <a:lnTo>
                  <a:pt x="236080" y="349960"/>
                </a:lnTo>
                <a:lnTo>
                  <a:pt x="239720" y="354120"/>
                </a:lnTo>
                <a:lnTo>
                  <a:pt x="242840" y="357240"/>
                </a:lnTo>
                <a:lnTo>
                  <a:pt x="251680" y="364000"/>
                </a:lnTo>
                <a:lnTo>
                  <a:pt x="214240" y="364000"/>
                </a:lnTo>
                <a:lnTo>
                  <a:pt x="192400" y="364000"/>
                </a:lnTo>
                <a:lnTo>
                  <a:pt x="176800" y="364000"/>
                </a:lnTo>
                <a:lnTo>
                  <a:pt x="179920" y="359840"/>
                </a:lnTo>
                <a:lnTo>
                  <a:pt x="181480" y="357240"/>
                </a:lnTo>
                <a:lnTo>
                  <a:pt x="183040" y="354120"/>
                </a:lnTo>
                <a:lnTo>
                  <a:pt x="184080" y="349960"/>
                </a:lnTo>
                <a:lnTo>
                  <a:pt x="184600" y="346840"/>
                </a:lnTo>
                <a:lnTo>
                  <a:pt x="185120" y="344240"/>
                </a:lnTo>
                <a:lnTo>
                  <a:pt x="184600" y="341120"/>
                </a:lnTo>
                <a:lnTo>
                  <a:pt x="184080" y="336960"/>
                </a:lnTo>
                <a:lnTo>
                  <a:pt x="132080" y="169000"/>
                </a:lnTo>
                <a:lnTo>
                  <a:pt x="69680" y="336960"/>
                </a:lnTo>
                <a:lnTo>
                  <a:pt x="69160" y="340080"/>
                </a:lnTo>
                <a:lnTo>
                  <a:pt x="68640" y="344240"/>
                </a:lnTo>
                <a:lnTo>
                  <a:pt x="68640" y="346840"/>
                </a:lnTo>
                <a:lnTo>
                  <a:pt x="69160" y="351000"/>
                </a:lnTo>
                <a:lnTo>
                  <a:pt x="70200" y="354120"/>
                </a:lnTo>
                <a:lnTo>
                  <a:pt x="71240" y="357240"/>
                </a:lnTo>
                <a:lnTo>
                  <a:pt x="73320" y="360880"/>
                </a:lnTo>
                <a:lnTo>
                  <a:pt x="75400" y="364000"/>
                </a:lnTo>
                <a:lnTo>
                  <a:pt x="59800" y="364000"/>
                </a:lnTo>
                <a:lnTo>
                  <a:pt x="37440" y="364000"/>
                </a:lnTo>
                <a:lnTo>
                  <a:pt x="0" y="364000"/>
                </a:lnTo>
                <a:close/>
              </a:path>
            </a:pathLst>
          </a:custGeom>
          <a:noFill/>
          <a:ln w="12192">
            <a:solidFill>
              <a:srgbClr val="000000"/>
            </a:solidFill>
          </a:ln>
        </p:spPr>
        <p:txBody>
          <a:bodyPr rtlCol="0" anchor="ctr"/>
          <a:lstStyle/>
          <a:p>
            <a:pPr algn="ctr"/>
          </a:p>
        </p:txBody>
      </p:sp>
      <p:sp>
        <p:nvSpPr>
          <p:cNvPr id="25" name="Rule"/>
          <p:cNvSpPr/>
          <p:nvPr/>
        </p:nvSpPr>
        <p:spPr>
          <a:xfrm>
            <a:off x="9020861"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26" name="Rule"/>
          <p:cNvSpPr/>
          <p:nvPr/>
        </p:nvSpPr>
        <p:spPr>
          <a:xfrm>
            <a:off x="10938662" y="2072640"/>
            <a:ext cx="8" cy="3802380"/>
          </a:xfrm>
          <a:custGeom>
            <a:avLst/>
            <a:gdLst/>
            <a:ahLst/>
            <a:cxnLst/>
            <a:rect l="l" t="t" r="r" b="b"/>
            <a:pathLst>
              <a:path w="1" h="499000" stroke="1" fill="none">
                <a:moveTo>
                  <a:pt x="0" y="0"/>
                </a:moveTo>
                <a:lnTo>
                  <a:pt x="0" y="499000"/>
                </a:lnTo>
              </a:path>
            </a:pathLst>
          </a:custGeom>
          <a:noFill/>
          <a:ln w="4191">
            <a:solidFill>
              <a:srgbClr val="000000"/>
            </a:solidFill>
          </a:ln>
        </p:spPr>
        <p:txBody>
          <a:bodyPr rtlCol="0" anchor="ctr"/>
          <a:lstStyle/>
          <a:p>
            <a:pPr algn="ctr"/>
          </a:p>
        </p:txBody>
      </p:sp>
      <p:sp>
        <p:nvSpPr>
          <p:cNvPr id="27" name="EC / LOWERCASE"/>
          <p:cNvSpPr txBox="1"/>
          <p:nvPr/>
        </p:nvSpPr>
        <p:spPr>
          <a:xfrm>
            <a:off x="9464040" y="5987034"/>
            <a:ext cx="1005840" cy="171450"/>
          </a:xfrm>
          <a:prstGeom prst="rect">
            <a:avLst/>
          </a:prstGeom>
          <a:noFill/>
        </p:spPr>
        <p:txBody>
          <a:bodyPr wrap="none" tIns="0" bIns="0" lIns="0" rIns="0" anchor="t">
            <a:spAutoFit/>
          </a:bodyPr>
          <a:lstStyle/>
          <a:p>
            <a:pPr>
              <a:lnSpc>
                <a:spcPct val="100000"/>
              </a:lnSpc>
              <a:spcBef>
                <a:spcPts val="0"/>
              </a:spcBef>
              <a:spcAft>
                <a:spcPts val="0"/>
              </a:spcAft>
            </a:pPr>
            <a:r>
              <a:rPr sz="900" kern="400000">
                <a:solidFill>
                  <a:srgbClr val="000000"/>
                </a:solidFill>
                <a:latin typeface="JetBrains Mono"/>
              </a:rPr>
              <a:t>EC / LOWERCASE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BLUEPRINT 02 / SERIF"/>
          <p:cNvSpPr txBox="1"/>
          <p:nvPr/>
        </p:nvSpPr>
        <p:spPr>
          <a:xfrm>
            <a:off x="10241280" y="348386"/>
            <a:ext cx="132283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BLUEPRINT 02 / SERIF</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8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08 / 14</a:t>
            </a:r>
          </a:p>
        </p:txBody>
      </p:sp>
      <p:sp>
        <p:nvSpPr>
          <p:cNvPr id="6" name="Serif stroke weights"/>
          <p:cNvSpPr txBox="1"/>
          <p:nvPr/>
        </p:nvSpPr>
        <p:spPr>
          <a:xfrm>
            <a:off x="624840" y="805434"/>
            <a:ext cx="6497955"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Serif stroke weights</a:t>
            </a:r>
          </a:p>
        </p:txBody>
      </p:sp>
      <p:sp>
        <p:nvSpPr>
          <p:cNvPr id="7" name="Capital construction · font units"/>
          <p:cNvSpPr txBox="1"/>
          <p:nvPr/>
        </p:nvSpPr>
        <p:spPr>
          <a:xfrm>
            <a:off x="670560" y="1704518"/>
            <a:ext cx="2563703" cy="262890"/>
          </a:xfrm>
          <a:prstGeom prst="rect">
            <a:avLst/>
          </a:prstGeom>
          <a:noFill/>
        </p:spPr>
        <p:txBody>
          <a:bodyPr wrap="none" tIns="0" bIns="0" lIns="0" rIns="0" anchor="t">
            <a:spAutoFit/>
          </a:bodyPr>
          <a:lstStyle/>
          <a:p>
            <a:pPr>
              <a:lnSpc>
                <a:spcPct val="100000"/>
              </a:lnSpc>
              <a:spcBef>
                <a:spcPts val="0"/>
              </a:spcBef>
              <a:spcAft>
                <a:spcPts val="0"/>
              </a:spcAft>
            </a:pPr>
            <a:r>
              <a:rPr sz="1380" kern="400000">
                <a:solidFill>
                  <a:srgbClr val="000000"/>
                </a:solidFill>
                <a:latin typeface="Instrument Sans"/>
              </a:rPr>
              <a:t>Capital construction · font units</a:t>
            </a:r>
          </a:p>
        </p:txBody>
      </p:sp>
      <p:sp>
        <p:nvSpPr>
          <p:cNvPr id="8" name="90"/>
          <p:cNvSpPr txBox="1"/>
          <p:nvPr/>
        </p:nvSpPr>
        <p:spPr>
          <a:xfrm>
            <a:off x="670560" y="2656332"/>
            <a:ext cx="1532534" cy="1371600"/>
          </a:xfrm>
          <a:prstGeom prst="rect">
            <a:avLst/>
          </a:prstGeom>
          <a:noFill/>
        </p:spPr>
        <p:txBody>
          <a:bodyPr wrap="none" tIns="0" bIns="0" lIns="0" rIns="0" anchor="t">
            <a:spAutoFit/>
          </a:bodyPr>
          <a:lstStyle/>
          <a:p>
            <a:pPr>
              <a:lnSpc>
                <a:spcPct val="100000"/>
              </a:lnSpc>
              <a:spcBef>
                <a:spcPts val="0"/>
              </a:spcBef>
              <a:spcAft>
                <a:spcPts val="0"/>
              </a:spcAft>
            </a:pPr>
            <a:r>
              <a:rPr sz="7200" kern="400000">
                <a:solidFill>
                  <a:srgbClr val="000000"/>
                </a:solidFill>
                <a:latin typeface="Instrument Sans"/>
              </a:rPr>
              <a:t>90</a:t>
            </a:r>
          </a:p>
        </p:txBody>
      </p:sp>
      <p:sp>
        <p:nvSpPr>
          <p:cNvPr id="9" name="Stem"/>
          <p:cNvSpPr txBox="1"/>
          <p:nvPr/>
        </p:nvSpPr>
        <p:spPr>
          <a:xfrm>
            <a:off x="670560" y="3701415"/>
            <a:ext cx="546926"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Stem</a:t>
            </a:r>
          </a:p>
        </p:txBody>
      </p:sp>
      <p:sp>
        <p:nvSpPr>
          <p:cNvPr id="10" name="64"/>
          <p:cNvSpPr txBox="1"/>
          <p:nvPr/>
        </p:nvSpPr>
        <p:spPr>
          <a:xfrm>
            <a:off x="670560" y="4149852"/>
            <a:ext cx="1462126" cy="1371600"/>
          </a:xfrm>
          <a:prstGeom prst="rect">
            <a:avLst/>
          </a:prstGeom>
          <a:noFill/>
        </p:spPr>
        <p:txBody>
          <a:bodyPr wrap="none" tIns="0" bIns="0" lIns="0" rIns="0" anchor="t">
            <a:spAutoFit/>
          </a:bodyPr>
          <a:lstStyle/>
          <a:p>
            <a:pPr>
              <a:lnSpc>
                <a:spcPct val="100000"/>
              </a:lnSpc>
              <a:spcBef>
                <a:spcPts val="0"/>
              </a:spcBef>
              <a:spcAft>
                <a:spcPts val="0"/>
              </a:spcAft>
            </a:pPr>
            <a:r>
              <a:rPr sz="7200" kern="400000">
                <a:solidFill>
                  <a:srgbClr val="000000"/>
                </a:solidFill>
                <a:latin typeface="Instrument Sans"/>
              </a:rPr>
              <a:t>64</a:t>
            </a:r>
          </a:p>
        </p:txBody>
      </p:sp>
      <p:sp>
        <p:nvSpPr>
          <p:cNvPr id="11" name="Thin stroke"/>
          <p:cNvSpPr txBox="1"/>
          <p:nvPr/>
        </p:nvSpPr>
        <p:spPr>
          <a:xfrm>
            <a:off x="670560" y="5194935"/>
            <a:ext cx="1065657"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Thin stroke</a:t>
            </a:r>
          </a:p>
        </p:txBody>
      </p:sp>
      <p:sp>
        <p:nvSpPr>
          <p:cNvPr id="12" name="𐰃"/>
          <p:cNvSpPr/>
          <p:nvPr/>
        </p:nvSpPr>
        <p:spPr>
          <a:xfrm>
            <a:off x="4493514" y="2377440"/>
            <a:ext cx="1789938" cy="2880360"/>
          </a:xfrm>
          <a:custGeom>
            <a:avLst/>
            <a:gdLst/>
            <a:ahLst/>
            <a:cxnLst/>
            <a:rect l="l" t="t" r="r" b="b"/>
            <a:pathLst>
              <a:path w="234900" h="378000" stroke="1" fill="none">
                <a:moveTo>
                  <a:pt x="0" y="367200"/>
                </a:moveTo>
                <a:lnTo>
                  <a:pt x="9180" y="365040"/>
                </a:lnTo>
                <a:lnTo>
                  <a:pt x="13500" y="355320"/>
                </a:lnTo>
                <a:lnTo>
                  <a:pt x="16200" y="346680"/>
                </a:lnTo>
                <a:lnTo>
                  <a:pt x="16200" y="17280"/>
                </a:lnTo>
                <a:lnTo>
                  <a:pt x="16200" y="15120"/>
                </a:lnTo>
                <a:lnTo>
                  <a:pt x="17280" y="12960"/>
                </a:lnTo>
                <a:lnTo>
                  <a:pt x="17820" y="10800"/>
                </a:lnTo>
                <a:lnTo>
                  <a:pt x="19440" y="8640"/>
                </a:lnTo>
                <a:lnTo>
                  <a:pt x="21060" y="7020"/>
                </a:lnTo>
                <a:lnTo>
                  <a:pt x="23220" y="4860"/>
                </a:lnTo>
                <a:lnTo>
                  <a:pt x="25920" y="3780"/>
                </a:lnTo>
                <a:lnTo>
                  <a:pt x="31320" y="1080"/>
                </a:lnTo>
                <a:lnTo>
                  <a:pt x="34020" y="540"/>
                </a:lnTo>
                <a:lnTo>
                  <a:pt x="40500" y="0"/>
                </a:lnTo>
                <a:lnTo>
                  <a:pt x="210600" y="0"/>
                </a:lnTo>
                <a:lnTo>
                  <a:pt x="217080" y="540"/>
                </a:lnTo>
                <a:lnTo>
                  <a:pt x="219780" y="1080"/>
                </a:lnTo>
                <a:lnTo>
                  <a:pt x="225180" y="3780"/>
                </a:lnTo>
                <a:lnTo>
                  <a:pt x="227880" y="4860"/>
                </a:lnTo>
                <a:lnTo>
                  <a:pt x="230040" y="7020"/>
                </a:lnTo>
                <a:lnTo>
                  <a:pt x="231660" y="8640"/>
                </a:lnTo>
                <a:lnTo>
                  <a:pt x="233280" y="10800"/>
                </a:lnTo>
                <a:lnTo>
                  <a:pt x="233820" y="12960"/>
                </a:lnTo>
                <a:lnTo>
                  <a:pt x="234900" y="15120"/>
                </a:lnTo>
                <a:lnTo>
                  <a:pt x="234900" y="17280"/>
                </a:lnTo>
                <a:lnTo>
                  <a:pt x="234900" y="56160"/>
                </a:lnTo>
                <a:lnTo>
                  <a:pt x="186300" y="56160"/>
                </a:lnTo>
                <a:lnTo>
                  <a:pt x="186300" y="34560"/>
                </a:lnTo>
                <a:lnTo>
                  <a:pt x="64800" y="34560"/>
                </a:lnTo>
                <a:lnTo>
                  <a:pt x="64800" y="346680"/>
                </a:lnTo>
                <a:lnTo>
                  <a:pt x="67500" y="355320"/>
                </a:lnTo>
                <a:lnTo>
                  <a:pt x="71820" y="365040"/>
                </a:lnTo>
                <a:lnTo>
                  <a:pt x="81000" y="367200"/>
                </a:lnTo>
                <a:lnTo>
                  <a:pt x="81000" y="378000"/>
                </a:lnTo>
                <a:lnTo>
                  <a:pt x="0" y="378000"/>
                </a:lnTo>
                <a:close/>
              </a:path>
            </a:pathLst>
          </a:custGeom>
          <a:noFill/>
          <a:ln w="12954">
            <a:solidFill>
              <a:srgbClr val="000000"/>
            </a:solidFill>
          </a:ln>
        </p:spPr>
        <p:txBody>
          <a:bodyPr rtlCol="0" anchor="ctr"/>
          <a:lstStyle/>
          <a:p>
            <a:pPr algn="ctr"/>
          </a:p>
        </p:txBody>
      </p:sp>
      <p:sp>
        <p:nvSpPr>
          <p:cNvPr id="13" name="𐰀"/>
          <p:cNvSpPr/>
          <p:nvPr/>
        </p:nvSpPr>
        <p:spPr>
          <a:xfrm>
            <a:off x="8184185" y="2377440"/>
            <a:ext cx="2324862" cy="2880360"/>
          </a:xfrm>
          <a:custGeom>
            <a:avLst/>
            <a:gdLst/>
            <a:ahLst/>
            <a:cxnLst/>
            <a:rect l="l" t="t" r="r" b="b"/>
            <a:pathLst>
              <a:path w="305100" h="378000" stroke="1" fill="none">
                <a:moveTo>
                  <a:pt x="273240" y="351000"/>
                </a:moveTo>
                <a:lnTo>
                  <a:pt x="276480" y="355320"/>
                </a:lnTo>
                <a:lnTo>
                  <a:pt x="280800" y="359640"/>
                </a:lnTo>
                <a:lnTo>
                  <a:pt x="284040" y="362880"/>
                </a:lnTo>
                <a:lnTo>
                  <a:pt x="293760" y="370440"/>
                </a:lnTo>
                <a:lnTo>
                  <a:pt x="305100" y="378000"/>
                </a:lnTo>
                <a:lnTo>
                  <a:pt x="52380" y="378000"/>
                </a:lnTo>
                <a:lnTo>
                  <a:pt x="46440" y="377460"/>
                </a:lnTo>
                <a:lnTo>
                  <a:pt x="40500" y="375840"/>
                </a:lnTo>
                <a:lnTo>
                  <a:pt x="37800" y="374220"/>
                </a:lnTo>
                <a:lnTo>
                  <a:pt x="35100" y="373140"/>
                </a:lnTo>
                <a:lnTo>
                  <a:pt x="33480" y="370980"/>
                </a:lnTo>
                <a:lnTo>
                  <a:pt x="31320" y="369360"/>
                </a:lnTo>
                <a:lnTo>
                  <a:pt x="30240" y="367200"/>
                </a:lnTo>
                <a:lnTo>
                  <a:pt x="29160" y="365040"/>
                </a:lnTo>
                <a:lnTo>
                  <a:pt x="28620" y="362880"/>
                </a:lnTo>
                <a:lnTo>
                  <a:pt x="28080" y="360720"/>
                </a:lnTo>
                <a:lnTo>
                  <a:pt x="28080" y="321840"/>
                </a:lnTo>
                <a:lnTo>
                  <a:pt x="76680" y="321840"/>
                </a:lnTo>
                <a:lnTo>
                  <a:pt x="76680" y="343440"/>
                </a:lnTo>
                <a:lnTo>
                  <a:pt x="216000" y="343440"/>
                </a:lnTo>
                <a:lnTo>
                  <a:pt x="34020" y="30240"/>
                </a:lnTo>
                <a:lnTo>
                  <a:pt x="30780" y="25920"/>
                </a:lnTo>
                <a:lnTo>
                  <a:pt x="28080" y="22680"/>
                </a:lnTo>
                <a:lnTo>
                  <a:pt x="24300" y="18360"/>
                </a:lnTo>
                <a:lnTo>
                  <a:pt x="20520" y="15120"/>
                </a:lnTo>
                <a:lnTo>
                  <a:pt x="11340" y="7560"/>
                </a:lnTo>
                <a:lnTo>
                  <a:pt x="0" y="0"/>
                </a:lnTo>
                <a:lnTo>
                  <a:pt x="252180" y="0"/>
                </a:lnTo>
                <a:lnTo>
                  <a:pt x="258660" y="540"/>
                </a:lnTo>
                <a:lnTo>
                  <a:pt x="264600" y="2160"/>
                </a:lnTo>
                <a:lnTo>
                  <a:pt x="267300" y="3780"/>
                </a:lnTo>
                <a:lnTo>
                  <a:pt x="269460" y="4860"/>
                </a:lnTo>
                <a:lnTo>
                  <a:pt x="271620" y="7020"/>
                </a:lnTo>
                <a:lnTo>
                  <a:pt x="273240" y="8640"/>
                </a:lnTo>
                <a:lnTo>
                  <a:pt x="274860" y="10800"/>
                </a:lnTo>
                <a:lnTo>
                  <a:pt x="275940" y="12960"/>
                </a:lnTo>
                <a:lnTo>
                  <a:pt x="276480" y="15120"/>
                </a:lnTo>
                <a:lnTo>
                  <a:pt x="276480" y="17280"/>
                </a:lnTo>
                <a:lnTo>
                  <a:pt x="276480" y="56160"/>
                </a:lnTo>
                <a:lnTo>
                  <a:pt x="227880" y="56160"/>
                </a:lnTo>
                <a:lnTo>
                  <a:pt x="227880" y="34560"/>
                </a:lnTo>
                <a:lnTo>
                  <a:pt x="89100" y="34560"/>
                </a:lnTo>
                <a:lnTo>
                  <a:pt x="271080" y="347760"/>
                </a:lnTo>
                <a:close/>
              </a:path>
            </a:pathLst>
          </a:custGeom>
          <a:noFill/>
          <a:ln w="12954">
            <a:solidFill>
              <a:srgbClr val="000000"/>
            </a:solidFill>
          </a:ln>
        </p:spPr>
        <p:txBody>
          <a:bodyPr rtlCol="0" anchor="ctr"/>
          <a:lstStyle/>
          <a:p>
            <a:pPr algn="ctr"/>
          </a:p>
        </p:txBody>
      </p:sp>
      <p:sp>
        <p:nvSpPr>
          <p:cNvPr id="14" name="Rule"/>
          <p:cNvSpPr/>
          <p:nvPr/>
        </p:nvSpPr>
        <p:spPr>
          <a:xfrm>
            <a:off x="4616958" y="3817620"/>
            <a:ext cx="8" cy="556260"/>
          </a:xfrm>
          <a:custGeom>
            <a:avLst/>
            <a:gdLst/>
            <a:ahLst/>
            <a:cxnLst/>
            <a:rect l="l" t="t" r="r" b="b"/>
            <a:pathLst>
              <a:path w="1" h="73000" stroke="1" fill="none">
                <a:moveTo>
                  <a:pt x="0" y="0"/>
                </a:moveTo>
                <a:lnTo>
                  <a:pt x="0" y="73000"/>
                </a:lnTo>
              </a:path>
            </a:pathLst>
          </a:custGeom>
          <a:noFill/>
          <a:ln w="5334">
            <a:solidFill>
              <a:srgbClr val="000000"/>
            </a:solidFill>
          </a:ln>
        </p:spPr>
        <p:txBody>
          <a:bodyPr rtlCol="0" anchor="ctr"/>
          <a:lstStyle/>
          <a:p>
            <a:pPr algn="ctr"/>
          </a:p>
        </p:txBody>
      </p:sp>
      <p:sp>
        <p:nvSpPr>
          <p:cNvPr id="15" name="Rule"/>
          <p:cNvSpPr/>
          <p:nvPr/>
        </p:nvSpPr>
        <p:spPr>
          <a:xfrm>
            <a:off x="4987290" y="3817620"/>
            <a:ext cx="8" cy="556260"/>
          </a:xfrm>
          <a:custGeom>
            <a:avLst/>
            <a:gdLst/>
            <a:ahLst/>
            <a:cxnLst/>
            <a:rect l="l" t="t" r="r" b="b"/>
            <a:pathLst>
              <a:path w="1" h="73000" stroke="1" fill="none">
                <a:moveTo>
                  <a:pt x="0" y="0"/>
                </a:moveTo>
                <a:lnTo>
                  <a:pt x="0" y="73000"/>
                </a:lnTo>
              </a:path>
            </a:pathLst>
          </a:custGeom>
          <a:noFill/>
          <a:ln w="5334">
            <a:solidFill>
              <a:srgbClr val="000000"/>
            </a:solidFill>
          </a:ln>
        </p:spPr>
        <p:txBody>
          <a:bodyPr rtlCol="0" anchor="ctr"/>
          <a:lstStyle/>
          <a:p>
            <a:pPr algn="ctr"/>
          </a:p>
        </p:txBody>
      </p:sp>
      <p:sp>
        <p:nvSpPr>
          <p:cNvPr id="16" name="Rule"/>
          <p:cNvSpPr/>
          <p:nvPr/>
        </p:nvSpPr>
        <p:spPr>
          <a:xfrm>
            <a:off x="4616958" y="4373880"/>
            <a:ext cx="370332" cy="8"/>
          </a:xfrm>
          <a:custGeom>
            <a:avLst/>
            <a:gdLst/>
            <a:ahLst/>
            <a:cxnLst/>
            <a:rect l="l" t="t" r="r" b="b"/>
            <a:pathLst>
              <a:path w="48600" h="1" stroke="1" fill="none">
                <a:moveTo>
                  <a:pt x="0" y="0"/>
                </a:moveTo>
                <a:lnTo>
                  <a:pt x="48600" y="0"/>
                </a:lnTo>
              </a:path>
            </a:pathLst>
          </a:custGeom>
          <a:noFill/>
          <a:ln w="7620">
            <a:solidFill>
              <a:srgbClr val="000000"/>
            </a:solidFill>
          </a:ln>
        </p:spPr>
        <p:txBody>
          <a:bodyPr rtlCol="0" anchor="ctr"/>
          <a:lstStyle/>
          <a:p>
            <a:pPr algn="ctr"/>
          </a:p>
        </p:txBody>
      </p:sp>
      <p:sp>
        <p:nvSpPr>
          <p:cNvPr id="17" name="Rule"/>
          <p:cNvSpPr/>
          <p:nvPr/>
        </p:nvSpPr>
        <p:spPr>
          <a:xfrm>
            <a:off x="4616958" y="4328160"/>
            <a:ext cx="8" cy="91440"/>
          </a:xfrm>
          <a:custGeom>
            <a:avLst/>
            <a:gdLst/>
            <a:ahLst/>
            <a:cxnLst/>
            <a:rect l="l" t="t" r="r" b="b"/>
            <a:pathLst>
              <a:path w="1" h="12000" stroke="1" fill="none">
                <a:moveTo>
                  <a:pt x="0" y="0"/>
                </a:moveTo>
                <a:lnTo>
                  <a:pt x="0" y="12000"/>
                </a:lnTo>
              </a:path>
            </a:pathLst>
          </a:custGeom>
          <a:noFill/>
          <a:ln w="7620">
            <a:solidFill>
              <a:srgbClr val="000000"/>
            </a:solidFill>
          </a:ln>
        </p:spPr>
        <p:txBody>
          <a:bodyPr rtlCol="0" anchor="ctr"/>
          <a:lstStyle/>
          <a:p>
            <a:pPr algn="ctr"/>
          </a:p>
        </p:txBody>
      </p:sp>
      <p:sp>
        <p:nvSpPr>
          <p:cNvPr id="18" name="Rule"/>
          <p:cNvSpPr/>
          <p:nvPr/>
        </p:nvSpPr>
        <p:spPr>
          <a:xfrm>
            <a:off x="4987290" y="4328160"/>
            <a:ext cx="8" cy="91440"/>
          </a:xfrm>
          <a:custGeom>
            <a:avLst/>
            <a:gdLst/>
            <a:ahLst/>
            <a:cxnLst/>
            <a:rect l="l" t="t" r="r" b="b"/>
            <a:pathLst>
              <a:path w="1" h="12000" stroke="1" fill="none">
                <a:moveTo>
                  <a:pt x="0" y="0"/>
                </a:moveTo>
                <a:lnTo>
                  <a:pt x="0" y="12000"/>
                </a:lnTo>
              </a:path>
            </a:pathLst>
          </a:custGeom>
          <a:noFill/>
          <a:ln w="7620">
            <a:solidFill>
              <a:srgbClr val="000000"/>
            </a:solidFill>
          </a:ln>
        </p:spPr>
        <p:txBody>
          <a:bodyPr rtlCol="0" anchor="ctr"/>
          <a:lstStyle/>
          <a:p>
            <a:pPr algn="ctr"/>
          </a:p>
        </p:txBody>
      </p:sp>
      <p:sp>
        <p:nvSpPr>
          <p:cNvPr id="19" name="90"/>
          <p:cNvSpPr txBox="1"/>
          <p:nvPr/>
        </p:nvSpPr>
        <p:spPr>
          <a:xfrm>
            <a:off x="4706112" y="4103980"/>
            <a:ext cx="256032" cy="240030"/>
          </a:xfrm>
          <a:prstGeom prst="rect">
            <a:avLst/>
          </a:prstGeom>
          <a:noFill/>
        </p:spPr>
        <p:txBody>
          <a:bodyPr wrap="none" tIns="0" bIns="0" lIns="0" rIns="0" anchor="t">
            <a:spAutoFit/>
          </a:bodyPr>
          <a:lstStyle/>
          <a:p>
            <a:pPr>
              <a:lnSpc>
                <a:spcPct val="100000"/>
              </a:lnSpc>
              <a:spcBef>
                <a:spcPts val="0"/>
              </a:spcBef>
              <a:spcAft>
                <a:spcPts val="0"/>
              </a:spcAft>
            </a:pPr>
            <a:r>
              <a:rPr sz="1260" kern="400000">
                <a:solidFill>
                  <a:srgbClr val="000000"/>
                </a:solidFill>
                <a:latin typeface="JetBrains Mono"/>
              </a:rPr>
              <a:t>90</a:t>
            </a:r>
          </a:p>
        </p:txBody>
      </p:sp>
      <p:sp>
        <p:nvSpPr>
          <p:cNvPr id="20" name="Rule"/>
          <p:cNvSpPr/>
          <p:nvPr/>
        </p:nvSpPr>
        <p:spPr>
          <a:xfrm>
            <a:off x="9105900" y="2640787"/>
            <a:ext cx="1943100" cy="8"/>
          </a:xfrm>
          <a:custGeom>
            <a:avLst/>
            <a:gdLst/>
            <a:ahLst/>
            <a:cxnLst/>
            <a:rect l="l" t="t" r="r" b="b"/>
            <a:pathLst>
              <a:path w="255000" h="1" stroke="1" fill="none">
                <a:moveTo>
                  <a:pt x="0" y="0"/>
                </a:moveTo>
                <a:lnTo>
                  <a:pt x="255000" y="0"/>
                </a:lnTo>
              </a:path>
            </a:pathLst>
          </a:custGeom>
          <a:noFill/>
          <a:ln w="5334">
            <a:solidFill>
              <a:srgbClr val="000000"/>
            </a:solidFill>
          </a:ln>
        </p:spPr>
        <p:txBody>
          <a:bodyPr rtlCol="0" anchor="ctr"/>
          <a:lstStyle/>
          <a:p>
            <a:pPr algn="ctr"/>
          </a:p>
        </p:txBody>
      </p:sp>
      <p:sp>
        <p:nvSpPr>
          <p:cNvPr id="21" name="Rule"/>
          <p:cNvSpPr/>
          <p:nvPr/>
        </p:nvSpPr>
        <p:spPr>
          <a:xfrm>
            <a:off x="9105900" y="2377440"/>
            <a:ext cx="1943100" cy="8"/>
          </a:xfrm>
          <a:custGeom>
            <a:avLst/>
            <a:gdLst/>
            <a:ahLst/>
            <a:cxnLst/>
            <a:rect l="l" t="t" r="r" b="b"/>
            <a:pathLst>
              <a:path w="255000" h="1" stroke="1" fill="none">
                <a:moveTo>
                  <a:pt x="0" y="0"/>
                </a:moveTo>
                <a:lnTo>
                  <a:pt x="255000" y="0"/>
                </a:lnTo>
              </a:path>
            </a:pathLst>
          </a:custGeom>
          <a:noFill/>
          <a:ln w="5334">
            <a:solidFill>
              <a:srgbClr val="000000"/>
            </a:solidFill>
          </a:ln>
        </p:spPr>
        <p:txBody>
          <a:bodyPr rtlCol="0" anchor="ctr"/>
          <a:lstStyle/>
          <a:p>
            <a:pPr algn="ctr"/>
          </a:p>
        </p:txBody>
      </p:sp>
      <p:sp>
        <p:nvSpPr>
          <p:cNvPr id="22" name="Rule"/>
          <p:cNvSpPr/>
          <p:nvPr/>
        </p:nvSpPr>
        <p:spPr>
          <a:xfrm>
            <a:off x="11049000" y="2377440"/>
            <a:ext cx="8" cy="263347"/>
          </a:xfrm>
          <a:custGeom>
            <a:avLst/>
            <a:gdLst/>
            <a:ahLst/>
            <a:cxnLst/>
            <a:rect l="l" t="t" r="r" b="b"/>
            <a:pathLst>
              <a:path w="1" h="34560" stroke="1" fill="none">
                <a:moveTo>
                  <a:pt x="0" y="0"/>
                </a:moveTo>
                <a:lnTo>
                  <a:pt x="0" y="34560"/>
                </a:lnTo>
              </a:path>
            </a:pathLst>
          </a:custGeom>
          <a:noFill/>
          <a:ln w="7620">
            <a:solidFill>
              <a:srgbClr val="000000"/>
            </a:solidFill>
          </a:ln>
        </p:spPr>
        <p:txBody>
          <a:bodyPr rtlCol="0" anchor="ctr"/>
          <a:lstStyle/>
          <a:p>
            <a:pPr algn="ctr"/>
          </a:p>
        </p:txBody>
      </p:sp>
      <p:sp>
        <p:nvSpPr>
          <p:cNvPr id="23" name="Rule"/>
          <p:cNvSpPr/>
          <p:nvPr/>
        </p:nvSpPr>
        <p:spPr>
          <a:xfrm>
            <a:off x="11003280" y="2377440"/>
            <a:ext cx="91440" cy="8"/>
          </a:xfrm>
          <a:custGeom>
            <a:avLst/>
            <a:gdLst/>
            <a:ahLst/>
            <a:cxnLst/>
            <a:rect l="l" t="t" r="r" b="b"/>
            <a:pathLst>
              <a:path w="12000" h="1" stroke="1" fill="none">
                <a:moveTo>
                  <a:pt x="0" y="0"/>
                </a:moveTo>
                <a:lnTo>
                  <a:pt x="12000" y="0"/>
                </a:lnTo>
              </a:path>
            </a:pathLst>
          </a:custGeom>
          <a:noFill/>
          <a:ln w="7620">
            <a:solidFill>
              <a:srgbClr val="000000"/>
            </a:solidFill>
          </a:ln>
        </p:spPr>
        <p:txBody>
          <a:bodyPr rtlCol="0" anchor="ctr"/>
          <a:lstStyle/>
          <a:p>
            <a:pPr algn="ctr"/>
          </a:p>
        </p:txBody>
      </p:sp>
      <p:sp>
        <p:nvSpPr>
          <p:cNvPr id="24" name="Rule"/>
          <p:cNvSpPr/>
          <p:nvPr/>
        </p:nvSpPr>
        <p:spPr>
          <a:xfrm>
            <a:off x="11003280" y="2640787"/>
            <a:ext cx="91440" cy="8"/>
          </a:xfrm>
          <a:custGeom>
            <a:avLst/>
            <a:gdLst/>
            <a:ahLst/>
            <a:cxnLst/>
            <a:rect l="l" t="t" r="r" b="b"/>
            <a:pathLst>
              <a:path w="12000" h="1" stroke="1" fill="none">
                <a:moveTo>
                  <a:pt x="0" y="0"/>
                </a:moveTo>
                <a:lnTo>
                  <a:pt x="12000" y="0"/>
                </a:lnTo>
              </a:path>
            </a:pathLst>
          </a:custGeom>
          <a:noFill/>
          <a:ln w="7620">
            <a:solidFill>
              <a:srgbClr val="000000"/>
            </a:solidFill>
          </a:ln>
        </p:spPr>
        <p:txBody>
          <a:bodyPr rtlCol="0" anchor="ctr"/>
          <a:lstStyle/>
          <a:p>
            <a:pPr algn="ctr"/>
          </a:p>
        </p:txBody>
      </p:sp>
      <p:sp>
        <p:nvSpPr>
          <p:cNvPr id="25" name="64"/>
          <p:cNvSpPr txBox="1"/>
          <p:nvPr/>
        </p:nvSpPr>
        <p:spPr>
          <a:xfrm>
            <a:off x="10750296" y="2399233"/>
            <a:ext cx="256032" cy="240030"/>
          </a:xfrm>
          <a:prstGeom prst="rect">
            <a:avLst/>
          </a:prstGeom>
          <a:noFill/>
        </p:spPr>
        <p:txBody>
          <a:bodyPr wrap="none" tIns="0" bIns="0" lIns="0" rIns="0" anchor="t">
            <a:spAutoFit/>
          </a:bodyPr>
          <a:lstStyle/>
          <a:p>
            <a:pPr>
              <a:lnSpc>
                <a:spcPct val="100000"/>
              </a:lnSpc>
              <a:spcBef>
                <a:spcPts val="0"/>
              </a:spcBef>
              <a:spcAft>
                <a:spcPts val="0"/>
              </a:spcAft>
            </a:pPr>
            <a:r>
              <a:rPr sz="1260" kern="400000">
                <a:solidFill>
                  <a:srgbClr val="000000"/>
                </a:solidFill>
                <a:latin typeface="JetBrains Mono"/>
              </a:rPr>
              <a:t>64</a:t>
            </a:r>
          </a:p>
        </p:txBody>
      </p:sp>
      <p:sp>
        <p:nvSpPr>
          <p:cNvPr id="26" name="I / U+10C03"/>
          <p:cNvSpPr txBox="1"/>
          <p:nvPr/>
        </p:nvSpPr>
        <p:spPr>
          <a:xfrm>
            <a:off x="4267200" y="5781142"/>
            <a:ext cx="85344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I / U+10C03</a:t>
            </a:r>
          </a:p>
        </p:txBody>
      </p:sp>
      <p:sp>
        <p:nvSpPr>
          <p:cNvPr id="27" name="A / U+10C00"/>
          <p:cNvSpPr txBox="1"/>
          <p:nvPr/>
        </p:nvSpPr>
        <p:spPr>
          <a:xfrm>
            <a:off x="8077200" y="5781142"/>
            <a:ext cx="85344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 / U+10C00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BLUEPRINT 03 / SANS"/>
          <p:cNvSpPr txBox="1"/>
          <p:nvPr/>
        </p:nvSpPr>
        <p:spPr>
          <a:xfrm>
            <a:off x="10305288" y="348386"/>
            <a:ext cx="125882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BLUEPRINT 03 / SANS</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09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09 / 14</a:t>
            </a:r>
          </a:p>
        </p:txBody>
      </p:sp>
      <p:sp>
        <p:nvSpPr>
          <p:cNvPr id="6" name="Sans stroke weights"/>
          <p:cNvSpPr txBox="1"/>
          <p:nvPr/>
        </p:nvSpPr>
        <p:spPr>
          <a:xfrm>
            <a:off x="624840" y="805434"/>
            <a:ext cx="6547333"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Sans stroke weights</a:t>
            </a:r>
          </a:p>
        </p:txBody>
      </p:sp>
      <p:sp>
        <p:nvSpPr>
          <p:cNvPr id="7" name="Capital construction · font units"/>
          <p:cNvSpPr txBox="1"/>
          <p:nvPr/>
        </p:nvSpPr>
        <p:spPr>
          <a:xfrm>
            <a:off x="670560" y="1704518"/>
            <a:ext cx="2563703" cy="262890"/>
          </a:xfrm>
          <a:prstGeom prst="rect">
            <a:avLst/>
          </a:prstGeom>
          <a:noFill/>
        </p:spPr>
        <p:txBody>
          <a:bodyPr wrap="none" tIns="0" bIns="0" lIns="0" rIns="0" anchor="t">
            <a:spAutoFit/>
          </a:bodyPr>
          <a:lstStyle/>
          <a:p>
            <a:pPr>
              <a:lnSpc>
                <a:spcPct val="100000"/>
              </a:lnSpc>
              <a:spcBef>
                <a:spcPts val="0"/>
              </a:spcBef>
              <a:spcAft>
                <a:spcPts val="0"/>
              </a:spcAft>
            </a:pPr>
            <a:r>
              <a:rPr sz="1380" kern="400000">
                <a:solidFill>
                  <a:srgbClr val="000000"/>
                </a:solidFill>
                <a:latin typeface="Instrument Sans"/>
              </a:rPr>
              <a:t>Capital construction · font units</a:t>
            </a:r>
          </a:p>
        </p:txBody>
      </p:sp>
      <p:sp>
        <p:nvSpPr>
          <p:cNvPr id="8" name="84"/>
          <p:cNvSpPr txBox="1"/>
          <p:nvPr/>
        </p:nvSpPr>
        <p:spPr>
          <a:xfrm>
            <a:off x="670560" y="2656332"/>
            <a:ext cx="1446581" cy="1371600"/>
          </a:xfrm>
          <a:prstGeom prst="rect">
            <a:avLst/>
          </a:prstGeom>
          <a:noFill/>
        </p:spPr>
        <p:txBody>
          <a:bodyPr wrap="none" tIns="0" bIns="0" lIns="0" rIns="0" anchor="t">
            <a:spAutoFit/>
          </a:bodyPr>
          <a:lstStyle/>
          <a:p>
            <a:pPr>
              <a:lnSpc>
                <a:spcPct val="100000"/>
              </a:lnSpc>
              <a:spcBef>
                <a:spcPts val="0"/>
              </a:spcBef>
              <a:spcAft>
                <a:spcPts val="0"/>
              </a:spcAft>
            </a:pPr>
            <a:r>
              <a:rPr sz="7200" kern="400000">
                <a:solidFill>
                  <a:srgbClr val="000000"/>
                </a:solidFill>
                <a:latin typeface="Instrument Sans"/>
              </a:rPr>
              <a:t>84</a:t>
            </a:r>
          </a:p>
        </p:txBody>
      </p:sp>
      <p:sp>
        <p:nvSpPr>
          <p:cNvPr id="9" name="Stem"/>
          <p:cNvSpPr txBox="1"/>
          <p:nvPr/>
        </p:nvSpPr>
        <p:spPr>
          <a:xfrm>
            <a:off x="670560" y="3701415"/>
            <a:ext cx="546926"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Stem</a:t>
            </a:r>
          </a:p>
        </p:txBody>
      </p:sp>
      <p:sp>
        <p:nvSpPr>
          <p:cNvPr id="10" name="76"/>
          <p:cNvSpPr txBox="1"/>
          <p:nvPr/>
        </p:nvSpPr>
        <p:spPr>
          <a:xfrm>
            <a:off x="670560" y="4149852"/>
            <a:ext cx="1399946" cy="1371600"/>
          </a:xfrm>
          <a:prstGeom prst="rect">
            <a:avLst/>
          </a:prstGeom>
          <a:noFill/>
        </p:spPr>
        <p:txBody>
          <a:bodyPr wrap="none" tIns="0" bIns="0" lIns="0" rIns="0" anchor="t">
            <a:spAutoFit/>
          </a:bodyPr>
          <a:lstStyle/>
          <a:p>
            <a:pPr>
              <a:lnSpc>
                <a:spcPct val="100000"/>
              </a:lnSpc>
              <a:spcBef>
                <a:spcPts val="0"/>
              </a:spcBef>
              <a:spcAft>
                <a:spcPts val="0"/>
              </a:spcAft>
            </a:pPr>
            <a:r>
              <a:rPr sz="7200" kern="400000">
                <a:solidFill>
                  <a:srgbClr val="000000"/>
                </a:solidFill>
                <a:latin typeface="Instrument Sans"/>
              </a:rPr>
              <a:t>76</a:t>
            </a:r>
          </a:p>
        </p:txBody>
      </p:sp>
      <p:sp>
        <p:nvSpPr>
          <p:cNvPr id="11" name="Thin stroke"/>
          <p:cNvSpPr txBox="1"/>
          <p:nvPr/>
        </p:nvSpPr>
        <p:spPr>
          <a:xfrm>
            <a:off x="670560" y="5194935"/>
            <a:ext cx="1065657"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Thin stroke</a:t>
            </a:r>
          </a:p>
        </p:txBody>
      </p:sp>
      <p:sp>
        <p:nvSpPr>
          <p:cNvPr id="12" name="𐰃"/>
          <p:cNvSpPr/>
          <p:nvPr/>
        </p:nvSpPr>
        <p:spPr>
          <a:xfrm>
            <a:off x="4440022" y="2377440"/>
            <a:ext cx="1641805" cy="2880360"/>
          </a:xfrm>
          <a:custGeom>
            <a:avLst/>
            <a:gdLst/>
            <a:ahLst/>
            <a:cxnLst/>
            <a:rect l="l" t="t" r="r" b="b"/>
            <a:pathLst>
              <a:path w="215460" h="378000" stroke="1" fill="none">
                <a:moveTo>
                  <a:pt x="0" y="17820"/>
                </a:moveTo>
                <a:lnTo>
                  <a:pt x="540" y="15120"/>
                </a:lnTo>
                <a:lnTo>
                  <a:pt x="1620" y="12420"/>
                </a:lnTo>
                <a:lnTo>
                  <a:pt x="6480" y="5940"/>
                </a:lnTo>
                <a:lnTo>
                  <a:pt x="11340" y="2700"/>
                </a:lnTo>
                <a:lnTo>
                  <a:pt x="16740" y="540"/>
                </a:lnTo>
                <a:lnTo>
                  <a:pt x="19980" y="0"/>
                </a:lnTo>
                <a:lnTo>
                  <a:pt x="195480" y="0"/>
                </a:lnTo>
                <a:lnTo>
                  <a:pt x="198720" y="540"/>
                </a:lnTo>
                <a:lnTo>
                  <a:pt x="204120" y="2700"/>
                </a:lnTo>
                <a:lnTo>
                  <a:pt x="208980" y="5940"/>
                </a:lnTo>
                <a:lnTo>
                  <a:pt x="213840" y="12420"/>
                </a:lnTo>
                <a:lnTo>
                  <a:pt x="214920" y="15120"/>
                </a:lnTo>
                <a:lnTo>
                  <a:pt x="215460" y="17820"/>
                </a:lnTo>
                <a:lnTo>
                  <a:pt x="215460" y="59400"/>
                </a:lnTo>
                <a:lnTo>
                  <a:pt x="170100" y="59400"/>
                </a:lnTo>
                <a:lnTo>
                  <a:pt x="170100" y="41040"/>
                </a:lnTo>
                <a:lnTo>
                  <a:pt x="45360" y="41040"/>
                </a:lnTo>
                <a:lnTo>
                  <a:pt x="45360" y="378000"/>
                </a:lnTo>
                <a:lnTo>
                  <a:pt x="0" y="378000"/>
                </a:lnTo>
                <a:close/>
              </a:path>
            </a:pathLst>
          </a:custGeom>
          <a:noFill/>
          <a:ln w="12954">
            <a:solidFill>
              <a:srgbClr val="000000"/>
            </a:solidFill>
          </a:ln>
        </p:spPr>
        <p:txBody>
          <a:bodyPr rtlCol="0" anchor="ctr"/>
          <a:lstStyle/>
          <a:p>
            <a:pPr algn="ctr"/>
          </a:p>
        </p:txBody>
      </p:sp>
      <p:sp>
        <p:nvSpPr>
          <p:cNvPr id="13" name="𐰀"/>
          <p:cNvSpPr/>
          <p:nvPr/>
        </p:nvSpPr>
        <p:spPr>
          <a:xfrm>
            <a:off x="8175955" y="2377440"/>
            <a:ext cx="1868119" cy="2880360"/>
          </a:xfrm>
          <a:custGeom>
            <a:avLst/>
            <a:gdLst/>
            <a:ahLst/>
            <a:cxnLst/>
            <a:rect l="l" t="t" r="r" b="b"/>
            <a:pathLst>
              <a:path w="245160" h="378000" stroke="1" fill="none">
                <a:moveTo>
                  <a:pt x="184680" y="336960"/>
                </a:moveTo>
                <a:lnTo>
                  <a:pt x="184140" y="336420"/>
                </a:lnTo>
                <a:lnTo>
                  <a:pt x="180900" y="331020"/>
                </a:lnTo>
                <a:lnTo>
                  <a:pt x="180360" y="329400"/>
                </a:lnTo>
                <a:lnTo>
                  <a:pt x="179280" y="328320"/>
                </a:lnTo>
                <a:lnTo>
                  <a:pt x="178740" y="326700"/>
                </a:lnTo>
                <a:lnTo>
                  <a:pt x="177660" y="325620"/>
                </a:lnTo>
                <a:lnTo>
                  <a:pt x="175500" y="321300"/>
                </a:lnTo>
                <a:lnTo>
                  <a:pt x="174420" y="319680"/>
                </a:lnTo>
                <a:lnTo>
                  <a:pt x="173340" y="318600"/>
                </a:lnTo>
                <a:lnTo>
                  <a:pt x="172800" y="316980"/>
                </a:lnTo>
                <a:lnTo>
                  <a:pt x="171720" y="315900"/>
                </a:lnTo>
                <a:lnTo>
                  <a:pt x="171180" y="314280"/>
                </a:lnTo>
                <a:lnTo>
                  <a:pt x="165240" y="304560"/>
                </a:lnTo>
                <a:lnTo>
                  <a:pt x="164700" y="302940"/>
                </a:lnTo>
                <a:lnTo>
                  <a:pt x="163620" y="301860"/>
                </a:lnTo>
                <a:lnTo>
                  <a:pt x="163080" y="300240"/>
                </a:lnTo>
                <a:lnTo>
                  <a:pt x="162000" y="299160"/>
                </a:lnTo>
                <a:lnTo>
                  <a:pt x="161460" y="297540"/>
                </a:lnTo>
                <a:lnTo>
                  <a:pt x="160380" y="295920"/>
                </a:lnTo>
                <a:lnTo>
                  <a:pt x="159300" y="294840"/>
                </a:lnTo>
                <a:lnTo>
                  <a:pt x="158760" y="293220"/>
                </a:lnTo>
                <a:lnTo>
                  <a:pt x="157680" y="292140"/>
                </a:lnTo>
                <a:lnTo>
                  <a:pt x="157140" y="290520"/>
                </a:lnTo>
                <a:lnTo>
                  <a:pt x="156060" y="289440"/>
                </a:lnTo>
                <a:lnTo>
                  <a:pt x="155520" y="287820"/>
                </a:lnTo>
                <a:lnTo>
                  <a:pt x="149580" y="278100"/>
                </a:lnTo>
                <a:lnTo>
                  <a:pt x="149040" y="276480"/>
                </a:lnTo>
                <a:lnTo>
                  <a:pt x="147960" y="275400"/>
                </a:lnTo>
                <a:lnTo>
                  <a:pt x="147420" y="273780"/>
                </a:lnTo>
                <a:lnTo>
                  <a:pt x="146340" y="272700"/>
                </a:lnTo>
                <a:lnTo>
                  <a:pt x="145260" y="271080"/>
                </a:lnTo>
                <a:lnTo>
                  <a:pt x="144720" y="269460"/>
                </a:lnTo>
                <a:lnTo>
                  <a:pt x="143100" y="266760"/>
                </a:lnTo>
                <a:lnTo>
                  <a:pt x="142020" y="265680"/>
                </a:lnTo>
                <a:lnTo>
                  <a:pt x="141480" y="264060"/>
                </a:lnTo>
                <a:lnTo>
                  <a:pt x="140400" y="262980"/>
                </a:lnTo>
                <a:lnTo>
                  <a:pt x="139860" y="261360"/>
                </a:lnTo>
                <a:lnTo>
                  <a:pt x="133920" y="251640"/>
                </a:lnTo>
                <a:lnTo>
                  <a:pt x="133380" y="250020"/>
                </a:lnTo>
                <a:lnTo>
                  <a:pt x="132300" y="248940"/>
                </a:lnTo>
                <a:lnTo>
                  <a:pt x="131760" y="247320"/>
                </a:lnTo>
                <a:lnTo>
                  <a:pt x="130680" y="246240"/>
                </a:lnTo>
                <a:lnTo>
                  <a:pt x="129600" y="244620"/>
                </a:lnTo>
                <a:lnTo>
                  <a:pt x="129060" y="243000"/>
                </a:lnTo>
                <a:lnTo>
                  <a:pt x="127980" y="241920"/>
                </a:lnTo>
                <a:lnTo>
                  <a:pt x="127440" y="240300"/>
                </a:lnTo>
                <a:lnTo>
                  <a:pt x="125820" y="237600"/>
                </a:lnTo>
                <a:lnTo>
                  <a:pt x="124740" y="236520"/>
                </a:lnTo>
                <a:lnTo>
                  <a:pt x="124200" y="234900"/>
                </a:lnTo>
                <a:lnTo>
                  <a:pt x="118260" y="225180"/>
                </a:lnTo>
                <a:lnTo>
                  <a:pt x="117720" y="223560"/>
                </a:lnTo>
                <a:lnTo>
                  <a:pt x="116640" y="222480"/>
                </a:lnTo>
                <a:lnTo>
                  <a:pt x="112320" y="215460"/>
                </a:lnTo>
                <a:lnTo>
                  <a:pt x="111780" y="213840"/>
                </a:lnTo>
                <a:lnTo>
                  <a:pt x="110700" y="212760"/>
                </a:lnTo>
                <a:lnTo>
                  <a:pt x="110160" y="211140"/>
                </a:lnTo>
                <a:lnTo>
                  <a:pt x="109080" y="210060"/>
                </a:lnTo>
                <a:lnTo>
                  <a:pt x="108540" y="208440"/>
                </a:lnTo>
                <a:lnTo>
                  <a:pt x="98280" y="191700"/>
                </a:lnTo>
                <a:lnTo>
                  <a:pt x="97740" y="190080"/>
                </a:lnTo>
                <a:lnTo>
                  <a:pt x="96660" y="189000"/>
                </a:lnTo>
                <a:lnTo>
                  <a:pt x="95040" y="186300"/>
                </a:lnTo>
                <a:lnTo>
                  <a:pt x="94500" y="184680"/>
                </a:lnTo>
                <a:lnTo>
                  <a:pt x="93420" y="183600"/>
                </a:lnTo>
                <a:lnTo>
                  <a:pt x="92880" y="181980"/>
                </a:lnTo>
                <a:lnTo>
                  <a:pt x="89640" y="176580"/>
                </a:lnTo>
                <a:lnTo>
                  <a:pt x="88560" y="174960"/>
                </a:lnTo>
                <a:lnTo>
                  <a:pt x="87480" y="173880"/>
                </a:lnTo>
                <a:lnTo>
                  <a:pt x="86940" y="172260"/>
                </a:lnTo>
                <a:lnTo>
                  <a:pt x="81000" y="162540"/>
                </a:lnTo>
                <a:lnTo>
                  <a:pt x="80460" y="160920"/>
                </a:lnTo>
                <a:lnTo>
                  <a:pt x="79380" y="159840"/>
                </a:lnTo>
                <a:lnTo>
                  <a:pt x="78840" y="158220"/>
                </a:lnTo>
                <a:lnTo>
                  <a:pt x="77760" y="157140"/>
                </a:lnTo>
                <a:lnTo>
                  <a:pt x="75600" y="152820"/>
                </a:lnTo>
                <a:lnTo>
                  <a:pt x="74520" y="151200"/>
                </a:lnTo>
                <a:lnTo>
                  <a:pt x="73440" y="150120"/>
                </a:lnTo>
                <a:lnTo>
                  <a:pt x="72900" y="148500"/>
                </a:lnTo>
                <a:lnTo>
                  <a:pt x="62100" y="130680"/>
                </a:lnTo>
                <a:lnTo>
                  <a:pt x="61560" y="129060"/>
                </a:lnTo>
                <a:lnTo>
                  <a:pt x="58860" y="124740"/>
                </a:lnTo>
                <a:lnTo>
                  <a:pt x="57780" y="123660"/>
                </a:lnTo>
                <a:lnTo>
                  <a:pt x="57240" y="122040"/>
                </a:lnTo>
                <a:lnTo>
                  <a:pt x="56160" y="120960"/>
                </a:lnTo>
                <a:lnTo>
                  <a:pt x="49140" y="108000"/>
                </a:lnTo>
                <a:lnTo>
                  <a:pt x="48060" y="106920"/>
                </a:lnTo>
                <a:lnTo>
                  <a:pt x="47520" y="105300"/>
                </a:lnTo>
                <a:lnTo>
                  <a:pt x="46440" y="104220"/>
                </a:lnTo>
                <a:lnTo>
                  <a:pt x="43740" y="99900"/>
                </a:lnTo>
                <a:lnTo>
                  <a:pt x="43200" y="98280"/>
                </a:lnTo>
                <a:lnTo>
                  <a:pt x="42120" y="97200"/>
                </a:lnTo>
                <a:lnTo>
                  <a:pt x="41580" y="95580"/>
                </a:lnTo>
                <a:lnTo>
                  <a:pt x="34020" y="83160"/>
                </a:lnTo>
                <a:lnTo>
                  <a:pt x="33480" y="81540"/>
                </a:lnTo>
                <a:lnTo>
                  <a:pt x="32400" y="80460"/>
                </a:lnTo>
                <a:lnTo>
                  <a:pt x="31860" y="78840"/>
                </a:lnTo>
                <a:lnTo>
                  <a:pt x="30780" y="77760"/>
                </a:lnTo>
                <a:lnTo>
                  <a:pt x="29700" y="76140"/>
                </a:lnTo>
                <a:lnTo>
                  <a:pt x="29160" y="74520"/>
                </a:lnTo>
                <a:lnTo>
                  <a:pt x="28080" y="73440"/>
                </a:lnTo>
                <a:lnTo>
                  <a:pt x="27540" y="71820"/>
                </a:lnTo>
                <a:lnTo>
                  <a:pt x="26460" y="70740"/>
                </a:lnTo>
                <a:lnTo>
                  <a:pt x="25920" y="69120"/>
                </a:lnTo>
                <a:lnTo>
                  <a:pt x="18360" y="56700"/>
                </a:lnTo>
                <a:lnTo>
                  <a:pt x="17820" y="55080"/>
                </a:lnTo>
                <a:lnTo>
                  <a:pt x="16740" y="54000"/>
                </a:lnTo>
                <a:lnTo>
                  <a:pt x="15660" y="52380"/>
                </a:lnTo>
                <a:lnTo>
                  <a:pt x="14040" y="49680"/>
                </a:lnTo>
                <a:lnTo>
                  <a:pt x="13500" y="48060"/>
                </a:lnTo>
                <a:lnTo>
                  <a:pt x="12420" y="46980"/>
                </a:lnTo>
                <a:lnTo>
                  <a:pt x="11880" y="45360"/>
                </a:lnTo>
                <a:lnTo>
                  <a:pt x="10800" y="44280"/>
                </a:lnTo>
                <a:lnTo>
                  <a:pt x="10260" y="42660"/>
                </a:lnTo>
                <a:lnTo>
                  <a:pt x="9180" y="41580"/>
                </a:lnTo>
                <a:lnTo>
                  <a:pt x="7020" y="37260"/>
                </a:lnTo>
                <a:lnTo>
                  <a:pt x="2700" y="30240"/>
                </a:lnTo>
                <a:lnTo>
                  <a:pt x="540" y="25380"/>
                </a:lnTo>
                <a:lnTo>
                  <a:pt x="0" y="22680"/>
                </a:lnTo>
                <a:lnTo>
                  <a:pt x="0" y="17280"/>
                </a:lnTo>
                <a:lnTo>
                  <a:pt x="1080" y="14580"/>
                </a:lnTo>
                <a:lnTo>
                  <a:pt x="1620" y="12420"/>
                </a:lnTo>
                <a:lnTo>
                  <a:pt x="4860" y="7560"/>
                </a:lnTo>
                <a:lnTo>
                  <a:pt x="11340" y="2700"/>
                </a:lnTo>
                <a:lnTo>
                  <a:pt x="16740" y="540"/>
                </a:lnTo>
                <a:lnTo>
                  <a:pt x="19980" y="0"/>
                </a:lnTo>
                <a:lnTo>
                  <a:pt x="225180" y="0"/>
                </a:lnTo>
                <a:lnTo>
                  <a:pt x="228420" y="540"/>
                </a:lnTo>
                <a:lnTo>
                  <a:pt x="233820" y="2700"/>
                </a:lnTo>
                <a:lnTo>
                  <a:pt x="236520" y="4320"/>
                </a:lnTo>
                <a:lnTo>
                  <a:pt x="238680" y="5940"/>
                </a:lnTo>
                <a:lnTo>
                  <a:pt x="243540" y="12420"/>
                </a:lnTo>
                <a:lnTo>
                  <a:pt x="244620" y="15120"/>
                </a:lnTo>
                <a:lnTo>
                  <a:pt x="245160" y="17820"/>
                </a:lnTo>
                <a:lnTo>
                  <a:pt x="245160" y="59400"/>
                </a:lnTo>
                <a:lnTo>
                  <a:pt x="199800" y="59400"/>
                </a:lnTo>
                <a:lnTo>
                  <a:pt x="199800" y="41040"/>
                </a:lnTo>
                <a:lnTo>
                  <a:pt x="60480" y="41040"/>
                </a:lnTo>
                <a:lnTo>
                  <a:pt x="61020" y="41580"/>
                </a:lnTo>
                <a:lnTo>
                  <a:pt x="65880" y="49680"/>
                </a:lnTo>
                <a:lnTo>
                  <a:pt x="66420" y="51300"/>
                </a:lnTo>
                <a:lnTo>
                  <a:pt x="67500" y="52380"/>
                </a:lnTo>
                <a:lnTo>
                  <a:pt x="68040" y="54000"/>
                </a:lnTo>
                <a:lnTo>
                  <a:pt x="69660" y="56700"/>
                </a:lnTo>
                <a:lnTo>
                  <a:pt x="70740" y="58320"/>
                </a:lnTo>
                <a:lnTo>
                  <a:pt x="71820" y="59400"/>
                </a:lnTo>
                <a:lnTo>
                  <a:pt x="72360" y="61020"/>
                </a:lnTo>
                <a:lnTo>
                  <a:pt x="73440" y="62100"/>
                </a:lnTo>
                <a:lnTo>
                  <a:pt x="73980" y="63720"/>
                </a:lnTo>
                <a:lnTo>
                  <a:pt x="81540" y="76140"/>
                </a:lnTo>
                <a:lnTo>
                  <a:pt x="82080" y="77760"/>
                </a:lnTo>
                <a:lnTo>
                  <a:pt x="83160" y="78840"/>
                </a:lnTo>
                <a:lnTo>
                  <a:pt x="83700" y="80460"/>
                </a:lnTo>
                <a:lnTo>
                  <a:pt x="86400" y="84780"/>
                </a:lnTo>
                <a:lnTo>
                  <a:pt x="87480" y="85860"/>
                </a:lnTo>
                <a:lnTo>
                  <a:pt x="88020" y="87480"/>
                </a:lnTo>
                <a:lnTo>
                  <a:pt x="89100" y="88560"/>
                </a:lnTo>
                <a:lnTo>
                  <a:pt x="96120" y="101520"/>
                </a:lnTo>
                <a:lnTo>
                  <a:pt x="97200" y="102600"/>
                </a:lnTo>
                <a:lnTo>
                  <a:pt x="97740" y="104220"/>
                </a:lnTo>
                <a:lnTo>
                  <a:pt x="98820" y="105300"/>
                </a:lnTo>
                <a:lnTo>
                  <a:pt x="100440" y="108540"/>
                </a:lnTo>
                <a:lnTo>
                  <a:pt x="101520" y="109620"/>
                </a:lnTo>
                <a:lnTo>
                  <a:pt x="102060" y="111240"/>
                </a:lnTo>
                <a:lnTo>
                  <a:pt x="112860" y="129060"/>
                </a:lnTo>
                <a:lnTo>
                  <a:pt x="113400" y="130680"/>
                </a:lnTo>
                <a:lnTo>
                  <a:pt x="114480" y="131760"/>
                </a:lnTo>
                <a:lnTo>
                  <a:pt x="115560" y="133380"/>
                </a:lnTo>
                <a:lnTo>
                  <a:pt x="117720" y="137700"/>
                </a:lnTo>
                <a:lnTo>
                  <a:pt x="118800" y="138780"/>
                </a:lnTo>
                <a:lnTo>
                  <a:pt x="119340" y="140400"/>
                </a:lnTo>
                <a:lnTo>
                  <a:pt x="120420" y="141480"/>
                </a:lnTo>
                <a:lnTo>
                  <a:pt x="120960" y="143100"/>
                </a:lnTo>
                <a:lnTo>
                  <a:pt x="126900" y="152820"/>
                </a:lnTo>
                <a:lnTo>
                  <a:pt x="127440" y="154440"/>
                </a:lnTo>
                <a:lnTo>
                  <a:pt x="128520" y="155520"/>
                </a:lnTo>
                <a:lnTo>
                  <a:pt x="129600" y="157140"/>
                </a:lnTo>
                <a:lnTo>
                  <a:pt x="131220" y="159840"/>
                </a:lnTo>
                <a:lnTo>
                  <a:pt x="131760" y="161460"/>
                </a:lnTo>
                <a:lnTo>
                  <a:pt x="132840" y="162540"/>
                </a:lnTo>
                <a:lnTo>
                  <a:pt x="133380" y="164160"/>
                </a:lnTo>
                <a:lnTo>
                  <a:pt x="134460" y="165240"/>
                </a:lnTo>
                <a:lnTo>
                  <a:pt x="135000" y="166860"/>
                </a:lnTo>
                <a:lnTo>
                  <a:pt x="146880" y="186300"/>
                </a:lnTo>
                <a:lnTo>
                  <a:pt x="147420" y="187920"/>
                </a:lnTo>
                <a:lnTo>
                  <a:pt x="148500" y="189000"/>
                </a:lnTo>
                <a:lnTo>
                  <a:pt x="149040" y="190620"/>
                </a:lnTo>
                <a:lnTo>
                  <a:pt x="150120" y="191700"/>
                </a:lnTo>
                <a:lnTo>
                  <a:pt x="150660" y="193320"/>
                </a:lnTo>
                <a:lnTo>
                  <a:pt x="151740" y="194400"/>
                </a:lnTo>
                <a:lnTo>
                  <a:pt x="152280" y="196020"/>
                </a:lnTo>
                <a:lnTo>
                  <a:pt x="153900" y="198720"/>
                </a:lnTo>
                <a:lnTo>
                  <a:pt x="156600" y="203040"/>
                </a:lnTo>
                <a:lnTo>
                  <a:pt x="157680" y="204120"/>
                </a:lnTo>
                <a:lnTo>
                  <a:pt x="158220" y="205740"/>
                </a:lnTo>
                <a:lnTo>
                  <a:pt x="164160" y="215460"/>
                </a:lnTo>
                <a:lnTo>
                  <a:pt x="164700" y="217080"/>
                </a:lnTo>
                <a:lnTo>
                  <a:pt x="165780" y="218160"/>
                </a:lnTo>
                <a:lnTo>
                  <a:pt x="169560" y="225180"/>
                </a:lnTo>
                <a:lnTo>
                  <a:pt x="170640" y="226800"/>
                </a:lnTo>
                <a:lnTo>
                  <a:pt x="171720" y="227880"/>
                </a:lnTo>
                <a:lnTo>
                  <a:pt x="172260" y="229500"/>
                </a:lnTo>
                <a:lnTo>
                  <a:pt x="173340" y="230580"/>
                </a:lnTo>
                <a:lnTo>
                  <a:pt x="173880" y="232200"/>
                </a:lnTo>
                <a:lnTo>
                  <a:pt x="179820" y="241920"/>
                </a:lnTo>
                <a:lnTo>
                  <a:pt x="180360" y="243540"/>
                </a:lnTo>
                <a:lnTo>
                  <a:pt x="181440" y="244620"/>
                </a:lnTo>
                <a:lnTo>
                  <a:pt x="181980" y="246240"/>
                </a:lnTo>
                <a:lnTo>
                  <a:pt x="183060" y="247320"/>
                </a:lnTo>
                <a:lnTo>
                  <a:pt x="184680" y="250560"/>
                </a:lnTo>
                <a:lnTo>
                  <a:pt x="185760" y="251640"/>
                </a:lnTo>
                <a:lnTo>
                  <a:pt x="186300" y="253260"/>
                </a:lnTo>
                <a:lnTo>
                  <a:pt x="187380" y="254340"/>
                </a:lnTo>
                <a:lnTo>
                  <a:pt x="187920" y="255960"/>
                </a:lnTo>
                <a:lnTo>
                  <a:pt x="189000" y="257040"/>
                </a:lnTo>
                <a:lnTo>
                  <a:pt x="189540" y="258660"/>
                </a:lnTo>
                <a:lnTo>
                  <a:pt x="195480" y="268380"/>
                </a:lnTo>
                <a:lnTo>
                  <a:pt x="196020" y="270000"/>
                </a:lnTo>
                <a:lnTo>
                  <a:pt x="197100" y="271080"/>
                </a:lnTo>
                <a:lnTo>
                  <a:pt x="197640" y="272700"/>
                </a:lnTo>
                <a:lnTo>
                  <a:pt x="198720" y="273780"/>
                </a:lnTo>
                <a:lnTo>
                  <a:pt x="199800" y="275400"/>
                </a:lnTo>
                <a:lnTo>
                  <a:pt x="200340" y="277020"/>
                </a:lnTo>
                <a:lnTo>
                  <a:pt x="201420" y="278100"/>
                </a:lnTo>
                <a:lnTo>
                  <a:pt x="201960" y="279720"/>
                </a:lnTo>
                <a:lnTo>
                  <a:pt x="203040" y="280800"/>
                </a:lnTo>
                <a:lnTo>
                  <a:pt x="203580" y="282420"/>
                </a:lnTo>
                <a:lnTo>
                  <a:pt x="204660" y="283500"/>
                </a:lnTo>
                <a:lnTo>
                  <a:pt x="205200" y="285120"/>
                </a:lnTo>
                <a:lnTo>
                  <a:pt x="211140" y="294840"/>
                </a:lnTo>
                <a:lnTo>
                  <a:pt x="211680" y="296460"/>
                </a:lnTo>
                <a:lnTo>
                  <a:pt x="212760" y="297540"/>
                </a:lnTo>
                <a:lnTo>
                  <a:pt x="213300" y="299160"/>
                </a:lnTo>
                <a:lnTo>
                  <a:pt x="214380" y="300240"/>
                </a:lnTo>
                <a:lnTo>
                  <a:pt x="215460" y="301860"/>
                </a:lnTo>
                <a:lnTo>
                  <a:pt x="216000" y="303480"/>
                </a:lnTo>
                <a:lnTo>
                  <a:pt x="217620" y="306180"/>
                </a:lnTo>
                <a:lnTo>
                  <a:pt x="218700" y="307260"/>
                </a:lnTo>
                <a:lnTo>
                  <a:pt x="219240" y="308880"/>
                </a:lnTo>
                <a:lnTo>
                  <a:pt x="220320" y="309960"/>
                </a:lnTo>
                <a:lnTo>
                  <a:pt x="220860" y="311580"/>
                </a:lnTo>
                <a:lnTo>
                  <a:pt x="226800" y="321300"/>
                </a:lnTo>
                <a:lnTo>
                  <a:pt x="227340" y="322920"/>
                </a:lnTo>
                <a:lnTo>
                  <a:pt x="231120" y="328320"/>
                </a:lnTo>
                <a:lnTo>
                  <a:pt x="231660" y="329940"/>
                </a:lnTo>
                <a:lnTo>
                  <a:pt x="232740" y="331020"/>
                </a:lnTo>
                <a:lnTo>
                  <a:pt x="233280" y="332640"/>
                </a:lnTo>
                <a:lnTo>
                  <a:pt x="234360" y="333720"/>
                </a:lnTo>
                <a:lnTo>
                  <a:pt x="234900" y="335340"/>
                </a:lnTo>
                <a:lnTo>
                  <a:pt x="235980" y="336420"/>
                </a:lnTo>
                <a:lnTo>
                  <a:pt x="236520" y="338040"/>
                </a:lnTo>
                <a:lnTo>
                  <a:pt x="242460" y="347760"/>
                </a:lnTo>
                <a:lnTo>
                  <a:pt x="244620" y="352620"/>
                </a:lnTo>
                <a:lnTo>
                  <a:pt x="245160" y="355320"/>
                </a:lnTo>
                <a:lnTo>
                  <a:pt x="245160" y="360720"/>
                </a:lnTo>
                <a:lnTo>
                  <a:pt x="244080" y="363420"/>
                </a:lnTo>
                <a:lnTo>
                  <a:pt x="243540" y="365580"/>
                </a:lnTo>
                <a:lnTo>
                  <a:pt x="241920" y="368280"/>
                </a:lnTo>
                <a:lnTo>
                  <a:pt x="240300" y="370440"/>
                </a:lnTo>
                <a:lnTo>
                  <a:pt x="233820" y="375300"/>
                </a:lnTo>
                <a:lnTo>
                  <a:pt x="228420" y="377460"/>
                </a:lnTo>
                <a:lnTo>
                  <a:pt x="225180" y="378000"/>
                </a:lnTo>
                <a:lnTo>
                  <a:pt x="19980" y="378000"/>
                </a:lnTo>
                <a:lnTo>
                  <a:pt x="16740" y="377460"/>
                </a:lnTo>
                <a:lnTo>
                  <a:pt x="11340" y="375300"/>
                </a:lnTo>
                <a:lnTo>
                  <a:pt x="6480" y="372060"/>
                </a:lnTo>
                <a:lnTo>
                  <a:pt x="1620" y="365580"/>
                </a:lnTo>
                <a:lnTo>
                  <a:pt x="540" y="362880"/>
                </a:lnTo>
                <a:lnTo>
                  <a:pt x="0" y="360180"/>
                </a:lnTo>
                <a:lnTo>
                  <a:pt x="0" y="318600"/>
                </a:lnTo>
                <a:lnTo>
                  <a:pt x="45360" y="318600"/>
                </a:lnTo>
                <a:lnTo>
                  <a:pt x="45360" y="336960"/>
                </a:lnTo>
                <a:close/>
              </a:path>
            </a:pathLst>
          </a:custGeom>
          <a:noFill/>
          <a:ln w="12954">
            <a:solidFill>
              <a:srgbClr val="000000"/>
            </a:solidFill>
          </a:ln>
        </p:spPr>
        <p:txBody>
          <a:bodyPr rtlCol="0" anchor="ctr"/>
          <a:lstStyle/>
          <a:p>
            <a:pPr algn="ctr"/>
          </a:p>
        </p:txBody>
      </p:sp>
      <p:sp>
        <p:nvSpPr>
          <p:cNvPr id="14" name="Rule"/>
          <p:cNvSpPr/>
          <p:nvPr/>
        </p:nvSpPr>
        <p:spPr>
          <a:xfrm>
            <a:off x="4440022" y="3817620"/>
            <a:ext cx="8" cy="556260"/>
          </a:xfrm>
          <a:custGeom>
            <a:avLst/>
            <a:gdLst/>
            <a:ahLst/>
            <a:cxnLst/>
            <a:rect l="l" t="t" r="r" b="b"/>
            <a:pathLst>
              <a:path w="1" h="73000" stroke="1" fill="none">
                <a:moveTo>
                  <a:pt x="0" y="0"/>
                </a:moveTo>
                <a:lnTo>
                  <a:pt x="0" y="73000"/>
                </a:lnTo>
              </a:path>
            </a:pathLst>
          </a:custGeom>
          <a:noFill/>
          <a:ln w="5334">
            <a:solidFill>
              <a:srgbClr val="000000"/>
            </a:solidFill>
          </a:ln>
        </p:spPr>
        <p:txBody>
          <a:bodyPr rtlCol="0" anchor="ctr"/>
          <a:lstStyle/>
          <a:p>
            <a:pPr algn="ctr"/>
          </a:p>
        </p:txBody>
      </p:sp>
      <p:sp>
        <p:nvSpPr>
          <p:cNvPr id="15" name="Rule"/>
          <p:cNvSpPr/>
          <p:nvPr/>
        </p:nvSpPr>
        <p:spPr>
          <a:xfrm>
            <a:off x="4785665" y="3817620"/>
            <a:ext cx="8" cy="556260"/>
          </a:xfrm>
          <a:custGeom>
            <a:avLst/>
            <a:gdLst/>
            <a:ahLst/>
            <a:cxnLst/>
            <a:rect l="l" t="t" r="r" b="b"/>
            <a:pathLst>
              <a:path w="1" h="73000" stroke="1" fill="none">
                <a:moveTo>
                  <a:pt x="0" y="0"/>
                </a:moveTo>
                <a:lnTo>
                  <a:pt x="0" y="73000"/>
                </a:lnTo>
              </a:path>
            </a:pathLst>
          </a:custGeom>
          <a:noFill/>
          <a:ln w="5334">
            <a:solidFill>
              <a:srgbClr val="000000"/>
            </a:solidFill>
          </a:ln>
        </p:spPr>
        <p:txBody>
          <a:bodyPr rtlCol="0" anchor="ctr"/>
          <a:lstStyle/>
          <a:p>
            <a:pPr algn="ctr"/>
          </a:p>
        </p:txBody>
      </p:sp>
      <p:sp>
        <p:nvSpPr>
          <p:cNvPr id="16" name="Rule"/>
          <p:cNvSpPr/>
          <p:nvPr/>
        </p:nvSpPr>
        <p:spPr>
          <a:xfrm>
            <a:off x="4440022" y="4373880"/>
            <a:ext cx="345643" cy="8"/>
          </a:xfrm>
          <a:custGeom>
            <a:avLst/>
            <a:gdLst/>
            <a:ahLst/>
            <a:cxnLst/>
            <a:rect l="l" t="t" r="r" b="b"/>
            <a:pathLst>
              <a:path w="45360" h="1" stroke="1" fill="none">
                <a:moveTo>
                  <a:pt x="0" y="0"/>
                </a:moveTo>
                <a:lnTo>
                  <a:pt x="45360" y="0"/>
                </a:lnTo>
              </a:path>
            </a:pathLst>
          </a:custGeom>
          <a:noFill/>
          <a:ln w="7620">
            <a:solidFill>
              <a:srgbClr val="000000"/>
            </a:solidFill>
          </a:ln>
        </p:spPr>
        <p:txBody>
          <a:bodyPr rtlCol="0" anchor="ctr"/>
          <a:lstStyle/>
          <a:p>
            <a:pPr algn="ctr"/>
          </a:p>
        </p:txBody>
      </p:sp>
      <p:sp>
        <p:nvSpPr>
          <p:cNvPr id="17" name="Rule"/>
          <p:cNvSpPr/>
          <p:nvPr/>
        </p:nvSpPr>
        <p:spPr>
          <a:xfrm>
            <a:off x="4440022" y="4328160"/>
            <a:ext cx="8" cy="91440"/>
          </a:xfrm>
          <a:custGeom>
            <a:avLst/>
            <a:gdLst/>
            <a:ahLst/>
            <a:cxnLst/>
            <a:rect l="l" t="t" r="r" b="b"/>
            <a:pathLst>
              <a:path w="1" h="12000" stroke="1" fill="none">
                <a:moveTo>
                  <a:pt x="0" y="0"/>
                </a:moveTo>
                <a:lnTo>
                  <a:pt x="0" y="12000"/>
                </a:lnTo>
              </a:path>
            </a:pathLst>
          </a:custGeom>
          <a:noFill/>
          <a:ln w="7620">
            <a:solidFill>
              <a:srgbClr val="000000"/>
            </a:solidFill>
          </a:ln>
        </p:spPr>
        <p:txBody>
          <a:bodyPr rtlCol="0" anchor="ctr"/>
          <a:lstStyle/>
          <a:p>
            <a:pPr algn="ctr"/>
          </a:p>
        </p:txBody>
      </p:sp>
      <p:sp>
        <p:nvSpPr>
          <p:cNvPr id="18" name="Rule"/>
          <p:cNvSpPr/>
          <p:nvPr/>
        </p:nvSpPr>
        <p:spPr>
          <a:xfrm>
            <a:off x="4785665" y="4328160"/>
            <a:ext cx="8" cy="91440"/>
          </a:xfrm>
          <a:custGeom>
            <a:avLst/>
            <a:gdLst/>
            <a:ahLst/>
            <a:cxnLst/>
            <a:rect l="l" t="t" r="r" b="b"/>
            <a:pathLst>
              <a:path w="1" h="12000" stroke="1" fill="none">
                <a:moveTo>
                  <a:pt x="0" y="0"/>
                </a:moveTo>
                <a:lnTo>
                  <a:pt x="0" y="12000"/>
                </a:lnTo>
              </a:path>
            </a:pathLst>
          </a:custGeom>
          <a:noFill/>
          <a:ln w="7620">
            <a:solidFill>
              <a:srgbClr val="000000"/>
            </a:solidFill>
          </a:ln>
        </p:spPr>
        <p:txBody>
          <a:bodyPr rtlCol="0" anchor="ctr"/>
          <a:lstStyle/>
          <a:p>
            <a:pPr algn="ctr"/>
          </a:p>
        </p:txBody>
      </p:sp>
      <p:sp>
        <p:nvSpPr>
          <p:cNvPr id="19" name="84"/>
          <p:cNvSpPr txBox="1"/>
          <p:nvPr/>
        </p:nvSpPr>
        <p:spPr>
          <a:xfrm>
            <a:off x="4516831" y="4103980"/>
            <a:ext cx="256032" cy="240030"/>
          </a:xfrm>
          <a:prstGeom prst="rect">
            <a:avLst/>
          </a:prstGeom>
          <a:noFill/>
        </p:spPr>
        <p:txBody>
          <a:bodyPr wrap="none" tIns="0" bIns="0" lIns="0" rIns="0" anchor="t">
            <a:spAutoFit/>
          </a:bodyPr>
          <a:lstStyle/>
          <a:p>
            <a:pPr>
              <a:lnSpc>
                <a:spcPct val="100000"/>
              </a:lnSpc>
              <a:spcBef>
                <a:spcPts val="0"/>
              </a:spcBef>
              <a:spcAft>
                <a:spcPts val="0"/>
              </a:spcAft>
            </a:pPr>
            <a:r>
              <a:rPr sz="1260" kern="400000">
                <a:solidFill>
                  <a:srgbClr val="000000"/>
                </a:solidFill>
                <a:latin typeface="JetBrains Mono"/>
              </a:rPr>
              <a:t>84</a:t>
            </a:r>
          </a:p>
        </p:txBody>
      </p:sp>
      <p:sp>
        <p:nvSpPr>
          <p:cNvPr id="20" name="Rule"/>
          <p:cNvSpPr/>
          <p:nvPr/>
        </p:nvSpPr>
        <p:spPr>
          <a:xfrm>
            <a:off x="9105900" y="2690165"/>
            <a:ext cx="1943100" cy="8"/>
          </a:xfrm>
          <a:custGeom>
            <a:avLst/>
            <a:gdLst/>
            <a:ahLst/>
            <a:cxnLst/>
            <a:rect l="l" t="t" r="r" b="b"/>
            <a:pathLst>
              <a:path w="255000" h="1" stroke="1" fill="none">
                <a:moveTo>
                  <a:pt x="0" y="0"/>
                </a:moveTo>
                <a:lnTo>
                  <a:pt x="255000" y="0"/>
                </a:lnTo>
              </a:path>
            </a:pathLst>
          </a:custGeom>
          <a:noFill/>
          <a:ln w="5334">
            <a:solidFill>
              <a:srgbClr val="000000"/>
            </a:solidFill>
          </a:ln>
        </p:spPr>
        <p:txBody>
          <a:bodyPr rtlCol="0" anchor="ctr"/>
          <a:lstStyle/>
          <a:p>
            <a:pPr algn="ctr"/>
          </a:p>
        </p:txBody>
      </p:sp>
      <p:sp>
        <p:nvSpPr>
          <p:cNvPr id="21" name="Rule"/>
          <p:cNvSpPr/>
          <p:nvPr/>
        </p:nvSpPr>
        <p:spPr>
          <a:xfrm>
            <a:off x="9105900" y="2377440"/>
            <a:ext cx="1943100" cy="8"/>
          </a:xfrm>
          <a:custGeom>
            <a:avLst/>
            <a:gdLst/>
            <a:ahLst/>
            <a:cxnLst/>
            <a:rect l="l" t="t" r="r" b="b"/>
            <a:pathLst>
              <a:path w="255000" h="1" stroke="1" fill="none">
                <a:moveTo>
                  <a:pt x="0" y="0"/>
                </a:moveTo>
                <a:lnTo>
                  <a:pt x="255000" y="0"/>
                </a:lnTo>
              </a:path>
            </a:pathLst>
          </a:custGeom>
          <a:noFill/>
          <a:ln w="5334">
            <a:solidFill>
              <a:srgbClr val="000000"/>
            </a:solidFill>
          </a:ln>
        </p:spPr>
        <p:txBody>
          <a:bodyPr rtlCol="0" anchor="ctr"/>
          <a:lstStyle/>
          <a:p>
            <a:pPr algn="ctr"/>
          </a:p>
        </p:txBody>
      </p:sp>
      <p:sp>
        <p:nvSpPr>
          <p:cNvPr id="22" name="Rule"/>
          <p:cNvSpPr/>
          <p:nvPr/>
        </p:nvSpPr>
        <p:spPr>
          <a:xfrm>
            <a:off x="11049000" y="2377440"/>
            <a:ext cx="8" cy="312725"/>
          </a:xfrm>
          <a:custGeom>
            <a:avLst/>
            <a:gdLst/>
            <a:ahLst/>
            <a:cxnLst/>
            <a:rect l="l" t="t" r="r" b="b"/>
            <a:pathLst>
              <a:path w="1" h="41040" stroke="1" fill="none">
                <a:moveTo>
                  <a:pt x="0" y="0"/>
                </a:moveTo>
                <a:lnTo>
                  <a:pt x="0" y="41040"/>
                </a:lnTo>
              </a:path>
            </a:pathLst>
          </a:custGeom>
          <a:noFill/>
          <a:ln w="7620">
            <a:solidFill>
              <a:srgbClr val="000000"/>
            </a:solidFill>
          </a:ln>
        </p:spPr>
        <p:txBody>
          <a:bodyPr rtlCol="0" anchor="ctr"/>
          <a:lstStyle/>
          <a:p>
            <a:pPr algn="ctr"/>
          </a:p>
        </p:txBody>
      </p:sp>
      <p:sp>
        <p:nvSpPr>
          <p:cNvPr id="23" name="Rule"/>
          <p:cNvSpPr/>
          <p:nvPr/>
        </p:nvSpPr>
        <p:spPr>
          <a:xfrm>
            <a:off x="11003280" y="2377440"/>
            <a:ext cx="91440" cy="8"/>
          </a:xfrm>
          <a:custGeom>
            <a:avLst/>
            <a:gdLst/>
            <a:ahLst/>
            <a:cxnLst/>
            <a:rect l="l" t="t" r="r" b="b"/>
            <a:pathLst>
              <a:path w="12000" h="1" stroke="1" fill="none">
                <a:moveTo>
                  <a:pt x="0" y="0"/>
                </a:moveTo>
                <a:lnTo>
                  <a:pt x="12000" y="0"/>
                </a:lnTo>
              </a:path>
            </a:pathLst>
          </a:custGeom>
          <a:noFill/>
          <a:ln w="7620">
            <a:solidFill>
              <a:srgbClr val="000000"/>
            </a:solidFill>
          </a:ln>
        </p:spPr>
        <p:txBody>
          <a:bodyPr rtlCol="0" anchor="ctr"/>
          <a:lstStyle/>
          <a:p>
            <a:pPr algn="ctr"/>
          </a:p>
        </p:txBody>
      </p:sp>
      <p:sp>
        <p:nvSpPr>
          <p:cNvPr id="24" name="Rule"/>
          <p:cNvSpPr/>
          <p:nvPr/>
        </p:nvSpPr>
        <p:spPr>
          <a:xfrm>
            <a:off x="11003280" y="2690165"/>
            <a:ext cx="91440" cy="8"/>
          </a:xfrm>
          <a:custGeom>
            <a:avLst/>
            <a:gdLst/>
            <a:ahLst/>
            <a:cxnLst/>
            <a:rect l="l" t="t" r="r" b="b"/>
            <a:pathLst>
              <a:path w="12000" h="1" stroke="1" fill="none">
                <a:moveTo>
                  <a:pt x="0" y="0"/>
                </a:moveTo>
                <a:lnTo>
                  <a:pt x="12000" y="0"/>
                </a:lnTo>
              </a:path>
            </a:pathLst>
          </a:custGeom>
          <a:noFill/>
          <a:ln w="7620">
            <a:solidFill>
              <a:srgbClr val="000000"/>
            </a:solidFill>
          </a:ln>
        </p:spPr>
        <p:txBody>
          <a:bodyPr rtlCol="0" anchor="ctr"/>
          <a:lstStyle/>
          <a:p>
            <a:pPr algn="ctr"/>
          </a:p>
        </p:txBody>
      </p:sp>
      <p:sp>
        <p:nvSpPr>
          <p:cNvPr id="25" name="76"/>
          <p:cNvSpPr txBox="1"/>
          <p:nvPr/>
        </p:nvSpPr>
        <p:spPr>
          <a:xfrm>
            <a:off x="10750296" y="2423922"/>
            <a:ext cx="256032" cy="240030"/>
          </a:xfrm>
          <a:prstGeom prst="rect">
            <a:avLst/>
          </a:prstGeom>
          <a:noFill/>
        </p:spPr>
        <p:txBody>
          <a:bodyPr wrap="none" tIns="0" bIns="0" lIns="0" rIns="0" anchor="t">
            <a:spAutoFit/>
          </a:bodyPr>
          <a:lstStyle/>
          <a:p>
            <a:pPr>
              <a:lnSpc>
                <a:spcPct val="100000"/>
              </a:lnSpc>
              <a:spcBef>
                <a:spcPts val="0"/>
              </a:spcBef>
              <a:spcAft>
                <a:spcPts val="0"/>
              </a:spcAft>
            </a:pPr>
            <a:r>
              <a:rPr sz="1260" kern="400000">
                <a:solidFill>
                  <a:srgbClr val="000000"/>
                </a:solidFill>
                <a:latin typeface="JetBrains Mono"/>
              </a:rPr>
              <a:t>76</a:t>
            </a:r>
          </a:p>
        </p:txBody>
      </p:sp>
      <p:sp>
        <p:nvSpPr>
          <p:cNvPr id="26" name="I / U+10C03"/>
          <p:cNvSpPr txBox="1"/>
          <p:nvPr/>
        </p:nvSpPr>
        <p:spPr>
          <a:xfrm>
            <a:off x="4267200" y="5781142"/>
            <a:ext cx="85344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I / U+10C03</a:t>
            </a:r>
          </a:p>
        </p:txBody>
      </p:sp>
      <p:sp>
        <p:nvSpPr>
          <p:cNvPr id="27" name="A / U+10C00"/>
          <p:cNvSpPr txBox="1"/>
          <p:nvPr/>
        </p:nvSpPr>
        <p:spPr>
          <a:xfrm>
            <a:off x="8077200" y="5781142"/>
            <a:ext cx="85344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 / U+10C00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BLUEPRINT 04 / SERIF"/>
          <p:cNvSpPr txBox="1"/>
          <p:nvPr/>
        </p:nvSpPr>
        <p:spPr>
          <a:xfrm>
            <a:off x="10241280" y="348386"/>
            <a:ext cx="132283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BLUEPRINT 04 / SERIF</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10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10 / 14</a:t>
            </a:r>
          </a:p>
        </p:txBody>
      </p:sp>
      <p:sp>
        <p:nvSpPr>
          <p:cNvPr id="6" name="AL kerning"/>
          <p:cNvSpPr txBox="1"/>
          <p:nvPr/>
        </p:nvSpPr>
        <p:spPr>
          <a:xfrm>
            <a:off x="624840" y="805434"/>
            <a:ext cx="3726637"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AL kerning</a:t>
            </a:r>
          </a:p>
        </p:txBody>
      </p:sp>
      <p:sp>
        <p:nvSpPr>
          <p:cNvPr id="7" name="The left neighbor can move over the hook when its underside is clear."/>
          <p:cNvSpPr txBox="1"/>
          <p:nvPr/>
        </p:nvSpPr>
        <p:spPr>
          <a:xfrm>
            <a:off x="670560" y="1742846"/>
            <a:ext cx="5836249" cy="274320"/>
          </a:xfrm>
          <a:prstGeom prst="rect">
            <a:avLst/>
          </a:prstGeom>
          <a:noFill/>
        </p:spPr>
        <p:txBody>
          <a:bodyPr wrap="none" tIns="0" bIns="0" lIns="0" rIns="0" anchor="t">
            <a:spAutoFit/>
          </a:bodyPr>
          <a:lstStyle/>
          <a:p>
            <a:pPr>
              <a:lnSpc>
                <a:spcPct val="100000"/>
              </a:lnSpc>
              <a:spcBef>
                <a:spcPts val="0"/>
              </a:spcBef>
              <a:spcAft>
                <a:spcPts val="0"/>
              </a:spcAft>
            </a:pPr>
            <a:r>
              <a:rPr sz="1439" kern="400000">
                <a:solidFill>
                  <a:srgbClr val="000000"/>
                </a:solidFill>
                <a:latin typeface="Instrument Sans"/>
              </a:rPr>
              <a:t>The left neighbor can move over the hook when its underside is clear.</a:t>
            </a:r>
          </a:p>
        </p:txBody>
      </p:sp>
      <p:sp>
        <p:nvSpPr>
          <p:cNvPr id="8" name="KERN OFF"/>
          <p:cNvSpPr txBox="1"/>
          <p:nvPr/>
        </p:nvSpPr>
        <p:spPr>
          <a:xfrm>
            <a:off x="670560" y="2313889"/>
            <a:ext cx="673608"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KERN OFF</a:t>
            </a:r>
          </a:p>
        </p:txBody>
      </p:sp>
      <p:sp>
        <p:nvSpPr>
          <p:cNvPr id="9" name="Rule"/>
          <p:cNvSpPr/>
          <p:nvPr/>
        </p:nvSpPr>
        <p:spPr>
          <a:xfrm>
            <a:off x="670560" y="4876800"/>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0" name="Rule"/>
          <p:cNvSpPr/>
          <p:nvPr/>
        </p:nvSpPr>
        <p:spPr>
          <a:xfrm>
            <a:off x="670560" y="3283458"/>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1" name="𐰞𐰖"/>
          <p:cNvSpPr/>
          <p:nvPr/>
        </p:nvSpPr>
        <p:spPr>
          <a:xfrm>
            <a:off x="1878025" y="2689860"/>
            <a:ext cx="2461870" cy="2780538"/>
          </a:xfrm>
          <a:custGeom>
            <a:avLst/>
            <a:gdLst/>
            <a:ahLst/>
            <a:cxnLst/>
            <a:rect l="l" t="t" r="r" b="b"/>
            <a:pathLst>
              <a:path w="323080" h="364900" stroke="1" fill="none">
                <a:moveTo>
                  <a:pt x="0" y="278800"/>
                </a:moveTo>
                <a:lnTo>
                  <a:pt x="6970" y="277160"/>
                </a:lnTo>
                <a:lnTo>
                  <a:pt x="10250" y="269780"/>
                </a:lnTo>
                <a:lnTo>
                  <a:pt x="12300" y="263220"/>
                </a:lnTo>
                <a:lnTo>
                  <a:pt x="12300" y="23780"/>
                </a:lnTo>
                <a:lnTo>
                  <a:pt x="10250" y="17220"/>
                </a:lnTo>
                <a:lnTo>
                  <a:pt x="6970" y="9840"/>
                </a:lnTo>
                <a:lnTo>
                  <a:pt x="0" y="8200"/>
                </a:lnTo>
                <a:lnTo>
                  <a:pt x="0" y="0"/>
                </a:lnTo>
                <a:lnTo>
                  <a:pt x="12300" y="0"/>
                </a:lnTo>
                <a:lnTo>
                  <a:pt x="45920" y="0"/>
                </a:lnTo>
                <a:lnTo>
                  <a:pt x="58220" y="0"/>
                </a:lnTo>
                <a:lnTo>
                  <a:pt x="58220" y="8200"/>
                </a:lnTo>
                <a:lnTo>
                  <a:pt x="51250" y="9840"/>
                </a:lnTo>
                <a:lnTo>
                  <a:pt x="47970" y="17220"/>
                </a:lnTo>
                <a:lnTo>
                  <a:pt x="45920" y="23780"/>
                </a:lnTo>
                <a:lnTo>
                  <a:pt x="45920" y="72570"/>
                </a:lnTo>
                <a:lnTo>
                  <a:pt x="52070" y="73390"/>
                </a:lnTo>
                <a:lnTo>
                  <a:pt x="58630" y="74620"/>
                </a:lnTo>
                <a:lnTo>
                  <a:pt x="64370" y="75850"/>
                </a:lnTo>
                <a:lnTo>
                  <a:pt x="70520" y="77490"/>
                </a:lnTo>
                <a:lnTo>
                  <a:pt x="75850" y="79130"/>
                </a:lnTo>
                <a:lnTo>
                  <a:pt x="82000" y="80770"/>
                </a:lnTo>
                <a:lnTo>
                  <a:pt x="86920" y="82820"/>
                </a:lnTo>
                <a:lnTo>
                  <a:pt x="92250" y="85280"/>
                </a:lnTo>
                <a:lnTo>
                  <a:pt x="96760" y="87740"/>
                </a:lnTo>
                <a:lnTo>
                  <a:pt x="102090" y="90610"/>
                </a:lnTo>
                <a:lnTo>
                  <a:pt x="107010" y="93890"/>
                </a:lnTo>
                <a:lnTo>
                  <a:pt x="111520" y="97170"/>
                </a:lnTo>
                <a:lnTo>
                  <a:pt x="116030" y="100450"/>
                </a:lnTo>
                <a:lnTo>
                  <a:pt x="120130" y="104140"/>
                </a:lnTo>
                <a:lnTo>
                  <a:pt x="124640" y="108650"/>
                </a:lnTo>
                <a:lnTo>
                  <a:pt x="128330" y="112750"/>
                </a:lnTo>
                <a:lnTo>
                  <a:pt x="131610" y="116440"/>
                </a:lnTo>
                <a:lnTo>
                  <a:pt x="134890" y="121360"/>
                </a:lnTo>
                <a:lnTo>
                  <a:pt x="138170" y="125870"/>
                </a:lnTo>
                <a:lnTo>
                  <a:pt x="141040" y="130790"/>
                </a:lnTo>
                <a:lnTo>
                  <a:pt x="143910" y="136120"/>
                </a:lnTo>
                <a:lnTo>
                  <a:pt x="145960" y="141450"/>
                </a:lnTo>
                <a:lnTo>
                  <a:pt x="148420" y="146780"/>
                </a:lnTo>
                <a:lnTo>
                  <a:pt x="150060" y="152110"/>
                </a:lnTo>
                <a:lnTo>
                  <a:pt x="151700" y="157850"/>
                </a:lnTo>
                <a:lnTo>
                  <a:pt x="152930" y="163590"/>
                </a:lnTo>
                <a:lnTo>
                  <a:pt x="153750" y="169330"/>
                </a:lnTo>
                <a:lnTo>
                  <a:pt x="154570" y="174660"/>
                </a:lnTo>
                <a:lnTo>
                  <a:pt x="154980" y="180400"/>
                </a:lnTo>
                <a:lnTo>
                  <a:pt x="154980" y="186140"/>
                </a:lnTo>
                <a:lnTo>
                  <a:pt x="154980" y="191880"/>
                </a:lnTo>
                <a:lnTo>
                  <a:pt x="154570" y="197620"/>
                </a:lnTo>
                <a:lnTo>
                  <a:pt x="153340" y="204180"/>
                </a:lnTo>
                <a:lnTo>
                  <a:pt x="152110" y="210740"/>
                </a:lnTo>
                <a:lnTo>
                  <a:pt x="150470" y="217300"/>
                </a:lnTo>
                <a:lnTo>
                  <a:pt x="148830" y="222630"/>
                </a:lnTo>
                <a:lnTo>
                  <a:pt x="146370" y="228780"/>
                </a:lnTo>
                <a:lnTo>
                  <a:pt x="143910" y="234930"/>
                </a:lnTo>
                <a:lnTo>
                  <a:pt x="140630" y="241080"/>
                </a:lnTo>
                <a:lnTo>
                  <a:pt x="137350" y="246000"/>
                </a:lnTo>
                <a:lnTo>
                  <a:pt x="133660" y="251740"/>
                </a:lnTo>
                <a:lnTo>
                  <a:pt x="129970" y="256660"/>
                </a:lnTo>
                <a:lnTo>
                  <a:pt x="125870" y="261170"/>
                </a:lnTo>
                <a:lnTo>
                  <a:pt x="121360" y="265680"/>
                </a:lnTo>
                <a:lnTo>
                  <a:pt x="116440" y="269780"/>
                </a:lnTo>
                <a:lnTo>
                  <a:pt x="111520" y="273880"/>
                </a:lnTo>
                <a:lnTo>
                  <a:pt x="106190" y="277980"/>
                </a:lnTo>
                <a:lnTo>
                  <a:pt x="100450" y="281260"/>
                </a:lnTo>
                <a:lnTo>
                  <a:pt x="93480" y="284950"/>
                </a:lnTo>
                <a:lnTo>
                  <a:pt x="89380" y="287000"/>
                </a:lnTo>
                <a:lnTo>
                  <a:pt x="12300" y="287000"/>
                </a:lnTo>
                <a:lnTo>
                  <a:pt x="0" y="287000"/>
                </a:lnTo>
                <a:close/>
                <a:moveTo>
                  <a:pt x="49610" y="273060"/>
                </a:moveTo>
                <a:lnTo>
                  <a:pt x="55760" y="271830"/>
                </a:lnTo>
                <a:lnTo>
                  <a:pt x="61500" y="270190"/>
                </a:lnTo>
                <a:lnTo>
                  <a:pt x="67240" y="268550"/>
                </a:lnTo>
                <a:lnTo>
                  <a:pt x="72980" y="265680"/>
                </a:lnTo>
                <a:lnTo>
                  <a:pt x="80360" y="261990"/>
                </a:lnTo>
                <a:lnTo>
                  <a:pt x="87740" y="256660"/>
                </a:lnTo>
                <a:lnTo>
                  <a:pt x="93890" y="251740"/>
                </a:lnTo>
                <a:lnTo>
                  <a:pt x="100040" y="245180"/>
                </a:lnTo>
                <a:lnTo>
                  <a:pt x="104960" y="238620"/>
                </a:lnTo>
                <a:lnTo>
                  <a:pt x="109470" y="231650"/>
                </a:lnTo>
                <a:lnTo>
                  <a:pt x="113160" y="224680"/>
                </a:lnTo>
                <a:lnTo>
                  <a:pt x="116440" y="216890"/>
                </a:lnTo>
                <a:lnTo>
                  <a:pt x="118490" y="208690"/>
                </a:lnTo>
                <a:lnTo>
                  <a:pt x="120130" y="200900"/>
                </a:lnTo>
                <a:lnTo>
                  <a:pt x="121360" y="192290"/>
                </a:lnTo>
                <a:lnTo>
                  <a:pt x="121360" y="184090"/>
                </a:lnTo>
                <a:lnTo>
                  <a:pt x="120950" y="175890"/>
                </a:lnTo>
                <a:lnTo>
                  <a:pt x="119720" y="167690"/>
                </a:lnTo>
                <a:lnTo>
                  <a:pt x="118080" y="159490"/>
                </a:lnTo>
                <a:lnTo>
                  <a:pt x="115620" y="152110"/>
                </a:lnTo>
                <a:lnTo>
                  <a:pt x="112340" y="144730"/>
                </a:lnTo>
                <a:lnTo>
                  <a:pt x="108650" y="138170"/>
                </a:lnTo>
                <a:lnTo>
                  <a:pt x="104140" y="131200"/>
                </a:lnTo>
                <a:lnTo>
                  <a:pt x="99630" y="125460"/>
                </a:lnTo>
                <a:lnTo>
                  <a:pt x="94300" y="120130"/>
                </a:lnTo>
                <a:lnTo>
                  <a:pt x="88970" y="115210"/>
                </a:lnTo>
                <a:lnTo>
                  <a:pt x="82820" y="110700"/>
                </a:lnTo>
                <a:lnTo>
                  <a:pt x="76260" y="107010"/>
                </a:lnTo>
                <a:lnTo>
                  <a:pt x="69290" y="103320"/>
                </a:lnTo>
                <a:lnTo>
                  <a:pt x="61500" y="100860"/>
                </a:lnTo>
                <a:lnTo>
                  <a:pt x="54120" y="98810"/>
                </a:lnTo>
                <a:lnTo>
                  <a:pt x="45920" y="97170"/>
                </a:lnTo>
                <a:lnTo>
                  <a:pt x="45920" y="263220"/>
                </a:lnTo>
                <a:lnTo>
                  <a:pt x="47970" y="269780"/>
                </a:lnTo>
                <a:close/>
                <a:moveTo>
                  <a:pt x="310780" y="311190"/>
                </a:moveTo>
                <a:lnTo>
                  <a:pt x="309960" y="316520"/>
                </a:lnTo>
                <a:lnTo>
                  <a:pt x="309140" y="321030"/>
                </a:lnTo>
                <a:lnTo>
                  <a:pt x="307500" y="325540"/>
                </a:lnTo>
                <a:lnTo>
                  <a:pt x="305450" y="330460"/>
                </a:lnTo>
                <a:lnTo>
                  <a:pt x="303400" y="334150"/>
                </a:lnTo>
                <a:lnTo>
                  <a:pt x="300530" y="338660"/>
                </a:lnTo>
                <a:lnTo>
                  <a:pt x="297660" y="342350"/>
                </a:lnTo>
                <a:lnTo>
                  <a:pt x="293970" y="346040"/>
                </a:lnTo>
                <a:lnTo>
                  <a:pt x="290280" y="349320"/>
                </a:lnTo>
                <a:lnTo>
                  <a:pt x="285770" y="352600"/>
                </a:lnTo>
                <a:lnTo>
                  <a:pt x="281670" y="355060"/>
                </a:lnTo>
                <a:lnTo>
                  <a:pt x="276750" y="357520"/>
                </a:lnTo>
                <a:lnTo>
                  <a:pt x="271830" y="359570"/>
                </a:lnTo>
                <a:lnTo>
                  <a:pt x="266500" y="361620"/>
                </a:lnTo>
                <a:lnTo>
                  <a:pt x="261170" y="362850"/>
                </a:lnTo>
                <a:lnTo>
                  <a:pt x="255020" y="364080"/>
                </a:lnTo>
                <a:lnTo>
                  <a:pt x="249690" y="364490"/>
                </a:lnTo>
                <a:lnTo>
                  <a:pt x="243540" y="364900"/>
                </a:lnTo>
                <a:lnTo>
                  <a:pt x="238210" y="364900"/>
                </a:lnTo>
                <a:lnTo>
                  <a:pt x="232060" y="364490"/>
                </a:lnTo>
                <a:lnTo>
                  <a:pt x="226320" y="363670"/>
                </a:lnTo>
                <a:lnTo>
                  <a:pt x="220170" y="362440"/>
                </a:lnTo>
                <a:lnTo>
                  <a:pt x="214840" y="360800"/>
                </a:lnTo>
                <a:lnTo>
                  <a:pt x="209100" y="358750"/>
                </a:lnTo>
                <a:lnTo>
                  <a:pt x="203770" y="356700"/>
                </a:lnTo>
                <a:lnTo>
                  <a:pt x="198440" y="354240"/>
                </a:lnTo>
                <a:lnTo>
                  <a:pt x="193520" y="351370"/>
                </a:lnTo>
                <a:lnTo>
                  <a:pt x="188190" y="347680"/>
                </a:lnTo>
                <a:lnTo>
                  <a:pt x="184090" y="344400"/>
                </a:lnTo>
                <a:lnTo>
                  <a:pt x="179170" y="340300"/>
                </a:lnTo>
                <a:lnTo>
                  <a:pt x="175480" y="336610"/>
                </a:lnTo>
                <a:lnTo>
                  <a:pt x="203770" y="323490"/>
                </a:lnTo>
                <a:lnTo>
                  <a:pt x="208280" y="328410"/>
                </a:lnTo>
                <a:lnTo>
                  <a:pt x="213610" y="332510"/>
                </a:lnTo>
                <a:lnTo>
                  <a:pt x="219350" y="335790"/>
                </a:lnTo>
                <a:lnTo>
                  <a:pt x="225090" y="338250"/>
                </a:lnTo>
                <a:lnTo>
                  <a:pt x="230830" y="340300"/>
                </a:lnTo>
                <a:lnTo>
                  <a:pt x="236980" y="341120"/>
                </a:lnTo>
                <a:lnTo>
                  <a:pt x="243130" y="341530"/>
                </a:lnTo>
                <a:lnTo>
                  <a:pt x="249280" y="340710"/>
                </a:lnTo>
                <a:lnTo>
                  <a:pt x="253790" y="339890"/>
                </a:lnTo>
                <a:lnTo>
                  <a:pt x="257890" y="338250"/>
                </a:lnTo>
                <a:lnTo>
                  <a:pt x="261990" y="335790"/>
                </a:lnTo>
                <a:lnTo>
                  <a:pt x="265680" y="333330"/>
                </a:lnTo>
                <a:lnTo>
                  <a:pt x="268550" y="330460"/>
                </a:lnTo>
                <a:lnTo>
                  <a:pt x="271420" y="326770"/>
                </a:lnTo>
                <a:lnTo>
                  <a:pt x="273880" y="322670"/>
                </a:lnTo>
                <a:lnTo>
                  <a:pt x="275110" y="318980"/>
                </a:lnTo>
                <a:lnTo>
                  <a:pt x="275930" y="316110"/>
                </a:lnTo>
                <a:lnTo>
                  <a:pt x="276750" y="312830"/>
                </a:lnTo>
                <a:lnTo>
                  <a:pt x="277160" y="309550"/>
                </a:lnTo>
                <a:lnTo>
                  <a:pt x="277160" y="306270"/>
                </a:lnTo>
                <a:lnTo>
                  <a:pt x="277160" y="100860"/>
                </a:lnTo>
                <a:lnTo>
                  <a:pt x="275110" y="94710"/>
                </a:lnTo>
                <a:lnTo>
                  <a:pt x="271830" y="87330"/>
                </a:lnTo>
                <a:lnTo>
                  <a:pt x="264860" y="85690"/>
                </a:lnTo>
                <a:lnTo>
                  <a:pt x="264860" y="77900"/>
                </a:lnTo>
                <a:lnTo>
                  <a:pt x="323080" y="77900"/>
                </a:lnTo>
                <a:lnTo>
                  <a:pt x="323080" y="85690"/>
                </a:lnTo>
                <a:lnTo>
                  <a:pt x="316110" y="87330"/>
                </a:lnTo>
                <a:lnTo>
                  <a:pt x="312830" y="94710"/>
                </a:lnTo>
                <a:lnTo>
                  <a:pt x="310780" y="100860"/>
                </a:lnTo>
                <a:lnTo>
                  <a:pt x="310780" y="306270"/>
                </a:lnTo>
                <a:close/>
              </a:path>
            </a:pathLst>
          </a:custGeom>
          <a:noFill/>
          <a:ln w="12192">
            <a:solidFill>
              <a:srgbClr val="000000"/>
            </a:solidFill>
          </a:ln>
        </p:spPr>
        <p:txBody>
          <a:bodyPr rtlCol="0" anchor="ctr"/>
          <a:lstStyle/>
          <a:p>
            <a:pPr algn="ctr"/>
          </a:p>
        </p:txBody>
      </p:sp>
      <p:sp>
        <p:nvSpPr>
          <p:cNvPr id="12" name="KERN ON"/>
          <p:cNvSpPr txBox="1"/>
          <p:nvPr/>
        </p:nvSpPr>
        <p:spPr>
          <a:xfrm>
            <a:off x="6644640" y="2313889"/>
            <a:ext cx="59588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KERN ON</a:t>
            </a:r>
          </a:p>
        </p:txBody>
      </p:sp>
      <p:sp>
        <p:nvSpPr>
          <p:cNvPr id="13" name="Rule"/>
          <p:cNvSpPr/>
          <p:nvPr/>
        </p:nvSpPr>
        <p:spPr>
          <a:xfrm>
            <a:off x="6644640" y="4876800"/>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4" name="Rule"/>
          <p:cNvSpPr/>
          <p:nvPr/>
        </p:nvSpPr>
        <p:spPr>
          <a:xfrm>
            <a:off x="6644640" y="3283458"/>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5" name="𐰞𐰖"/>
          <p:cNvSpPr/>
          <p:nvPr/>
        </p:nvSpPr>
        <p:spPr>
          <a:xfrm>
            <a:off x="8211388" y="2689860"/>
            <a:ext cx="1743304" cy="2780538"/>
          </a:xfrm>
          <a:custGeom>
            <a:avLst/>
            <a:gdLst/>
            <a:ahLst/>
            <a:cxnLst/>
            <a:rect l="l" t="t" r="r" b="b"/>
            <a:pathLst>
              <a:path w="228780" h="364900" stroke="1" fill="none">
                <a:moveTo>
                  <a:pt x="0" y="278800"/>
                </a:moveTo>
                <a:lnTo>
                  <a:pt x="6970" y="277160"/>
                </a:lnTo>
                <a:lnTo>
                  <a:pt x="10250" y="269780"/>
                </a:lnTo>
                <a:lnTo>
                  <a:pt x="12300" y="263220"/>
                </a:lnTo>
                <a:lnTo>
                  <a:pt x="12300" y="23780"/>
                </a:lnTo>
                <a:lnTo>
                  <a:pt x="10250" y="17220"/>
                </a:lnTo>
                <a:lnTo>
                  <a:pt x="6970" y="9840"/>
                </a:lnTo>
                <a:lnTo>
                  <a:pt x="0" y="8200"/>
                </a:lnTo>
                <a:lnTo>
                  <a:pt x="0" y="0"/>
                </a:lnTo>
                <a:lnTo>
                  <a:pt x="12300" y="0"/>
                </a:lnTo>
                <a:lnTo>
                  <a:pt x="45920" y="0"/>
                </a:lnTo>
                <a:lnTo>
                  <a:pt x="58220" y="0"/>
                </a:lnTo>
                <a:lnTo>
                  <a:pt x="58220" y="8200"/>
                </a:lnTo>
                <a:lnTo>
                  <a:pt x="51250" y="9840"/>
                </a:lnTo>
                <a:lnTo>
                  <a:pt x="47970" y="17220"/>
                </a:lnTo>
                <a:lnTo>
                  <a:pt x="45920" y="23780"/>
                </a:lnTo>
                <a:lnTo>
                  <a:pt x="45920" y="72570"/>
                </a:lnTo>
                <a:lnTo>
                  <a:pt x="52070" y="73390"/>
                </a:lnTo>
                <a:lnTo>
                  <a:pt x="58630" y="74620"/>
                </a:lnTo>
                <a:lnTo>
                  <a:pt x="64370" y="75850"/>
                </a:lnTo>
                <a:lnTo>
                  <a:pt x="70520" y="77490"/>
                </a:lnTo>
                <a:lnTo>
                  <a:pt x="75850" y="79130"/>
                </a:lnTo>
                <a:lnTo>
                  <a:pt x="82000" y="80770"/>
                </a:lnTo>
                <a:lnTo>
                  <a:pt x="86920" y="82820"/>
                </a:lnTo>
                <a:lnTo>
                  <a:pt x="92250" y="85280"/>
                </a:lnTo>
                <a:lnTo>
                  <a:pt x="96760" y="87740"/>
                </a:lnTo>
                <a:lnTo>
                  <a:pt x="102090" y="90610"/>
                </a:lnTo>
                <a:lnTo>
                  <a:pt x="107010" y="93890"/>
                </a:lnTo>
                <a:lnTo>
                  <a:pt x="111520" y="97170"/>
                </a:lnTo>
                <a:lnTo>
                  <a:pt x="116030" y="100450"/>
                </a:lnTo>
                <a:lnTo>
                  <a:pt x="120130" y="104140"/>
                </a:lnTo>
                <a:lnTo>
                  <a:pt x="124640" y="108650"/>
                </a:lnTo>
                <a:lnTo>
                  <a:pt x="128330" y="112750"/>
                </a:lnTo>
                <a:lnTo>
                  <a:pt x="131610" y="116440"/>
                </a:lnTo>
                <a:lnTo>
                  <a:pt x="134890" y="121360"/>
                </a:lnTo>
                <a:lnTo>
                  <a:pt x="138170" y="125870"/>
                </a:lnTo>
                <a:lnTo>
                  <a:pt x="141040" y="130790"/>
                </a:lnTo>
                <a:lnTo>
                  <a:pt x="143910" y="136120"/>
                </a:lnTo>
                <a:lnTo>
                  <a:pt x="145960" y="141450"/>
                </a:lnTo>
                <a:lnTo>
                  <a:pt x="148420" y="146780"/>
                </a:lnTo>
                <a:lnTo>
                  <a:pt x="150060" y="152110"/>
                </a:lnTo>
                <a:lnTo>
                  <a:pt x="151700" y="157850"/>
                </a:lnTo>
                <a:lnTo>
                  <a:pt x="152930" y="163590"/>
                </a:lnTo>
                <a:lnTo>
                  <a:pt x="153750" y="169330"/>
                </a:lnTo>
                <a:lnTo>
                  <a:pt x="154570" y="174660"/>
                </a:lnTo>
                <a:lnTo>
                  <a:pt x="154980" y="180400"/>
                </a:lnTo>
                <a:lnTo>
                  <a:pt x="154980" y="186140"/>
                </a:lnTo>
                <a:lnTo>
                  <a:pt x="154980" y="191880"/>
                </a:lnTo>
                <a:lnTo>
                  <a:pt x="154570" y="197620"/>
                </a:lnTo>
                <a:lnTo>
                  <a:pt x="153340" y="204180"/>
                </a:lnTo>
                <a:lnTo>
                  <a:pt x="152110" y="210740"/>
                </a:lnTo>
                <a:lnTo>
                  <a:pt x="150470" y="217300"/>
                </a:lnTo>
                <a:lnTo>
                  <a:pt x="148830" y="222630"/>
                </a:lnTo>
                <a:lnTo>
                  <a:pt x="146370" y="228780"/>
                </a:lnTo>
                <a:lnTo>
                  <a:pt x="143910" y="234930"/>
                </a:lnTo>
                <a:lnTo>
                  <a:pt x="140630" y="241080"/>
                </a:lnTo>
                <a:lnTo>
                  <a:pt x="137350" y="246000"/>
                </a:lnTo>
                <a:lnTo>
                  <a:pt x="133660" y="251740"/>
                </a:lnTo>
                <a:lnTo>
                  <a:pt x="129970" y="256660"/>
                </a:lnTo>
                <a:lnTo>
                  <a:pt x="125870" y="261170"/>
                </a:lnTo>
                <a:lnTo>
                  <a:pt x="121360" y="265680"/>
                </a:lnTo>
                <a:lnTo>
                  <a:pt x="116440" y="269780"/>
                </a:lnTo>
                <a:lnTo>
                  <a:pt x="111520" y="273880"/>
                </a:lnTo>
                <a:lnTo>
                  <a:pt x="106190" y="277980"/>
                </a:lnTo>
                <a:lnTo>
                  <a:pt x="100450" y="281260"/>
                </a:lnTo>
                <a:lnTo>
                  <a:pt x="93480" y="284950"/>
                </a:lnTo>
                <a:lnTo>
                  <a:pt x="89380" y="287000"/>
                </a:lnTo>
                <a:lnTo>
                  <a:pt x="12300" y="287000"/>
                </a:lnTo>
                <a:lnTo>
                  <a:pt x="0" y="287000"/>
                </a:lnTo>
                <a:close/>
                <a:moveTo>
                  <a:pt x="49610" y="273060"/>
                </a:moveTo>
                <a:lnTo>
                  <a:pt x="55760" y="271830"/>
                </a:lnTo>
                <a:lnTo>
                  <a:pt x="61500" y="270190"/>
                </a:lnTo>
                <a:lnTo>
                  <a:pt x="67240" y="268550"/>
                </a:lnTo>
                <a:lnTo>
                  <a:pt x="72980" y="265680"/>
                </a:lnTo>
                <a:lnTo>
                  <a:pt x="80360" y="261990"/>
                </a:lnTo>
                <a:lnTo>
                  <a:pt x="87740" y="256660"/>
                </a:lnTo>
                <a:lnTo>
                  <a:pt x="93890" y="251740"/>
                </a:lnTo>
                <a:lnTo>
                  <a:pt x="100040" y="245180"/>
                </a:lnTo>
                <a:lnTo>
                  <a:pt x="104960" y="238620"/>
                </a:lnTo>
                <a:lnTo>
                  <a:pt x="109470" y="231650"/>
                </a:lnTo>
                <a:lnTo>
                  <a:pt x="113160" y="224680"/>
                </a:lnTo>
                <a:lnTo>
                  <a:pt x="116440" y="216890"/>
                </a:lnTo>
                <a:lnTo>
                  <a:pt x="118490" y="208690"/>
                </a:lnTo>
                <a:lnTo>
                  <a:pt x="120130" y="200900"/>
                </a:lnTo>
                <a:lnTo>
                  <a:pt x="121360" y="192290"/>
                </a:lnTo>
                <a:lnTo>
                  <a:pt x="121360" y="184090"/>
                </a:lnTo>
                <a:lnTo>
                  <a:pt x="120950" y="175890"/>
                </a:lnTo>
                <a:lnTo>
                  <a:pt x="119720" y="167690"/>
                </a:lnTo>
                <a:lnTo>
                  <a:pt x="118080" y="159490"/>
                </a:lnTo>
                <a:lnTo>
                  <a:pt x="115620" y="152110"/>
                </a:lnTo>
                <a:lnTo>
                  <a:pt x="112340" y="144730"/>
                </a:lnTo>
                <a:lnTo>
                  <a:pt x="108650" y="138170"/>
                </a:lnTo>
                <a:lnTo>
                  <a:pt x="104140" y="131200"/>
                </a:lnTo>
                <a:lnTo>
                  <a:pt x="99630" y="125460"/>
                </a:lnTo>
                <a:lnTo>
                  <a:pt x="94300" y="120130"/>
                </a:lnTo>
                <a:lnTo>
                  <a:pt x="88970" y="115210"/>
                </a:lnTo>
                <a:lnTo>
                  <a:pt x="82820" y="110700"/>
                </a:lnTo>
                <a:lnTo>
                  <a:pt x="76260" y="107010"/>
                </a:lnTo>
                <a:lnTo>
                  <a:pt x="69290" y="103320"/>
                </a:lnTo>
                <a:lnTo>
                  <a:pt x="61500" y="100860"/>
                </a:lnTo>
                <a:lnTo>
                  <a:pt x="54120" y="98810"/>
                </a:lnTo>
                <a:lnTo>
                  <a:pt x="45920" y="97170"/>
                </a:lnTo>
                <a:lnTo>
                  <a:pt x="45920" y="263220"/>
                </a:lnTo>
                <a:lnTo>
                  <a:pt x="47970" y="269780"/>
                </a:lnTo>
                <a:close/>
                <a:moveTo>
                  <a:pt x="216480" y="311190"/>
                </a:moveTo>
                <a:lnTo>
                  <a:pt x="215660" y="316520"/>
                </a:lnTo>
                <a:lnTo>
                  <a:pt x="214840" y="321030"/>
                </a:lnTo>
                <a:lnTo>
                  <a:pt x="213200" y="325540"/>
                </a:lnTo>
                <a:lnTo>
                  <a:pt x="211150" y="330460"/>
                </a:lnTo>
                <a:lnTo>
                  <a:pt x="209100" y="334150"/>
                </a:lnTo>
                <a:lnTo>
                  <a:pt x="206230" y="338660"/>
                </a:lnTo>
                <a:lnTo>
                  <a:pt x="203360" y="342350"/>
                </a:lnTo>
                <a:lnTo>
                  <a:pt x="199670" y="346040"/>
                </a:lnTo>
                <a:lnTo>
                  <a:pt x="195980" y="349320"/>
                </a:lnTo>
                <a:lnTo>
                  <a:pt x="191470" y="352600"/>
                </a:lnTo>
                <a:lnTo>
                  <a:pt x="187370" y="355060"/>
                </a:lnTo>
                <a:lnTo>
                  <a:pt x="182450" y="357520"/>
                </a:lnTo>
                <a:lnTo>
                  <a:pt x="177530" y="359570"/>
                </a:lnTo>
                <a:lnTo>
                  <a:pt x="172200" y="361620"/>
                </a:lnTo>
                <a:lnTo>
                  <a:pt x="166870" y="362850"/>
                </a:lnTo>
                <a:lnTo>
                  <a:pt x="160720" y="364080"/>
                </a:lnTo>
                <a:lnTo>
                  <a:pt x="155390" y="364490"/>
                </a:lnTo>
                <a:lnTo>
                  <a:pt x="149240" y="364900"/>
                </a:lnTo>
                <a:lnTo>
                  <a:pt x="143910" y="364900"/>
                </a:lnTo>
                <a:lnTo>
                  <a:pt x="137760" y="364490"/>
                </a:lnTo>
                <a:lnTo>
                  <a:pt x="132020" y="363670"/>
                </a:lnTo>
                <a:lnTo>
                  <a:pt x="125870" y="362440"/>
                </a:lnTo>
                <a:lnTo>
                  <a:pt x="120540" y="360800"/>
                </a:lnTo>
                <a:lnTo>
                  <a:pt x="114800" y="358750"/>
                </a:lnTo>
                <a:lnTo>
                  <a:pt x="109470" y="356700"/>
                </a:lnTo>
                <a:lnTo>
                  <a:pt x="104140" y="354240"/>
                </a:lnTo>
                <a:lnTo>
                  <a:pt x="99220" y="351370"/>
                </a:lnTo>
                <a:lnTo>
                  <a:pt x="93890" y="347680"/>
                </a:lnTo>
                <a:lnTo>
                  <a:pt x="89790" y="344400"/>
                </a:lnTo>
                <a:lnTo>
                  <a:pt x="84870" y="340300"/>
                </a:lnTo>
                <a:lnTo>
                  <a:pt x="81180" y="336610"/>
                </a:lnTo>
                <a:lnTo>
                  <a:pt x="109470" y="323490"/>
                </a:lnTo>
                <a:lnTo>
                  <a:pt x="113980" y="328410"/>
                </a:lnTo>
                <a:lnTo>
                  <a:pt x="119310" y="332510"/>
                </a:lnTo>
                <a:lnTo>
                  <a:pt x="125050" y="335790"/>
                </a:lnTo>
                <a:lnTo>
                  <a:pt x="130790" y="338250"/>
                </a:lnTo>
                <a:lnTo>
                  <a:pt x="136530" y="340300"/>
                </a:lnTo>
                <a:lnTo>
                  <a:pt x="142680" y="341120"/>
                </a:lnTo>
                <a:lnTo>
                  <a:pt x="148830" y="341530"/>
                </a:lnTo>
                <a:lnTo>
                  <a:pt x="154980" y="340710"/>
                </a:lnTo>
                <a:lnTo>
                  <a:pt x="159490" y="339890"/>
                </a:lnTo>
                <a:lnTo>
                  <a:pt x="163590" y="338250"/>
                </a:lnTo>
                <a:lnTo>
                  <a:pt x="167690" y="335790"/>
                </a:lnTo>
                <a:lnTo>
                  <a:pt x="171380" y="333330"/>
                </a:lnTo>
                <a:lnTo>
                  <a:pt x="174250" y="330460"/>
                </a:lnTo>
                <a:lnTo>
                  <a:pt x="177120" y="326770"/>
                </a:lnTo>
                <a:lnTo>
                  <a:pt x="179580" y="322670"/>
                </a:lnTo>
                <a:lnTo>
                  <a:pt x="180810" y="318980"/>
                </a:lnTo>
                <a:lnTo>
                  <a:pt x="181630" y="316110"/>
                </a:lnTo>
                <a:lnTo>
                  <a:pt x="182450" y="312830"/>
                </a:lnTo>
                <a:lnTo>
                  <a:pt x="182860" y="309550"/>
                </a:lnTo>
                <a:lnTo>
                  <a:pt x="182860" y="306270"/>
                </a:lnTo>
                <a:lnTo>
                  <a:pt x="182860" y="100860"/>
                </a:lnTo>
                <a:lnTo>
                  <a:pt x="180810" y="94710"/>
                </a:lnTo>
                <a:lnTo>
                  <a:pt x="177530" y="87330"/>
                </a:lnTo>
                <a:lnTo>
                  <a:pt x="170560" y="85690"/>
                </a:lnTo>
                <a:lnTo>
                  <a:pt x="170560" y="77900"/>
                </a:lnTo>
                <a:lnTo>
                  <a:pt x="228780" y="77900"/>
                </a:lnTo>
                <a:lnTo>
                  <a:pt x="228780" y="85690"/>
                </a:lnTo>
                <a:lnTo>
                  <a:pt x="221810" y="87330"/>
                </a:lnTo>
                <a:lnTo>
                  <a:pt x="218530" y="94710"/>
                </a:lnTo>
                <a:lnTo>
                  <a:pt x="216480" y="100860"/>
                </a:lnTo>
                <a:lnTo>
                  <a:pt x="216480" y="306270"/>
                </a:lnTo>
                <a:close/>
              </a:path>
            </a:pathLst>
          </a:custGeom>
          <a:noFill/>
          <a:ln w="12192">
            <a:solidFill>
              <a:srgbClr val="000000"/>
            </a:solidFill>
          </a:ln>
        </p:spPr>
        <p:txBody>
          <a:bodyPr rtlCol="0" anchor="ctr"/>
          <a:lstStyle/>
          <a:p>
            <a:pPr algn="ctr"/>
          </a:p>
        </p:txBody>
      </p:sp>
      <p:sp>
        <p:nvSpPr>
          <p:cNvPr id="16" name="AL + AY"/>
          <p:cNvSpPr txBox="1"/>
          <p:nvPr/>
        </p:nvSpPr>
        <p:spPr>
          <a:xfrm>
            <a:off x="670560" y="5895289"/>
            <a:ext cx="59588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AL + AY</a:t>
            </a:r>
          </a:p>
        </p:txBody>
      </p:sp>
      <p:sp>
        <p:nvSpPr>
          <p:cNvPr id="17" name="230 units less advance"/>
          <p:cNvSpPr txBox="1"/>
          <p:nvPr/>
        </p:nvSpPr>
        <p:spPr>
          <a:xfrm>
            <a:off x="9637044" y="5850026"/>
            <a:ext cx="1957548" cy="274320"/>
          </a:xfrm>
          <a:prstGeom prst="rect">
            <a:avLst/>
          </a:prstGeom>
          <a:noFill/>
        </p:spPr>
        <p:txBody>
          <a:bodyPr wrap="none" tIns="0" bIns="0" lIns="0" rIns="0" anchor="t">
            <a:spAutoFit/>
          </a:bodyPr>
          <a:lstStyle/>
          <a:p>
            <a:pPr>
              <a:lnSpc>
                <a:spcPct val="100000"/>
              </a:lnSpc>
              <a:spcBef>
                <a:spcPts val="0"/>
              </a:spcBef>
              <a:spcAft>
                <a:spcPts val="0"/>
              </a:spcAft>
            </a:pPr>
            <a:r>
              <a:rPr sz="1439" kern="400000">
                <a:solidFill>
                  <a:srgbClr val="000000"/>
                </a:solidFill>
                <a:latin typeface="Instrument Sans"/>
              </a:rPr>
              <a:t>230 units less advance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BLUEPRINT 05 / SERIF"/>
          <p:cNvSpPr txBox="1"/>
          <p:nvPr/>
        </p:nvSpPr>
        <p:spPr>
          <a:xfrm>
            <a:off x="10241280" y="348386"/>
            <a:ext cx="1322832"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BLUEPRINT 05 / SERIF</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11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11 / 14</a:t>
            </a:r>
          </a:p>
        </p:txBody>
      </p:sp>
      <p:sp>
        <p:nvSpPr>
          <p:cNvPr id="6" name="EM + I"/>
          <p:cNvSpPr txBox="1"/>
          <p:nvPr/>
        </p:nvSpPr>
        <p:spPr>
          <a:xfrm>
            <a:off x="624840" y="805434"/>
            <a:ext cx="2145868"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EM + I</a:t>
            </a:r>
          </a:p>
        </p:txBody>
      </p:sp>
      <p:sp>
        <p:nvSpPr>
          <p:cNvPr id="7" name="U+10C22 + U+10C03 · OpenType liga"/>
          <p:cNvSpPr txBox="1"/>
          <p:nvPr/>
        </p:nvSpPr>
        <p:spPr>
          <a:xfrm>
            <a:off x="670560" y="1750238"/>
            <a:ext cx="2972585" cy="262890"/>
          </a:xfrm>
          <a:prstGeom prst="rect">
            <a:avLst/>
          </a:prstGeom>
          <a:noFill/>
        </p:spPr>
        <p:txBody>
          <a:bodyPr wrap="none" tIns="0" bIns="0" lIns="0" rIns="0" anchor="t">
            <a:spAutoFit/>
          </a:bodyPr>
          <a:lstStyle/>
          <a:p>
            <a:pPr>
              <a:lnSpc>
                <a:spcPct val="100000"/>
              </a:lnSpc>
              <a:spcBef>
                <a:spcPts val="0"/>
              </a:spcBef>
              <a:spcAft>
                <a:spcPts val="0"/>
              </a:spcAft>
            </a:pPr>
            <a:r>
              <a:rPr sz="1380" kern="400000">
                <a:solidFill>
                  <a:srgbClr val="000000"/>
                </a:solidFill>
                <a:latin typeface="Instrument Sans"/>
              </a:rPr>
              <a:t>U+10C22 + U+10C03 · OpenType liga</a:t>
            </a:r>
          </a:p>
        </p:txBody>
      </p:sp>
      <p:sp>
        <p:nvSpPr>
          <p:cNvPr id="8" name="SEPARATE"/>
          <p:cNvSpPr txBox="1"/>
          <p:nvPr/>
        </p:nvSpPr>
        <p:spPr>
          <a:xfrm>
            <a:off x="670560" y="2313889"/>
            <a:ext cx="673608"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SEPARATE</a:t>
            </a:r>
          </a:p>
        </p:txBody>
      </p:sp>
      <p:sp>
        <p:nvSpPr>
          <p:cNvPr id="9" name="Rule"/>
          <p:cNvSpPr/>
          <p:nvPr/>
        </p:nvSpPr>
        <p:spPr>
          <a:xfrm>
            <a:off x="670560" y="4914900"/>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0" name="𐰢𐰃"/>
          <p:cNvSpPr/>
          <p:nvPr/>
        </p:nvSpPr>
        <p:spPr>
          <a:xfrm>
            <a:off x="1779727" y="3010662"/>
            <a:ext cx="2744343" cy="2613660"/>
          </a:xfrm>
          <a:custGeom>
            <a:avLst/>
            <a:gdLst/>
            <a:ahLst/>
            <a:cxnLst/>
            <a:rect l="l" t="t" r="r" b="b"/>
            <a:pathLst>
              <a:path w="360150" h="343000" stroke="1" fill="none">
                <a:moveTo>
                  <a:pt x="0" y="333200"/>
                </a:moveTo>
                <a:lnTo>
                  <a:pt x="8330" y="331240"/>
                </a:lnTo>
                <a:lnTo>
                  <a:pt x="12250" y="322910"/>
                </a:lnTo>
                <a:lnTo>
                  <a:pt x="14700" y="315070"/>
                </a:lnTo>
                <a:lnTo>
                  <a:pt x="14700" y="82320"/>
                </a:lnTo>
                <a:lnTo>
                  <a:pt x="15680" y="70560"/>
                </a:lnTo>
                <a:lnTo>
                  <a:pt x="17640" y="59290"/>
                </a:lnTo>
                <a:lnTo>
                  <a:pt x="20580" y="49980"/>
                </a:lnTo>
                <a:lnTo>
                  <a:pt x="22050" y="45080"/>
                </a:lnTo>
                <a:lnTo>
                  <a:pt x="24500" y="40670"/>
                </a:lnTo>
                <a:lnTo>
                  <a:pt x="28910" y="32830"/>
                </a:lnTo>
                <a:lnTo>
                  <a:pt x="33810" y="26460"/>
                </a:lnTo>
                <a:lnTo>
                  <a:pt x="40180" y="20090"/>
                </a:lnTo>
                <a:lnTo>
                  <a:pt x="46550" y="15190"/>
                </a:lnTo>
                <a:lnTo>
                  <a:pt x="53410" y="10780"/>
                </a:lnTo>
                <a:lnTo>
                  <a:pt x="61250" y="6860"/>
                </a:lnTo>
                <a:lnTo>
                  <a:pt x="69580" y="3920"/>
                </a:lnTo>
                <a:lnTo>
                  <a:pt x="78890" y="1960"/>
                </a:lnTo>
                <a:lnTo>
                  <a:pt x="88200" y="490"/>
                </a:lnTo>
                <a:lnTo>
                  <a:pt x="98000" y="0"/>
                </a:lnTo>
                <a:lnTo>
                  <a:pt x="107800" y="490"/>
                </a:lnTo>
                <a:lnTo>
                  <a:pt x="119560" y="1470"/>
                </a:lnTo>
                <a:lnTo>
                  <a:pt x="129850" y="3430"/>
                </a:lnTo>
                <a:lnTo>
                  <a:pt x="141610" y="6370"/>
                </a:lnTo>
                <a:lnTo>
                  <a:pt x="152390" y="9310"/>
                </a:lnTo>
                <a:lnTo>
                  <a:pt x="164640" y="13720"/>
                </a:lnTo>
                <a:lnTo>
                  <a:pt x="145040" y="38710"/>
                </a:lnTo>
                <a:lnTo>
                  <a:pt x="137690" y="36260"/>
                </a:lnTo>
                <a:lnTo>
                  <a:pt x="129850" y="33320"/>
                </a:lnTo>
                <a:lnTo>
                  <a:pt x="123480" y="31850"/>
                </a:lnTo>
                <a:lnTo>
                  <a:pt x="116130" y="30380"/>
                </a:lnTo>
                <a:lnTo>
                  <a:pt x="109270" y="28910"/>
                </a:lnTo>
                <a:lnTo>
                  <a:pt x="103390" y="28420"/>
                </a:lnTo>
                <a:lnTo>
                  <a:pt x="97020" y="28420"/>
                </a:lnTo>
                <a:lnTo>
                  <a:pt x="91630" y="28910"/>
                </a:lnTo>
                <a:lnTo>
                  <a:pt x="86730" y="29890"/>
                </a:lnTo>
                <a:lnTo>
                  <a:pt x="82320" y="31360"/>
                </a:lnTo>
                <a:lnTo>
                  <a:pt x="77910" y="33320"/>
                </a:lnTo>
                <a:lnTo>
                  <a:pt x="74480" y="35770"/>
                </a:lnTo>
                <a:lnTo>
                  <a:pt x="70560" y="38710"/>
                </a:lnTo>
                <a:lnTo>
                  <a:pt x="67620" y="42140"/>
                </a:lnTo>
                <a:lnTo>
                  <a:pt x="64680" y="46060"/>
                </a:lnTo>
                <a:lnTo>
                  <a:pt x="62230" y="50470"/>
                </a:lnTo>
                <a:lnTo>
                  <a:pt x="59290" y="57330"/>
                </a:lnTo>
                <a:lnTo>
                  <a:pt x="56840" y="65170"/>
                </a:lnTo>
                <a:lnTo>
                  <a:pt x="55370" y="73990"/>
                </a:lnTo>
                <a:lnTo>
                  <a:pt x="54880" y="82810"/>
                </a:lnTo>
                <a:lnTo>
                  <a:pt x="54880" y="315070"/>
                </a:lnTo>
                <a:lnTo>
                  <a:pt x="57330" y="322910"/>
                </a:lnTo>
                <a:lnTo>
                  <a:pt x="61250" y="331240"/>
                </a:lnTo>
                <a:lnTo>
                  <a:pt x="69580" y="333200"/>
                </a:lnTo>
                <a:lnTo>
                  <a:pt x="69580" y="343000"/>
                </a:lnTo>
                <a:lnTo>
                  <a:pt x="0" y="343000"/>
                </a:lnTo>
                <a:close/>
                <a:moveTo>
                  <a:pt x="322420" y="322420"/>
                </a:moveTo>
                <a:lnTo>
                  <a:pt x="332220" y="329280"/>
                </a:lnTo>
                <a:lnTo>
                  <a:pt x="343490" y="336140"/>
                </a:lnTo>
                <a:lnTo>
                  <a:pt x="357210" y="343000"/>
                </a:lnTo>
                <a:lnTo>
                  <a:pt x="317030" y="343000"/>
                </a:lnTo>
                <a:lnTo>
                  <a:pt x="292040" y="343000"/>
                </a:lnTo>
                <a:lnTo>
                  <a:pt x="276850" y="343000"/>
                </a:lnTo>
                <a:lnTo>
                  <a:pt x="277340" y="340060"/>
                </a:lnTo>
                <a:lnTo>
                  <a:pt x="276850" y="337120"/>
                </a:lnTo>
                <a:lnTo>
                  <a:pt x="276360" y="334180"/>
                </a:lnTo>
                <a:lnTo>
                  <a:pt x="275380" y="331240"/>
                </a:lnTo>
                <a:lnTo>
                  <a:pt x="272440" y="325360"/>
                </a:lnTo>
                <a:lnTo>
                  <a:pt x="269990" y="321440"/>
                </a:lnTo>
                <a:lnTo>
                  <a:pt x="267540" y="318500"/>
                </a:lnTo>
                <a:lnTo>
                  <a:pt x="263620" y="314580"/>
                </a:lnTo>
                <a:lnTo>
                  <a:pt x="193060" y="244020"/>
                </a:lnTo>
                <a:lnTo>
                  <a:pt x="191590" y="242550"/>
                </a:lnTo>
                <a:lnTo>
                  <a:pt x="190610" y="241080"/>
                </a:lnTo>
                <a:lnTo>
                  <a:pt x="189630" y="239120"/>
                </a:lnTo>
                <a:lnTo>
                  <a:pt x="189140" y="237650"/>
                </a:lnTo>
                <a:lnTo>
                  <a:pt x="189140" y="235690"/>
                </a:lnTo>
                <a:lnTo>
                  <a:pt x="189140" y="233730"/>
                </a:lnTo>
                <a:lnTo>
                  <a:pt x="189630" y="231770"/>
                </a:lnTo>
                <a:lnTo>
                  <a:pt x="190610" y="230300"/>
                </a:lnTo>
                <a:lnTo>
                  <a:pt x="193060" y="226870"/>
                </a:lnTo>
                <a:lnTo>
                  <a:pt x="196980" y="224420"/>
                </a:lnTo>
                <a:lnTo>
                  <a:pt x="198940" y="223440"/>
                </a:lnTo>
                <a:lnTo>
                  <a:pt x="203840" y="221970"/>
                </a:lnTo>
                <a:lnTo>
                  <a:pt x="218540" y="220010"/>
                </a:lnTo>
                <a:lnTo>
                  <a:pt x="231280" y="217070"/>
                </a:lnTo>
                <a:lnTo>
                  <a:pt x="241080" y="214130"/>
                </a:lnTo>
                <a:lnTo>
                  <a:pt x="250390" y="210700"/>
                </a:lnTo>
                <a:lnTo>
                  <a:pt x="260680" y="205800"/>
                </a:lnTo>
                <a:lnTo>
                  <a:pt x="270970" y="199920"/>
                </a:lnTo>
                <a:lnTo>
                  <a:pt x="279300" y="194040"/>
                </a:lnTo>
                <a:lnTo>
                  <a:pt x="287630" y="186690"/>
                </a:lnTo>
                <a:lnTo>
                  <a:pt x="294980" y="179340"/>
                </a:lnTo>
                <a:lnTo>
                  <a:pt x="301350" y="171010"/>
                </a:lnTo>
                <a:lnTo>
                  <a:pt x="306740" y="163170"/>
                </a:lnTo>
                <a:lnTo>
                  <a:pt x="311150" y="153860"/>
                </a:lnTo>
                <a:lnTo>
                  <a:pt x="315070" y="144550"/>
                </a:lnTo>
                <a:lnTo>
                  <a:pt x="317520" y="134750"/>
                </a:lnTo>
                <a:lnTo>
                  <a:pt x="319480" y="124950"/>
                </a:lnTo>
                <a:lnTo>
                  <a:pt x="319970" y="115150"/>
                </a:lnTo>
                <a:lnTo>
                  <a:pt x="319970" y="106330"/>
                </a:lnTo>
                <a:lnTo>
                  <a:pt x="318500" y="97020"/>
                </a:lnTo>
                <a:lnTo>
                  <a:pt x="316050" y="87710"/>
                </a:lnTo>
                <a:lnTo>
                  <a:pt x="313110" y="79380"/>
                </a:lnTo>
                <a:lnTo>
                  <a:pt x="309190" y="71540"/>
                </a:lnTo>
                <a:lnTo>
                  <a:pt x="304780" y="64190"/>
                </a:lnTo>
                <a:lnTo>
                  <a:pt x="298900" y="56840"/>
                </a:lnTo>
                <a:lnTo>
                  <a:pt x="292530" y="50960"/>
                </a:lnTo>
                <a:lnTo>
                  <a:pt x="288120" y="47530"/>
                </a:lnTo>
                <a:lnTo>
                  <a:pt x="284200" y="44590"/>
                </a:lnTo>
                <a:lnTo>
                  <a:pt x="279300" y="41160"/>
                </a:lnTo>
                <a:lnTo>
                  <a:pt x="274890" y="38710"/>
                </a:lnTo>
                <a:lnTo>
                  <a:pt x="269010" y="36260"/>
                </a:lnTo>
                <a:lnTo>
                  <a:pt x="264110" y="34300"/>
                </a:lnTo>
                <a:lnTo>
                  <a:pt x="258720" y="32830"/>
                </a:lnTo>
                <a:lnTo>
                  <a:pt x="252840" y="31360"/>
                </a:lnTo>
                <a:lnTo>
                  <a:pt x="246960" y="30380"/>
                </a:lnTo>
                <a:lnTo>
                  <a:pt x="241080" y="29400"/>
                </a:lnTo>
                <a:lnTo>
                  <a:pt x="228340" y="28910"/>
                </a:lnTo>
                <a:lnTo>
                  <a:pt x="221480" y="28910"/>
                </a:lnTo>
                <a:lnTo>
                  <a:pt x="214620" y="28910"/>
                </a:lnTo>
                <a:lnTo>
                  <a:pt x="200900" y="30380"/>
                </a:lnTo>
                <a:lnTo>
                  <a:pt x="193060" y="2450"/>
                </a:lnTo>
                <a:lnTo>
                  <a:pt x="206290" y="980"/>
                </a:lnTo>
                <a:lnTo>
                  <a:pt x="220990" y="0"/>
                </a:lnTo>
                <a:lnTo>
                  <a:pt x="233730" y="0"/>
                </a:lnTo>
                <a:lnTo>
                  <a:pt x="246960" y="980"/>
                </a:lnTo>
                <a:lnTo>
                  <a:pt x="258720" y="2940"/>
                </a:lnTo>
                <a:lnTo>
                  <a:pt x="270970" y="5390"/>
                </a:lnTo>
                <a:lnTo>
                  <a:pt x="282730" y="8820"/>
                </a:lnTo>
                <a:lnTo>
                  <a:pt x="293510" y="13230"/>
                </a:lnTo>
                <a:lnTo>
                  <a:pt x="303310" y="18620"/>
                </a:lnTo>
                <a:lnTo>
                  <a:pt x="313110" y="24500"/>
                </a:lnTo>
                <a:lnTo>
                  <a:pt x="321930" y="30870"/>
                </a:lnTo>
                <a:lnTo>
                  <a:pt x="329770" y="38710"/>
                </a:lnTo>
                <a:lnTo>
                  <a:pt x="337120" y="46550"/>
                </a:lnTo>
                <a:lnTo>
                  <a:pt x="340060" y="50960"/>
                </a:lnTo>
                <a:lnTo>
                  <a:pt x="343490" y="55860"/>
                </a:lnTo>
                <a:lnTo>
                  <a:pt x="348390" y="64680"/>
                </a:lnTo>
                <a:lnTo>
                  <a:pt x="352800" y="74480"/>
                </a:lnTo>
                <a:lnTo>
                  <a:pt x="355250" y="80850"/>
                </a:lnTo>
                <a:lnTo>
                  <a:pt x="356720" y="86730"/>
                </a:lnTo>
                <a:lnTo>
                  <a:pt x="358190" y="94080"/>
                </a:lnTo>
                <a:lnTo>
                  <a:pt x="359170" y="99960"/>
                </a:lnTo>
                <a:lnTo>
                  <a:pt x="360150" y="107310"/>
                </a:lnTo>
                <a:lnTo>
                  <a:pt x="360150" y="113680"/>
                </a:lnTo>
                <a:lnTo>
                  <a:pt x="360150" y="121030"/>
                </a:lnTo>
                <a:lnTo>
                  <a:pt x="359170" y="127400"/>
                </a:lnTo>
                <a:lnTo>
                  <a:pt x="358190" y="134750"/>
                </a:lnTo>
                <a:lnTo>
                  <a:pt x="356720" y="141120"/>
                </a:lnTo>
                <a:lnTo>
                  <a:pt x="354760" y="148470"/>
                </a:lnTo>
                <a:lnTo>
                  <a:pt x="352800" y="154840"/>
                </a:lnTo>
                <a:lnTo>
                  <a:pt x="350350" y="160720"/>
                </a:lnTo>
                <a:lnTo>
                  <a:pt x="346920" y="168070"/>
                </a:lnTo>
                <a:lnTo>
                  <a:pt x="343980" y="173950"/>
                </a:lnTo>
                <a:lnTo>
                  <a:pt x="340060" y="179830"/>
                </a:lnTo>
                <a:lnTo>
                  <a:pt x="336140" y="185710"/>
                </a:lnTo>
                <a:lnTo>
                  <a:pt x="331730" y="191590"/>
                </a:lnTo>
                <a:lnTo>
                  <a:pt x="326830" y="196980"/>
                </a:lnTo>
                <a:lnTo>
                  <a:pt x="322420" y="201880"/>
                </a:lnTo>
                <a:lnTo>
                  <a:pt x="317030" y="206780"/>
                </a:lnTo>
                <a:lnTo>
                  <a:pt x="311640" y="211190"/>
                </a:lnTo>
                <a:lnTo>
                  <a:pt x="305270" y="216090"/>
                </a:lnTo>
                <a:lnTo>
                  <a:pt x="299880" y="220010"/>
                </a:lnTo>
                <a:lnTo>
                  <a:pt x="293020" y="224420"/>
                </a:lnTo>
                <a:lnTo>
                  <a:pt x="286650" y="227850"/>
                </a:lnTo>
                <a:lnTo>
                  <a:pt x="279790" y="231280"/>
                </a:lnTo>
                <a:lnTo>
                  <a:pt x="272930" y="234710"/>
                </a:lnTo>
                <a:lnTo>
                  <a:pt x="265580" y="237650"/>
                </a:lnTo>
                <a:lnTo>
                  <a:pt x="258230" y="240100"/>
                </a:lnTo>
                <a:lnTo>
                  <a:pt x="250390" y="242550"/>
                </a:lnTo>
                <a:lnTo>
                  <a:pt x="243040" y="244510"/>
                </a:lnTo>
                <a:lnTo>
                  <a:pt x="314580" y="315560"/>
                </a:lnTo>
                <a:close/>
              </a:path>
            </a:pathLst>
          </a:custGeom>
          <a:noFill/>
          <a:ln w="12954">
            <a:solidFill>
              <a:srgbClr val="000000"/>
            </a:solidFill>
          </a:ln>
        </p:spPr>
        <p:txBody>
          <a:bodyPr rtlCol="0" anchor="ctr"/>
          <a:lstStyle/>
          <a:p>
            <a:pPr algn="ctr"/>
          </a:p>
        </p:txBody>
      </p:sp>
      <p:sp>
        <p:nvSpPr>
          <p:cNvPr id="11" name="LIGATURE"/>
          <p:cNvSpPr txBox="1"/>
          <p:nvPr/>
        </p:nvSpPr>
        <p:spPr>
          <a:xfrm>
            <a:off x="6644640" y="2313889"/>
            <a:ext cx="673608"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LIGATURE</a:t>
            </a:r>
          </a:p>
        </p:txBody>
      </p:sp>
      <p:sp>
        <p:nvSpPr>
          <p:cNvPr id="12" name="Rule"/>
          <p:cNvSpPr/>
          <p:nvPr/>
        </p:nvSpPr>
        <p:spPr>
          <a:xfrm>
            <a:off x="6644640" y="4914900"/>
            <a:ext cx="4876800" cy="8"/>
          </a:xfrm>
          <a:custGeom>
            <a:avLst/>
            <a:gdLst/>
            <a:ahLst/>
            <a:cxnLst/>
            <a:rect l="l" t="t" r="r" b="b"/>
            <a:pathLst>
              <a:path w="640000" h="1" stroke="1" fill="none">
                <a:moveTo>
                  <a:pt x="0" y="0"/>
                </a:moveTo>
                <a:lnTo>
                  <a:pt x="640000" y="0"/>
                </a:lnTo>
              </a:path>
            </a:pathLst>
          </a:custGeom>
          <a:noFill/>
          <a:ln w="4572">
            <a:solidFill>
              <a:srgbClr val="000000"/>
            </a:solidFill>
          </a:ln>
        </p:spPr>
        <p:txBody>
          <a:bodyPr rtlCol="0" anchor="ctr"/>
          <a:lstStyle/>
          <a:p>
            <a:pPr algn="ctr"/>
          </a:p>
        </p:txBody>
      </p:sp>
      <p:sp>
        <p:nvSpPr>
          <p:cNvPr id="13" name="𐰢𐰃"/>
          <p:cNvSpPr/>
          <p:nvPr/>
        </p:nvSpPr>
        <p:spPr>
          <a:xfrm>
            <a:off x="7843418" y="3010662"/>
            <a:ext cx="2565121" cy="2613660"/>
          </a:xfrm>
          <a:custGeom>
            <a:avLst/>
            <a:gdLst/>
            <a:ahLst/>
            <a:cxnLst/>
            <a:rect l="l" t="t" r="r" b="b"/>
            <a:pathLst>
              <a:path w="336630" h="343000" stroke="0">
                <a:moveTo>
                  <a:pt x="14700" y="314580"/>
                </a:moveTo>
                <a:lnTo>
                  <a:pt x="14700" y="81340"/>
                </a:lnTo>
                <a:lnTo>
                  <a:pt x="15190" y="73010"/>
                </a:lnTo>
                <a:lnTo>
                  <a:pt x="16170" y="66150"/>
                </a:lnTo>
                <a:lnTo>
                  <a:pt x="20580" y="52920"/>
                </a:lnTo>
                <a:lnTo>
                  <a:pt x="24010" y="46550"/>
                </a:lnTo>
                <a:lnTo>
                  <a:pt x="27440" y="41160"/>
                </a:lnTo>
                <a:lnTo>
                  <a:pt x="32340" y="35280"/>
                </a:lnTo>
                <a:lnTo>
                  <a:pt x="37730" y="29890"/>
                </a:lnTo>
                <a:lnTo>
                  <a:pt x="43610" y="24990"/>
                </a:lnTo>
                <a:lnTo>
                  <a:pt x="57820" y="16660"/>
                </a:lnTo>
                <a:lnTo>
                  <a:pt x="66150" y="12740"/>
                </a:lnTo>
                <a:lnTo>
                  <a:pt x="74970" y="9800"/>
                </a:lnTo>
                <a:lnTo>
                  <a:pt x="84770" y="6860"/>
                </a:lnTo>
                <a:lnTo>
                  <a:pt x="95060" y="4410"/>
                </a:lnTo>
                <a:lnTo>
                  <a:pt x="116620" y="1470"/>
                </a:lnTo>
                <a:lnTo>
                  <a:pt x="128380" y="490"/>
                </a:lnTo>
                <a:lnTo>
                  <a:pt x="141120" y="0"/>
                </a:lnTo>
                <a:lnTo>
                  <a:pt x="157780" y="0"/>
                </a:lnTo>
                <a:lnTo>
                  <a:pt x="158760" y="490"/>
                </a:lnTo>
                <a:lnTo>
                  <a:pt x="163170" y="490"/>
                </a:lnTo>
                <a:lnTo>
                  <a:pt x="164150" y="980"/>
                </a:lnTo>
                <a:lnTo>
                  <a:pt x="166600" y="980"/>
                </a:lnTo>
                <a:lnTo>
                  <a:pt x="167580" y="1470"/>
                </a:lnTo>
                <a:lnTo>
                  <a:pt x="171010" y="1470"/>
                </a:lnTo>
                <a:lnTo>
                  <a:pt x="171990" y="1960"/>
                </a:lnTo>
                <a:lnTo>
                  <a:pt x="173950" y="1960"/>
                </a:lnTo>
                <a:lnTo>
                  <a:pt x="182770" y="980"/>
                </a:lnTo>
                <a:lnTo>
                  <a:pt x="197470" y="0"/>
                </a:lnTo>
                <a:lnTo>
                  <a:pt x="210210" y="0"/>
                </a:lnTo>
                <a:lnTo>
                  <a:pt x="223440" y="980"/>
                </a:lnTo>
                <a:lnTo>
                  <a:pt x="235200" y="2940"/>
                </a:lnTo>
                <a:lnTo>
                  <a:pt x="247450" y="5390"/>
                </a:lnTo>
                <a:lnTo>
                  <a:pt x="259210" y="8820"/>
                </a:lnTo>
                <a:lnTo>
                  <a:pt x="269990" y="13230"/>
                </a:lnTo>
                <a:lnTo>
                  <a:pt x="279790" y="18620"/>
                </a:lnTo>
                <a:lnTo>
                  <a:pt x="289590" y="24500"/>
                </a:lnTo>
                <a:lnTo>
                  <a:pt x="298410" y="30870"/>
                </a:lnTo>
                <a:lnTo>
                  <a:pt x="306250" y="38710"/>
                </a:lnTo>
                <a:lnTo>
                  <a:pt x="313600" y="46550"/>
                </a:lnTo>
                <a:lnTo>
                  <a:pt x="319970" y="55860"/>
                </a:lnTo>
                <a:lnTo>
                  <a:pt x="324870" y="64680"/>
                </a:lnTo>
                <a:lnTo>
                  <a:pt x="329280" y="74480"/>
                </a:lnTo>
                <a:lnTo>
                  <a:pt x="331730" y="80850"/>
                </a:lnTo>
                <a:lnTo>
                  <a:pt x="333200" y="86730"/>
                </a:lnTo>
                <a:lnTo>
                  <a:pt x="334670" y="94080"/>
                </a:lnTo>
                <a:lnTo>
                  <a:pt x="336630" y="107310"/>
                </a:lnTo>
                <a:lnTo>
                  <a:pt x="336630" y="121030"/>
                </a:lnTo>
                <a:lnTo>
                  <a:pt x="334670" y="134750"/>
                </a:lnTo>
                <a:lnTo>
                  <a:pt x="331240" y="148470"/>
                </a:lnTo>
                <a:lnTo>
                  <a:pt x="329280" y="154840"/>
                </a:lnTo>
                <a:lnTo>
                  <a:pt x="326830" y="160720"/>
                </a:lnTo>
                <a:lnTo>
                  <a:pt x="323400" y="168070"/>
                </a:lnTo>
                <a:lnTo>
                  <a:pt x="320460" y="173950"/>
                </a:lnTo>
                <a:lnTo>
                  <a:pt x="312620" y="185710"/>
                </a:lnTo>
                <a:lnTo>
                  <a:pt x="308210" y="191590"/>
                </a:lnTo>
                <a:lnTo>
                  <a:pt x="298900" y="201880"/>
                </a:lnTo>
                <a:lnTo>
                  <a:pt x="293510" y="206780"/>
                </a:lnTo>
                <a:lnTo>
                  <a:pt x="281750" y="216090"/>
                </a:lnTo>
                <a:lnTo>
                  <a:pt x="276360" y="220010"/>
                </a:lnTo>
                <a:lnTo>
                  <a:pt x="269500" y="224420"/>
                </a:lnTo>
                <a:lnTo>
                  <a:pt x="263130" y="227850"/>
                </a:lnTo>
                <a:lnTo>
                  <a:pt x="249410" y="234710"/>
                </a:lnTo>
                <a:lnTo>
                  <a:pt x="242060" y="237650"/>
                </a:lnTo>
                <a:lnTo>
                  <a:pt x="234710" y="240100"/>
                </a:lnTo>
                <a:lnTo>
                  <a:pt x="226870" y="242550"/>
                </a:lnTo>
                <a:lnTo>
                  <a:pt x="219520" y="244510"/>
                </a:lnTo>
                <a:lnTo>
                  <a:pt x="291060" y="315560"/>
                </a:lnTo>
                <a:lnTo>
                  <a:pt x="298900" y="322420"/>
                </a:lnTo>
                <a:lnTo>
                  <a:pt x="308700" y="329280"/>
                </a:lnTo>
                <a:lnTo>
                  <a:pt x="319970" y="336140"/>
                </a:lnTo>
                <a:lnTo>
                  <a:pt x="333690" y="343000"/>
                </a:lnTo>
                <a:lnTo>
                  <a:pt x="253330" y="343000"/>
                </a:lnTo>
                <a:lnTo>
                  <a:pt x="253820" y="340060"/>
                </a:lnTo>
                <a:lnTo>
                  <a:pt x="252840" y="334180"/>
                </a:lnTo>
                <a:lnTo>
                  <a:pt x="251860" y="331240"/>
                </a:lnTo>
                <a:lnTo>
                  <a:pt x="248920" y="325360"/>
                </a:lnTo>
                <a:lnTo>
                  <a:pt x="246470" y="321440"/>
                </a:lnTo>
                <a:lnTo>
                  <a:pt x="244020" y="318500"/>
                </a:lnTo>
                <a:lnTo>
                  <a:pt x="168070" y="242550"/>
                </a:lnTo>
                <a:lnTo>
                  <a:pt x="166110" y="239120"/>
                </a:lnTo>
                <a:lnTo>
                  <a:pt x="165620" y="237650"/>
                </a:lnTo>
                <a:lnTo>
                  <a:pt x="165620" y="233730"/>
                </a:lnTo>
                <a:lnTo>
                  <a:pt x="166110" y="231770"/>
                </a:lnTo>
                <a:lnTo>
                  <a:pt x="169540" y="226870"/>
                </a:lnTo>
                <a:lnTo>
                  <a:pt x="173460" y="224420"/>
                </a:lnTo>
                <a:lnTo>
                  <a:pt x="175420" y="223440"/>
                </a:lnTo>
                <a:lnTo>
                  <a:pt x="180320" y="221970"/>
                </a:lnTo>
                <a:lnTo>
                  <a:pt x="195020" y="220010"/>
                </a:lnTo>
                <a:lnTo>
                  <a:pt x="207760" y="217070"/>
                </a:lnTo>
                <a:lnTo>
                  <a:pt x="217560" y="214130"/>
                </a:lnTo>
                <a:lnTo>
                  <a:pt x="226870" y="210700"/>
                </a:lnTo>
                <a:lnTo>
                  <a:pt x="237160" y="205800"/>
                </a:lnTo>
                <a:lnTo>
                  <a:pt x="247450" y="199920"/>
                </a:lnTo>
                <a:lnTo>
                  <a:pt x="255780" y="194040"/>
                </a:lnTo>
                <a:lnTo>
                  <a:pt x="264110" y="186690"/>
                </a:lnTo>
                <a:lnTo>
                  <a:pt x="271460" y="179340"/>
                </a:lnTo>
                <a:lnTo>
                  <a:pt x="277830" y="171010"/>
                </a:lnTo>
                <a:lnTo>
                  <a:pt x="283220" y="163170"/>
                </a:lnTo>
                <a:lnTo>
                  <a:pt x="287630" y="153860"/>
                </a:lnTo>
                <a:lnTo>
                  <a:pt x="291550" y="144550"/>
                </a:lnTo>
                <a:lnTo>
                  <a:pt x="294000" y="134750"/>
                </a:lnTo>
                <a:lnTo>
                  <a:pt x="295960" y="124950"/>
                </a:lnTo>
                <a:lnTo>
                  <a:pt x="296450" y="115150"/>
                </a:lnTo>
                <a:lnTo>
                  <a:pt x="296450" y="106330"/>
                </a:lnTo>
                <a:lnTo>
                  <a:pt x="294980" y="97020"/>
                </a:lnTo>
                <a:lnTo>
                  <a:pt x="292530" y="87710"/>
                </a:lnTo>
                <a:lnTo>
                  <a:pt x="289590" y="79380"/>
                </a:lnTo>
                <a:lnTo>
                  <a:pt x="285670" y="71540"/>
                </a:lnTo>
                <a:lnTo>
                  <a:pt x="281260" y="64190"/>
                </a:lnTo>
                <a:lnTo>
                  <a:pt x="275380" y="56840"/>
                </a:lnTo>
                <a:lnTo>
                  <a:pt x="269010" y="50960"/>
                </a:lnTo>
                <a:lnTo>
                  <a:pt x="260680" y="44590"/>
                </a:lnTo>
                <a:lnTo>
                  <a:pt x="255780" y="41160"/>
                </a:lnTo>
                <a:lnTo>
                  <a:pt x="251370" y="38710"/>
                </a:lnTo>
                <a:lnTo>
                  <a:pt x="240590" y="34300"/>
                </a:lnTo>
                <a:lnTo>
                  <a:pt x="229320" y="31360"/>
                </a:lnTo>
                <a:lnTo>
                  <a:pt x="217560" y="29400"/>
                </a:lnTo>
                <a:lnTo>
                  <a:pt x="204820" y="28910"/>
                </a:lnTo>
                <a:lnTo>
                  <a:pt x="191100" y="28910"/>
                </a:lnTo>
                <a:lnTo>
                  <a:pt x="177380" y="30380"/>
                </a:lnTo>
                <a:lnTo>
                  <a:pt x="177380" y="30870"/>
                </a:lnTo>
                <a:lnTo>
                  <a:pt x="169050" y="30870"/>
                </a:lnTo>
                <a:lnTo>
                  <a:pt x="168070" y="30380"/>
                </a:lnTo>
                <a:lnTo>
                  <a:pt x="164150" y="30380"/>
                </a:lnTo>
                <a:lnTo>
                  <a:pt x="164150" y="29890"/>
                </a:lnTo>
                <a:lnTo>
                  <a:pt x="160720" y="29890"/>
                </a:lnTo>
                <a:lnTo>
                  <a:pt x="159740" y="29400"/>
                </a:lnTo>
                <a:lnTo>
                  <a:pt x="156310" y="29400"/>
                </a:lnTo>
                <a:lnTo>
                  <a:pt x="155330" y="28910"/>
                </a:lnTo>
                <a:lnTo>
                  <a:pt x="143570" y="28910"/>
                </a:lnTo>
                <a:lnTo>
                  <a:pt x="123970" y="29890"/>
                </a:lnTo>
                <a:lnTo>
                  <a:pt x="115150" y="30870"/>
                </a:lnTo>
                <a:lnTo>
                  <a:pt x="106820" y="32340"/>
                </a:lnTo>
                <a:lnTo>
                  <a:pt x="99470" y="33810"/>
                </a:lnTo>
                <a:lnTo>
                  <a:pt x="92120" y="35770"/>
                </a:lnTo>
                <a:lnTo>
                  <a:pt x="79870" y="40670"/>
                </a:lnTo>
                <a:lnTo>
                  <a:pt x="74970" y="43610"/>
                </a:lnTo>
                <a:lnTo>
                  <a:pt x="70070" y="47040"/>
                </a:lnTo>
                <a:lnTo>
                  <a:pt x="66640" y="50470"/>
                </a:lnTo>
                <a:lnTo>
                  <a:pt x="60760" y="58310"/>
                </a:lnTo>
                <a:lnTo>
                  <a:pt x="58310" y="63700"/>
                </a:lnTo>
                <a:lnTo>
                  <a:pt x="56840" y="68600"/>
                </a:lnTo>
                <a:lnTo>
                  <a:pt x="55370" y="75460"/>
                </a:lnTo>
                <a:lnTo>
                  <a:pt x="54880" y="83300"/>
                </a:lnTo>
                <a:lnTo>
                  <a:pt x="54880" y="314580"/>
                </a:lnTo>
                <a:lnTo>
                  <a:pt x="57330" y="322420"/>
                </a:lnTo>
                <a:lnTo>
                  <a:pt x="61250" y="331240"/>
                </a:lnTo>
                <a:lnTo>
                  <a:pt x="69580" y="333200"/>
                </a:lnTo>
                <a:lnTo>
                  <a:pt x="69580" y="343000"/>
                </a:lnTo>
                <a:lnTo>
                  <a:pt x="0" y="343000"/>
                </a:lnTo>
                <a:lnTo>
                  <a:pt x="0" y="333200"/>
                </a:lnTo>
                <a:lnTo>
                  <a:pt x="8330" y="331240"/>
                </a:lnTo>
                <a:lnTo>
                  <a:pt x="12250" y="322420"/>
                </a:lnTo>
                <a:close/>
              </a:path>
            </a:pathLst>
          </a:custGeom>
          <a:solidFill>
            <a:srgbClr val="000000"/>
          </a:solidFill>
          <a:ln>
            <a:noFill/>
          </a:ln>
        </p:spPr>
        <p:txBody>
          <a:bodyPr rtlCol="0" anchor="ctr"/>
          <a:lstStyle/>
          <a:p>
            <a:pPr algn="ctr"/>
          </a:p>
        </p:txBody>
      </p:sp>
      <p:sp>
        <p:nvSpPr>
          <p:cNvPr id="14" name="The text remains two Unicode characters."/>
          <p:cNvSpPr txBox="1"/>
          <p:nvPr/>
        </p:nvSpPr>
        <p:spPr>
          <a:xfrm>
            <a:off x="670560" y="5842635"/>
            <a:ext cx="3715131" cy="285750"/>
          </a:xfrm>
          <a:prstGeom prst="rect">
            <a:avLst/>
          </a:prstGeom>
          <a:noFill/>
        </p:spPr>
        <p:txBody>
          <a:bodyPr wrap="none" tIns="0" bIns="0" lIns="0" rIns="0" anchor="t">
            <a:spAutoFit/>
          </a:bodyPr>
          <a:lstStyle/>
          <a:p>
            <a:pPr>
              <a:lnSpc>
                <a:spcPct val="100000"/>
              </a:lnSpc>
              <a:spcBef>
                <a:spcPts val="0"/>
              </a:spcBef>
              <a:spcAft>
                <a:spcPts val="0"/>
              </a:spcAft>
            </a:pPr>
            <a:r>
              <a:rPr sz="1500" kern="400000">
                <a:solidFill>
                  <a:srgbClr val="000000"/>
                </a:solidFill>
                <a:latin typeface="Instrument Sans"/>
              </a:rPr>
              <a:t>The text remains two Unicode characters.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SERIF ALPHABET"/>
          <p:cNvSpPr txBox="1"/>
          <p:nvPr/>
        </p:nvSpPr>
        <p:spPr>
          <a:xfrm>
            <a:off x="10625328" y="348386"/>
            <a:ext cx="93878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SERIF ALPHABET</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12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12 / 14</a:t>
            </a:r>
          </a:p>
        </p:txBody>
      </p:sp>
      <p:sp>
        <p:nvSpPr>
          <p:cNvPr id="6" name="Serif alphabet"/>
          <p:cNvSpPr txBox="1"/>
          <p:nvPr/>
        </p:nvSpPr>
        <p:spPr>
          <a:xfrm>
            <a:off x="624840" y="797814"/>
            <a:ext cx="4662754"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Serif alphabet</a:t>
            </a:r>
          </a:p>
        </p:txBody>
      </p:sp>
      <p:sp>
        <p:nvSpPr>
          <p:cNvPr id="7" name="42 encoded signs · capital / lowercase"/>
          <p:cNvSpPr txBox="1"/>
          <p:nvPr/>
        </p:nvSpPr>
        <p:spPr>
          <a:xfrm>
            <a:off x="670560" y="1689506"/>
            <a:ext cx="3188147" cy="274320"/>
          </a:xfrm>
          <a:prstGeom prst="rect">
            <a:avLst/>
          </a:prstGeom>
          <a:noFill/>
        </p:spPr>
        <p:txBody>
          <a:bodyPr wrap="none" tIns="0" bIns="0" lIns="0" rIns="0" anchor="t">
            <a:spAutoFit/>
          </a:bodyPr>
          <a:lstStyle/>
          <a:p>
            <a:pPr>
              <a:lnSpc>
                <a:spcPct val="100000"/>
              </a:lnSpc>
              <a:spcBef>
                <a:spcPts val="0"/>
              </a:spcBef>
              <a:spcAft>
                <a:spcPts val="0"/>
              </a:spcAft>
            </a:pPr>
            <a:r>
              <a:rPr sz="1439" kern="400000">
                <a:solidFill>
                  <a:srgbClr val="000000"/>
                </a:solidFill>
                <a:latin typeface="Instrument Sans"/>
              </a:rPr>
              <a:t>42 encoded signs · capital / lowercase</a:t>
            </a:r>
          </a:p>
        </p:txBody>
      </p:sp>
      <p:sp>
        <p:nvSpPr>
          <p:cNvPr id="8" name="01 / 02"/>
          <p:cNvSpPr txBox="1"/>
          <p:nvPr/>
        </p:nvSpPr>
        <p:spPr>
          <a:xfrm>
            <a:off x="10977372" y="1734769"/>
            <a:ext cx="59588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01 / 02</a:t>
            </a:r>
          </a:p>
        </p:txBody>
      </p:sp>
      <p:sp>
        <p:nvSpPr>
          <p:cNvPr id="9" name="Rule"/>
          <p:cNvSpPr/>
          <p:nvPr/>
        </p:nvSpPr>
        <p:spPr>
          <a:xfrm>
            <a:off x="670560" y="3375660"/>
            <a:ext cx="10850880" cy="8"/>
          </a:xfrm>
          <a:custGeom>
            <a:avLst/>
            <a:gdLst/>
            <a:ahLst/>
            <a:cxnLst/>
            <a:rect l="l" t="t" r="r" b="b"/>
            <a:pathLst>
              <a:path w="1424000" h="1" stroke="1" fill="none">
                <a:moveTo>
                  <a:pt x="0" y="0"/>
                </a:moveTo>
                <a:lnTo>
                  <a:pt x="1424000" y="0"/>
                </a:lnTo>
              </a:path>
            </a:pathLst>
          </a:custGeom>
          <a:noFill/>
          <a:ln w="5334">
            <a:solidFill>
              <a:srgbClr val="000000"/>
            </a:solidFill>
          </a:ln>
        </p:spPr>
        <p:txBody>
          <a:bodyPr rtlCol="0" anchor="ctr"/>
          <a:lstStyle/>
          <a:p>
            <a:pPr algn="ctr"/>
          </a:p>
        </p:txBody>
      </p:sp>
      <p:sp>
        <p:nvSpPr>
          <p:cNvPr id="10" name="Rule"/>
          <p:cNvSpPr/>
          <p:nvPr/>
        </p:nvSpPr>
        <p:spPr>
          <a:xfrm>
            <a:off x="670560" y="4625340"/>
            <a:ext cx="10850880" cy="8"/>
          </a:xfrm>
          <a:custGeom>
            <a:avLst/>
            <a:gdLst/>
            <a:ahLst/>
            <a:cxnLst/>
            <a:rect l="l" t="t" r="r" b="b"/>
            <a:pathLst>
              <a:path w="1424000" h="1" stroke="1" fill="none">
                <a:moveTo>
                  <a:pt x="0" y="0"/>
                </a:moveTo>
                <a:lnTo>
                  <a:pt x="1424000" y="0"/>
                </a:lnTo>
              </a:path>
            </a:pathLst>
          </a:custGeom>
          <a:noFill/>
          <a:ln w="5334">
            <a:solidFill>
              <a:srgbClr val="000000"/>
            </a:solidFill>
          </a:ln>
        </p:spPr>
        <p:txBody>
          <a:bodyPr rtlCol="0" anchor="ctr"/>
          <a:lstStyle/>
          <a:p>
            <a:pPr algn="ctr"/>
          </a:p>
        </p:txBody>
      </p:sp>
      <p:sp>
        <p:nvSpPr>
          <p:cNvPr id="11" name="A"/>
          <p:cNvSpPr txBox="1"/>
          <p:nvPr/>
        </p:nvSpPr>
        <p:spPr>
          <a:xfrm>
            <a:off x="701040" y="2199742"/>
            <a:ext cx="12192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a:t>
            </a:r>
          </a:p>
        </p:txBody>
      </p:sp>
      <p:sp>
        <p:nvSpPr>
          <p:cNvPr id="12" name="𐰀"/>
          <p:cNvSpPr/>
          <p:nvPr/>
        </p:nvSpPr>
        <p:spPr>
          <a:xfrm>
            <a:off x="852392" y="2404110"/>
            <a:ext cx="581216" cy="720090"/>
          </a:xfrm>
          <a:custGeom>
            <a:avLst/>
            <a:gdLst/>
            <a:ahLst/>
            <a:cxnLst/>
            <a:rect l="l" t="t" r="r" b="b"/>
            <a:pathLst>
              <a:path w="76275" h="94500" stroke="0">
                <a:moveTo>
                  <a:pt x="68310" y="87750"/>
                </a:moveTo>
                <a:lnTo>
                  <a:pt x="69120" y="88830"/>
                </a:lnTo>
                <a:lnTo>
                  <a:pt x="70200" y="89910"/>
                </a:lnTo>
                <a:lnTo>
                  <a:pt x="71010" y="90720"/>
                </a:lnTo>
                <a:lnTo>
                  <a:pt x="73440" y="92610"/>
                </a:lnTo>
                <a:lnTo>
                  <a:pt x="76275" y="94500"/>
                </a:lnTo>
                <a:lnTo>
                  <a:pt x="13095" y="94500"/>
                </a:lnTo>
                <a:lnTo>
                  <a:pt x="11610" y="94365"/>
                </a:lnTo>
                <a:lnTo>
                  <a:pt x="10125" y="93960"/>
                </a:lnTo>
                <a:lnTo>
                  <a:pt x="9450" y="93555"/>
                </a:lnTo>
                <a:lnTo>
                  <a:pt x="8775" y="93285"/>
                </a:lnTo>
                <a:lnTo>
                  <a:pt x="8370" y="92745"/>
                </a:lnTo>
                <a:lnTo>
                  <a:pt x="7830" y="92340"/>
                </a:lnTo>
                <a:lnTo>
                  <a:pt x="7560" y="91800"/>
                </a:lnTo>
                <a:lnTo>
                  <a:pt x="7290" y="91260"/>
                </a:lnTo>
                <a:lnTo>
                  <a:pt x="7155" y="90720"/>
                </a:lnTo>
                <a:lnTo>
                  <a:pt x="7020" y="90180"/>
                </a:lnTo>
                <a:lnTo>
                  <a:pt x="7020" y="80460"/>
                </a:lnTo>
                <a:lnTo>
                  <a:pt x="19170" y="80460"/>
                </a:lnTo>
                <a:lnTo>
                  <a:pt x="19170" y="85860"/>
                </a:lnTo>
                <a:lnTo>
                  <a:pt x="54000" y="85860"/>
                </a:lnTo>
                <a:lnTo>
                  <a:pt x="8505" y="7560"/>
                </a:lnTo>
                <a:lnTo>
                  <a:pt x="7695" y="6480"/>
                </a:lnTo>
                <a:lnTo>
                  <a:pt x="7020" y="5670"/>
                </a:lnTo>
                <a:lnTo>
                  <a:pt x="6075" y="4590"/>
                </a:lnTo>
                <a:lnTo>
                  <a:pt x="5130" y="3780"/>
                </a:lnTo>
                <a:lnTo>
                  <a:pt x="2835" y="1890"/>
                </a:lnTo>
                <a:lnTo>
                  <a:pt x="0" y="0"/>
                </a:lnTo>
                <a:lnTo>
                  <a:pt x="63045" y="0"/>
                </a:lnTo>
                <a:lnTo>
                  <a:pt x="64665" y="135"/>
                </a:lnTo>
                <a:lnTo>
                  <a:pt x="66150" y="540"/>
                </a:lnTo>
                <a:lnTo>
                  <a:pt x="66825" y="945"/>
                </a:lnTo>
                <a:lnTo>
                  <a:pt x="67365" y="1215"/>
                </a:lnTo>
                <a:lnTo>
                  <a:pt x="67905" y="1755"/>
                </a:lnTo>
                <a:lnTo>
                  <a:pt x="68310" y="2160"/>
                </a:lnTo>
                <a:lnTo>
                  <a:pt x="68715" y="2700"/>
                </a:lnTo>
                <a:lnTo>
                  <a:pt x="68985" y="3240"/>
                </a:lnTo>
                <a:lnTo>
                  <a:pt x="69120" y="3780"/>
                </a:lnTo>
                <a:lnTo>
                  <a:pt x="69120" y="4320"/>
                </a:lnTo>
                <a:lnTo>
                  <a:pt x="69120" y="14040"/>
                </a:lnTo>
                <a:lnTo>
                  <a:pt x="56970" y="14040"/>
                </a:lnTo>
                <a:lnTo>
                  <a:pt x="56970" y="8640"/>
                </a:lnTo>
                <a:lnTo>
                  <a:pt x="22275" y="8640"/>
                </a:lnTo>
                <a:lnTo>
                  <a:pt x="67770" y="86940"/>
                </a:lnTo>
                <a:close/>
              </a:path>
            </a:pathLst>
          </a:custGeom>
          <a:solidFill>
            <a:srgbClr val="000000"/>
          </a:solidFill>
          <a:ln>
            <a:noFill/>
          </a:ln>
        </p:spPr>
        <p:txBody>
          <a:bodyPr rtlCol="0" anchor="ctr"/>
          <a:lstStyle/>
          <a:p>
            <a:pPr algn="ctr"/>
          </a:p>
        </p:txBody>
      </p:sp>
      <p:sp>
        <p:nvSpPr>
          <p:cNvPr id="13" name="𐰀"/>
          <p:cNvSpPr/>
          <p:nvPr/>
        </p:nvSpPr>
        <p:spPr>
          <a:xfrm>
            <a:off x="1659846" y="2599563"/>
            <a:ext cx="459829" cy="524637"/>
          </a:xfrm>
          <a:custGeom>
            <a:avLst/>
            <a:gdLst/>
            <a:ahLst/>
            <a:cxnLst/>
            <a:rect l="l" t="t" r="r" b="b"/>
            <a:pathLst>
              <a:path w="60345" h="68850" stroke="0">
                <a:moveTo>
                  <a:pt x="52245" y="61830"/>
                </a:moveTo>
                <a:lnTo>
                  <a:pt x="53055" y="62910"/>
                </a:lnTo>
                <a:lnTo>
                  <a:pt x="53865" y="63720"/>
                </a:lnTo>
                <a:lnTo>
                  <a:pt x="54945" y="64800"/>
                </a:lnTo>
                <a:lnTo>
                  <a:pt x="57240" y="66690"/>
                </a:lnTo>
                <a:lnTo>
                  <a:pt x="58725" y="67770"/>
                </a:lnTo>
                <a:lnTo>
                  <a:pt x="60345" y="68850"/>
                </a:lnTo>
                <a:lnTo>
                  <a:pt x="52785" y="68850"/>
                </a:lnTo>
                <a:lnTo>
                  <a:pt x="6885" y="68850"/>
                </a:lnTo>
                <a:lnTo>
                  <a:pt x="6615" y="68580"/>
                </a:lnTo>
                <a:lnTo>
                  <a:pt x="6210" y="68175"/>
                </a:lnTo>
                <a:lnTo>
                  <a:pt x="5805" y="67635"/>
                </a:lnTo>
                <a:lnTo>
                  <a:pt x="5670" y="67230"/>
                </a:lnTo>
                <a:lnTo>
                  <a:pt x="5535" y="66690"/>
                </a:lnTo>
                <a:lnTo>
                  <a:pt x="5400" y="66150"/>
                </a:lnTo>
                <a:lnTo>
                  <a:pt x="5400" y="58050"/>
                </a:lnTo>
                <a:lnTo>
                  <a:pt x="16470" y="58050"/>
                </a:lnTo>
                <a:lnTo>
                  <a:pt x="16470" y="62100"/>
                </a:lnTo>
                <a:lnTo>
                  <a:pt x="40365" y="62100"/>
                </a:lnTo>
                <a:lnTo>
                  <a:pt x="39690" y="61020"/>
                </a:lnTo>
                <a:lnTo>
                  <a:pt x="8235" y="7290"/>
                </a:lnTo>
                <a:lnTo>
                  <a:pt x="7695" y="6480"/>
                </a:lnTo>
                <a:lnTo>
                  <a:pt x="6885" y="5400"/>
                </a:lnTo>
                <a:lnTo>
                  <a:pt x="5130" y="3780"/>
                </a:lnTo>
                <a:lnTo>
                  <a:pt x="2835" y="1890"/>
                </a:lnTo>
                <a:lnTo>
                  <a:pt x="0" y="0"/>
                </a:lnTo>
                <a:lnTo>
                  <a:pt x="7560" y="0"/>
                </a:lnTo>
                <a:lnTo>
                  <a:pt x="53460" y="0"/>
                </a:lnTo>
                <a:lnTo>
                  <a:pt x="53865" y="270"/>
                </a:lnTo>
                <a:lnTo>
                  <a:pt x="54270" y="675"/>
                </a:lnTo>
                <a:lnTo>
                  <a:pt x="54540" y="1215"/>
                </a:lnTo>
                <a:lnTo>
                  <a:pt x="54810" y="1620"/>
                </a:lnTo>
                <a:lnTo>
                  <a:pt x="54945" y="2160"/>
                </a:lnTo>
                <a:lnTo>
                  <a:pt x="54945" y="2700"/>
                </a:lnTo>
                <a:lnTo>
                  <a:pt x="54945" y="10800"/>
                </a:lnTo>
                <a:lnTo>
                  <a:pt x="43875" y="10800"/>
                </a:lnTo>
                <a:lnTo>
                  <a:pt x="43875" y="6750"/>
                </a:lnTo>
                <a:lnTo>
                  <a:pt x="20115" y="6750"/>
                </a:lnTo>
                <a:lnTo>
                  <a:pt x="20655" y="7830"/>
                </a:lnTo>
                <a:close/>
              </a:path>
            </a:pathLst>
          </a:custGeom>
          <a:solidFill>
            <a:srgbClr val="000000"/>
          </a:solidFill>
          <a:ln>
            <a:noFill/>
          </a:ln>
        </p:spPr>
        <p:txBody>
          <a:bodyPr rtlCol="0" anchor="ctr"/>
          <a:lstStyle/>
          <a:p>
            <a:pPr algn="ctr"/>
          </a:p>
        </p:txBody>
      </p:sp>
      <p:sp>
        <p:nvSpPr>
          <p:cNvPr id="14" name="I"/>
          <p:cNvSpPr txBox="1"/>
          <p:nvPr/>
        </p:nvSpPr>
        <p:spPr>
          <a:xfrm>
            <a:off x="2255520" y="2199742"/>
            <a:ext cx="12192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I</a:t>
            </a:r>
          </a:p>
        </p:txBody>
      </p:sp>
      <p:sp>
        <p:nvSpPr>
          <p:cNvPr id="15" name="𐰃"/>
          <p:cNvSpPr/>
          <p:nvPr/>
        </p:nvSpPr>
        <p:spPr>
          <a:xfrm>
            <a:off x="2492769" y="2404110"/>
            <a:ext cx="447484" cy="720090"/>
          </a:xfrm>
          <a:custGeom>
            <a:avLst/>
            <a:gdLst/>
            <a:ahLst/>
            <a:cxnLst/>
            <a:rect l="l" t="t" r="r" b="b"/>
            <a:pathLst>
              <a:path w="58725" h="94500" stroke="0">
                <a:moveTo>
                  <a:pt x="0" y="91800"/>
                </a:moveTo>
                <a:lnTo>
                  <a:pt x="2295" y="91260"/>
                </a:lnTo>
                <a:lnTo>
                  <a:pt x="3375" y="88830"/>
                </a:lnTo>
                <a:lnTo>
                  <a:pt x="4050" y="86670"/>
                </a:lnTo>
                <a:lnTo>
                  <a:pt x="4050" y="4320"/>
                </a:lnTo>
                <a:lnTo>
                  <a:pt x="4050" y="3780"/>
                </a:lnTo>
                <a:lnTo>
                  <a:pt x="4320" y="3240"/>
                </a:lnTo>
                <a:lnTo>
                  <a:pt x="4455" y="2700"/>
                </a:lnTo>
                <a:lnTo>
                  <a:pt x="4860" y="2160"/>
                </a:lnTo>
                <a:lnTo>
                  <a:pt x="5265" y="1755"/>
                </a:lnTo>
                <a:lnTo>
                  <a:pt x="5805" y="1215"/>
                </a:lnTo>
                <a:lnTo>
                  <a:pt x="6480" y="945"/>
                </a:lnTo>
                <a:lnTo>
                  <a:pt x="7830" y="270"/>
                </a:lnTo>
                <a:lnTo>
                  <a:pt x="8505" y="135"/>
                </a:lnTo>
                <a:lnTo>
                  <a:pt x="10125" y="0"/>
                </a:lnTo>
                <a:lnTo>
                  <a:pt x="52650" y="0"/>
                </a:lnTo>
                <a:lnTo>
                  <a:pt x="54270" y="135"/>
                </a:lnTo>
                <a:lnTo>
                  <a:pt x="54945" y="270"/>
                </a:lnTo>
                <a:lnTo>
                  <a:pt x="56295" y="945"/>
                </a:lnTo>
                <a:lnTo>
                  <a:pt x="56970" y="1215"/>
                </a:lnTo>
                <a:lnTo>
                  <a:pt x="57510" y="1755"/>
                </a:lnTo>
                <a:lnTo>
                  <a:pt x="57915" y="2160"/>
                </a:lnTo>
                <a:lnTo>
                  <a:pt x="58320" y="2700"/>
                </a:lnTo>
                <a:lnTo>
                  <a:pt x="58455" y="3240"/>
                </a:lnTo>
                <a:lnTo>
                  <a:pt x="58725" y="3780"/>
                </a:lnTo>
                <a:lnTo>
                  <a:pt x="58725" y="4320"/>
                </a:lnTo>
                <a:lnTo>
                  <a:pt x="58725" y="14040"/>
                </a:lnTo>
                <a:lnTo>
                  <a:pt x="46575" y="14040"/>
                </a:lnTo>
                <a:lnTo>
                  <a:pt x="46575" y="8640"/>
                </a:lnTo>
                <a:lnTo>
                  <a:pt x="16200" y="8640"/>
                </a:lnTo>
                <a:lnTo>
                  <a:pt x="16200" y="86670"/>
                </a:lnTo>
                <a:lnTo>
                  <a:pt x="16875" y="88830"/>
                </a:lnTo>
                <a:lnTo>
                  <a:pt x="17955" y="91260"/>
                </a:lnTo>
                <a:lnTo>
                  <a:pt x="20250" y="91800"/>
                </a:lnTo>
                <a:lnTo>
                  <a:pt x="20250" y="94500"/>
                </a:lnTo>
                <a:lnTo>
                  <a:pt x="0" y="94500"/>
                </a:lnTo>
                <a:close/>
              </a:path>
            </a:pathLst>
          </a:custGeom>
          <a:solidFill>
            <a:srgbClr val="000000"/>
          </a:solidFill>
          <a:ln>
            <a:noFill/>
          </a:ln>
        </p:spPr>
        <p:txBody>
          <a:bodyPr rtlCol="0" anchor="ctr"/>
          <a:lstStyle/>
          <a:p>
            <a:pPr algn="ctr"/>
          </a:p>
        </p:txBody>
      </p:sp>
      <p:sp>
        <p:nvSpPr>
          <p:cNvPr id="16" name="𐰃"/>
          <p:cNvSpPr/>
          <p:nvPr/>
        </p:nvSpPr>
        <p:spPr>
          <a:xfrm>
            <a:off x="3283248" y="2599563"/>
            <a:ext cx="345643" cy="720090"/>
          </a:xfrm>
          <a:custGeom>
            <a:avLst/>
            <a:gdLst/>
            <a:ahLst/>
            <a:cxnLst/>
            <a:rect l="l" t="t" r="r" b="b"/>
            <a:pathLst>
              <a:path w="45360" h="94500" stroke="0">
                <a:moveTo>
                  <a:pt x="0" y="91800"/>
                </a:moveTo>
                <a:lnTo>
                  <a:pt x="2295" y="91260"/>
                </a:lnTo>
                <a:lnTo>
                  <a:pt x="3375" y="88965"/>
                </a:lnTo>
                <a:lnTo>
                  <a:pt x="4050" y="86805"/>
                </a:lnTo>
                <a:lnTo>
                  <a:pt x="4050" y="22680"/>
                </a:lnTo>
                <a:lnTo>
                  <a:pt x="4320" y="19440"/>
                </a:lnTo>
                <a:lnTo>
                  <a:pt x="4860" y="16335"/>
                </a:lnTo>
                <a:lnTo>
                  <a:pt x="5670" y="13770"/>
                </a:lnTo>
                <a:lnTo>
                  <a:pt x="6075" y="12420"/>
                </a:lnTo>
                <a:lnTo>
                  <a:pt x="6750" y="11205"/>
                </a:lnTo>
                <a:lnTo>
                  <a:pt x="7965" y="9045"/>
                </a:lnTo>
                <a:lnTo>
                  <a:pt x="9315" y="7290"/>
                </a:lnTo>
                <a:lnTo>
                  <a:pt x="11070" y="5535"/>
                </a:lnTo>
                <a:lnTo>
                  <a:pt x="12825" y="4185"/>
                </a:lnTo>
                <a:lnTo>
                  <a:pt x="14715" y="2970"/>
                </a:lnTo>
                <a:lnTo>
                  <a:pt x="16875" y="1890"/>
                </a:lnTo>
                <a:lnTo>
                  <a:pt x="19170" y="1080"/>
                </a:lnTo>
                <a:lnTo>
                  <a:pt x="21735" y="540"/>
                </a:lnTo>
                <a:lnTo>
                  <a:pt x="24300" y="135"/>
                </a:lnTo>
                <a:lnTo>
                  <a:pt x="27000" y="0"/>
                </a:lnTo>
                <a:lnTo>
                  <a:pt x="29700" y="135"/>
                </a:lnTo>
                <a:lnTo>
                  <a:pt x="32940" y="405"/>
                </a:lnTo>
                <a:lnTo>
                  <a:pt x="35775" y="945"/>
                </a:lnTo>
                <a:lnTo>
                  <a:pt x="39015" y="1755"/>
                </a:lnTo>
                <a:lnTo>
                  <a:pt x="41985" y="2565"/>
                </a:lnTo>
                <a:lnTo>
                  <a:pt x="45360" y="3780"/>
                </a:lnTo>
                <a:lnTo>
                  <a:pt x="39960" y="10665"/>
                </a:lnTo>
                <a:lnTo>
                  <a:pt x="37935" y="9990"/>
                </a:lnTo>
                <a:lnTo>
                  <a:pt x="35775" y="9180"/>
                </a:lnTo>
                <a:lnTo>
                  <a:pt x="34020" y="8775"/>
                </a:lnTo>
                <a:lnTo>
                  <a:pt x="31995" y="8370"/>
                </a:lnTo>
                <a:lnTo>
                  <a:pt x="30105" y="7965"/>
                </a:lnTo>
                <a:lnTo>
                  <a:pt x="28485" y="7830"/>
                </a:lnTo>
                <a:lnTo>
                  <a:pt x="26730" y="7830"/>
                </a:lnTo>
                <a:lnTo>
                  <a:pt x="25245" y="7965"/>
                </a:lnTo>
                <a:lnTo>
                  <a:pt x="23895" y="8235"/>
                </a:lnTo>
                <a:lnTo>
                  <a:pt x="22680" y="8640"/>
                </a:lnTo>
                <a:lnTo>
                  <a:pt x="21465" y="9180"/>
                </a:lnTo>
                <a:lnTo>
                  <a:pt x="20520" y="9855"/>
                </a:lnTo>
                <a:lnTo>
                  <a:pt x="19440" y="10665"/>
                </a:lnTo>
                <a:lnTo>
                  <a:pt x="18630" y="11610"/>
                </a:lnTo>
                <a:lnTo>
                  <a:pt x="17820" y="12690"/>
                </a:lnTo>
                <a:lnTo>
                  <a:pt x="17145" y="13905"/>
                </a:lnTo>
                <a:lnTo>
                  <a:pt x="16335" y="15795"/>
                </a:lnTo>
                <a:lnTo>
                  <a:pt x="15660" y="17955"/>
                </a:lnTo>
                <a:lnTo>
                  <a:pt x="15255" y="20385"/>
                </a:lnTo>
                <a:lnTo>
                  <a:pt x="15120" y="22815"/>
                </a:lnTo>
                <a:lnTo>
                  <a:pt x="15120" y="86805"/>
                </a:lnTo>
                <a:lnTo>
                  <a:pt x="15795" y="88965"/>
                </a:lnTo>
                <a:lnTo>
                  <a:pt x="16875" y="91260"/>
                </a:lnTo>
                <a:lnTo>
                  <a:pt x="19170" y="91800"/>
                </a:lnTo>
                <a:lnTo>
                  <a:pt x="19170" y="94500"/>
                </a:lnTo>
                <a:lnTo>
                  <a:pt x="0" y="94500"/>
                </a:lnTo>
                <a:close/>
              </a:path>
            </a:pathLst>
          </a:custGeom>
          <a:solidFill>
            <a:srgbClr val="000000"/>
          </a:solidFill>
          <a:ln>
            <a:noFill/>
          </a:ln>
        </p:spPr>
        <p:txBody>
          <a:bodyPr rtlCol="0" anchor="ctr"/>
          <a:lstStyle/>
          <a:p>
            <a:pPr algn="ctr"/>
          </a:p>
        </p:txBody>
      </p:sp>
      <p:sp>
        <p:nvSpPr>
          <p:cNvPr id="17" name="O"/>
          <p:cNvSpPr txBox="1"/>
          <p:nvPr/>
        </p:nvSpPr>
        <p:spPr>
          <a:xfrm>
            <a:off x="3810000" y="2199742"/>
            <a:ext cx="121920"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a:t>
            </a:r>
          </a:p>
        </p:txBody>
      </p:sp>
      <p:sp>
        <p:nvSpPr>
          <p:cNvPr id="18" name="𐰆"/>
          <p:cNvSpPr/>
          <p:nvPr/>
        </p:nvSpPr>
        <p:spPr>
          <a:xfrm>
            <a:off x="4116172" y="2404110"/>
            <a:ext cx="285979" cy="720090"/>
          </a:xfrm>
          <a:custGeom>
            <a:avLst/>
            <a:gdLst/>
            <a:ahLst/>
            <a:cxnLst/>
            <a:rect l="l" t="t" r="r" b="b"/>
            <a:pathLst>
              <a:path w="37530" h="94500" stroke="0">
                <a:moveTo>
                  <a:pt x="12690" y="4185"/>
                </a:moveTo>
                <a:lnTo>
                  <a:pt x="12960" y="7560"/>
                </a:lnTo>
                <a:lnTo>
                  <a:pt x="13365" y="11070"/>
                </a:lnTo>
                <a:lnTo>
                  <a:pt x="13905" y="14175"/>
                </a:lnTo>
                <a:lnTo>
                  <a:pt x="14715" y="17010"/>
                </a:lnTo>
                <a:lnTo>
                  <a:pt x="15525" y="19980"/>
                </a:lnTo>
                <a:lnTo>
                  <a:pt x="16740" y="22680"/>
                </a:lnTo>
                <a:lnTo>
                  <a:pt x="17955" y="25380"/>
                </a:lnTo>
                <a:lnTo>
                  <a:pt x="19440" y="27945"/>
                </a:lnTo>
                <a:lnTo>
                  <a:pt x="21195" y="30510"/>
                </a:lnTo>
                <a:lnTo>
                  <a:pt x="23085" y="32940"/>
                </a:lnTo>
                <a:lnTo>
                  <a:pt x="25245" y="35370"/>
                </a:lnTo>
                <a:lnTo>
                  <a:pt x="27540" y="37665"/>
                </a:lnTo>
                <a:lnTo>
                  <a:pt x="29970" y="39690"/>
                </a:lnTo>
                <a:lnTo>
                  <a:pt x="32805" y="41985"/>
                </a:lnTo>
                <a:lnTo>
                  <a:pt x="35640" y="44010"/>
                </a:lnTo>
                <a:lnTo>
                  <a:pt x="36180" y="44415"/>
                </a:lnTo>
                <a:lnTo>
                  <a:pt x="36720" y="44955"/>
                </a:lnTo>
                <a:lnTo>
                  <a:pt x="36990" y="45360"/>
                </a:lnTo>
                <a:lnTo>
                  <a:pt x="37260" y="45900"/>
                </a:lnTo>
                <a:lnTo>
                  <a:pt x="37530" y="46575"/>
                </a:lnTo>
                <a:lnTo>
                  <a:pt x="37530" y="47115"/>
                </a:lnTo>
                <a:lnTo>
                  <a:pt x="37395" y="47655"/>
                </a:lnTo>
                <a:lnTo>
                  <a:pt x="37260" y="48330"/>
                </a:lnTo>
                <a:lnTo>
                  <a:pt x="36990" y="48870"/>
                </a:lnTo>
                <a:lnTo>
                  <a:pt x="36585" y="49275"/>
                </a:lnTo>
                <a:lnTo>
                  <a:pt x="36180" y="49815"/>
                </a:lnTo>
                <a:lnTo>
                  <a:pt x="35640" y="50220"/>
                </a:lnTo>
                <a:lnTo>
                  <a:pt x="34965" y="50625"/>
                </a:lnTo>
                <a:lnTo>
                  <a:pt x="33075" y="51570"/>
                </a:lnTo>
                <a:lnTo>
                  <a:pt x="31320" y="52650"/>
                </a:lnTo>
                <a:lnTo>
                  <a:pt x="29025" y="54135"/>
                </a:lnTo>
                <a:lnTo>
                  <a:pt x="26325" y="56025"/>
                </a:lnTo>
                <a:lnTo>
                  <a:pt x="23895" y="58185"/>
                </a:lnTo>
                <a:lnTo>
                  <a:pt x="21870" y="60210"/>
                </a:lnTo>
                <a:lnTo>
                  <a:pt x="19980" y="62505"/>
                </a:lnTo>
                <a:lnTo>
                  <a:pt x="18360" y="64665"/>
                </a:lnTo>
                <a:lnTo>
                  <a:pt x="16875" y="67230"/>
                </a:lnTo>
                <a:lnTo>
                  <a:pt x="15525" y="70065"/>
                </a:lnTo>
                <a:lnTo>
                  <a:pt x="14310" y="73170"/>
                </a:lnTo>
                <a:lnTo>
                  <a:pt x="13365" y="76275"/>
                </a:lnTo>
                <a:lnTo>
                  <a:pt x="12825" y="79380"/>
                </a:lnTo>
                <a:lnTo>
                  <a:pt x="12285" y="82755"/>
                </a:lnTo>
                <a:lnTo>
                  <a:pt x="12150" y="86400"/>
                </a:lnTo>
                <a:lnTo>
                  <a:pt x="12285" y="90045"/>
                </a:lnTo>
                <a:lnTo>
                  <a:pt x="12555" y="93825"/>
                </a:lnTo>
                <a:lnTo>
                  <a:pt x="405" y="94500"/>
                </a:lnTo>
                <a:lnTo>
                  <a:pt x="135" y="90720"/>
                </a:lnTo>
                <a:lnTo>
                  <a:pt x="0" y="86940"/>
                </a:lnTo>
                <a:lnTo>
                  <a:pt x="135" y="83295"/>
                </a:lnTo>
                <a:lnTo>
                  <a:pt x="540" y="79920"/>
                </a:lnTo>
                <a:lnTo>
                  <a:pt x="1080" y="76545"/>
                </a:lnTo>
                <a:lnTo>
                  <a:pt x="1890" y="73305"/>
                </a:lnTo>
                <a:lnTo>
                  <a:pt x="2835" y="70065"/>
                </a:lnTo>
                <a:lnTo>
                  <a:pt x="4185" y="66825"/>
                </a:lnTo>
                <a:lnTo>
                  <a:pt x="5670" y="63720"/>
                </a:lnTo>
                <a:lnTo>
                  <a:pt x="7425" y="61020"/>
                </a:lnTo>
                <a:lnTo>
                  <a:pt x="9315" y="58320"/>
                </a:lnTo>
                <a:lnTo>
                  <a:pt x="11475" y="55755"/>
                </a:lnTo>
                <a:lnTo>
                  <a:pt x="13770" y="53325"/>
                </a:lnTo>
                <a:lnTo>
                  <a:pt x="16470" y="51030"/>
                </a:lnTo>
                <a:lnTo>
                  <a:pt x="19440" y="48735"/>
                </a:lnTo>
                <a:lnTo>
                  <a:pt x="22410" y="46710"/>
                </a:lnTo>
                <a:lnTo>
                  <a:pt x="20385" y="44955"/>
                </a:lnTo>
                <a:lnTo>
                  <a:pt x="18360" y="43200"/>
                </a:lnTo>
                <a:lnTo>
                  <a:pt x="16605" y="41715"/>
                </a:lnTo>
                <a:lnTo>
                  <a:pt x="14850" y="39825"/>
                </a:lnTo>
                <a:lnTo>
                  <a:pt x="13095" y="37935"/>
                </a:lnTo>
                <a:lnTo>
                  <a:pt x="11880" y="36315"/>
                </a:lnTo>
                <a:lnTo>
                  <a:pt x="10395" y="34425"/>
                </a:lnTo>
                <a:lnTo>
                  <a:pt x="8910" y="32400"/>
                </a:lnTo>
                <a:lnTo>
                  <a:pt x="7695" y="30375"/>
                </a:lnTo>
                <a:lnTo>
                  <a:pt x="6615" y="28350"/>
                </a:lnTo>
                <a:lnTo>
                  <a:pt x="5535" y="26325"/>
                </a:lnTo>
                <a:lnTo>
                  <a:pt x="4590" y="24165"/>
                </a:lnTo>
                <a:lnTo>
                  <a:pt x="3780" y="22005"/>
                </a:lnTo>
                <a:lnTo>
                  <a:pt x="3105" y="19845"/>
                </a:lnTo>
                <a:lnTo>
                  <a:pt x="2430" y="17685"/>
                </a:lnTo>
                <a:lnTo>
                  <a:pt x="1890" y="15120"/>
                </a:lnTo>
                <a:lnTo>
                  <a:pt x="1215" y="11610"/>
                </a:lnTo>
                <a:lnTo>
                  <a:pt x="675" y="7695"/>
                </a:lnTo>
                <a:lnTo>
                  <a:pt x="540" y="4050"/>
                </a:lnTo>
                <a:lnTo>
                  <a:pt x="405" y="0"/>
                </a:lnTo>
                <a:lnTo>
                  <a:pt x="12555" y="0"/>
                </a:lnTo>
                <a:close/>
              </a:path>
            </a:pathLst>
          </a:custGeom>
          <a:solidFill>
            <a:srgbClr val="000000"/>
          </a:solidFill>
          <a:ln>
            <a:noFill/>
          </a:ln>
        </p:spPr>
        <p:txBody>
          <a:bodyPr rtlCol="0" anchor="ctr"/>
          <a:lstStyle/>
          <a:p>
            <a:pPr algn="ctr"/>
          </a:p>
        </p:txBody>
      </p:sp>
      <p:sp>
        <p:nvSpPr>
          <p:cNvPr id="19" name="𐰆"/>
          <p:cNvSpPr/>
          <p:nvPr/>
        </p:nvSpPr>
        <p:spPr>
          <a:xfrm>
            <a:off x="4886592" y="2599563"/>
            <a:ext cx="238658" cy="524637"/>
          </a:xfrm>
          <a:custGeom>
            <a:avLst/>
            <a:gdLst/>
            <a:ahLst/>
            <a:cxnLst/>
            <a:rect l="l" t="t" r="r" b="b"/>
            <a:pathLst>
              <a:path w="31320" h="68850" stroke="0">
                <a:moveTo>
                  <a:pt x="11205" y="2565"/>
                </a:moveTo>
                <a:lnTo>
                  <a:pt x="11340" y="4590"/>
                </a:lnTo>
                <a:lnTo>
                  <a:pt x="11745" y="6615"/>
                </a:lnTo>
                <a:lnTo>
                  <a:pt x="12285" y="8505"/>
                </a:lnTo>
                <a:lnTo>
                  <a:pt x="12825" y="10395"/>
                </a:lnTo>
                <a:lnTo>
                  <a:pt x="13500" y="12285"/>
                </a:lnTo>
                <a:lnTo>
                  <a:pt x="14445" y="14040"/>
                </a:lnTo>
                <a:lnTo>
                  <a:pt x="15525" y="16065"/>
                </a:lnTo>
                <a:lnTo>
                  <a:pt x="16605" y="17820"/>
                </a:lnTo>
                <a:lnTo>
                  <a:pt x="17955" y="19710"/>
                </a:lnTo>
                <a:lnTo>
                  <a:pt x="19575" y="21735"/>
                </a:lnTo>
                <a:lnTo>
                  <a:pt x="21195" y="23625"/>
                </a:lnTo>
                <a:lnTo>
                  <a:pt x="23085" y="25515"/>
                </a:lnTo>
                <a:lnTo>
                  <a:pt x="24975" y="27405"/>
                </a:lnTo>
                <a:lnTo>
                  <a:pt x="30375" y="32265"/>
                </a:lnTo>
                <a:lnTo>
                  <a:pt x="30780" y="32670"/>
                </a:lnTo>
                <a:lnTo>
                  <a:pt x="31050" y="33210"/>
                </a:lnTo>
                <a:lnTo>
                  <a:pt x="31185" y="33615"/>
                </a:lnTo>
                <a:lnTo>
                  <a:pt x="31320" y="34155"/>
                </a:lnTo>
                <a:lnTo>
                  <a:pt x="31320" y="34695"/>
                </a:lnTo>
                <a:lnTo>
                  <a:pt x="31185" y="35235"/>
                </a:lnTo>
                <a:lnTo>
                  <a:pt x="31050" y="35640"/>
                </a:lnTo>
                <a:lnTo>
                  <a:pt x="30780" y="36180"/>
                </a:lnTo>
                <a:lnTo>
                  <a:pt x="30375" y="36585"/>
                </a:lnTo>
                <a:lnTo>
                  <a:pt x="26865" y="39825"/>
                </a:lnTo>
                <a:lnTo>
                  <a:pt x="24435" y="41985"/>
                </a:lnTo>
                <a:lnTo>
                  <a:pt x="22275" y="44145"/>
                </a:lnTo>
                <a:lnTo>
                  <a:pt x="20250" y="46305"/>
                </a:lnTo>
                <a:lnTo>
                  <a:pt x="18900" y="47925"/>
                </a:lnTo>
                <a:lnTo>
                  <a:pt x="17550" y="49680"/>
                </a:lnTo>
                <a:lnTo>
                  <a:pt x="16470" y="51300"/>
                </a:lnTo>
                <a:lnTo>
                  <a:pt x="15525" y="52785"/>
                </a:lnTo>
                <a:lnTo>
                  <a:pt x="14445" y="54810"/>
                </a:lnTo>
                <a:lnTo>
                  <a:pt x="13500" y="56565"/>
                </a:lnTo>
                <a:lnTo>
                  <a:pt x="12690" y="58725"/>
                </a:lnTo>
                <a:lnTo>
                  <a:pt x="12150" y="60615"/>
                </a:lnTo>
                <a:lnTo>
                  <a:pt x="11745" y="62640"/>
                </a:lnTo>
                <a:lnTo>
                  <a:pt x="11340" y="64530"/>
                </a:lnTo>
                <a:lnTo>
                  <a:pt x="11205" y="66690"/>
                </a:lnTo>
                <a:lnTo>
                  <a:pt x="11070" y="68850"/>
                </a:lnTo>
                <a:lnTo>
                  <a:pt x="0" y="68850"/>
                </a:lnTo>
                <a:lnTo>
                  <a:pt x="135" y="66285"/>
                </a:lnTo>
                <a:lnTo>
                  <a:pt x="270" y="64260"/>
                </a:lnTo>
                <a:lnTo>
                  <a:pt x="675" y="61830"/>
                </a:lnTo>
                <a:lnTo>
                  <a:pt x="1215" y="59535"/>
                </a:lnTo>
                <a:lnTo>
                  <a:pt x="1755" y="57510"/>
                </a:lnTo>
                <a:lnTo>
                  <a:pt x="2565" y="55350"/>
                </a:lnTo>
                <a:lnTo>
                  <a:pt x="3510" y="53190"/>
                </a:lnTo>
                <a:lnTo>
                  <a:pt x="4590" y="51030"/>
                </a:lnTo>
                <a:lnTo>
                  <a:pt x="5805" y="49005"/>
                </a:lnTo>
                <a:lnTo>
                  <a:pt x="7020" y="46980"/>
                </a:lnTo>
                <a:lnTo>
                  <a:pt x="8505" y="44955"/>
                </a:lnTo>
                <a:lnTo>
                  <a:pt x="10260" y="42795"/>
                </a:lnTo>
                <a:lnTo>
                  <a:pt x="12015" y="40770"/>
                </a:lnTo>
                <a:lnTo>
                  <a:pt x="14040" y="38610"/>
                </a:lnTo>
                <a:lnTo>
                  <a:pt x="16200" y="36585"/>
                </a:lnTo>
                <a:lnTo>
                  <a:pt x="18630" y="34425"/>
                </a:lnTo>
                <a:lnTo>
                  <a:pt x="14985" y="31050"/>
                </a:lnTo>
                <a:lnTo>
                  <a:pt x="11745" y="27675"/>
                </a:lnTo>
                <a:lnTo>
                  <a:pt x="9045" y="24570"/>
                </a:lnTo>
                <a:lnTo>
                  <a:pt x="6615" y="21195"/>
                </a:lnTo>
                <a:lnTo>
                  <a:pt x="4725" y="18090"/>
                </a:lnTo>
                <a:lnTo>
                  <a:pt x="3105" y="14985"/>
                </a:lnTo>
                <a:lnTo>
                  <a:pt x="2430" y="13095"/>
                </a:lnTo>
                <a:lnTo>
                  <a:pt x="1890" y="11610"/>
                </a:lnTo>
                <a:lnTo>
                  <a:pt x="1350" y="9720"/>
                </a:lnTo>
                <a:lnTo>
                  <a:pt x="945" y="8235"/>
                </a:lnTo>
                <a:lnTo>
                  <a:pt x="540" y="6210"/>
                </a:lnTo>
                <a:lnTo>
                  <a:pt x="270" y="4185"/>
                </a:lnTo>
                <a:lnTo>
                  <a:pt x="0" y="2160"/>
                </a:lnTo>
                <a:lnTo>
                  <a:pt x="0" y="0"/>
                </a:lnTo>
                <a:lnTo>
                  <a:pt x="11070" y="0"/>
                </a:lnTo>
                <a:close/>
              </a:path>
            </a:pathLst>
          </a:custGeom>
          <a:solidFill>
            <a:srgbClr val="000000"/>
          </a:solidFill>
          <a:ln>
            <a:noFill/>
          </a:ln>
        </p:spPr>
        <p:txBody>
          <a:bodyPr rtlCol="0" anchor="ctr"/>
          <a:lstStyle/>
          <a:p>
            <a:pPr algn="ctr"/>
          </a:p>
        </p:txBody>
      </p:sp>
      <p:sp>
        <p:nvSpPr>
          <p:cNvPr id="20" name="OE"/>
          <p:cNvSpPr txBox="1"/>
          <p:nvPr/>
        </p:nvSpPr>
        <p:spPr>
          <a:xfrm>
            <a:off x="536448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OE</a:t>
            </a:r>
          </a:p>
        </p:txBody>
      </p:sp>
      <p:sp>
        <p:nvSpPr>
          <p:cNvPr id="21" name="𐰇"/>
          <p:cNvSpPr/>
          <p:nvPr/>
        </p:nvSpPr>
        <p:spPr>
          <a:xfrm>
            <a:off x="5587841" y="2404110"/>
            <a:ext cx="437198" cy="720090"/>
          </a:xfrm>
          <a:custGeom>
            <a:avLst/>
            <a:gdLst/>
            <a:ahLst/>
            <a:cxnLst/>
            <a:rect l="l" t="t" r="r" b="b"/>
            <a:pathLst>
              <a:path w="57375" h="94500" stroke="0">
                <a:moveTo>
                  <a:pt x="0" y="91800"/>
                </a:moveTo>
                <a:lnTo>
                  <a:pt x="2295" y="91260"/>
                </a:lnTo>
                <a:lnTo>
                  <a:pt x="3375" y="88830"/>
                </a:lnTo>
                <a:lnTo>
                  <a:pt x="4050" y="86670"/>
                </a:lnTo>
                <a:lnTo>
                  <a:pt x="4050" y="0"/>
                </a:lnTo>
                <a:lnTo>
                  <a:pt x="20925" y="0"/>
                </a:lnTo>
                <a:lnTo>
                  <a:pt x="21870" y="945"/>
                </a:lnTo>
                <a:lnTo>
                  <a:pt x="23490" y="2700"/>
                </a:lnTo>
                <a:lnTo>
                  <a:pt x="24840" y="4590"/>
                </a:lnTo>
                <a:lnTo>
                  <a:pt x="26460" y="7020"/>
                </a:lnTo>
                <a:lnTo>
                  <a:pt x="27945" y="9585"/>
                </a:lnTo>
                <a:lnTo>
                  <a:pt x="30645" y="15120"/>
                </a:lnTo>
                <a:lnTo>
                  <a:pt x="35370" y="25110"/>
                </a:lnTo>
                <a:lnTo>
                  <a:pt x="37395" y="29295"/>
                </a:lnTo>
                <a:lnTo>
                  <a:pt x="39285" y="32805"/>
                </a:lnTo>
                <a:lnTo>
                  <a:pt x="41175" y="36045"/>
                </a:lnTo>
                <a:lnTo>
                  <a:pt x="41175" y="7830"/>
                </a:lnTo>
                <a:lnTo>
                  <a:pt x="40500" y="5670"/>
                </a:lnTo>
                <a:lnTo>
                  <a:pt x="39420" y="3240"/>
                </a:lnTo>
                <a:lnTo>
                  <a:pt x="37125" y="2700"/>
                </a:lnTo>
                <a:lnTo>
                  <a:pt x="37125" y="0"/>
                </a:lnTo>
                <a:lnTo>
                  <a:pt x="57375" y="0"/>
                </a:lnTo>
                <a:lnTo>
                  <a:pt x="57375" y="2700"/>
                </a:lnTo>
                <a:lnTo>
                  <a:pt x="55080" y="3240"/>
                </a:lnTo>
                <a:lnTo>
                  <a:pt x="54000" y="5670"/>
                </a:lnTo>
                <a:lnTo>
                  <a:pt x="53325" y="7830"/>
                </a:lnTo>
                <a:lnTo>
                  <a:pt x="53325" y="47250"/>
                </a:lnTo>
                <a:lnTo>
                  <a:pt x="53325" y="47790"/>
                </a:lnTo>
                <a:lnTo>
                  <a:pt x="53055" y="48465"/>
                </a:lnTo>
                <a:lnTo>
                  <a:pt x="52785" y="49005"/>
                </a:lnTo>
                <a:lnTo>
                  <a:pt x="52515" y="49410"/>
                </a:lnTo>
                <a:lnTo>
                  <a:pt x="51975" y="49950"/>
                </a:lnTo>
                <a:lnTo>
                  <a:pt x="51435" y="50355"/>
                </a:lnTo>
                <a:lnTo>
                  <a:pt x="50760" y="50760"/>
                </a:lnTo>
                <a:lnTo>
                  <a:pt x="50085" y="51030"/>
                </a:lnTo>
                <a:lnTo>
                  <a:pt x="49410" y="51300"/>
                </a:lnTo>
                <a:lnTo>
                  <a:pt x="47790" y="51570"/>
                </a:lnTo>
                <a:lnTo>
                  <a:pt x="46980" y="51570"/>
                </a:lnTo>
                <a:lnTo>
                  <a:pt x="45630" y="51435"/>
                </a:lnTo>
                <a:lnTo>
                  <a:pt x="44415" y="51165"/>
                </a:lnTo>
                <a:lnTo>
                  <a:pt x="43065" y="50895"/>
                </a:lnTo>
                <a:lnTo>
                  <a:pt x="40905" y="49950"/>
                </a:lnTo>
                <a:lnTo>
                  <a:pt x="38880" y="48870"/>
                </a:lnTo>
                <a:lnTo>
                  <a:pt x="36855" y="47520"/>
                </a:lnTo>
                <a:lnTo>
                  <a:pt x="34965" y="45765"/>
                </a:lnTo>
                <a:lnTo>
                  <a:pt x="33210" y="43875"/>
                </a:lnTo>
                <a:lnTo>
                  <a:pt x="31860" y="42120"/>
                </a:lnTo>
                <a:lnTo>
                  <a:pt x="30375" y="39960"/>
                </a:lnTo>
                <a:lnTo>
                  <a:pt x="28755" y="37395"/>
                </a:lnTo>
                <a:lnTo>
                  <a:pt x="27270" y="34695"/>
                </a:lnTo>
                <a:lnTo>
                  <a:pt x="24570" y="29295"/>
                </a:lnTo>
                <a:lnTo>
                  <a:pt x="18765" y="16875"/>
                </a:lnTo>
                <a:lnTo>
                  <a:pt x="16200" y="12015"/>
                </a:lnTo>
                <a:lnTo>
                  <a:pt x="16200" y="86670"/>
                </a:lnTo>
                <a:lnTo>
                  <a:pt x="16875" y="88830"/>
                </a:lnTo>
                <a:lnTo>
                  <a:pt x="17955" y="91260"/>
                </a:lnTo>
                <a:lnTo>
                  <a:pt x="20250" y="91800"/>
                </a:lnTo>
                <a:lnTo>
                  <a:pt x="20250" y="94500"/>
                </a:lnTo>
                <a:lnTo>
                  <a:pt x="0" y="94500"/>
                </a:lnTo>
                <a:close/>
              </a:path>
            </a:pathLst>
          </a:custGeom>
          <a:solidFill>
            <a:srgbClr val="000000"/>
          </a:solidFill>
          <a:ln>
            <a:noFill/>
          </a:ln>
        </p:spPr>
        <p:txBody>
          <a:bodyPr rtlCol="0" anchor="ctr"/>
          <a:lstStyle/>
          <a:p>
            <a:pPr algn="ctr"/>
          </a:p>
        </p:txBody>
      </p:sp>
      <p:sp>
        <p:nvSpPr>
          <p:cNvPr id="22" name="𐰇"/>
          <p:cNvSpPr/>
          <p:nvPr/>
        </p:nvSpPr>
        <p:spPr>
          <a:xfrm>
            <a:off x="6338716" y="2599563"/>
            <a:ext cx="428968" cy="720090"/>
          </a:xfrm>
          <a:custGeom>
            <a:avLst/>
            <a:gdLst/>
            <a:ahLst/>
            <a:cxnLst/>
            <a:rect l="l" t="t" r="r" b="b"/>
            <a:pathLst>
              <a:path w="56295" h="94500" stroke="0">
                <a:moveTo>
                  <a:pt x="0" y="91800"/>
                </a:moveTo>
                <a:lnTo>
                  <a:pt x="2295" y="91260"/>
                </a:lnTo>
                <a:lnTo>
                  <a:pt x="3375" y="88830"/>
                </a:lnTo>
                <a:lnTo>
                  <a:pt x="4050" y="86670"/>
                </a:lnTo>
                <a:lnTo>
                  <a:pt x="4050" y="0"/>
                </a:lnTo>
                <a:lnTo>
                  <a:pt x="18900" y="0"/>
                </a:lnTo>
                <a:lnTo>
                  <a:pt x="19710" y="810"/>
                </a:lnTo>
                <a:lnTo>
                  <a:pt x="20655" y="2025"/>
                </a:lnTo>
                <a:lnTo>
                  <a:pt x="21600" y="3375"/>
                </a:lnTo>
                <a:lnTo>
                  <a:pt x="22950" y="5535"/>
                </a:lnTo>
                <a:lnTo>
                  <a:pt x="24165" y="7965"/>
                </a:lnTo>
                <a:lnTo>
                  <a:pt x="25650" y="10935"/>
                </a:lnTo>
                <a:lnTo>
                  <a:pt x="26865" y="14040"/>
                </a:lnTo>
                <a:lnTo>
                  <a:pt x="28215" y="17415"/>
                </a:lnTo>
                <a:lnTo>
                  <a:pt x="29565" y="21330"/>
                </a:lnTo>
                <a:lnTo>
                  <a:pt x="34560" y="36180"/>
                </a:lnTo>
                <a:lnTo>
                  <a:pt x="36720" y="42120"/>
                </a:lnTo>
                <a:lnTo>
                  <a:pt x="39015" y="47925"/>
                </a:lnTo>
                <a:lnTo>
                  <a:pt x="40095" y="50625"/>
                </a:lnTo>
                <a:lnTo>
                  <a:pt x="41175" y="52650"/>
                </a:lnTo>
                <a:lnTo>
                  <a:pt x="41175" y="7830"/>
                </a:lnTo>
                <a:lnTo>
                  <a:pt x="40500" y="5670"/>
                </a:lnTo>
                <a:lnTo>
                  <a:pt x="39420" y="3240"/>
                </a:lnTo>
                <a:lnTo>
                  <a:pt x="37125" y="2700"/>
                </a:lnTo>
                <a:lnTo>
                  <a:pt x="37125" y="0"/>
                </a:lnTo>
                <a:lnTo>
                  <a:pt x="56295" y="0"/>
                </a:lnTo>
                <a:lnTo>
                  <a:pt x="56295" y="2700"/>
                </a:lnTo>
                <a:lnTo>
                  <a:pt x="54000" y="3240"/>
                </a:lnTo>
                <a:lnTo>
                  <a:pt x="52920" y="5670"/>
                </a:lnTo>
                <a:lnTo>
                  <a:pt x="52245" y="7830"/>
                </a:lnTo>
                <a:lnTo>
                  <a:pt x="52245" y="64800"/>
                </a:lnTo>
                <a:lnTo>
                  <a:pt x="52245" y="65340"/>
                </a:lnTo>
                <a:lnTo>
                  <a:pt x="52110" y="65880"/>
                </a:lnTo>
                <a:lnTo>
                  <a:pt x="51840" y="66420"/>
                </a:lnTo>
                <a:lnTo>
                  <a:pt x="51435" y="66960"/>
                </a:lnTo>
                <a:lnTo>
                  <a:pt x="51030" y="67365"/>
                </a:lnTo>
                <a:lnTo>
                  <a:pt x="50490" y="67770"/>
                </a:lnTo>
                <a:lnTo>
                  <a:pt x="49950" y="68040"/>
                </a:lnTo>
                <a:lnTo>
                  <a:pt x="48600" y="68580"/>
                </a:lnTo>
                <a:lnTo>
                  <a:pt x="47925" y="68715"/>
                </a:lnTo>
                <a:lnTo>
                  <a:pt x="47115" y="68850"/>
                </a:lnTo>
                <a:lnTo>
                  <a:pt x="45630" y="68715"/>
                </a:lnTo>
                <a:lnTo>
                  <a:pt x="44415" y="68580"/>
                </a:lnTo>
                <a:lnTo>
                  <a:pt x="43200" y="68175"/>
                </a:lnTo>
                <a:lnTo>
                  <a:pt x="41850" y="67770"/>
                </a:lnTo>
                <a:lnTo>
                  <a:pt x="40500" y="67095"/>
                </a:lnTo>
                <a:lnTo>
                  <a:pt x="39285" y="66285"/>
                </a:lnTo>
                <a:lnTo>
                  <a:pt x="38070" y="65475"/>
                </a:lnTo>
                <a:lnTo>
                  <a:pt x="36990" y="64530"/>
                </a:lnTo>
                <a:lnTo>
                  <a:pt x="35910" y="63315"/>
                </a:lnTo>
                <a:lnTo>
                  <a:pt x="34830" y="62100"/>
                </a:lnTo>
                <a:lnTo>
                  <a:pt x="33885" y="60615"/>
                </a:lnTo>
                <a:lnTo>
                  <a:pt x="32130" y="58050"/>
                </a:lnTo>
                <a:lnTo>
                  <a:pt x="30645" y="55215"/>
                </a:lnTo>
                <a:lnTo>
                  <a:pt x="29025" y="51705"/>
                </a:lnTo>
                <a:lnTo>
                  <a:pt x="27405" y="48060"/>
                </a:lnTo>
                <a:lnTo>
                  <a:pt x="26190" y="44550"/>
                </a:lnTo>
                <a:lnTo>
                  <a:pt x="24570" y="40095"/>
                </a:lnTo>
                <a:lnTo>
                  <a:pt x="18225" y="21330"/>
                </a:lnTo>
                <a:lnTo>
                  <a:pt x="16605" y="17010"/>
                </a:lnTo>
                <a:lnTo>
                  <a:pt x="15120" y="13500"/>
                </a:lnTo>
                <a:lnTo>
                  <a:pt x="15120" y="86670"/>
                </a:lnTo>
                <a:lnTo>
                  <a:pt x="15795" y="88830"/>
                </a:lnTo>
                <a:lnTo>
                  <a:pt x="16875" y="91260"/>
                </a:lnTo>
                <a:lnTo>
                  <a:pt x="19170" y="91800"/>
                </a:lnTo>
                <a:lnTo>
                  <a:pt x="19170" y="94500"/>
                </a:lnTo>
                <a:lnTo>
                  <a:pt x="0" y="94500"/>
                </a:lnTo>
                <a:close/>
              </a:path>
            </a:pathLst>
          </a:custGeom>
          <a:solidFill>
            <a:srgbClr val="000000"/>
          </a:solidFill>
          <a:ln>
            <a:noFill/>
          </a:ln>
        </p:spPr>
        <p:txBody>
          <a:bodyPr rtlCol="0" anchor="ctr"/>
          <a:lstStyle/>
          <a:p>
            <a:pPr algn="ctr"/>
          </a:p>
        </p:txBody>
      </p:sp>
      <p:sp>
        <p:nvSpPr>
          <p:cNvPr id="23" name="AB"/>
          <p:cNvSpPr txBox="1"/>
          <p:nvPr/>
        </p:nvSpPr>
        <p:spPr>
          <a:xfrm>
            <a:off x="691896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AB</a:t>
            </a:r>
          </a:p>
        </p:txBody>
      </p:sp>
      <p:sp>
        <p:nvSpPr>
          <p:cNvPr id="24" name="𐰉"/>
          <p:cNvSpPr/>
          <p:nvPr/>
        </p:nvSpPr>
        <p:spPr>
          <a:xfrm>
            <a:off x="7155694" y="2404110"/>
            <a:ext cx="410451" cy="730377"/>
          </a:xfrm>
          <a:custGeom>
            <a:avLst/>
            <a:gdLst/>
            <a:ahLst/>
            <a:cxnLst/>
            <a:rect l="l" t="t" r="r" b="b"/>
            <a:pathLst>
              <a:path w="53865" h="95850" stroke="0">
                <a:moveTo>
                  <a:pt x="28350" y="7425"/>
                </a:moveTo>
                <a:lnTo>
                  <a:pt x="26730" y="8775"/>
                </a:lnTo>
                <a:lnTo>
                  <a:pt x="25380" y="10260"/>
                </a:lnTo>
                <a:lnTo>
                  <a:pt x="24570" y="11745"/>
                </a:lnTo>
                <a:lnTo>
                  <a:pt x="24030" y="13095"/>
                </a:lnTo>
                <a:lnTo>
                  <a:pt x="23895" y="13770"/>
                </a:lnTo>
                <a:lnTo>
                  <a:pt x="23760" y="14580"/>
                </a:lnTo>
                <a:lnTo>
                  <a:pt x="23760" y="15255"/>
                </a:lnTo>
                <a:lnTo>
                  <a:pt x="23895" y="16065"/>
                </a:lnTo>
                <a:lnTo>
                  <a:pt x="24435" y="17685"/>
                </a:lnTo>
                <a:lnTo>
                  <a:pt x="24975" y="19035"/>
                </a:lnTo>
                <a:lnTo>
                  <a:pt x="25920" y="20655"/>
                </a:lnTo>
                <a:lnTo>
                  <a:pt x="27000" y="22005"/>
                </a:lnTo>
                <a:lnTo>
                  <a:pt x="28620" y="23760"/>
                </a:lnTo>
                <a:lnTo>
                  <a:pt x="30510" y="25650"/>
                </a:lnTo>
                <a:lnTo>
                  <a:pt x="32805" y="27675"/>
                </a:lnTo>
                <a:lnTo>
                  <a:pt x="35910" y="30375"/>
                </a:lnTo>
                <a:lnTo>
                  <a:pt x="40365" y="33750"/>
                </a:lnTo>
                <a:lnTo>
                  <a:pt x="42525" y="35775"/>
                </a:lnTo>
                <a:lnTo>
                  <a:pt x="44010" y="37260"/>
                </a:lnTo>
                <a:lnTo>
                  <a:pt x="45630" y="39150"/>
                </a:lnTo>
                <a:lnTo>
                  <a:pt x="46980" y="40905"/>
                </a:lnTo>
                <a:lnTo>
                  <a:pt x="48195" y="42930"/>
                </a:lnTo>
                <a:lnTo>
                  <a:pt x="49680" y="45495"/>
                </a:lnTo>
                <a:lnTo>
                  <a:pt x="50895" y="48195"/>
                </a:lnTo>
                <a:lnTo>
                  <a:pt x="51975" y="51030"/>
                </a:lnTo>
                <a:lnTo>
                  <a:pt x="52785" y="53865"/>
                </a:lnTo>
                <a:lnTo>
                  <a:pt x="53325" y="56700"/>
                </a:lnTo>
                <a:lnTo>
                  <a:pt x="53730" y="59805"/>
                </a:lnTo>
                <a:lnTo>
                  <a:pt x="53865" y="62640"/>
                </a:lnTo>
                <a:lnTo>
                  <a:pt x="53865" y="65745"/>
                </a:lnTo>
                <a:lnTo>
                  <a:pt x="53595" y="68850"/>
                </a:lnTo>
                <a:lnTo>
                  <a:pt x="52920" y="72225"/>
                </a:lnTo>
                <a:lnTo>
                  <a:pt x="52245" y="75195"/>
                </a:lnTo>
                <a:lnTo>
                  <a:pt x="51165" y="78300"/>
                </a:lnTo>
                <a:lnTo>
                  <a:pt x="49950" y="81000"/>
                </a:lnTo>
                <a:lnTo>
                  <a:pt x="48465" y="83565"/>
                </a:lnTo>
                <a:lnTo>
                  <a:pt x="46845" y="85860"/>
                </a:lnTo>
                <a:lnTo>
                  <a:pt x="44955" y="88155"/>
                </a:lnTo>
                <a:lnTo>
                  <a:pt x="43875" y="89235"/>
                </a:lnTo>
                <a:lnTo>
                  <a:pt x="42930" y="90045"/>
                </a:lnTo>
                <a:lnTo>
                  <a:pt x="40770" y="91665"/>
                </a:lnTo>
                <a:lnTo>
                  <a:pt x="39555" y="92475"/>
                </a:lnTo>
                <a:lnTo>
                  <a:pt x="38340" y="93150"/>
                </a:lnTo>
                <a:lnTo>
                  <a:pt x="36045" y="94230"/>
                </a:lnTo>
                <a:lnTo>
                  <a:pt x="33480" y="95040"/>
                </a:lnTo>
                <a:lnTo>
                  <a:pt x="32265" y="95310"/>
                </a:lnTo>
                <a:lnTo>
                  <a:pt x="30780" y="95580"/>
                </a:lnTo>
                <a:lnTo>
                  <a:pt x="28080" y="95850"/>
                </a:lnTo>
                <a:lnTo>
                  <a:pt x="25245" y="95850"/>
                </a:lnTo>
                <a:lnTo>
                  <a:pt x="22275" y="95580"/>
                </a:lnTo>
                <a:lnTo>
                  <a:pt x="19710" y="95040"/>
                </a:lnTo>
                <a:lnTo>
                  <a:pt x="17010" y="94230"/>
                </a:lnTo>
                <a:lnTo>
                  <a:pt x="14445" y="93285"/>
                </a:lnTo>
                <a:lnTo>
                  <a:pt x="12150" y="92070"/>
                </a:lnTo>
                <a:lnTo>
                  <a:pt x="11070" y="91395"/>
                </a:lnTo>
                <a:lnTo>
                  <a:pt x="9855" y="90450"/>
                </a:lnTo>
                <a:lnTo>
                  <a:pt x="8100" y="88830"/>
                </a:lnTo>
                <a:lnTo>
                  <a:pt x="6345" y="86940"/>
                </a:lnTo>
                <a:lnTo>
                  <a:pt x="4860" y="84915"/>
                </a:lnTo>
                <a:lnTo>
                  <a:pt x="3510" y="82485"/>
                </a:lnTo>
                <a:lnTo>
                  <a:pt x="2295" y="79920"/>
                </a:lnTo>
                <a:lnTo>
                  <a:pt x="1350" y="76950"/>
                </a:lnTo>
                <a:lnTo>
                  <a:pt x="675" y="73845"/>
                </a:lnTo>
                <a:lnTo>
                  <a:pt x="135" y="70740"/>
                </a:lnTo>
                <a:lnTo>
                  <a:pt x="0" y="67635"/>
                </a:lnTo>
                <a:lnTo>
                  <a:pt x="0" y="64530"/>
                </a:lnTo>
                <a:lnTo>
                  <a:pt x="270" y="62235"/>
                </a:lnTo>
                <a:lnTo>
                  <a:pt x="675" y="59535"/>
                </a:lnTo>
                <a:lnTo>
                  <a:pt x="1080" y="57240"/>
                </a:lnTo>
                <a:lnTo>
                  <a:pt x="1620" y="55080"/>
                </a:lnTo>
                <a:lnTo>
                  <a:pt x="2430" y="53055"/>
                </a:lnTo>
                <a:lnTo>
                  <a:pt x="3240" y="51030"/>
                </a:lnTo>
                <a:lnTo>
                  <a:pt x="4185" y="49140"/>
                </a:lnTo>
                <a:lnTo>
                  <a:pt x="5265" y="47520"/>
                </a:lnTo>
                <a:lnTo>
                  <a:pt x="16200" y="50895"/>
                </a:lnTo>
                <a:lnTo>
                  <a:pt x="15255" y="52515"/>
                </a:lnTo>
                <a:lnTo>
                  <a:pt x="14445" y="54135"/>
                </a:lnTo>
                <a:lnTo>
                  <a:pt x="13770" y="56295"/>
                </a:lnTo>
                <a:lnTo>
                  <a:pt x="13095" y="58320"/>
                </a:lnTo>
                <a:lnTo>
                  <a:pt x="12690" y="60480"/>
                </a:lnTo>
                <a:lnTo>
                  <a:pt x="12420" y="62775"/>
                </a:lnTo>
                <a:lnTo>
                  <a:pt x="12150" y="65205"/>
                </a:lnTo>
                <a:lnTo>
                  <a:pt x="12150" y="67500"/>
                </a:lnTo>
                <a:lnTo>
                  <a:pt x="12285" y="69930"/>
                </a:lnTo>
                <a:lnTo>
                  <a:pt x="12555" y="72090"/>
                </a:lnTo>
                <a:lnTo>
                  <a:pt x="12960" y="74385"/>
                </a:lnTo>
                <a:lnTo>
                  <a:pt x="13500" y="76275"/>
                </a:lnTo>
                <a:lnTo>
                  <a:pt x="14175" y="78165"/>
                </a:lnTo>
                <a:lnTo>
                  <a:pt x="14985" y="79920"/>
                </a:lnTo>
                <a:lnTo>
                  <a:pt x="15930" y="81405"/>
                </a:lnTo>
                <a:lnTo>
                  <a:pt x="16875" y="82890"/>
                </a:lnTo>
                <a:lnTo>
                  <a:pt x="17955" y="84105"/>
                </a:lnTo>
                <a:lnTo>
                  <a:pt x="19305" y="85320"/>
                </a:lnTo>
                <a:lnTo>
                  <a:pt x="20520" y="86130"/>
                </a:lnTo>
                <a:lnTo>
                  <a:pt x="22005" y="86805"/>
                </a:lnTo>
                <a:lnTo>
                  <a:pt x="23490" y="87345"/>
                </a:lnTo>
                <a:lnTo>
                  <a:pt x="25245" y="87615"/>
                </a:lnTo>
                <a:lnTo>
                  <a:pt x="27135" y="87750"/>
                </a:lnTo>
                <a:lnTo>
                  <a:pt x="28485" y="87615"/>
                </a:lnTo>
                <a:lnTo>
                  <a:pt x="29700" y="87210"/>
                </a:lnTo>
                <a:lnTo>
                  <a:pt x="31185" y="86535"/>
                </a:lnTo>
                <a:lnTo>
                  <a:pt x="32535" y="85725"/>
                </a:lnTo>
                <a:lnTo>
                  <a:pt x="33750" y="84645"/>
                </a:lnTo>
                <a:lnTo>
                  <a:pt x="34965" y="83430"/>
                </a:lnTo>
                <a:lnTo>
                  <a:pt x="36180" y="81945"/>
                </a:lnTo>
                <a:lnTo>
                  <a:pt x="37260" y="80325"/>
                </a:lnTo>
                <a:lnTo>
                  <a:pt x="38340" y="78570"/>
                </a:lnTo>
                <a:lnTo>
                  <a:pt x="39150" y="76950"/>
                </a:lnTo>
                <a:lnTo>
                  <a:pt x="39690" y="75330"/>
                </a:lnTo>
                <a:lnTo>
                  <a:pt x="40365" y="73575"/>
                </a:lnTo>
                <a:lnTo>
                  <a:pt x="40770" y="71820"/>
                </a:lnTo>
                <a:lnTo>
                  <a:pt x="41175" y="69930"/>
                </a:lnTo>
                <a:lnTo>
                  <a:pt x="41445" y="68175"/>
                </a:lnTo>
                <a:lnTo>
                  <a:pt x="41715" y="66285"/>
                </a:lnTo>
                <a:lnTo>
                  <a:pt x="41715" y="64530"/>
                </a:lnTo>
                <a:lnTo>
                  <a:pt x="41715" y="62775"/>
                </a:lnTo>
                <a:lnTo>
                  <a:pt x="41715" y="60885"/>
                </a:lnTo>
                <a:lnTo>
                  <a:pt x="41445" y="59130"/>
                </a:lnTo>
                <a:lnTo>
                  <a:pt x="41175" y="57240"/>
                </a:lnTo>
                <a:lnTo>
                  <a:pt x="40905" y="55485"/>
                </a:lnTo>
                <a:lnTo>
                  <a:pt x="40365" y="53595"/>
                </a:lnTo>
                <a:lnTo>
                  <a:pt x="39825" y="51840"/>
                </a:lnTo>
                <a:lnTo>
                  <a:pt x="39150" y="50085"/>
                </a:lnTo>
                <a:lnTo>
                  <a:pt x="37935" y="47655"/>
                </a:lnTo>
                <a:lnTo>
                  <a:pt x="36720" y="45495"/>
                </a:lnTo>
                <a:lnTo>
                  <a:pt x="35100" y="43200"/>
                </a:lnTo>
                <a:lnTo>
                  <a:pt x="33480" y="41310"/>
                </a:lnTo>
                <a:lnTo>
                  <a:pt x="32265" y="40230"/>
                </a:lnTo>
                <a:lnTo>
                  <a:pt x="31185" y="39150"/>
                </a:lnTo>
                <a:lnTo>
                  <a:pt x="25650" y="34695"/>
                </a:lnTo>
                <a:lnTo>
                  <a:pt x="21735" y="31455"/>
                </a:lnTo>
                <a:lnTo>
                  <a:pt x="18765" y="28620"/>
                </a:lnTo>
                <a:lnTo>
                  <a:pt x="17280" y="27000"/>
                </a:lnTo>
                <a:lnTo>
                  <a:pt x="16200" y="25650"/>
                </a:lnTo>
                <a:lnTo>
                  <a:pt x="14445" y="23220"/>
                </a:lnTo>
                <a:lnTo>
                  <a:pt x="13770" y="22140"/>
                </a:lnTo>
                <a:lnTo>
                  <a:pt x="13095" y="20925"/>
                </a:lnTo>
                <a:lnTo>
                  <a:pt x="12690" y="19845"/>
                </a:lnTo>
                <a:lnTo>
                  <a:pt x="12150" y="18630"/>
                </a:lnTo>
                <a:lnTo>
                  <a:pt x="11880" y="17415"/>
                </a:lnTo>
                <a:lnTo>
                  <a:pt x="11745" y="16200"/>
                </a:lnTo>
                <a:lnTo>
                  <a:pt x="11610" y="15120"/>
                </a:lnTo>
                <a:lnTo>
                  <a:pt x="11610" y="14040"/>
                </a:lnTo>
                <a:lnTo>
                  <a:pt x="11745" y="12960"/>
                </a:lnTo>
                <a:lnTo>
                  <a:pt x="12015" y="12015"/>
                </a:lnTo>
                <a:lnTo>
                  <a:pt x="12285" y="10935"/>
                </a:lnTo>
                <a:lnTo>
                  <a:pt x="12690" y="9855"/>
                </a:lnTo>
                <a:lnTo>
                  <a:pt x="13770" y="7830"/>
                </a:lnTo>
                <a:lnTo>
                  <a:pt x="14580" y="6750"/>
                </a:lnTo>
                <a:lnTo>
                  <a:pt x="15255" y="5805"/>
                </a:lnTo>
                <a:lnTo>
                  <a:pt x="17010" y="4050"/>
                </a:lnTo>
                <a:lnTo>
                  <a:pt x="19170" y="2025"/>
                </a:lnTo>
                <a:lnTo>
                  <a:pt x="21870" y="0"/>
                </a:lnTo>
                <a:lnTo>
                  <a:pt x="30645" y="5670"/>
                </a:lnTo>
                <a:close/>
              </a:path>
            </a:pathLst>
          </a:custGeom>
          <a:solidFill>
            <a:srgbClr val="000000"/>
          </a:solidFill>
          <a:ln>
            <a:noFill/>
          </a:ln>
        </p:spPr>
        <p:txBody>
          <a:bodyPr rtlCol="0" anchor="ctr"/>
          <a:lstStyle/>
          <a:p>
            <a:pPr algn="ctr"/>
          </a:p>
        </p:txBody>
      </p:sp>
      <p:sp>
        <p:nvSpPr>
          <p:cNvPr id="25" name="𐰉"/>
          <p:cNvSpPr/>
          <p:nvPr/>
        </p:nvSpPr>
        <p:spPr>
          <a:xfrm>
            <a:off x="7945145" y="2599563"/>
            <a:ext cx="325069" cy="534924"/>
          </a:xfrm>
          <a:custGeom>
            <a:avLst/>
            <a:gdLst/>
            <a:ahLst/>
            <a:cxnLst/>
            <a:rect l="l" t="t" r="r" b="b"/>
            <a:pathLst>
              <a:path w="42660" h="70200" stroke="0">
                <a:moveTo>
                  <a:pt x="20790" y="6750"/>
                </a:moveTo>
                <a:lnTo>
                  <a:pt x="19170" y="8100"/>
                </a:lnTo>
                <a:lnTo>
                  <a:pt x="17955" y="9450"/>
                </a:lnTo>
                <a:lnTo>
                  <a:pt x="17550" y="10125"/>
                </a:lnTo>
                <a:lnTo>
                  <a:pt x="17145" y="10800"/>
                </a:lnTo>
                <a:lnTo>
                  <a:pt x="16605" y="12150"/>
                </a:lnTo>
                <a:lnTo>
                  <a:pt x="16470" y="13365"/>
                </a:lnTo>
                <a:lnTo>
                  <a:pt x="16605" y="14715"/>
                </a:lnTo>
                <a:lnTo>
                  <a:pt x="17145" y="16065"/>
                </a:lnTo>
                <a:lnTo>
                  <a:pt x="17820" y="17280"/>
                </a:lnTo>
                <a:lnTo>
                  <a:pt x="18630" y="18495"/>
                </a:lnTo>
                <a:lnTo>
                  <a:pt x="19845" y="19710"/>
                </a:lnTo>
                <a:lnTo>
                  <a:pt x="21195" y="21060"/>
                </a:lnTo>
                <a:lnTo>
                  <a:pt x="23085" y="22410"/>
                </a:lnTo>
                <a:lnTo>
                  <a:pt x="25380" y="24030"/>
                </a:lnTo>
                <a:lnTo>
                  <a:pt x="27810" y="25515"/>
                </a:lnTo>
                <a:lnTo>
                  <a:pt x="31050" y="27270"/>
                </a:lnTo>
                <a:lnTo>
                  <a:pt x="31860" y="27810"/>
                </a:lnTo>
                <a:lnTo>
                  <a:pt x="33480" y="29160"/>
                </a:lnTo>
                <a:lnTo>
                  <a:pt x="34965" y="30510"/>
                </a:lnTo>
                <a:lnTo>
                  <a:pt x="36450" y="31995"/>
                </a:lnTo>
                <a:lnTo>
                  <a:pt x="37665" y="33615"/>
                </a:lnTo>
                <a:lnTo>
                  <a:pt x="38880" y="35505"/>
                </a:lnTo>
                <a:lnTo>
                  <a:pt x="39960" y="37395"/>
                </a:lnTo>
                <a:lnTo>
                  <a:pt x="40905" y="39420"/>
                </a:lnTo>
                <a:lnTo>
                  <a:pt x="41715" y="41715"/>
                </a:lnTo>
                <a:lnTo>
                  <a:pt x="42120" y="43740"/>
                </a:lnTo>
                <a:lnTo>
                  <a:pt x="42525" y="46035"/>
                </a:lnTo>
                <a:lnTo>
                  <a:pt x="42660" y="48060"/>
                </a:lnTo>
                <a:lnTo>
                  <a:pt x="42525" y="50220"/>
                </a:lnTo>
                <a:lnTo>
                  <a:pt x="42255" y="52515"/>
                </a:lnTo>
                <a:lnTo>
                  <a:pt x="41715" y="54675"/>
                </a:lnTo>
                <a:lnTo>
                  <a:pt x="41040" y="56835"/>
                </a:lnTo>
                <a:lnTo>
                  <a:pt x="40230" y="58590"/>
                </a:lnTo>
                <a:lnTo>
                  <a:pt x="39015" y="60480"/>
                </a:lnTo>
                <a:lnTo>
                  <a:pt x="37800" y="62100"/>
                </a:lnTo>
                <a:lnTo>
                  <a:pt x="36315" y="63855"/>
                </a:lnTo>
                <a:lnTo>
                  <a:pt x="34695" y="65340"/>
                </a:lnTo>
                <a:lnTo>
                  <a:pt x="32805" y="66555"/>
                </a:lnTo>
                <a:lnTo>
                  <a:pt x="30915" y="67635"/>
                </a:lnTo>
                <a:lnTo>
                  <a:pt x="29025" y="68445"/>
                </a:lnTo>
                <a:lnTo>
                  <a:pt x="26730" y="69255"/>
                </a:lnTo>
                <a:lnTo>
                  <a:pt x="24570" y="69795"/>
                </a:lnTo>
                <a:lnTo>
                  <a:pt x="22275" y="70065"/>
                </a:lnTo>
                <a:lnTo>
                  <a:pt x="19980" y="70200"/>
                </a:lnTo>
                <a:lnTo>
                  <a:pt x="17280" y="70065"/>
                </a:lnTo>
                <a:lnTo>
                  <a:pt x="14985" y="69930"/>
                </a:lnTo>
                <a:lnTo>
                  <a:pt x="13230" y="69525"/>
                </a:lnTo>
                <a:lnTo>
                  <a:pt x="11340" y="69120"/>
                </a:lnTo>
                <a:lnTo>
                  <a:pt x="9720" y="68445"/>
                </a:lnTo>
                <a:lnTo>
                  <a:pt x="8100" y="67770"/>
                </a:lnTo>
                <a:lnTo>
                  <a:pt x="6480" y="66825"/>
                </a:lnTo>
                <a:lnTo>
                  <a:pt x="5130" y="65745"/>
                </a:lnTo>
                <a:lnTo>
                  <a:pt x="3915" y="64665"/>
                </a:lnTo>
                <a:lnTo>
                  <a:pt x="2970" y="63585"/>
                </a:lnTo>
                <a:lnTo>
                  <a:pt x="2025" y="62235"/>
                </a:lnTo>
                <a:lnTo>
                  <a:pt x="1350" y="60750"/>
                </a:lnTo>
                <a:lnTo>
                  <a:pt x="810" y="59400"/>
                </a:lnTo>
                <a:lnTo>
                  <a:pt x="405" y="57780"/>
                </a:lnTo>
                <a:lnTo>
                  <a:pt x="135" y="56025"/>
                </a:lnTo>
                <a:lnTo>
                  <a:pt x="0" y="54405"/>
                </a:lnTo>
                <a:lnTo>
                  <a:pt x="135" y="52380"/>
                </a:lnTo>
                <a:lnTo>
                  <a:pt x="405" y="50085"/>
                </a:lnTo>
                <a:lnTo>
                  <a:pt x="945" y="47655"/>
                </a:lnTo>
                <a:lnTo>
                  <a:pt x="1755" y="45360"/>
                </a:lnTo>
                <a:lnTo>
                  <a:pt x="2835" y="42795"/>
                </a:lnTo>
                <a:lnTo>
                  <a:pt x="13365" y="45090"/>
                </a:lnTo>
                <a:lnTo>
                  <a:pt x="12825" y="46440"/>
                </a:lnTo>
                <a:lnTo>
                  <a:pt x="12285" y="47655"/>
                </a:lnTo>
                <a:lnTo>
                  <a:pt x="11880" y="49005"/>
                </a:lnTo>
                <a:lnTo>
                  <a:pt x="11475" y="50355"/>
                </a:lnTo>
                <a:lnTo>
                  <a:pt x="11205" y="51705"/>
                </a:lnTo>
                <a:lnTo>
                  <a:pt x="11070" y="53055"/>
                </a:lnTo>
                <a:lnTo>
                  <a:pt x="11070" y="54405"/>
                </a:lnTo>
                <a:lnTo>
                  <a:pt x="11205" y="55620"/>
                </a:lnTo>
                <a:lnTo>
                  <a:pt x="11340" y="56565"/>
                </a:lnTo>
                <a:lnTo>
                  <a:pt x="11610" y="57645"/>
                </a:lnTo>
                <a:lnTo>
                  <a:pt x="11880" y="58590"/>
                </a:lnTo>
                <a:lnTo>
                  <a:pt x="12420" y="59535"/>
                </a:lnTo>
                <a:lnTo>
                  <a:pt x="12960" y="60345"/>
                </a:lnTo>
                <a:lnTo>
                  <a:pt x="13500" y="60885"/>
                </a:lnTo>
                <a:lnTo>
                  <a:pt x="14175" y="61425"/>
                </a:lnTo>
                <a:lnTo>
                  <a:pt x="14985" y="61965"/>
                </a:lnTo>
                <a:lnTo>
                  <a:pt x="15930" y="62370"/>
                </a:lnTo>
                <a:lnTo>
                  <a:pt x="16875" y="62640"/>
                </a:lnTo>
                <a:lnTo>
                  <a:pt x="18090" y="62775"/>
                </a:lnTo>
                <a:lnTo>
                  <a:pt x="19305" y="62775"/>
                </a:lnTo>
                <a:lnTo>
                  <a:pt x="20520" y="62775"/>
                </a:lnTo>
                <a:lnTo>
                  <a:pt x="21600" y="62640"/>
                </a:lnTo>
                <a:lnTo>
                  <a:pt x="22680" y="62370"/>
                </a:lnTo>
                <a:lnTo>
                  <a:pt x="23625" y="62100"/>
                </a:lnTo>
                <a:lnTo>
                  <a:pt x="24570" y="61560"/>
                </a:lnTo>
                <a:lnTo>
                  <a:pt x="25515" y="61020"/>
                </a:lnTo>
                <a:lnTo>
                  <a:pt x="26460" y="60210"/>
                </a:lnTo>
                <a:lnTo>
                  <a:pt x="27270" y="59535"/>
                </a:lnTo>
                <a:lnTo>
                  <a:pt x="28080" y="58590"/>
                </a:lnTo>
                <a:lnTo>
                  <a:pt x="28755" y="57780"/>
                </a:lnTo>
                <a:lnTo>
                  <a:pt x="29430" y="56835"/>
                </a:lnTo>
                <a:lnTo>
                  <a:pt x="29970" y="55755"/>
                </a:lnTo>
                <a:lnTo>
                  <a:pt x="30780" y="53730"/>
                </a:lnTo>
                <a:lnTo>
                  <a:pt x="31320" y="51570"/>
                </a:lnTo>
                <a:lnTo>
                  <a:pt x="31455" y="49410"/>
                </a:lnTo>
                <a:lnTo>
                  <a:pt x="31455" y="47250"/>
                </a:lnTo>
                <a:lnTo>
                  <a:pt x="31185" y="44955"/>
                </a:lnTo>
                <a:lnTo>
                  <a:pt x="30645" y="42795"/>
                </a:lnTo>
                <a:lnTo>
                  <a:pt x="29835" y="40500"/>
                </a:lnTo>
                <a:lnTo>
                  <a:pt x="28755" y="38610"/>
                </a:lnTo>
                <a:lnTo>
                  <a:pt x="27675" y="36855"/>
                </a:lnTo>
                <a:lnTo>
                  <a:pt x="26595" y="35505"/>
                </a:lnTo>
                <a:lnTo>
                  <a:pt x="25380" y="34155"/>
                </a:lnTo>
                <a:lnTo>
                  <a:pt x="24030" y="32940"/>
                </a:lnTo>
                <a:lnTo>
                  <a:pt x="19575" y="30510"/>
                </a:lnTo>
                <a:lnTo>
                  <a:pt x="16065" y="28350"/>
                </a:lnTo>
                <a:lnTo>
                  <a:pt x="14580" y="27135"/>
                </a:lnTo>
                <a:lnTo>
                  <a:pt x="13095" y="26055"/>
                </a:lnTo>
                <a:lnTo>
                  <a:pt x="11610" y="24840"/>
                </a:lnTo>
                <a:lnTo>
                  <a:pt x="10395" y="23625"/>
                </a:lnTo>
                <a:lnTo>
                  <a:pt x="9450" y="22545"/>
                </a:lnTo>
                <a:lnTo>
                  <a:pt x="8505" y="21465"/>
                </a:lnTo>
                <a:lnTo>
                  <a:pt x="7695" y="20385"/>
                </a:lnTo>
                <a:lnTo>
                  <a:pt x="7020" y="19305"/>
                </a:lnTo>
                <a:lnTo>
                  <a:pt x="6480" y="18225"/>
                </a:lnTo>
                <a:lnTo>
                  <a:pt x="6075" y="17145"/>
                </a:lnTo>
                <a:lnTo>
                  <a:pt x="5670" y="15930"/>
                </a:lnTo>
                <a:lnTo>
                  <a:pt x="5535" y="14985"/>
                </a:lnTo>
                <a:lnTo>
                  <a:pt x="5400" y="13770"/>
                </a:lnTo>
                <a:lnTo>
                  <a:pt x="5400" y="12825"/>
                </a:lnTo>
                <a:lnTo>
                  <a:pt x="5535" y="11880"/>
                </a:lnTo>
                <a:lnTo>
                  <a:pt x="5670" y="10935"/>
                </a:lnTo>
                <a:lnTo>
                  <a:pt x="5940" y="9990"/>
                </a:lnTo>
                <a:lnTo>
                  <a:pt x="6345" y="9045"/>
                </a:lnTo>
                <a:lnTo>
                  <a:pt x="6750" y="8100"/>
                </a:lnTo>
                <a:lnTo>
                  <a:pt x="7290" y="7155"/>
                </a:lnTo>
                <a:lnTo>
                  <a:pt x="8640" y="5400"/>
                </a:lnTo>
                <a:lnTo>
                  <a:pt x="10260" y="3645"/>
                </a:lnTo>
                <a:lnTo>
                  <a:pt x="11610" y="2565"/>
                </a:lnTo>
                <a:lnTo>
                  <a:pt x="12690" y="1620"/>
                </a:lnTo>
                <a:lnTo>
                  <a:pt x="14985" y="0"/>
                </a:lnTo>
                <a:lnTo>
                  <a:pt x="22815" y="5265"/>
                </a:lnTo>
                <a:close/>
              </a:path>
            </a:pathLst>
          </a:custGeom>
          <a:solidFill>
            <a:srgbClr val="000000"/>
          </a:solidFill>
          <a:ln>
            <a:noFill/>
          </a:ln>
        </p:spPr>
        <p:txBody>
          <a:bodyPr rtlCol="0" anchor="ctr"/>
          <a:lstStyle/>
          <a:p>
            <a:pPr algn="ctr"/>
          </a:p>
        </p:txBody>
      </p:sp>
      <p:sp>
        <p:nvSpPr>
          <p:cNvPr id="26" name="AEB"/>
          <p:cNvSpPr txBox="1"/>
          <p:nvPr/>
        </p:nvSpPr>
        <p:spPr>
          <a:xfrm>
            <a:off x="8473440" y="219974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AEB</a:t>
            </a:r>
          </a:p>
        </p:txBody>
      </p:sp>
      <p:sp>
        <p:nvSpPr>
          <p:cNvPr id="27" name="𐰋"/>
          <p:cNvSpPr/>
          <p:nvPr/>
        </p:nvSpPr>
        <p:spPr>
          <a:xfrm>
            <a:off x="8687029" y="2404110"/>
            <a:ext cx="456743" cy="720090"/>
          </a:xfrm>
          <a:custGeom>
            <a:avLst/>
            <a:gdLst/>
            <a:ahLst/>
            <a:cxnLst/>
            <a:rect l="l" t="t" r="r" b="b"/>
            <a:pathLst>
              <a:path w="59940" h="94500" stroke="0">
                <a:moveTo>
                  <a:pt x="2835" y="92475"/>
                </a:moveTo>
                <a:lnTo>
                  <a:pt x="4455" y="90855"/>
                </a:lnTo>
                <a:lnTo>
                  <a:pt x="5805" y="89370"/>
                </a:lnTo>
                <a:lnTo>
                  <a:pt x="6480" y="88290"/>
                </a:lnTo>
                <a:lnTo>
                  <a:pt x="6885" y="87480"/>
                </a:lnTo>
                <a:lnTo>
                  <a:pt x="22950" y="49140"/>
                </a:lnTo>
                <a:lnTo>
                  <a:pt x="20790" y="47790"/>
                </a:lnTo>
                <a:lnTo>
                  <a:pt x="18495" y="46305"/>
                </a:lnTo>
                <a:lnTo>
                  <a:pt x="16740" y="44820"/>
                </a:lnTo>
                <a:lnTo>
                  <a:pt x="14850" y="43065"/>
                </a:lnTo>
                <a:lnTo>
                  <a:pt x="13365" y="41310"/>
                </a:lnTo>
                <a:lnTo>
                  <a:pt x="11880" y="39420"/>
                </a:lnTo>
                <a:lnTo>
                  <a:pt x="10665" y="37395"/>
                </a:lnTo>
                <a:lnTo>
                  <a:pt x="9585" y="35235"/>
                </a:lnTo>
                <a:lnTo>
                  <a:pt x="8775" y="33075"/>
                </a:lnTo>
                <a:lnTo>
                  <a:pt x="8100" y="30915"/>
                </a:lnTo>
                <a:lnTo>
                  <a:pt x="7695" y="28620"/>
                </a:lnTo>
                <a:lnTo>
                  <a:pt x="7425" y="26460"/>
                </a:lnTo>
                <a:lnTo>
                  <a:pt x="7425" y="24165"/>
                </a:lnTo>
                <a:lnTo>
                  <a:pt x="7560" y="22005"/>
                </a:lnTo>
                <a:lnTo>
                  <a:pt x="7965" y="19710"/>
                </a:lnTo>
                <a:lnTo>
                  <a:pt x="8640" y="17685"/>
                </a:lnTo>
                <a:lnTo>
                  <a:pt x="9315" y="15795"/>
                </a:lnTo>
                <a:lnTo>
                  <a:pt x="10260" y="13905"/>
                </a:lnTo>
                <a:lnTo>
                  <a:pt x="11205" y="12420"/>
                </a:lnTo>
                <a:lnTo>
                  <a:pt x="12420" y="10800"/>
                </a:lnTo>
                <a:lnTo>
                  <a:pt x="13500" y="9315"/>
                </a:lnTo>
                <a:lnTo>
                  <a:pt x="15120" y="7695"/>
                </a:lnTo>
                <a:lnTo>
                  <a:pt x="16470" y="6480"/>
                </a:lnTo>
                <a:lnTo>
                  <a:pt x="18090" y="5265"/>
                </a:lnTo>
                <a:lnTo>
                  <a:pt x="20115" y="3780"/>
                </a:lnTo>
                <a:lnTo>
                  <a:pt x="22410" y="2565"/>
                </a:lnTo>
                <a:lnTo>
                  <a:pt x="24435" y="1485"/>
                </a:lnTo>
                <a:lnTo>
                  <a:pt x="27000" y="540"/>
                </a:lnTo>
                <a:lnTo>
                  <a:pt x="28485" y="135"/>
                </a:lnTo>
                <a:lnTo>
                  <a:pt x="29970" y="0"/>
                </a:lnTo>
                <a:lnTo>
                  <a:pt x="31455" y="135"/>
                </a:lnTo>
                <a:lnTo>
                  <a:pt x="32130" y="270"/>
                </a:lnTo>
                <a:lnTo>
                  <a:pt x="33615" y="810"/>
                </a:lnTo>
                <a:lnTo>
                  <a:pt x="35505" y="1620"/>
                </a:lnTo>
                <a:lnTo>
                  <a:pt x="37125" y="2295"/>
                </a:lnTo>
                <a:lnTo>
                  <a:pt x="38880" y="3375"/>
                </a:lnTo>
                <a:lnTo>
                  <a:pt x="40365" y="4185"/>
                </a:lnTo>
                <a:lnTo>
                  <a:pt x="41850" y="5265"/>
                </a:lnTo>
                <a:lnTo>
                  <a:pt x="43335" y="6345"/>
                </a:lnTo>
                <a:lnTo>
                  <a:pt x="44550" y="7425"/>
                </a:lnTo>
                <a:lnTo>
                  <a:pt x="45765" y="8775"/>
                </a:lnTo>
                <a:lnTo>
                  <a:pt x="46845" y="9855"/>
                </a:lnTo>
                <a:lnTo>
                  <a:pt x="47925" y="11340"/>
                </a:lnTo>
                <a:lnTo>
                  <a:pt x="48870" y="12690"/>
                </a:lnTo>
                <a:lnTo>
                  <a:pt x="49545" y="13905"/>
                </a:lnTo>
                <a:lnTo>
                  <a:pt x="50355" y="15525"/>
                </a:lnTo>
                <a:lnTo>
                  <a:pt x="51030" y="17010"/>
                </a:lnTo>
                <a:lnTo>
                  <a:pt x="51570" y="18495"/>
                </a:lnTo>
                <a:lnTo>
                  <a:pt x="52110" y="20790"/>
                </a:lnTo>
                <a:lnTo>
                  <a:pt x="52380" y="22680"/>
                </a:lnTo>
                <a:lnTo>
                  <a:pt x="52515" y="24840"/>
                </a:lnTo>
                <a:lnTo>
                  <a:pt x="52380" y="27135"/>
                </a:lnTo>
                <a:lnTo>
                  <a:pt x="52110" y="29295"/>
                </a:lnTo>
                <a:lnTo>
                  <a:pt x="51570" y="31590"/>
                </a:lnTo>
                <a:lnTo>
                  <a:pt x="50895" y="33750"/>
                </a:lnTo>
                <a:lnTo>
                  <a:pt x="49950" y="35775"/>
                </a:lnTo>
                <a:lnTo>
                  <a:pt x="48870" y="37935"/>
                </a:lnTo>
                <a:lnTo>
                  <a:pt x="47790" y="39690"/>
                </a:lnTo>
                <a:lnTo>
                  <a:pt x="46305" y="41580"/>
                </a:lnTo>
                <a:lnTo>
                  <a:pt x="44685" y="43335"/>
                </a:lnTo>
                <a:lnTo>
                  <a:pt x="42930" y="45090"/>
                </a:lnTo>
                <a:lnTo>
                  <a:pt x="41040" y="46440"/>
                </a:lnTo>
                <a:lnTo>
                  <a:pt x="39150" y="47790"/>
                </a:lnTo>
                <a:lnTo>
                  <a:pt x="36990" y="49140"/>
                </a:lnTo>
                <a:lnTo>
                  <a:pt x="52920" y="87480"/>
                </a:lnTo>
                <a:lnTo>
                  <a:pt x="53325" y="88290"/>
                </a:lnTo>
                <a:lnTo>
                  <a:pt x="54135" y="89370"/>
                </a:lnTo>
                <a:lnTo>
                  <a:pt x="55350" y="90855"/>
                </a:lnTo>
                <a:lnTo>
                  <a:pt x="57375" y="92745"/>
                </a:lnTo>
                <a:lnTo>
                  <a:pt x="59940" y="94500"/>
                </a:lnTo>
                <a:lnTo>
                  <a:pt x="49545" y="94500"/>
                </a:lnTo>
                <a:lnTo>
                  <a:pt x="43200" y="94500"/>
                </a:lnTo>
                <a:lnTo>
                  <a:pt x="39150" y="94500"/>
                </a:lnTo>
                <a:lnTo>
                  <a:pt x="39960" y="93015"/>
                </a:lnTo>
                <a:lnTo>
                  <a:pt x="40365" y="91935"/>
                </a:lnTo>
                <a:lnTo>
                  <a:pt x="40635" y="91125"/>
                </a:lnTo>
                <a:lnTo>
                  <a:pt x="40635" y="90045"/>
                </a:lnTo>
                <a:lnTo>
                  <a:pt x="40635" y="89370"/>
                </a:lnTo>
                <a:lnTo>
                  <a:pt x="40500" y="88560"/>
                </a:lnTo>
                <a:lnTo>
                  <a:pt x="40365" y="87750"/>
                </a:lnTo>
                <a:lnTo>
                  <a:pt x="29970" y="62640"/>
                </a:lnTo>
                <a:lnTo>
                  <a:pt x="19575" y="87750"/>
                </a:lnTo>
                <a:lnTo>
                  <a:pt x="19305" y="88560"/>
                </a:lnTo>
                <a:lnTo>
                  <a:pt x="19170" y="89370"/>
                </a:lnTo>
                <a:lnTo>
                  <a:pt x="19170" y="90315"/>
                </a:lnTo>
                <a:lnTo>
                  <a:pt x="19305" y="91125"/>
                </a:lnTo>
                <a:lnTo>
                  <a:pt x="19440" y="91935"/>
                </a:lnTo>
                <a:lnTo>
                  <a:pt x="19845" y="93015"/>
                </a:lnTo>
                <a:lnTo>
                  <a:pt x="20790" y="94500"/>
                </a:lnTo>
                <a:lnTo>
                  <a:pt x="16740" y="94500"/>
                </a:lnTo>
                <a:lnTo>
                  <a:pt x="10395" y="94500"/>
                </a:lnTo>
                <a:lnTo>
                  <a:pt x="0" y="94500"/>
                </a:lnTo>
                <a:close/>
                <a:moveTo>
                  <a:pt x="27270" y="10665"/>
                </a:moveTo>
                <a:lnTo>
                  <a:pt x="26190" y="11475"/>
                </a:lnTo>
                <a:lnTo>
                  <a:pt x="25245" y="12285"/>
                </a:lnTo>
                <a:lnTo>
                  <a:pt x="24300" y="13230"/>
                </a:lnTo>
                <a:lnTo>
                  <a:pt x="23490" y="14175"/>
                </a:lnTo>
                <a:lnTo>
                  <a:pt x="22680" y="15120"/>
                </a:lnTo>
                <a:lnTo>
                  <a:pt x="22005" y="16200"/>
                </a:lnTo>
                <a:lnTo>
                  <a:pt x="21465" y="17280"/>
                </a:lnTo>
                <a:lnTo>
                  <a:pt x="20925" y="18360"/>
                </a:lnTo>
                <a:lnTo>
                  <a:pt x="20520" y="19440"/>
                </a:lnTo>
                <a:lnTo>
                  <a:pt x="20115" y="20655"/>
                </a:lnTo>
                <a:lnTo>
                  <a:pt x="19845" y="21870"/>
                </a:lnTo>
                <a:lnTo>
                  <a:pt x="19710" y="22950"/>
                </a:lnTo>
                <a:lnTo>
                  <a:pt x="19575" y="24165"/>
                </a:lnTo>
                <a:lnTo>
                  <a:pt x="19575" y="25380"/>
                </a:lnTo>
                <a:lnTo>
                  <a:pt x="19575" y="26595"/>
                </a:lnTo>
                <a:lnTo>
                  <a:pt x="19710" y="27810"/>
                </a:lnTo>
                <a:lnTo>
                  <a:pt x="19980" y="29295"/>
                </a:lnTo>
                <a:lnTo>
                  <a:pt x="20385" y="30510"/>
                </a:lnTo>
                <a:lnTo>
                  <a:pt x="21195" y="32805"/>
                </a:lnTo>
                <a:lnTo>
                  <a:pt x="22410" y="35100"/>
                </a:lnTo>
                <a:lnTo>
                  <a:pt x="23895" y="37125"/>
                </a:lnTo>
                <a:lnTo>
                  <a:pt x="24705" y="38070"/>
                </a:lnTo>
                <a:lnTo>
                  <a:pt x="25650" y="39015"/>
                </a:lnTo>
                <a:lnTo>
                  <a:pt x="26595" y="39960"/>
                </a:lnTo>
                <a:lnTo>
                  <a:pt x="27540" y="40770"/>
                </a:lnTo>
                <a:lnTo>
                  <a:pt x="28620" y="41580"/>
                </a:lnTo>
                <a:lnTo>
                  <a:pt x="29970" y="42255"/>
                </a:lnTo>
                <a:lnTo>
                  <a:pt x="31185" y="41580"/>
                </a:lnTo>
                <a:lnTo>
                  <a:pt x="32265" y="40770"/>
                </a:lnTo>
                <a:lnTo>
                  <a:pt x="33345" y="39960"/>
                </a:lnTo>
                <a:lnTo>
                  <a:pt x="34290" y="39015"/>
                </a:lnTo>
                <a:lnTo>
                  <a:pt x="35235" y="38070"/>
                </a:lnTo>
                <a:lnTo>
                  <a:pt x="36045" y="37125"/>
                </a:lnTo>
                <a:lnTo>
                  <a:pt x="36720" y="36045"/>
                </a:lnTo>
                <a:lnTo>
                  <a:pt x="37665" y="34830"/>
                </a:lnTo>
                <a:lnTo>
                  <a:pt x="38745" y="32535"/>
                </a:lnTo>
                <a:lnTo>
                  <a:pt x="39150" y="31455"/>
                </a:lnTo>
                <a:lnTo>
                  <a:pt x="39690" y="29970"/>
                </a:lnTo>
                <a:lnTo>
                  <a:pt x="39960" y="28620"/>
                </a:lnTo>
                <a:lnTo>
                  <a:pt x="40230" y="27405"/>
                </a:lnTo>
                <a:lnTo>
                  <a:pt x="40365" y="25920"/>
                </a:lnTo>
                <a:lnTo>
                  <a:pt x="40365" y="24705"/>
                </a:lnTo>
                <a:lnTo>
                  <a:pt x="40230" y="23220"/>
                </a:lnTo>
                <a:lnTo>
                  <a:pt x="40095" y="22005"/>
                </a:lnTo>
                <a:lnTo>
                  <a:pt x="39690" y="20655"/>
                </a:lnTo>
                <a:lnTo>
                  <a:pt x="39420" y="19440"/>
                </a:lnTo>
                <a:lnTo>
                  <a:pt x="38880" y="18090"/>
                </a:lnTo>
                <a:lnTo>
                  <a:pt x="38340" y="17010"/>
                </a:lnTo>
                <a:lnTo>
                  <a:pt x="37665" y="15930"/>
                </a:lnTo>
                <a:lnTo>
                  <a:pt x="36990" y="14985"/>
                </a:lnTo>
                <a:lnTo>
                  <a:pt x="36045" y="13770"/>
                </a:lnTo>
                <a:lnTo>
                  <a:pt x="35100" y="12690"/>
                </a:lnTo>
                <a:lnTo>
                  <a:pt x="33885" y="11610"/>
                </a:lnTo>
                <a:lnTo>
                  <a:pt x="32940" y="10800"/>
                </a:lnTo>
                <a:lnTo>
                  <a:pt x="31590" y="9855"/>
                </a:lnTo>
                <a:lnTo>
                  <a:pt x="29970" y="9045"/>
                </a:lnTo>
                <a:lnTo>
                  <a:pt x="29295" y="9315"/>
                </a:lnTo>
                <a:close/>
              </a:path>
            </a:pathLst>
          </a:custGeom>
          <a:solidFill>
            <a:srgbClr val="000000"/>
          </a:solidFill>
          <a:ln>
            <a:noFill/>
          </a:ln>
        </p:spPr>
        <p:txBody>
          <a:bodyPr rtlCol="0" anchor="ctr"/>
          <a:lstStyle/>
          <a:p>
            <a:pPr algn="ctr"/>
          </a:p>
        </p:txBody>
      </p:sp>
      <p:sp>
        <p:nvSpPr>
          <p:cNvPr id="28" name="𐰋"/>
          <p:cNvSpPr/>
          <p:nvPr/>
        </p:nvSpPr>
        <p:spPr>
          <a:xfrm>
            <a:off x="9456934" y="2599563"/>
            <a:ext cx="410451" cy="720090"/>
          </a:xfrm>
          <a:custGeom>
            <a:avLst/>
            <a:gdLst/>
            <a:ahLst/>
            <a:cxnLst/>
            <a:rect l="l" t="t" r="r" b="b"/>
            <a:pathLst>
              <a:path w="53865" h="94500" stroke="0">
                <a:moveTo>
                  <a:pt x="2835" y="92610"/>
                </a:moveTo>
                <a:lnTo>
                  <a:pt x="4860" y="90990"/>
                </a:lnTo>
                <a:lnTo>
                  <a:pt x="6480" y="89370"/>
                </a:lnTo>
                <a:lnTo>
                  <a:pt x="7830" y="87750"/>
                </a:lnTo>
                <a:lnTo>
                  <a:pt x="8505" y="86670"/>
                </a:lnTo>
                <a:lnTo>
                  <a:pt x="20115" y="66150"/>
                </a:lnTo>
                <a:lnTo>
                  <a:pt x="17685" y="64395"/>
                </a:lnTo>
                <a:lnTo>
                  <a:pt x="15525" y="62640"/>
                </a:lnTo>
                <a:lnTo>
                  <a:pt x="13500" y="60615"/>
                </a:lnTo>
                <a:lnTo>
                  <a:pt x="11475" y="58320"/>
                </a:lnTo>
                <a:lnTo>
                  <a:pt x="9855" y="55890"/>
                </a:lnTo>
                <a:lnTo>
                  <a:pt x="8235" y="53190"/>
                </a:lnTo>
                <a:lnTo>
                  <a:pt x="6885" y="50490"/>
                </a:lnTo>
                <a:lnTo>
                  <a:pt x="5805" y="47520"/>
                </a:lnTo>
                <a:lnTo>
                  <a:pt x="4860" y="44415"/>
                </a:lnTo>
                <a:lnTo>
                  <a:pt x="4185" y="41310"/>
                </a:lnTo>
                <a:lnTo>
                  <a:pt x="3780" y="38070"/>
                </a:lnTo>
                <a:lnTo>
                  <a:pt x="3645" y="34965"/>
                </a:lnTo>
                <a:lnTo>
                  <a:pt x="3780" y="31725"/>
                </a:lnTo>
                <a:lnTo>
                  <a:pt x="4050" y="28485"/>
                </a:lnTo>
                <a:lnTo>
                  <a:pt x="4590" y="25380"/>
                </a:lnTo>
                <a:lnTo>
                  <a:pt x="5400" y="22275"/>
                </a:lnTo>
                <a:lnTo>
                  <a:pt x="6210" y="19845"/>
                </a:lnTo>
                <a:lnTo>
                  <a:pt x="7155" y="17550"/>
                </a:lnTo>
                <a:lnTo>
                  <a:pt x="8235" y="15525"/>
                </a:lnTo>
                <a:lnTo>
                  <a:pt x="9450" y="13365"/>
                </a:lnTo>
                <a:lnTo>
                  <a:pt x="10800" y="11340"/>
                </a:lnTo>
                <a:lnTo>
                  <a:pt x="12150" y="9585"/>
                </a:lnTo>
                <a:lnTo>
                  <a:pt x="13635" y="7965"/>
                </a:lnTo>
                <a:lnTo>
                  <a:pt x="15255" y="6345"/>
                </a:lnTo>
                <a:lnTo>
                  <a:pt x="17415" y="4590"/>
                </a:lnTo>
                <a:lnTo>
                  <a:pt x="19305" y="3240"/>
                </a:lnTo>
                <a:lnTo>
                  <a:pt x="21735" y="1755"/>
                </a:lnTo>
                <a:lnTo>
                  <a:pt x="23895" y="675"/>
                </a:lnTo>
                <a:lnTo>
                  <a:pt x="25110" y="135"/>
                </a:lnTo>
                <a:lnTo>
                  <a:pt x="26595" y="0"/>
                </a:lnTo>
                <a:lnTo>
                  <a:pt x="27945" y="0"/>
                </a:lnTo>
                <a:lnTo>
                  <a:pt x="29295" y="405"/>
                </a:lnTo>
                <a:lnTo>
                  <a:pt x="30915" y="1080"/>
                </a:lnTo>
                <a:lnTo>
                  <a:pt x="32805" y="2160"/>
                </a:lnTo>
                <a:lnTo>
                  <a:pt x="34425" y="3240"/>
                </a:lnTo>
                <a:lnTo>
                  <a:pt x="36045" y="4320"/>
                </a:lnTo>
                <a:lnTo>
                  <a:pt x="37665" y="5535"/>
                </a:lnTo>
                <a:lnTo>
                  <a:pt x="39015" y="6750"/>
                </a:lnTo>
                <a:lnTo>
                  <a:pt x="40365" y="8100"/>
                </a:lnTo>
                <a:lnTo>
                  <a:pt x="41580" y="9585"/>
                </a:lnTo>
                <a:lnTo>
                  <a:pt x="42795" y="11070"/>
                </a:lnTo>
                <a:lnTo>
                  <a:pt x="44010" y="12825"/>
                </a:lnTo>
                <a:lnTo>
                  <a:pt x="44955" y="14310"/>
                </a:lnTo>
                <a:lnTo>
                  <a:pt x="45900" y="16200"/>
                </a:lnTo>
                <a:lnTo>
                  <a:pt x="46710" y="17820"/>
                </a:lnTo>
                <a:lnTo>
                  <a:pt x="47520" y="19845"/>
                </a:lnTo>
                <a:lnTo>
                  <a:pt x="48195" y="21870"/>
                </a:lnTo>
                <a:lnTo>
                  <a:pt x="48870" y="23895"/>
                </a:lnTo>
                <a:lnTo>
                  <a:pt x="49410" y="26730"/>
                </a:lnTo>
                <a:lnTo>
                  <a:pt x="49950" y="29970"/>
                </a:lnTo>
                <a:lnTo>
                  <a:pt x="50085" y="33075"/>
                </a:lnTo>
                <a:lnTo>
                  <a:pt x="50085" y="36315"/>
                </a:lnTo>
                <a:lnTo>
                  <a:pt x="49815" y="39555"/>
                </a:lnTo>
                <a:lnTo>
                  <a:pt x="49410" y="42390"/>
                </a:lnTo>
                <a:lnTo>
                  <a:pt x="48600" y="45495"/>
                </a:lnTo>
                <a:lnTo>
                  <a:pt x="47790" y="48195"/>
                </a:lnTo>
                <a:lnTo>
                  <a:pt x="46575" y="51165"/>
                </a:lnTo>
                <a:lnTo>
                  <a:pt x="45360" y="53730"/>
                </a:lnTo>
                <a:lnTo>
                  <a:pt x="43740" y="56295"/>
                </a:lnTo>
                <a:lnTo>
                  <a:pt x="42120" y="58590"/>
                </a:lnTo>
                <a:lnTo>
                  <a:pt x="40095" y="60885"/>
                </a:lnTo>
                <a:lnTo>
                  <a:pt x="38205" y="62775"/>
                </a:lnTo>
                <a:lnTo>
                  <a:pt x="36045" y="64395"/>
                </a:lnTo>
                <a:lnTo>
                  <a:pt x="33615" y="66150"/>
                </a:lnTo>
                <a:lnTo>
                  <a:pt x="45360" y="86670"/>
                </a:lnTo>
                <a:lnTo>
                  <a:pt x="46035" y="87750"/>
                </a:lnTo>
                <a:lnTo>
                  <a:pt x="47385" y="89370"/>
                </a:lnTo>
                <a:lnTo>
                  <a:pt x="49275" y="91260"/>
                </a:lnTo>
                <a:lnTo>
                  <a:pt x="51435" y="92880"/>
                </a:lnTo>
                <a:lnTo>
                  <a:pt x="53865" y="94500"/>
                </a:lnTo>
                <a:lnTo>
                  <a:pt x="43740" y="94500"/>
                </a:lnTo>
                <a:lnTo>
                  <a:pt x="37800" y="94500"/>
                </a:lnTo>
                <a:lnTo>
                  <a:pt x="33750" y="94500"/>
                </a:lnTo>
                <a:lnTo>
                  <a:pt x="34020" y="93690"/>
                </a:lnTo>
                <a:lnTo>
                  <a:pt x="34290" y="92880"/>
                </a:lnTo>
                <a:lnTo>
                  <a:pt x="34560" y="92070"/>
                </a:lnTo>
                <a:lnTo>
                  <a:pt x="34560" y="91260"/>
                </a:lnTo>
                <a:lnTo>
                  <a:pt x="34560" y="89910"/>
                </a:lnTo>
                <a:lnTo>
                  <a:pt x="34290" y="89100"/>
                </a:lnTo>
                <a:lnTo>
                  <a:pt x="34155" y="88290"/>
                </a:lnTo>
                <a:lnTo>
                  <a:pt x="33345" y="86670"/>
                </a:lnTo>
                <a:lnTo>
                  <a:pt x="26865" y="75330"/>
                </a:lnTo>
                <a:lnTo>
                  <a:pt x="20520" y="86670"/>
                </a:lnTo>
                <a:lnTo>
                  <a:pt x="19710" y="88290"/>
                </a:lnTo>
                <a:lnTo>
                  <a:pt x="19305" y="89640"/>
                </a:lnTo>
                <a:lnTo>
                  <a:pt x="19305" y="90450"/>
                </a:lnTo>
                <a:lnTo>
                  <a:pt x="19305" y="91260"/>
                </a:lnTo>
                <a:lnTo>
                  <a:pt x="19305" y="92070"/>
                </a:lnTo>
                <a:lnTo>
                  <a:pt x="19440" y="92880"/>
                </a:lnTo>
                <a:lnTo>
                  <a:pt x="19710" y="93690"/>
                </a:lnTo>
                <a:lnTo>
                  <a:pt x="20115" y="94500"/>
                </a:lnTo>
                <a:lnTo>
                  <a:pt x="16065" y="94500"/>
                </a:lnTo>
                <a:lnTo>
                  <a:pt x="9990" y="94500"/>
                </a:lnTo>
                <a:lnTo>
                  <a:pt x="0" y="94500"/>
                </a:lnTo>
                <a:close/>
                <a:moveTo>
                  <a:pt x="25110" y="10395"/>
                </a:moveTo>
                <a:lnTo>
                  <a:pt x="23760" y="11475"/>
                </a:lnTo>
                <a:lnTo>
                  <a:pt x="22680" y="12555"/>
                </a:lnTo>
                <a:lnTo>
                  <a:pt x="21465" y="13905"/>
                </a:lnTo>
                <a:lnTo>
                  <a:pt x="20520" y="15255"/>
                </a:lnTo>
                <a:lnTo>
                  <a:pt x="19575" y="16605"/>
                </a:lnTo>
                <a:lnTo>
                  <a:pt x="18630" y="18225"/>
                </a:lnTo>
                <a:lnTo>
                  <a:pt x="17685" y="19980"/>
                </a:lnTo>
                <a:lnTo>
                  <a:pt x="17010" y="21735"/>
                </a:lnTo>
                <a:lnTo>
                  <a:pt x="16470" y="23355"/>
                </a:lnTo>
                <a:lnTo>
                  <a:pt x="15930" y="25110"/>
                </a:lnTo>
                <a:lnTo>
                  <a:pt x="15390" y="27135"/>
                </a:lnTo>
                <a:lnTo>
                  <a:pt x="15120" y="29025"/>
                </a:lnTo>
                <a:lnTo>
                  <a:pt x="14850" y="30780"/>
                </a:lnTo>
                <a:lnTo>
                  <a:pt x="14715" y="32670"/>
                </a:lnTo>
                <a:lnTo>
                  <a:pt x="14715" y="34830"/>
                </a:lnTo>
                <a:lnTo>
                  <a:pt x="14850" y="36990"/>
                </a:lnTo>
                <a:lnTo>
                  <a:pt x="14985" y="38880"/>
                </a:lnTo>
                <a:lnTo>
                  <a:pt x="15255" y="40635"/>
                </a:lnTo>
                <a:lnTo>
                  <a:pt x="15660" y="42525"/>
                </a:lnTo>
                <a:lnTo>
                  <a:pt x="16200" y="44550"/>
                </a:lnTo>
                <a:lnTo>
                  <a:pt x="16740" y="46305"/>
                </a:lnTo>
                <a:lnTo>
                  <a:pt x="17415" y="47925"/>
                </a:lnTo>
                <a:lnTo>
                  <a:pt x="18090" y="49545"/>
                </a:lnTo>
                <a:lnTo>
                  <a:pt x="18900" y="51030"/>
                </a:lnTo>
                <a:lnTo>
                  <a:pt x="19845" y="52515"/>
                </a:lnTo>
                <a:lnTo>
                  <a:pt x="20790" y="54000"/>
                </a:lnTo>
                <a:lnTo>
                  <a:pt x="21870" y="55350"/>
                </a:lnTo>
                <a:lnTo>
                  <a:pt x="22950" y="56565"/>
                </a:lnTo>
                <a:lnTo>
                  <a:pt x="24165" y="57645"/>
                </a:lnTo>
                <a:lnTo>
                  <a:pt x="25515" y="58725"/>
                </a:lnTo>
                <a:lnTo>
                  <a:pt x="26865" y="59805"/>
                </a:lnTo>
                <a:lnTo>
                  <a:pt x="28350" y="58725"/>
                </a:lnTo>
                <a:lnTo>
                  <a:pt x="29565" y="57645"/>
                </a:lnTo>
                <a:lnTo>
                  <a:pt x="30780" y="56565"/>
                </a:lnTo>
                <a:lnTo>
                  <a:pt x="32130" y="55080"/>
                </a:lnTo>
                <a:lnTo>
                  <a:pt x="33210" y="53730"/>
                </a:lnTo>
                <a:lnTo>
                  <a:pt x="34155" y="52380"/>
                </a:lnTo>
                <a:lnTo>
                  <a:pt x="34965" y="50895"/>
                </a:lnTo>
                <a:lnTo>
                  <a:pt x="35910" y="49005"/>
                </a:lnTo>
                <a:lnTo>
                  <a:pt x="36720" y="47385"/>
                </a:lnTo>
                <a:lnTo>
                  <a:pt x="37260" y="45630"/>
                </a:lnTo>
                <a:lnTo>
                  <a:pt x="37800" y="43875"/>
                </a:lnTo>
                <a:lnTo>
                  <a:pt x="38340" y="41850"/>
                </a:lnTo>
                <a:lnTo>
                  <a:pt x="38610" y="40095"/>
                </a:lnTo>
                <a:lnTo>
                  <a:pt x="38880" y="37935"/>
                </a:lnTo>
                <a:lnTo>
                  <a:pt x="39015" y="36045"/>
                </a:lnTo>
                <a:lnTo>
                  <a:pt x="39150" y="33885"/>
                </a:lnTo>
                <a:lnTo>
                  <a:pt x="39015" y="31725"/>
                </a:lnTo>
                <a:lnTo>
                  <a:pt x="38880" y="29970"/>
                </a:lnTo>
                <a:lnTo>
                  <a:pt x="38475" y="27810"/>
                </a:lnTo>
                <a:lnTo>
                  <a:pt x="38070" y="26055"/>
                </a:lnTo>
                <a:lnTo>
                  <a:pt x="37530" y="23895"/>
                </a:lnTo>
                <a:lnTo>
                  <a:pt x="36990" y="22275"/>
                </a:lnTo>
                <a:lnTo>
                  <a:pt x="36180" y="20250"/>
                </a:lnTo>
                <a:lnTo>
                  <a:pt x="35370" y="18765"/>
                </a:lnTo>
                <a:lnTo>
                  <a:pt x="34425" y="16875"/>
                </a:lnTo>
                <a:lnTo>
                  <a:pt x="33345" y="15255"/>
                </a:lnTo>
                <a:lnTo>
                  <a:pt x="32130" y="13635"/>
                </a:lnTo>
                <a:lnTo>
                  <a:pt x="30780" y="12150"/>
                </a:lnTo>
                <a:lnTo>
                  <a:pt x="29025" y="10530"/>
                </a:lnTo>
                <a:lnTo>
                  <a:pt x="26865" y="9045"/>
                </a:lnTo>
                <a:close/>
              </a:path>
            </a:pathLst>
          </a:custGeom>
          <a:solidFill>
            <a:srgbClr val="000000"/>
          </a:solidFill>
          <a:ln>
            <a:noFill/>
          </a:ln>
        </p:spPr>
        <p:txBody>
          <a:bodyPr rtlCol="0" anchor="ctr"/>
          <a:lstStyle/>
          <a:p>
            <a:pPr algn="ctr"/>
          </a:p>
        </p:txBody>
      </p:sp>
      <p:sp>
        <p:nvSpPr>
          <p:cNvPr id="29" name="AG"/>
          <p:cNvSpPr txBox="1"/>
          <p:nvPr/>
        </p:nvSpPr>
        <p:spPr>
          <a:xfrm>
            <a:off x="1002792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AG</a:t>
            </a:r>
          </a:p>
        </p:txBody>
      </p:sp>
      <p:sp>
        <p:nvSpPr>
          <p:cNvPr id="30" name="𐰍"/>
          <p:cNvSpPr/>
          <p:nvPr/>
        </p:nvSpPr>
        <p:spPr>
          <a:xfrm>
            <a:off x="10220935" y="2404110"/>
            <a:ext cx="497891" cy="720090"/>
          </a:xfrm>
          <a:custGeom>
            <a:avLst/>
            <a:gdLst/>
            <a:ahLst/>
            <a:cxnLst/>
            <a:rect l="l" t="t" r="r" b="b"/>
            <a:pathLst>
              <a:path w="65340" h="94500" stroke="0">
                <a:moveTo>
                  <a:pt x="24840" y="91395"/>
                </a:moveTo>
                <a:lnTo>
                  <a:pt x="25920" y="89100"/>
                </a:lnTo>
                <a:lnTo>
                  <a:pt x="26595" y="86940"/>
                </a:lnTo>
                <a:lnTo>
                  <a:pt x="26595" y="56835"/>
                </a:lnTo>
                <a:lnTo>
                  <a:pt x="38745" y="56835"/>
                </a:lnTo>
                <a:lnTo>
                  <a:pt x="38745" y="86940"/>
                </a:lnTo>
                <a:lnTo>
                  <a:pt x="39420" y="89100"/>
                </a:lnTo>
                <a:lnTo>
                  <a:pt x="40500" y="91395"/>
                </a:lnTo>
                <a:lnTo>
                  <a:pt x="42795" y="91935"/>
                </a:lnTo>
                <a:lnTo>
                  <a:pt x="42795" y="94500"/>
                </a:lnTo>
                <a:lnTo>
                  <a:pt x="22545" y="94500"/>
                </a:lnTo>
                <a:lnTo>
                  <a:pt x="22545" y="91935"/>
                </a:lnTo>
                <a:close/>
                <a:moveTo>
                  <a:pt x="9585" y="1485"/>
                </a:moveTo>
                <a:lnTo>
                  <a:pt x="12015" y="2700"/>
                </a:lnTo>
                <a:lnTo>
                  <a:pt x="14445" y="3915"/>
                </a:lnTo>
                <a:lnTo>
                  <a:pt x="16605" y="5130"/>
                </a:lnTo>
                <a:lnTo>
                  <a:pt x="18630" y="6480"/>
                </a:lnTo>
                <a:lnTo>
                  <a:pt x="20520" y="7965"/>
                </a:lnTo>
                <a:lnTo>
                  <a:pt x="22140" y="9315"/>
                </a:lnTo>
                <a:lnTo>
                  <a:pt x="23625" y="10800"/>
                </a:lnTo>
                <a:lnTo>
                  <a:pt x="24975" y="12420"/>
                </a:lnTo>
                <a:lnTo>
                  <a:pt x="26190" y="13905"/>
                </a:lnTo>
                <a:lnTo>
                  <a:pt x="27135" y="15525"/>
                </a:lnTo>
                <a:lnTo>
                  <a:pt x="27945" y="17145"/>
                </a:lnTo>
                <a:lnTo>
                  <a:pt x="28620" y="18765"/>
                </a:lnTo>
                <a:lnTo>
                  <a:pt x="29025" y="20520"/>
                </a:lnTo>
                <a:lnTo>
                  <a:pt x="29295" y="22140"/>
                </a:lnTo>
                <a:lnTo>
                  <a:pt x="29295" y="23625"/>
                </a:lnTo>
                <a:lnTo>
                  <a:pt x="29160" y="25380"/>
                </a:lnTo>
                <a:lnTo>
                  <a:pt x="28890" y="27000"/>
                </a:lnTo>
                <a:lnTo>
                  <a:pt x="28350" y="28620"/>
                </a:lnTo>
                <a:lnTo>
                  <a:pt x="27675" y="30240"/>
                </a:lnTo>
                <a:lnTo>
                  <a:pt x="26730" y="31860"/>
                </a:lnTo>
                <a:lnTo>
                  <a:pt x="25650" y="33480"/>
                </a:lnTo>
                <a:lnTo>
                  <a:pt x="24435" y="34965"/>
                </a:lnTo>
                <a:lnTo>
                  <a:pt x="22950" y="36450"/>
                </a:lnTo>
                <a:lnTo>
                  <a:pt x="21330" y="37935"/>
                </a:lnTo>
                <a:lnTo>
                  <a:pt x="19575" y="39285"/>
                </a:lnTo>
                <a:lnTo>
                  <a:pt x="17550" y="40635"/>
                </a:lnTo>
                <a:lnTo>
                  <a:pt x="15390" y="41850"/>
                </a:lnTo>
                <a:lnTo>
                  <a:pt x="13230" y="43065"/>
                </a:lnTo>
                <a:lnTo>
                  <a:pt x="11070" y="44145"/>
                </a:lnTo>
                <a:lnTo>
                  <a:pt x="8505" y="45225"/>
                </a:lnTo>
                <a:lnTo>
                  <a:pt x="5805" y="46170"/>
                </a:lnTo>
                <a:lnTo>
                  <a:pt x="135" y="38880"/>
                </a:lnTo>
                <a:lnTo>
                  <a:pt x="2025" y="38205"/>
                </a:lnTo>
                <a:lnTo>
                  <a:pt x="4050" y="37395"/>
                </a:lnTo>
                <a:lnTo>
                  <a:pt x="5670" y="36585"/>
                </a:lnTo>
                <a:lnTo>
                  <a:pt x="7425" y="35640"/>
                </a:lnTo>
                <a:lnTo>
                  <a:pt x="8775" y="34830"/>
                </a:lnTo>
                <a:lnTo>
                  <a:pt x="10260" y="33885"/>
                </a:lnTo>
                <a:lnTo>
                  <a:pt x="11475" y="32940"/>
                </a:lnTo>
                <a:lnTo>
                  <a:pt x="12690" y="31995"/>
                </a:lnTo>
                <a:lnTo>
                  <a:pt x="13770" y="30915"/>
                </a:lnTo>
                <a:lnTo>
                  <a:pt x="14580" y="29970"/>
                </a:lnTo>
                <a:lnTo>
                  <a:pt x="15390" y="28890"/>
                </a:lnTo>
                <a:lnTo>
                  <a:pt x="15930" y="27945"/>
                </a:lnTo>
                <a:lnTo>
                  <a:pt x="16470" y="26865"/>
                </a:lnTo>
                <a:lnTo>
                  <a:pt x="16875" y="25650"/>
                </a:lnTo>
                <a:lnTo>
                  <a:pt x="17010" y="24705"/>
                </a:lnTo>
                <a:lnTo>
                  <a:pt x="17145" y="23490"/>
                </a:lnTo>
                <a:lnTo>
                  <a:pt x="17145" y="22275"/>
                </a:lnTo>
                <a:lnTo>
                  <a:pt x="16875" y="21330"/>
                </a:lnTo>
                <a:lnTo>
                  <a:pt x="16605" y="20115"/>
                </a:lnTo>
                <a:lnTo>
                  <a:pt x="16065" y="19035"/>
                </a:lnTo>
                <a:lnTo>
                  <a:pt x="15390" y="17820"/>
                </a:lnTo>
                <a:lnTo>
                  <a:pt x="14715" y="16740"/>
                </a:lnTo>
                <a:lnTo>
                  <a:pt x="13770" y="15795"/>
                </a:lnTo>
                <a:lnTo>
                  <a:pt x="12825" y="14715"/>
                </a:lnTo>
                <a:lnTo>
                  <a:pt x="11610" y="13635"/>
                </a:lnTo>
                <a:lnTo>
                  <a:pt x="10395" y="12690"/>
                </a:lnTo>
                <a:lnTo>
                  <a:pt x="8910" y="11610"/>
                </a:lnTo>
                <a:lnTo>
                  <a:pt x="7290" y="10665"/>
                </a:lnTo>
                <a:lnTo>
                  <a:pt x="5535" y="9720"/>
                </a:lnTo>
                <a:lnTo>
                  <a:pt x="3915" y="8910"/>
                </a:lnTo>
                <a:lnTo>
                  <a:pt x="1890" y="7965"/>
                </a:lnTo>
                <a:lnTo>
                  <a:pt x="0" y="7290"/>
                </a:lnTo>
                <a:lnTo>
                  <a:pt x="5940" y="0"/>
                </a:lnTo>
                <a:close/>
                <a:moveTo>
                  <a:pt x="60885" y="9180"/>
                </a:moveTo>
                <a:lnTo>
                  <a:pt x="57780" y="10800"/>
                </a:lnTo>
                <a:lnTo>
                  <a:pt x="55215" y="12555"/>
                </a:lnTo>
                <a:lnTo>
                  <a:pt x="54135" y="13365"/>
                </a:lnTo>
                <a:lnTo>
                  <a:pt x="52920" y="14310"/>
                </a:lnTo>
                <a:lnTo>
                  <a:pt x="52110" y="15255"/>
                </a:lnTo>
                <a:lnTo>
                  <a:pt x="51165" y="16335"/>
                </a:lnTo>
                <a:lnTo>
                  <a:pt x="50490" y="17145"/>
                </a:lnTo>
                <a:lnTo>
                  <a:pt x="49815" y="18225"/>
                </a:lnTo>
                <a:lnTo>
                  <a:pt x="49140" y="19170"/>
                </a:lnTo>
                <a:lnTo>
                  <a:pt x="48735" y="20250"/>
                </a:lnTo>
                <a:lnTo>
                  <a:pt x="48465" y="21330"/>
                </a:lnTo>
                <a:lnTo>
                  <a:pt x="48330" y="22275"/>
                </a:lnTo>
                <a:lnTo>
                  <a:pt x="48195" y="23490"/>
                </a:lnTo>
                <a:lnTo>
                  <a:pt x="48330" y="24705"/>
                </a:lnTo>
                <a:lnTo>
                  <a:pt x="48600" y="25920"/>
                </a:lnTo>
                <a:lnTo>
                  <a:pt x="49005" y="26865"/>
                </a:lnTo>
                <a:lnTo>
                  <a:pt x="49545" y="28080"/>
                </a:lnTo>
                <a:lnTo>
                  <a:pt x="50355" y="29295"/>
                </a:lnTo>
                <a:lnTo>
                  <a:pt x="51300" y="30510"/>
                </a:lnTo>
                <a:lnTo>
                  <a:pt x="52245" y="31455"/>
                </a:lnTo>
                <a:lnTo>
                  <a:pt x="53460" y="32670"/>
                </a:lnTo>
                <a:lnTo>
                  <a:pt x="54810" y="33615"/>
                </a:lnTo>
                <a:lnTo>
                  <a:pt x="56160" y="34560"/>
                </a:lnTo>
                <a:lnTo>
                  <a:pt x="57780" y="35505"/>
                </a:lnTo>
                <a:lnTo>
                  <a:pt x="59535" y="36450"/>
                </a:lnTo>
                <a:lnTo>
                  <a:pt x="61290" y="37395"/>
                </a:lnTo>
                <a:lnTo>
                  <a:pt x="63450" y="38205"/>
                </a:lnTo>
                <a:lnTo>
                  <a:pt x="65205" y="38880"/>
                </a:lnTo>
                <a:lnTo>
                  <a:pt x="59535" y="46170"/>
                </a:lnTo>
                <a:lnTo>
                  <a:pt x="56835" y="45225"/>
                </a:lnTo>
                <a:lnTo>
                  <a:pt x="53865" y="43875"/>
                </a:lnTo>
                <a:lnTo>
                  <a:pt x="51435" y="42795"/>
                </a:lnTo>
                <a:lnTo>
                  <a:pt x="49275" y="41445"/>
                </a:lnTo>
                <a:lnTo>
                  <a:pt x="46845" y="39960"/>
                </a:lnTo>
                <a:lnTo>
                  <a:pt x="44955" y="38610"/>
                </a:lnTo>
                <a:lnTo>
                  <a:pt x="43065" y="36990"/>
                </a:lnTo>
                <a:lnTo>
                  <a:pt x="41445" y="35505"/>
                </a:lnTo>
                <a:lnTo>
                  <a:pt x="39960" y="33750"/>
                </a:lnTo>
                <a:lnTo>
                  <a:pt x="38880" y="32130"/>
                </a:lnTo>
                <a:lnTo>
                  <a:pt x="37800" y="30240"/>
                </a:lnTo>
                <a:lnTo>
                  <a:pt x="37125" y="28620"/>
                </a:lnTo>
                <a:lnTo>
                  <a:pt x="36585" y="27000"/>
                </a:lnTo>
                <a:lnTo>
                  <a:pt x="36180" y="25110"/>
                </a:lnTo>
                <a:lnTo>
                  <a:pt x="36045" y="23355"/>
                </a:lnTo>
                <a:lnTo>
                  <a:pt x="36180" y="21600"/>
                </a:lnTo>
                <a:lnTo>
                  <a:pt x="36450" y="20250"/>
                </a:lnTo>
                <a:lnTo>
                  <a:pt x="36720" y="18900"/>
                </a:lnTo>
                <a:lnTo>
                  <a:pt x="37125" y="17685"/>
                </a:lnTo>
                <a:lnTo>
                  <a:pt x="37800" y="16335"/>
                </a:lnTo>
                <a:lnTo>
                  <a:pt x="38475" y="15120"/>
                </a:lnTo>
                <a:lnTo>
                  <a:pt x="39285" y="13770"/>
                </a:lnTo>
                <a:lnTo>
                  <a:pt x="40230" y="12690"/>
                </a:lnTo>
                <a:lnTo>
                  <a:pt x="41310" y="11340"/>
                </a:lnTo>
                <a:lnTo>
                  <a:pt x="42525" y="10125"/>
                </a:lnTo>
                <a:lnTo>
                  <a:pt x="43740" y="8910"/>
                </a:lnTo>
                <a:lnTo>
                  <a:pt x="44955" y="7965"/>
                </a:lnTo>
                <a:lnTo>
                  <a:pt x="46440" y="6750"/>
                </a:lnTo>
                <a:lnTo>
                  <a:pt x="48195" y="5670"/>
                </a:lnTo>
                <a:lnTo>
                  <a:pt x="49815" y="4590"/>
                </a:lnTo>
                <a:lnTo>
                  <a:pt x="53325" y="2700"/>
                </a:lnTo>
                <a:lnTo>
                  <a:pt x="56295" y="1215"/>
                </a:lnTo>
                <a:lnTo>
                  <a:pt x="59400" y="0"/>
                </a:lnTo>
                <a:lnTo>
                  <a:pt x="65340" y="7290"/>
                </a:lnTo>
                <a:lnTo>
                  <a:pt x="64260" y="7695"/>
                </a:lnTo>
                <a:close/>
              </a:path>
            </a:pathLst>
          </a:custGeom>
          <a:solidFill>
            <a:srgbClr val="000000"/>
          </a:solidFill>
          <a:ln>
            <a:noFill/>
          </a:ln>
        </p:spPr>
        <p:txBody>
          <a:bodyPr rtlCol="0" anchor="ctr"/>
          <a:lstStyle/>
          <a:p>
            <a:pPr algn="ctr"/>
          </a:p>
        </p:txBody>
      </p:sp>
      <p:sp>
        <p:nvSpPr>
          <p:cNvPr id="31" name="𐰍"/>
          <p:cNvSpPr/>
          <p:nvPr/>
        </p:nvSpPr>
        <p:spPr>
          <a:xfrm>
            <a:off x="10907001" y="2599563"/>
            <a:ext cx="619277" cy="524637"/>
          </a:xfrm>
          <a:custGeom>
            <a:avLst/>
            <a:gdLst/>
            <a:ahLst/>
            <a:cxnLst/>
            <a:rect l="l" t="t" r="r" b="b"/>
            <a:pathLst>
              <a:path w="81270" h="68850" stroke="0">
                <a:moveTo>
                  <a:pt x="4050" y="61020"/>
                </a:moveTo>
                <a:lnTo>
                  <a:pt x="14445" y="61020"/>
                </a:lnTo>
                <a:lnTo>
                  <a:pt x="15795" y="58185"/>
                </a:lnTo>
                <a:lnTo>
                  <a:pt x="18360" y="51570"/>
                </a:lnTo>
                <a:lnTo>
                  <a:pt x="19710" y="48735"/>
                </a:lnTo>
                <a:lnTo>
                  <a:pt x="21060" y="46170"/>
                </a:lnTo>
                <a:lnTo>
                  <a:pt x="22680" y="43875"/>
                </a:lnTo>
                <a:lnTo>
                  <a:pt x="23760" y="42660"/>
                </a:lnTo>
                <a:lnTo>
                  <a:pt x="25245" y="41040"/>
                </a:lnTo>
                <a:lnTo>
                  <a:pt x="26460" y="39825"/>
                </a:lnTo>
                <a:lnTo>
                  <a:pt x="27945" y="38745"/>
                </a:lnTo>
                <a:lnTo>
                  <a:pt x="29430" y="37665"/>
                </a:lnTo>
                <a:lnTo>
                  <a:pt x="31050" y="36585"/>
                </a:lnTo>
                <a:lnTo>
                  <a:pt x="32940" y="35505"/>
                </a:lnTo>
                <a:lnTo>
                  <a:pt x="35100" y="34425"/>
                </a:lnTo>
                <a:lnTo>
                  <a:pt x="32940" y="33345"/>
                </a:lnTo>
                <a:lnTo>
                  <a:pt x="31320" y="32400"/>
                </a:lnTo>
                <a:lnTo>
                  <a:pt x="29430" y="31185"/>
                </a:lnTo>
                <a:lnTo>
                  <a:pt x="27945" y="30105"/>
                </a:lnTo>
                <a:lnTo>
                  <a:pt x="26460" y="29025"/>
                </a:lnTo>
                <a:lnTo>
                  <a:pt x="25245" y="27810"/>
                </a:lnTo>
                <a:lnTo>
                  <a:pt x="23760" y="26190"/>
                </a:lnTo>
                <a:lnTo>
                  <a:pt x="22680" y="24975"/>
                </a:lnTo>
                <a:lnTo>
                  <a:pt x="21060" y="22680"/>
                </a:lnTo>
                <a:lnTo>
                  <a:pt x="19710" y="20115"/>
                </a:lnTo>
                <a:lnTo>
                  <a:pt x="18360" y="17280"/>
                </a:lnTo>
                <a:lnTo>
                  <a:pt x="15795" y="10665"/>
                </a:lnTo>
                <a:lnTo>
                  <a:pt x="14445" y="7830"/>
                </a:lnTo>
                <a:lnTo>
                  <a:pt x="4050" y="7830"/>
                </a:lnTo>
                <a:lnTo>
                  <a:pt x="3375" y="5670"/>
                </a:lnTo>
                <a:lnTo>
                  <a:pt x="2295" y="3240"/>
                </a:lnTo>
                <a:lnTo>
                  <a:pt x="0" y="2700"/>
                </a:lnTo>
                <a:lnTo>
                  <a:pt x="0" y="0"/>
                </a:lnTo>
                <a:lnTo>
                  <a:pt x="9585" y="0"/>
                </a:lnTo>
                <a:lnTo>
                  <a:pt x="20925" y="0"/>
                </a:lnTo>
                <a:lnTo>
                  <a:pt x="21465" y="540"/>
                </a:lnTo>
                <a:lnTo>
                  <a:pt x="22680" y="1890"/>
                </a:lnTo>
                <a:lnTo>
                  <a:pt x="23895" y="3510"/>
                </a:lnTo>
                <a:lnTo>
                  <a:pt x="24840" y="5265"/>
                </a:lnTo>
                <a:lnTo>
                  <a:pt x="26325" y="8370"/>
                </a:lnTo>
                <a:lnTo>
                  <a:pt x="29295" y="15525"/>
                </a:lnTo>
                <a:lnTo>
                  <a:pt x="31995" y="21870"/>
                </a:lnTo>
                <a:lnTo>
                  <a:pt x="33480" y="24840"/>
                </a:lnTo>
                <a:lnTo>
                  <a:pt x="34290" y="26190"/>
                </a:lnTo>
                <a:lnTo>
                  <a:pt x="35100" y="27270"/>
                </a:lnTo>
                <a:lnTo>
                  <a:pt x="35100" y="7830"/>
                </a:lnTo>
                <a:lnTo>
                  <a:pt x="34425" y="5670"/>
                </a:lnTo>
                <a:lnTo>
                  <a:pt x="33345" y="3240"/>
                </a:lnTo>
                <a:lnTo>
                  <a:pt x="31050" y="2700"/>
                </a:lnTo>
                <a:lnTo>
                  <a:pt x="31050" y="0"/>
                </a:lnTo>
                <a:lnTo>
                  <a:pt x="50220" y="0"/>
                </a:lnTo>
                <a:lnTo>
                  <a:pt x="50220" y="2700"/>
                </a:lnTo>
                <a:lnTo>
                  <a:pt x="47925" y="3240"/>
                </a:lnTo>
                <a:lnTo>
                  <a:pt x="46845" y="5670"/>
                </a:lnTo>
                <a:lnTo>
                  <a:pt x="46170" y="7830"/>
                </a:lnTo>
                <a:lnTo>
                  <a:pt x="46170" y="27270"/>
                </a:lnTo>
                <a:lnTo>
                  <a:pt x="46980" y="26190"/>
                </a:lnTo>
                <a:lnTo>
                  <a:pt x="47790" y="24840"/>
                </a:lnTo>
                <a:lnTo>
                  <a:pt x="49275" y="21870"/>
                </a:lnTo>
                <a:lnTo>
                  <a:pt x="51975" y="15525"/>
                </a:lnTo>
                <a:lnTo>
                  <a:pt x="54945" y="8370"/>
                </a:lnTo>
                <a:lnTo>
                  <a:pt x="56430" y="5265"/>
                </a:lnTo>
                <a:lnTo>
                  <a:pt x="57375" y="3510"/>
                </a:lnTo>
                <a:lnTo>
                  <a:pt x="58590" y="1890"/>
                </a:lnTo>
                <a:lnTo>
                  <a:pt x="59805" y="540"/>
                </a:lnTo>
                <a:lnTo>
                  <a:pt x="60345" y="0"/>
                </a:lnTo>
                <a:lnTo>
                  <a:pt x="71685" y="0"/>
                </a:lnTo>
                <a:lnTo>
                  <a:pt x="81270" y="0"/>
                </a:lnTo>
                <a:lnTo>
                  <a:pt x="81270" y="2700"/>
                </a:lnTo>
                <a:lnTo>
                  <a:pt x="78975" y="3240"/>
                </a:lnTo>
                <a:lnTo>
                  <a:pt x="77895" y="5670"/>
                </a:lnTo>
                <a:lnTo>
                  <a:pt x="77220" y="7830"/>
                </a:lnTo>
                <a:lnTo>
                  <a:pt x="66825" y="7830"/>
                </a:lnTo>
                <a:lnTo>
                  <a:pt x="65475" y="10665"/>
                </a:lnTo>
                <a:lnTo>
                  <a:pt x="62910" y="17280"/>
                </a:lnTo>
                <a:lnTo>
                  <a:pt x="61560" y="20115"/>
                </a:lnTo>
                <a:lnTo>
                  <a:pt x="60210" y="22680"/>
                </a:lnTo>
                <a:lnTo>
                  <a:pt x="58590" y="24975"/>
                </a:lnTo>
                <a:lnTo>
                  <a:pt x="57510" y="26190"/>
                </a:lnTo>
                <a:lnTo>
                  <a:pt x="56025" y="27810"/>
                </a:lnTo>
                <a:lnTo>
                  <a:pt x="54810" y="29025"/>
                </a:lnTo>
                <a:lnTo>
                  <a:pt x="53325" y="30105"/>
                </a:lnTo>
                <a:lnTo>
                  <a:pt x="51840" y="31185"/>
                </a:lnTo>
                <a:lnTo>
                  <a:pt x="49950" y="32400"/>
                </a:lnTo>
                <a:lnTo>
                  <a:pt x="48330" y="33345"/>
                </a:lnTo>
                <a:lnTo>
                  <a:pt x="46170" y="34425"/>
                </a:lnTo>
                <a:lnTo>
                  <a:pt x="48330" y="35505"/>
                </a:lnTo>
                <a:lnTo>
                  <a:pt x="50220" y="36585"/>
                </a:lnTo>
                <a:lnTo>
                  <a:pt x="51840" y="37665"/>
                </a:lnTo>
                <a:lnTo>
                  <a:pt x="53325" y="38745"/>
                </a:lnTo>
                <a:lnTo>
                  <a:pt x="54810" y="39825"/>
                </a:lnTo>
                <a:lnTo>
                  <a:pt x="56025" y="41040"/>
                </a:lnTo>
                <a:lnTo>
                  <a:pt x="57510" y="42660"/>
                </a:lnTo>
                <a:lnTo>
                  <a:pt x="58590" y="43875"/>
                </a:lnTo>
                <a:lnTo>
                  <a:pt x="60210" y="46170"/>
                </a:lnTo>
                <a:lnTo>
                  <a:pt x="61560" y="48735"/>
                </a:lnTo>
                <a:lnTo>
                  <a:pt x="62910" y="51570"/>
                </a:lnTo>
                <a:lnTo>
                  <a:pt x="65475" y="58185"/>
                </a:lnTo>
                <a:lnTo>
                  <a:pt x="66825" y="61020"/>
                </a:lnTo>
                <a:lnTo>
                  <a:pt x="77220" y="61020"/>
                </a:lnTo>
                <a:lnTo>
                  <a:pt x="77895" y="63180"/>
                </a:lnTo>
                <a:lnTo>
                  <a:pt x="78975" y="65610"/>
                </a:lnTo>
                <a:lnTo>
                  <a:pt x="81270" y="66150"/>
                </a:lnTo>
                <a:lnTo>
                  <a:pt x="81270" y="68850"/>
                </a:lnTo>
                <a:lnTo>
                  <a:pt x="71685" y="68850"/>
                </a:lnTo>
                <a:lnTo>
                  <a:pt x="60345" y="68850"/>
                </a:lnTo>
                <a:lnTo>
                  <a:pt x="59805" y="68310"/>
                </a:lnTo>
                <a:lnTo>
                  <a:pt x="58590" y="66960"/>
                </a:lnTo>
                <a:lnTo>
                  <a:pt x="57375" y="65340"/>
                </a:lnTo>
                <a:lnTo>
                  <a:pt x="56430" y="63585"/>
                </a:lnTo>
                <a:lnTo>
                  <a:pt x="54945" y="60480"/>
                </a:lnTo>
                <a:lnTo>
                  <a:pt x="51975" y="53325"/>
                </a:lnTo>
                <a:lnTo>
                  <a:pt x="49275" y="46980"/>
                </a:lnTo>
                <a:lnTo>
                  <a:pt x="47790" y="44010"/>
                </a:lnTo>
                <a:lnTo>
                  <a:pt x="46980" y="42660"/>
                </a:lnTo>
                <a:lnTo>
                  <a:pt x="46170" y="41580"/>
                </a:lnTo>
                <a:lnTo>
                  <a:pt x="46170" y="61020"/>
                </a:lnTo>
                <a:lnTo>
                  <a:pt x="46845" y="63180"/>
                </a:lnTo>
                <a:lnTo>
                  <a:pt x="47925" y="65610"/>
                </a:lnTo>
                <a:lnTo>
                  <a:pt x="50220" y="66150"/>
                </a:lnTo>
                <a:lnTo>
                  <a:pt x="50220" y="68850"/>
                </a:lnTo>
                <a:lnTo>
                  <a:pt x="31050" y="68850"/>
                </a:lnTo>
                <a:lnTo>
                  <a:pt x="31050" y="66150"/>
                </a:lnTo>
                <a:lnTo>
                  <a:pt x="33345" y="65610"/>
                </a:lnTo>
                <a:lnTo>
                  <a:pt x="34425" y="63180"/>
                </a:lnTo>
                <a:lnTo>
                  <a:pt x="35100" y="61020"/>
                </a:lnTo>
                <a:lnTo>
                  <a:pt x="35100" y="41580"/>
                </a:lnTo>
                <a:lnTo>
                  <a:pt x="34290" y="42660"/>
                </a:lnTo>
                <a:lnTo>
                  <a:pt x="33480" y="44010"/>
                </a:lnTo>
                <a:lnTo>
                  <a:pt x="31995" y="46980"/>
                </a:lnTo>
                <a:lnTo>
                  <a:pt x="29295" y="53325"/>
                </a:lnTo>
                <a:lnTo>
                  <a:pt x="26190" y="60750"/>
                </a:lnTo>
                <a:lnTo>
                  <a:pt x="24705" y="63855"/>
                </a:lnTo>
                <a:lnTo>
                  <a:pt x="23625" y="65745"/>
                </a:lnTo>
                <a:lnTo>
                  <a:pt x="22275" y="67500"/>
                </a:lnTo>
                <a:lnTo>
                  <a:pt x="21060" y="68850"/>
                </a:lnTo>
                <a:lnTo>
                  <a:pt x="20925" y="68850"/>
                </a:lnTo>
                <a:lnTo>
                  <a:pt x="9585" y="68850"/>
                </a:lnTo>
                <a:lnTo>
                  <a:pt x="0" y="68850"/>
                </a:lnTo>
                <a:lnTo>
                  <a:pt x="0" y="66150"/>
                </a:lnTo>
                <a:lnTo>
                  <a:pt x="2295" y="65610"/>
                </a:lnTo>
                <a:lnTo>
                  <a:pt x="3375" y="63180"/>
                </a:lnTo>
                <a:close/>
              </a:path>
            </a:pathLst>
          </a:custGeom>
          <a:solidFill>
            <a:srgbClr val="000000"/>
          </a:solidFill>
          <a:ln>
            <a:noFill/>
          </a:ln>
        </p:spPr>
        <p:txBody>
          <a:bodyPr rtlCol="0" anchor="ctr"/>
          <a:lstStyle/>
          <a:p>
            <a:pPr algn="ctr"/>
          </a:p>
        </p:txBody>
      </p:sp>
      <p:sp>
        <p:nvSpPr>
          <p:cNvPr id="32" name="AEG"/>
          <p:cNvSpPr txBox="1"/>
          <p:nvPr/>
        </p:nvSpPr>
        <p:spPr>
          <a:xfrm>
            <a:off x="701040" y="344942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AEG</a:t>
            </a:r>
          </a:p>
        </p:txBody>
      </p:sp>
      <p:sp>
        <p:nvSpPr>
          <p:cNvPr id="33" name="𐰏"/>
          <p:cNvSpPr/>
          <p:nvPr/>
        </p:nvSpPr>
        <p:spPr>
          <a:xfrm>
            <a:off x="902284" y="3643503"/>
            <a:ext cx="495833" cy="740664"/>
          </a:xfrm>
          <a:custGeom>
            <a:avLst/>
            <a:gdLst/>
            <a:ahLst/>
            <a:cxnLst/>
            <a:rect l="l" t="t" r="r" b="b"/>
            <a:pathLst>
              <a:path w="65070" h="97200" stroke="0">
                <a:moveTo>
                  <a:pt x="22950" y="94230"/>
                </a:moveTo>
                <a:lnTo>
                  <a:pt x="21195" y="93555"/>
                </a:lnTo>
                <a:lnTo>
                  <a:pt x="19710" y="92745"/>
                </a:lnTo>
                <a:lnTo>
                  <a:pt x="18090" y="91935"/>
                </a:lnTo>
                <a:lnTo>
                  <a:pt x="16605" y="90855"/>
                </a:lnTo>
                <a:lnTo>
                  <a:pt x="15120" y="89775"/>
                </a:lnTo>
                <a:lnTo>
                  <a:pt x="13905" y="88695"/>
                </a:lnTo>
                <a:lnTo>
                  <a:pt x="12420" y="87210"/>
                </a:lnTo>
                <a:lnTo>
                  <a:pt x="11340" y="85995"/>
                </a:lnTo>
                <a:lnTo>
                  <a:pt x="9990" y="84375"/>
                </a:lnTo>
                <a:lnTo>
                  <a:pt x="8775" y="82755"/>
                </a:lnTo>
                <a:lnTo>
                  <a:pt x="7695" y="81000"/>
                </a:lnTo>
                <a:lnTo>
                  <a:pt x="6750" y="79110"/>
                </a:lnTo>
                <a:lnTo>
                  <a:pt x="5805" y="77220"/>
                </a:lnTo>
                <a:lnTo>
                  <a:pt x="4860" y="75330"/>
                </a:lnTo>
                <a:lnTo>
                  <a:pt x="4185" y="73305"/>
                </a:lnTo>
                <a:lnTo>
                  <a:pt x="3375" y="71280"/>
                </a:lnTo>
                <a:lnTo>
                  <a:pt x="2700" y="68850"/>
                </a:lnTo>
                <a:lnTo>
                  <a:pt x="2160" y="66690"/>
                </a:lnTo>
                <a:lnTo>
                  <a:pt x="1485" y="64125"/>
                </a:lnTo>
                <a:lnTo>
                  <a:pt x="1080" y="61560"/>
                </a:lnTo>
                <a:lnTo>
                  <a:pt x="675" y="59265"/>
                </a:lnTo>
                <a:lnTo>
                  <a:pt x="405" y="56700"/>
                </a:lnTo>
                <a:lnTo>
                  <a:pt x="135" y="54000"/>
                </a:lnTo>
                <a:lnTo>
                  <a:pt x="0" y="51300"/>
                </a:lnTo>
                <a:lnTo>
                  <a:pt x="0" y="48600"/>
                </a:lnTo>
                <a:lnTo>
                  <a:pt x="0" y="45900"/>
                </a:lnTo>
                <a:lnTo>
                  <a:pt x="135" y="43200"/>
                </a:lnTo>
                <a:lnTo>
                  <a:pt x="405" y="40635"/>
                </a:lnTo>
                <a:lnTo>
                  <a:pt x="675" y="37935"/>
                </a:lnTo>
                <a:lnTo>
                  <a:pt x="1080" y="35640"/>
                </a:lnTo>
                <a:lnTo>
                  <a:pt x="1485" y="33075"/>
                </a:lnTo>
                <a:lnTo>
                  <a:pt x="2565" y="28755"/>
                </a:lnTo>
                <a:lnTo>
                  <a:pt x="3915" y="24570"/>
                </a:lnTo>
                <a:lnTo>
                  <a:pt x="5400" y="20925"/>
                </a:lnTo>
                <a:lnTo>
                  <a:pt x="7020" y="17415"/>
                </a:lnTo>
                <a:lnTo>
                  <a:pt x="8100" y="15660"/>
                </a:lnTo>
                <a:lnTo>
                  <a:pt x="9045" y="14310"/>
                </a:lnTo>
                <a:lnTo>
                  <a:pt x="9990" y="12825"/>
                </a:lnTo>
                <a:lnTo>
                  <a:pt x="11070" y="11475"/>
                </a:lnTo>
                <a:lnTo>
                  <a:pt x="12150" y="10260"/>
                </a:lnTo>
                <a:lnTo>
                  <a:pt x="13365" y="9045"/>
                </a:lnTo>
                <a:lnTo>
                  <a:pt x="14715" y="7830"/>
                </a:lnTo>
                <a:lnTo>
                  <a:pt x="15930" y="6750"/>
                </a:lnTo>
                <a:lnTo>
                  <a:pt x="17415" y="5805"/>
                </a:lnTo>
                <a:lnTo>
                  <a:pt x="18630" y="4995"/>
                </a:lnTo>
                <a:lnTo>
                  <a:pt x="20250" y="4185"/>
                </a:lnTo>
                <a:lnTo>
                  <a:pt x="21600" y="3510"/>
                </a:lnTo>
                <a:lnTo>
                  <a:pt x="26730" y="1485"/>
                </a:lnTo>
                <a:lnTo>
                  <a:pt x="28350" y="1080"/>
                </a:lnTo>
                <a:lnTo>
                  <a:pt x="29970" y="675"/>
                </a:lnTo>
                <a:lnTo>
                  <a:pt x="31725" y="405"/>
                </a:lnTo>
                <a:lnTo>
                  <a:pt x="33480" y="135"/>
                </a:lnTo>
                <a:lnTo>
                  <a:pt x="36720" y="0"/>
                </a:lnTo>
                <a:lnTo>
                  <a:pt x="38610" y="0"/>
                </a:lnTo>
                <a:lnTo>
                  <a:pt x="40230" y="270"/>
                </a:lnTo>
                <a:lnTo>
                  <a:pt x="43605" y="810"/>
                </a:lnTo>
                <a:lnTo>
                  <a:pt x="46845" y="1620"/>
                </a:lnTo>
                <a:lnTo>
                  <a:pt x="49815" y="2700"/>
                </a:lnTo>
                <a:lnTo>
                  <a:pt x="52920" y="4185"/>
                </a:lnTo>
                <a:lnTo>
                  <a:pt x="55485" y="5670"/>
                </a:lnTo>
                <a:lnTo>
                  <a:pt x="58185" y="7560"/>
                </a:lnTo>
                <a:lnTo>
                  <a:pt x="60615" y="9585"/>
                </a:lnTo>
                <a:lnTo>
                  <a:pt x="63045" y="12150"/>
                </a:lnTo>
                <a:lnTo>
                  <a:pt x="65070" y="14580"/>
                </a:lnTo>
                <a:lnTo>
                  <a:pt x="54405" y="18900"/>
                </a:lnTo>
                <a:lnTo>
                  <a:pt x="53055" y="17280"/>
                </a:lnTo>
                <a:lnTo>
                  <a:pt x="51570" y="15660"/>
                </a:lnTo>
                <a:lnTo>
                  <a:pt x="49815" y="14175"/>
                </a:lnTo>
                <a:lnTo>
                  <a:pt x="48195" y="12825"/>
                </a:lnTo>
                <a:lnTo>
                  <a:pt x="46575" y="11745"/>
                </a:lnTo>
                <a:lnTo>
                  <a:pt x="44955" y="10935"/>
                </a:lnTo>
                <a:lnTo>
                  <a:pt x="43065" y="10125"/>
                </a:lnTo>
                <a:lnTo>
                  <a:pt x="41175" y="9450"/>
                </a:lnTo>
                <a:lnTo>
                  <a:pt x="39420" y="9180"/>
                </a:lnTo>
                <a:lnTo>
                  <a:pt x="37800" y="8910"/>
                </a:lnTo>
                <a:lnTo>
                  <a:pt x="35910" y="8910"/>
                </a:lnTo>
                <a:lnTo>
                  <a:pt x="34155" y="9045"/>
                </a:lnTo>
                <a:lnTo>
                  <a:pt x="32940" y="9315"/>
                </a:lnTo>
                <a:lnTo>
                  <a:pt x="31860" y="9585"/>
                </a:lnTo>
                <a:lnTo>
                  <a:pt x="30105" y="10395"/>
                </a:lnTo>
                <a:lnTo>
                  <a:pt x="28080" y="10935"/>
                </a:lnTo>
                <a:lnTo>
                  <a:pt x="26595" y="11745"/>
                </a:lnTo>
                <a:lnTo>
                  <a:pt x="25245" y="12555"/>
                </a:lnTo>
                <a:lnTo>
                  <a:pt x="23895" y="13635"/>
                </a:lnTo>
                <a:lnTo>
                  <a:pt x="22545" y="14850"/>
                </a:lnTo>
                <a:lnTo>
                  <a:pt x="21330" y="16335"/>
                </a:lnTo>
                <a:lnTo>
                  <a:pt x="20115" y="17955"/>
                </a:lnTo>
                <a:lnTo>
                  <a:pt x="18900" y="19845"/>
                </a:lnTo>
                <a:lnTo>
                  <a:pt x="17955" y="21600"/>
                </a:lnTo>
                <a:lnTo>
                  <a:pt x="16875" y="23625"/>
                </a:lnTo>
                <a:lnTo>
                  <a:pt x="16065" y="25650"/>
                </a:lnTo>
                <a:lnTo>
                  <a:pt x="15255" y="28080"/>
                </a:lnTo>
                <a:lnTo>
                  <a:pt x="14445" y="30510"/>
                </a:lnTo>
                <a:lnTo>
                  <a:pt x="13770" y="33075"/>
                </a:lnTo>
                <a:lnTo>
                  <a:pt x="13230" y="35775"/>
                </a:lnTo>
                <a:lnTo>
                  <a:pt x="12825" y="38475"/>
                </a:lnTo>
                <a:lnTo>
                  <a:pt x="12555" y="41175"/>
                </a:lnTo>
                <a:lnTo>
                  <a:pt x="12285" y="44145"/>
                </a:lnTo>
                <a:lnTo>
                  <a:pt x="58995" y="44145"/>
                </a:lnTo>
                <a:lnTo>
                  <a:pt x="58995" y="53055"/>
                </a:lnTo>
                <a:lnTo>
                  <a:pt x="12285" y="53055"/>
                </a:lnTo>
                <a:lnTo>
                  <a:pt x="12555" y="56295"/>
                </a:lnTo>
                <a:lnTo>
                  <a:pt x="12960" y="59805"/>
                </a:lnTo>
                <a:lnTo>
                  <a:pt x="13635" y="63180"/>
                </a:lnTo>
                <a:lnTo>
                  <a:pt x="14310" y="66150"/>
                </a:lnTo>
                <a:lnTo>
                  <a:pt x="14985" y="68580"/>
                </a:lnTo>
                <a:lnTo>
                  <a:pt x="15795" y="70740"/>
                </a:lnTo>
                <a:lnTo>
                  <a:pt x="16605" y="72765"/>
                </a:lnTo>
                <a:lnTo>
                  <a:pt x="17415" y="74655"/>
                </a:lnTo>
                <a:lnTo>
                  <a:pt x="18360" y="76410"/>
                </a:lnTo>
                <a:lnTo>
                  <a:pt x="19305" y="78165"/>
                </a:lnTo>
                <a:lnTo>
                  <a:pt x="20385" y="79650"/>
                </a:lnTo>
                <a:lnTo>
                  <a:pt x="21465" y="81135"/>
                </a:lnTo>
                <a:lnTo>
                  <a:pt x="22410" y="82215"/>
                </a:lnTo>
                <a:lnTo>
                  <a:pt x="23625" y="83295"/>
                </a:lnTo>
                <a:lnTo>
                  <a:pt x="24840" y="84375"/>
                </a:lnTo>
                <a:lnTo>
                  <a:pt x="25920" y="85185"/>
                </a:lnTo>
                <a:lnTo>
                  <a:pt x="27000" y="85725"/>
                </a:lnTo>
                <a:lnTo>
                  <a:pt x="27945" y="86130"/>
                </a:lnTo>
                <a:lnTo>
                  <a:pt x="30105" y="86940"/>
                </a:lnTo>
                <a:lnTo>
                  <a:pt x="31995" y="87750"/>
                </a:lnTo>
                <a:lnTo>
                  <a:pt x="33345" y="88020"/>
                </a:lnTo>
                <a:lnTo>
                  <a:pt x="34830" y="88290"/>
                </a:lnTo>
                <a:lnTo>
                  <a:pt x="36315" y="88425"/>
                </a:lnTo>
                <a:lnTo>
                  <a:pt x="37800" y="88290"/>
                </a:lnTo>
                <a:lnTo>
                  <a:pt x="39150" y="88155"/>
                </a:lnTo>
                <a:lnTo>
                  <a:pt x="40635" y="87885"/>
                </a:lnTo>
                <a:lnTo>
                  <a:pt x="42255" y="87480"/>
                </a:lnTo>
                <a:lnTo>
                  <a:pt x="43875" y="86805"/>
                </a:lnTo>
                <a:lnTo>
                  <a:pt x="45495" y="86130"/>
                </a:lnTo>
                <a:lnTo>
                  <a:pt x="46845" y="85320"/>
                </a:lnTo>
                <a:lnTo>
                  <a:pt x="48195" y="84375"/>
                </a:lnTo>
                <a:lnTo>
                  <a:pt x="49545" y="83295"/>
                </a:lnTo>
                <a:lnTo>
                  <a:pt x="51030" y="82215"/>
                </a:lnTo>
                <a:lnTo>
                  <a:pt x="52110" y="81135"/>
                </a:lnTo>
                <a:lnTo>
                  <a:pt x="53325" y="79650"/>
                </a:lnTo>
                <a:lnTo>
                  <a:pt x="54405" y="78300"/>
                </a:lnTo>
                <a:lnTo>
                  <a:pt x="65070" y="82620"/>
                </a:lnTo>
                <a:lnTo>
                  <a:pt x="63045" y="85050"/>
                </a:lnTo>
                <a:lnTo>
                  <a:pt x="61290" y="86940"/>
                </a:lnTo>
                <a:lnTo>
                  <a:pt x="58995" y="88965"/>
                </a:lnTo>
                <a:lnTo>
                  <a:pt x="56565" y="90855"/>
                </a:lnTo>
                <a:lnTo>
                  <a:pt x="54270" y="92340"/>
                </a:lnTo>
                <a:lnTo>
                  <a:pt x="51705" y="93690"/>
                </a:lnTo>
                <a:lnTo>
                  <a:pt x="49005" y="94905"/>
                </a:lnTo>
                <a:lnTo>
                  <a:pt x="46305" y="95850"/>
                </a:lnTo>
                <a:lnTo>
                  <a:pt x="43605" y="96525"/>
                </a:lnTo>
                <a:lnTo>
                  <a:pt x="40770" y="96930"/>
                </a:lnTo>
                <a:lnTo>
                  <a:pt x="37935" y="97200"/>
                </a:lnTo>
                <a:lnTo>
                  <a:pt x="34965" y="97200"/>
                </a:lnTo>
                <a:lnTo>
                  <a:pt x="32265" y="96930"/>
                </a:lnTo>
                <a:lnTo>
                  <a:pt x="29565" y="96525"/>
                </a:lnTo>
                <a:lnTo>
                  <a:pt x="27000" y="95715"/>
                </a:lnTo>
                <a:lnTo>
                  <a:pt x="24570" y="94770"/>
                </a:lnTo>
                <a:close/>
              </a:path>
            </a:pathLst>
          </a:custGeom>
          <a:solidFill>
            <a:srgbClr val="000000"/>
          </a:solidFill>
          <a:ln>
            <a:noFill/>
          </a:ln>
        </p:spPr>
        <p:txBody>
          <a:bodyPr rtlCol="0" anchor="ctr"/>
          <a:lstStyle/>
          <a:p>
            <a:pPr algn="ctr"/>
          </a:p>
        </p:txBody>
      </p:sp>
      <p:sp>
        <p:nvSpPr>
          <p:cNvPr id="34" name="𐰏"/>
          <p:cNvSpPr/>
          <p:nvPr/>
        </p:nvSpPr>
        <p:spPr>
          <a:xfrm>
            <a:off x="1659846" y="3838956"/>
            <a:ext cx="474231" cy="545211"/>
          </a:xfrm>
          <a:custGeom>
            <a:avLst/>
            <a:gdLst/>
            <a:ahLst/>
            <a:cxnLst/>
            <a:rect l="l" t="t" r="r" b="b"/>
            <a:pathLst>
              <a:path w="62235" h="71550" stroke="0">
                <a:moveTo>
                  <a:pt x="51435" y="13365"/>
                </a:moveTo>
                <a:lnTo>
                  <a:pt x="50085" y="12285"/>
                </a:lnTo>
                <a:lnTo>
                  <a:pt x="48870" y="11475"/>
                </a:lnTo>
                <a:lnTo>
                  <a:pt x="47385" y="10530"/>
                </a:lnTo>
                <a:lnTo>
                  <a:pt x="46035" y="9855"/>
                </a:lnTo>
                <a:lnTo>
                  <a:pt x="44550" y="9315"/>
                </a:lnTo>
                <a:lnTo>
                  <a:pt x="42930" y="8775"/>
                </a:lnTo>
                <a:lnTo>
                  <a:pt x="41310" y="8370"/>
                </a:lnTo>
                <a:lnTo>
                  <a:pt x="39690" y="8100"/>
                </a:lnTo>
                <a:lnTo>
                  <a:pt x="38205" y="7965"/>
                </a:lnTo>
                <a:lnTo>
                  <a:pt x="36585" y="7965"/>
                </a:lnTo>
                <a:lnTo>
                  <a:pt x="34965" y="8100"/>
                </a:lnTo>
                <a:lnTo>
                  <a:pt x="33345" y="8235"/>
                </a:lnTo>
                <a:lnTo>
                  <a:pt x="31725" y="8640"/>
                </a:lnTo>
                <a:lnTo>
                  <a:pt x="30240" y="9045"/>
                </a:lnTo>
                <a:lnTo>
                  <a:pt x="28620" y="9720"/>
                </a:lnTo>
                <a:lnTo>
                  <a:pt x="27135" y="10395"/>
                </a:lnTo>
                <a:lnTo>
                  <a:pt x="25920" y="11070"/>
                </a:lnTo>
                <a:lnTo>
                  <a:pt x="24705" y="11880"/>
                </a:lnTo>
                <a:lnTo>
                  <a:pt x="23490" y="12690"/>
                </a:lnTo>
                <a:lnTo>
                  <a:pt x="19170" y="16470"/>
                </a:lnTo>
                <a:lnTo>
                  <a:pt x="17820" y="17955"/>
                </a:lnTo>
                <a:lnTo>
                  <a:pt x="16605" y="19440"/>
                </a:lnTo>
                <a:lnTo>
                  <a:pt x="15660" y="20655"/>
                </a:lnTo>
                <a:lnTo>
                  <a:pt x="14580" y="22275"/>
                </a:lnTo>
                <a:lnTo>
                  <a:pt x="13905" y="23625"/>
                </a:lnTo>
                <a:lnTo>
                  <a:pt x="13095" y="25380"/>
                </a:lnTo>
                <a:lnTo>
                  <a:pt x="12555" y="26865"/>
                </a:lnTo>
                <a:lnTo>
                  <a:pt x="12015" y="28620"/>
                </a:lnTo>
                <a:lnTo>
                  <a:pt x="11610" y="30105"/>
                </a:lnTo>
                <a:lnTo>
                  <a:pt x="11340" y="31725"/>
                </a:lnTo>
                <a:lnTo>
                  <a:pt x="56970" y="31725"/>
                </a:lnTo>
                <a:lnTo>
                  <a:pt x="56970" y="39690"/>
                </a:lnTo>
                <a:lnTo>
                  <a:pt x="11340" y="39690"/>
                </a:lnTo>
                <a:lnTo>
                  <a:pt x="11610" y="41040"/>
                </a:lnTo>
                <a:lnTo>
                  <a:pt x="12015" y="42930"/>
                </a:lnTo>
                <a:lnTo>
                  <a:pt x="12555" y="44415"/>
                </a:lnTo>
                <a:lnTo>
                  <a:pt x="13230" y="46170"/>
                </a:lnTo>
                <a:lnTo>
                  <a:pt x="13770" y="47655"/>
                </a:lnTo>
                <a:lnTo>
                  <a:pt x="14715" y="49275"/>
                </a:lnTo>
                <a:lnTo>
                  <a:pt x="15525" y="50625"/>
                </a:lnTo>
                <a:lnTo>
                  <a:pt x="16605" y="52245"/>
                </a:lnTo>
                <a:lnTo>
                  <a:pt x="17550" y="53595"/>
                </a:lnTo>
                <a:lnTo>
                  <a:pt x="18900" y="55080"/>
                </a:lnTo>
                <a:lnTo>
                  <a:pt x="19980" y="56160"/>
                </a:lnTo>
                <a:lnTo>
                  <a:pt x="22950" y="58860"/>
                </a:lnTo>
                <a:lnTo>
                  <a:pt x="24030" y="59670"/>
                </a:lnTo>
                <a:lnTo>
                  <a:pt x="25515" y="60615"/>
                </a:lnTo>
                <a:lnTo>
                  <a:pt x="26730" y="61290"/>
                </a:lnTo>
                <a:lnTo>
                  <a:pt x="28350" y="61965"/>
                </a:lnTo>
                <a:lnTo>
                  <a:pt x="29835" y="62505"/>
                </a:lnTo>
                <a:lnTo>
                  <a:pt x="31455" y="62910"/>
                </a:lnTo>
                <a:lnTo>
                  <a:pt x="33075" y="63315"/>
                </a:lnTo>
                <a:lnTo>
                  <a:pt x="34965" y="63450"/>
                </a:lnTo>
                <a:lnTo>
                  <a:pt x="36855" y="63585"/>
                </a:lnTo>
                <a:lnTo>
                  <a:pt x="38475" y="63450"/>
                </a:lnTo>
                <a:lnTo>
                  <a:pt x="40095" y="63315"/>
                </a:lnTo>
                <a:lnTo>
                  <a:pt x="41715" y="63045"/>
                </a:lnTo>
                <a:lnTo>
                  <a:pt x="43335" y="62640"/>
                </a:lnTo>
                <a:lnTo>
                  <a:pt x="44955" y="62100"/>
                </a:lnTo>
                <a:lnTo>
                  <a:pt x="46440" y="61290"/>
                </a:lnTo>
                <a:lnTo>
                  <a:pt x="47790" y="60615"/>
                </a:lnTo>
                <a:lnTo>
                  <a:pt x="49275" y="59805"/>
                </a:lnTo>
                <a:lnTo>
                  <a:pt x="50490" y="58860"/>
                </a:lnTo>
                <a:lnTo>
                  <a:pt x="51975" y="57645"/>
                </a:lnTo>
                <a:lnTo>
                  <a:pt x="53055" y="56430"/>
                </a:lnTo>
                <a:lnTo>
                  <a:pt x="62235" y="61020"/>
                </a:lnTo>
                <a:lnTo>
                  <a:pt x="60075" y="63180"/>
                </a:lnTo>
                <a:lnTo>
                  <a:pt x="57645" y="65070"/>
                </a:lnTo>
                <a:lnTo>
                  <a:pt x="55080" y="66690"/>
                </a:lnTo>
                <a:lnTo>
                  <a:pt x="52245" y="68175"/>
                </a:lnTo>
                <a:lnTo>
                  <a:pt x="49275" y="69390"/>
                </a:lnTo>
                <a:lnTo>
                  <a:pt x="46305" y="70335"/>
                </a:lnTo>
                <a:lnTo>
                  <a:pt x="43200" y="71010"/>
                </a:lnTo>
                <a:lnTo>
                  <a:pt x="41445" y="71280"/>
                </a:lnTo>
                <a:lnTo>
                  <a:pt x="39690" y="71415"/>
                </a:lnTo>
                <a:lnTo>
                  <a:pt x="36450" y="71550"/>
                </a:lnTo>
                <a:lnTo>
                  <a:pt x="33210" y="71415"/>
                </a:lnTo>
                <a:lnTo>
                  <a:pt x="31590" y="71145"/>
                </a:lnTo>
                <a:lnTo>
                  <a:pt x="29835" y="70875"/>
                </a:lnTo>
                <a:lnTo>
                  <a:pt x="26730" y="70200"/>
                </a:lnTo>
                <a:lnTo>
                  <a:pt x="23760" y="69255"/>
                </a:lnTo>
                <a:lnTo>
                  <a:pt x="20925" y="68040"/>
                </a:lnTo>
                <a:lnTo>
                  <a:pt x="19305" y="67230"/>
                </a:lnTo>
                <a:lnTo>
                  <a:pt x="17955" y="66420"/>
                </a:lnTo>
                <a:lnTo>
                  <a:pt x="15390" y="64800"/>
                </a:lnTo>
                <a:lnTo>
                  <a:pt x="14040" y="63585"/>
                </a:lnTo>
                <a:lnTo>
                  <a:pt x="12285" y="62100"/>
                </a:lnTo>
                <a:lnTo>
                  <a:pt x="9855" y="59805"/>
                </a:lnTo>
                <a:lnTo>
                  <a:pt x="7695" y="57240"/>
                </a:lnTo>
                <a:lnTo>
                  <a:pt x="6615" y="55620"/>
                </a:lnTo>
                <a:lnTo>
                  <a:pt x="5670" y="54270"/>
                </a:lnTo>
                <a:lnTo>
                  <a:pt x="4860" y="52920"/>
                </a:lnTo>
                <a:lnTo>
                  <a:pt x="3915" y="51300"/>
                </a:lnTo>
                <a:lnTo>
                  <a:pt x="3240" y="49815"/>
                </a:lnTo>
                <a:lnTo>
                  <a:pt x="2430" y="48060"/>
                </a:lnTo>
                <a:lnTo>
                  <a:pt x="1890" y="46575"/>
                </a:lnTo>
                <a:lnTo>
                  <a:pt x="1350" y="44820"/>
                </a:lnTo>
                <a:lnTo>
                  <a:pt x="945" y="43335"/>
                </a:lnTo>
                <a:lnTo>
                  <a:pt x="540" y="41580"/>
                </a:lnTo>
                <a:lnTo>
                  <a:pt x="270" y="39690"/>
                </a:lnTo>
                <a:lnTo>
                  <a:pt x="135" y="38205"/>
                </a:lnTo>
                <a:lnTo>
                  <a:pt x="0" y="36315"/>
                </a:lnTo>
                <a:lnTo>
                  <a:pt x="0" y="34830"/>
                </a:lnTo>
                <a:lnTo>
                  <a:pt x="135" y="32940"/>
                </a:lnTo>
                <a:lnTo>
                  <a:pt x="270" y="31455"/>
                </a:lnTo>
                <a:lnTo>
                  <a:pt x="540" y="29565"/>
                </a:lnTo>
                <a:lnTo>
                  <a:pt x="810" y="28080"/>
                </a:lnTo>
                <a:lnTo>
                  <a:pt x="1215" y="26595"/>
                </a:lnTo>
                <a:lnTo>
                  <a:pt x="1755" y="24840"/>
                </a:lnTo>
                <a:lnTo>
                  <a:pt x="2970" y="22005"/>
                </a:lnTo>
                <a:lnTo>
                  <a:pt x="3780" y="20250"/>
                </a:lnTo>
                <a:lnTo>
                  <a:pt x="4590" y="18900"/>
                </a:lnTo>
                <a:lnTo>
                  <a:pt x="6480" y="16200"/>
                </a:lnTo>
                <a:lnTo>
                  <a:pt x="7965" y="14175"/>
                </a:lnTo>
                <a:lnTo>
                  <a:pt x="9720" y="12285"/>
                </a:lnTo>
                <a:lnTo>
                  <a:pt x="11070" y="11070"/>
                </a:lnTo>
                <a:lnTo>
                  <a:pt x="12825" y="9450"/>
                </a:lnTo>
                <a:lnTo>
                  <a:pt x="14175" y="8235"/>
                </a:lnTo>
                <a:lnTo>
                  <a:pt x="15525" y="7155"/>
                </a:lnTo>
                <a:lnTo>
                  <a:pt x="17010" y="6075"/>
                </a:lnTo>
                <a:lnTo>
                  <a:pt x="18360" y="5130"/>
                </a:lnTo>
                <a:lnTo>
                  <a:pt x="19845" y="4320"/>
                </a:lnTo>
                <a:lnTo>
                  <a:pt x="21600" y="3510"/>
                </a:lnTo>
                <a:lnTo>
                  <a:pt x="23490" y="2565"/>
                </a:lnTo>
                <a:lnTo>
                  <a:pt x="25515" y="1890"/>
                </a:lnTo>
                <a:lnTo>
                  <a:pt x="27270" y="1350"/>
                </a:lnTo>
                <a:lnTo>
                  <a:pt x="29430" y="810"/>
                </a:lnTo>
                <a:lnTo>
                  <a:pt x="31590" y="405"/>
                </a:lnTo>
                <a:lnTo>
                  <a:pt x="33885" y="135"/>
                </a:lnTo>
                <a:lnTo>
                  <a:pt x="35775" y="0"/>
                </a:lnTo>
                <a:lnTo>
                  <a:pt x="37935" y="0"/>
                </a:lnTo>
                <a:lnTo>
                  <a:pt x="39690" y="135"/>
                </a:lnTo>
                <a:lnTo>
                  <a:pt x="41580" y="270"/>
                </a:lnTo>
                <a:lnTo>
                  <a:pt x="43335" y="540"/>
                </a:lnTo>
                <a:lnTo>
                  <a:pt x="45225" y="945"/>
                </a:lnTo>
                <a:lnTo>
                  <a:pt x="46980" y="1350"/>
                </a:lnTo>
                <a:lnTo>
                  <a:pt x="48600" y="1890"/>
                </a:lnTo>
                <a:lnTo>
                  <a:pt x="50355" y="2430"/>
                </a:lnTo>
                <a:lnTo>
                  <a:pt x="52245" y="3240"/>
                </a:lnTo>
                <a:lnTo>
                  <a:pt x="53865" y="4050"/>
                </a:lnTo>
                <a:lnTo>
                  <a:pt x="55350" y="4995"/>
                </a:lnTo>
                <a:lnTo>
                  <a:pt x="56835" y="5940"/>
                </a:lnTo>
                <a:lnTo>
                  <a:pt x="58320" y="6885"/>
                </a:lnTo>
                <a:lnTo>
                  <a:pt x="59670" y="7965"/>
                </a:lnTo>
                <a:lnTo>
                  <a:pt x="61020" y="9180"/>
                </a:lnTo>
                <a:lnTo>
                  <a:pt x="62235" y="10395"/>
                </a:lnTo>
                <a:lnTo>
                  <a:pt x="53055" y="14985"/>
                </a:lnTo>
                <a:close/>
              </a:path>
            </a:pathLst>
          </a:custGeom>
          <a:solidFill>
            <a:srgbClr val="000000"/>
          </a:solidFill>
          <a:ln>
            <a:noFill/>
          </a:ln>
        </p:spPr>
        <p:txBody>
          <a:bodyPr rtlCol="0" anchor="ctr"/>
          <a:lstStyle/>
          <a:p>
            <a:pPr algn="ctr"/>
          </a:p>
        </p:txBody>
      </p:sp>
      <p:sp>
        <p:nvSpPr>
          <p:cNvPr id="35" name="AD"/>
          <p:cNvSpPr txBox="1"/>
          <p:nvPr/>
        </p:nvSpPr>
        <p:spPr>
          <a:xfrm>
            <a:off x="225552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AD</a:t>
            </a:r>
          </a:p>
        </p:txBody>
      </p:sp>
      <p:sp>
        <p:nvSpPr>
          <p:cNvPr id="36" name="𐰑"/>
          <p:cNvSpPr/>
          <p:nvPr/>
        </p:nvSpPr>
        <p:spPr>
          <a:xfrm>
            <a:off x="2431047" y="3653790"/>
            <a:ext cx="518465" cy="720090"/>
          </a:xfrm>
          <a:custGeom>
            <a:avLst/>
            <a:gdLst/>
            <a:ahLst/>
            <a:cxnLst/>
            <a:rect l="l" t="t" r="r" b="b"/>
            <a:pathLst>
              <a:path w="68040" h="94500" stroke="0">
                <a:moveTo>
                  <a:pt x="11475" y="945"/>
                </a:moveTo>
                <a:lnTo>
                  <a:pt x="13500" y="1755"/>
                </a:lnTo>
                <a:lnTo>
                  <a:pt x="15525" y="2700"/>
                </a:lnTo>
                <a:lnTo>
                  <a:pt x="17415" y="3645"/>
                </a:lnTo>
                <a:lnTo>
                  <a:pt x="19170" y="4590"/>
                </a:lnTo>
                <a:lnTo>
                  <a:pt x="20790" y="5670"/>
                </a:lnTo>
                <a:lnTo>
                  <a:pt x="22410" y="6750"/>
                </a:lnTo>
                <a:lnTo>
                  <a:pt x="24165" y="8100"/>
                </a:lnTo>
                <a:lnTo>
                  <a:pt x="25380" y="9315"/>
                </a:lnTo>
                <a:lnTo>
                  <a:pt x="26730" y="10530"/>
                </a:lnTo>
                <a:lnTo>
                  <a:pt x="27810" y="11745"/>
                </a:lnTo>
                <a:lnTo>
                  <a:pt x="29025" y="13230"/>
                </a:lnTo>
                <a:lnTo>
                  <a:pt x="29835" y="14580"/>
                </a:lnTo>
                <a:lnTo>
                  <a:pt x="30645" y="15930"/>
                </a:lnTo>
                <a:lnTo>
                  <a:pt x="31455" y="17550"/>
                </a:lnTo>
                <a:lnTo>
                  <a:pt x="31995" y="18900"/>
                </a:lnTo>
                <a:lnTo>
                  <a:pt x="32400" y="20790"/>
                </a:lnTo>
                <a:lnTo>
                  <a:pt x="32805" y="22680"/>
                </a:lnTo>
                <a:lnTo>
                  <a:pt x="32940" y="24435"/>
                </a:lnTo>
                <a:lnTo>
                  <a:pt x="32805" y="26460"/>
                </a:lnTo>
                <a:lnTo>
                  <a:pt x="32535" y="28350"/>
                </a:lnTo>
                <a:lnTo>
                  <a:pt x="31995" y="30240"/>
                </a:lnTo>
                <a:lnTo>
                  <a:pt x="31320" y="32265"/>
                </a:lnTo>
                <a:lnTo>
                  <a:pt x="30375" y="34155"/>
                </a:lnTo>
                <a:lnTo>
                  <a:pt x="29295" y="36045"/>
                </a:lnTo>
                <a:lnTo>
                  <a:pt x="28080" y="37665"/>
                </a:lnTo>
                <a:lnTo>
                  <a:pt x="26460" y="39420"/>
                </a:lnTo>
                <a:lnTo>
                  <a:pt x="24840" y="41175"/>
                </a:lnTo>
                <a:lnTo>
                  <a:pt x="22815" y="42795"/>
                </a:lnTo>
                <a:lnTo>
                  <a:pt x="21060" y="44280"/>
                </a:lnTo>
                <a:lnTo>
                  <a:pt x="18765" y="45765"/>
                </a:lnTo>
                <a:lnTo>
                  <a:pt x="16470" y="47250"/>
                </a:lnTo>
                <a:lnTo>
                  <a:pt x="18225" y="48195"/>
                </a:lnTo>
                <a:lnTo>
                  <a:pt x="19980" y="49275"/>
                </a:lnTo>
                <a:lnTo>
                  <a:pt x="21870" y="50625"/>
                </a:lnTo>
                <a:lnTo>
                  <a:pt x="23355" y="51840"/>
                </a:lnTo>
                <a:lnTo>
                  <a:pt x="24975" y="53325"/>
                </a:lnTo>
                <a:lnTo>
                  <a:pt x="26190" y="54540"/>
                </a:lnTo>
                <a:lnTo>
                  <a:pt x="27540" y="56025"/>
                </a:lnTo>
                <a:lnTo>
                  <a:pt x="28620" y="57375"/>
                </a:lnTo>
                <a:lnTo>
                  <a:pt x="29700" y="58860"/>
                </a:lnTo>
                <a:lnTo>
                  <a:pt x="30510" y="60345"/>
                </a:lnTo>
                <a:lnTo>
                  <a:pt x="31185" y="61830"/>
                </a:lnTo>
                <a:lnTo>
                  <a:pt x="31860" y="63315"/>
                </a:lnTo>
                <a:lnTo>
                  <a:pt x="32265" y="64935"/>
                </a:lnTo>
                <a:lnTo>
                  <a:pt x="32670" y="66420"/>
                </a:lnTo>
                <a:lnTo>
                  <a:pt x="32805" y="68040"/>
                </a:lnTo>
                <a:lnTo>
                  <a:pt x="32940" y="69660"/>
                </a:lnTo>
                <a:lnTo>
                  <a:pt x="32805" y="71685"/>
                </a:lnTo>
                <a:lnTo>
                  <a:pt x="32400" y="73575"/>
                </a:lnTo>
                <a:lnTo>
                  <a:pt x="31860" y="75600"/>
                </a:lnTo>
                <a:lnTo>
                  <a:pt x="31185" y="77220"/>
                </a:lnTo>
                <a:lnTo>
                  <a:pt x="30240" y="79110"/>
                </a:lnTo>
                <a:lnTo>
                  <a:pt x="29160" y="80865"/>
                </a:lnTo>
                <a:lnTo>
                  <a:pt x="27945" y="82485"/>
                </a:lnTo>
                <a:lnTo>
                  <a:pt x="26460" y="84105"/>
                </a:lnTo>
                <a:lnTo>
                  <a:pt x="24705" y="85860"/>
                </a:lnTo>
                <a:lnTo>
                  <a:pt x="22950" y="87210"/>
                </a:lnTo>
                <a:lnTo>
                  <a:pt x="20790" y="88830"/>
                </a:lnTo>
                <a:lnTo>
                  <a:pt x="18765" y="90045"/>
                </a:lnTo>
                <a:lnTo>
                  <a:pt x="16605" y="91260"/>
                </a:lnTo>
                <a:lnTo>
                  <a:pt x="13905" y="92475"/>
                </a:lnTo>
                <a:lnTo>
                  <a:pt x="11475" y="93555"/>
                </a:lnTo>
                <a:lnTo>
                  <a:pt x="8910" y="94500"/>
                </a:lnTo>
                <a:lnTo>
                  <a:pt x="3240" y="87345"/>
                </a:lnTo>
                <a:lnTo>
                  <a:pt x="5265" y="86670"/>
                </a:lnTo>
                <a:lnTo>
                  <a:pt x="7155" y="85860"/>
                </a:lnTo>
                <a:lnTo>
                  <a:pt x="8910" y="85050"/>
                </a:lnTo>
                <a:lnTo>
                  <a:pt x="10395" y="84240"/>
                </a:lnTo>
                <a:lnTo>
                  <a:pt x="11880" y="83295"/>
                </a:lnTo>
                <a:lnTo>
                  <a:pt x="13500" y="82215"/>
                </a:lnTo>
                <a:lnTo>
                  <a:pt x="14715" y="81270"/>
                </a:lnTo>
                <a:lnTo>
                  <a:pt x="16065" y="80055"/>
                </a:lnTo>
                <a:lnTo>
                  <a:pt x="17010" y="78975"/>
                </a:lnTo>
                <a:lnTo>
                  <a:pt x="17955" y="77760"/>
                </a:lnTo>
                <a:lnTo>
                  <a:pt x="18765" y="76410"/>
                </a:lnTo>
                <a:lnTo>
                  <a:pt x="19440" y="75195"/>
                </a:lnTo>
                <a:lnTo>
                  <a:pt x="19980" y="73845"/>
                </a:lnTo>
                <a:lnTo>
                  <a:pt x="20385" y="72495"/>
                </a:lnTo>
                <a:lnTo>
                  <a:pt x="20655" y="71010"/>
                </a:lnTo>
                <a:lnTo>
                  <a:pt x="20790" y="69660"/>
                </a:lnTo>
                <a:lnTo>
                  <a:pt x="20655" y="68310"/>
                </a:lnTo>
                <a:lnTo>
                  <a:pt x="20520" y="66825"/>
                </a:lnTo>
                <a:lnTo>
                  <a:pt x="20115" y="65475"/>
                </a:lnTo>
                <a:lnTo>
                  <a:pt x="19575" y="64125"/>
                </a:lnTo>
                <a:lnTo>
                  <a:pt x="18900" y="62775"/>
                </a:lnTo>
                <a:lnTo>
                  <a:pt x="18090" y="61425"/>
                </a:lnTo>
                <a:lnTo>
                  <a:pt x="17145" y="60075"/>
                </a:lnTo>
                <a:lnTo>
                  <a:pt x="15930" y="58725"/>
                </a:lnTo>
                <a:lnTo>
                  <a:pt x="14580" y="57510"/>
                </a:lnTo>
                <a:lnTo>
                  <a:pt x="13365" y="56430"/>
                </a:lnTo>
                <a:lnTo>
                  <a:pt x="11745" y="55215"/>
                </a:lnTo>
                <a:lnTo>
                  <a:pt x="10260" y="54270"/>
                </a:lnTo>
                <a:lnTo>
                  <a:pt x="8640" y="53325"/>
                </a:lnTo>
                <a:lnTo>
                  <a:pt x="6885" y="52380"/>
                </a:lnTo>
                <a:lnTo>
                  <a:pt x="4995" y="51570"/>
                </a:lnTo>
                <a:lnTo>
                  <a:pt x="2295" y="50355"/>
                </a:lnTo>
                <a:lnTo>
                  <a:pt x="1755" y="50085"/>
                </a:lnTo>
                <a:lnTo>
                  <a:pt x="1215" y="49680"/>
                </a:lnTo>
                <a:lnTo>
                  <a:pt x="810" y="49275"/>
                </a:lnTo>
                <a:lnTo>
                  <a:pt x="405" y="48735"/>
                </a:lnTo>
                <a:lnTo>
                  <a:pt x="270" y="48330"/>
                </a:lnTo>
                <a:lnTo>
                  <a:pt x="0" y="47790"/>
                </a:lnTo>
                <a:lnTo>
                  <a:pt x="0" y="47250"/>
                </a:lnTo>
                <a:lnTo>
                  <a:pt x="0" y="46845"/>
                </a:lnTo>
                <a:lnTo>
                  <a:pt x="135" y="46305"/>
                </a:lnTo>
                <a:lnTo>
                  <a:pt x="405" y="45765"/>
                </a:lnTo>
                <a:lnTo>
                  <a:pt x="810" y="45360"/>
                </a:lnTo>
                <a:lnTo>
                  <a:pt x="1215" y="44955"/>
                </a:lnTo>
                <a:lnTo>
                  <a:pt x="1620" y="44550"/>
                </a:lnTo>
                <a:lnTo>
                  <a:pt x="2295" y="44145"/>
                </a:lnTo>
                <a:lnTo>
                  <a:pt x="4860" y="42930"/>
                </a:lnTo>
                <a:lnTo>
                  <a:pt x="6885" y="42120"/>
                </a:lnTo>
                <a:lnTo>
                  <a:pt x="8370" y="41310"/>
                </a:lnTo>
                <a:lnTo>
                  <a:pt x="9990" y="40230"/>
                </a:lnTo>
                <a:lnTo>
                  <a:pt x="11475" y="39285"/>
                </a:lnTo>
                <a:lnTo>
                  <a:pt x="12960" y="38205"/>
                </a:lnTo>
                <a:lnTo>
                  <a:pt x="14310" y="37125"/>
                </a:lnTo>
                <a:lnTo>
                  <a:pt x="15660" y="35775"/>
                </a:lnTo>
                <a:lnTo>
                  <a:pt x="16470" y="34830"/>
                </a:lnTo>
                <a:lnTo>
                  <a:pt x="17415" y="33750"/>
                </a:lnTo>
                <a:lnTo>
                  <a:pt x="18090" y="32805"/>
                </a:lnTo>
                <a:lnTo>
                  <a:pt x="18765" y="31590"/>
                </a:lnTo>
                <a:lnTo>
                  <a:pt x="19305" y="30645"/>
                </a:lnTo>
                <a:lnTo>
                  <a:pt x="19845" y="29430"/>
                </a:lnTo>
                <a:lnTo>
                  <a:pt x="20250" y="28215"/>
                </a:lnTo>
                <a:lnTo>
                  <a:pt x="20520" y="27135"/>
                </a:lnTo>
                <a:lnTo>
                  <a:pt x="20655" y="25650"/>
                </a:lnTo>
                <a:lnTo>
                  <a:pt x="20790" y="24165"/>
                </a:lnTo>
                <a:lnTo>
                  <a:pt x="20520" y="22545"/>
                </a:lnTo>
                <a:lnTo>
                  <a:pt x="20250" y="21060"/>
                </a:lnTo>
                <a:lnTo>
                  <a:pt x="19575" y="19440"/>
                </a:lnTo>
                <a:lnTo>
                  <a:pt x="18900" y="18225"/>
                </a:lnTo>
                <a:lnTo>
                  <a:pt x="18090" y="16740"/>
                </a:lnTo>
                <a:lnTo>
                  <a:pt x="17010" y="15525"/>
                </a:lnTo>
                <a:lnTo>
                  <a:pt x="15660" y="14040"/>
                </a:lnTo>
                <a:lnTo>
                  <a:pt x="14445" y="12960"/>
                </a:lnTo>
                <a:lnTo>
                  <a:pt x="12960" y="11745"/>
                </a:lnTo>
                <a:lnTo>
                  <a:pt x="11205" y="10665"/>
                </a:lnTo>
                <a:lnTo>
                  <a:pt x="9450" y="9720"/>
                </a:lnTo>
                <a:lnTo>
                  <a:pt x="7425" y="8775"/>
                </a:lnTo>
                <a:lnTo>
                  <a:pt x="5265" y="7830"/>
                </a:lnTo>
                <a:lnTo>
                  <a:pt x="3240" y="7155"/>
                </a:lnTo>
                <a:lnTo>
                  <a:pt x="8910" y="0"/>
                </a:lnTo>
                <a:close/>
                <a:moveTo>
                  <a:pt x="46575" y="945"/>
                </a:moveTo>
                <a:lnTo>
                  <a:pt x="48600" y="1755"/>
                </a:lnTo>
                <a:lnTo>
                  <a:pt x="50625" y="2700"/>
                </a:lnTo>
                <a:lnTo>
                  <a:pt x="52515" y="3645"/>
                </a:lnTo>
                <a:lnTo>
                  <a:pt x="54270" y="4590"/>
                </a:lnTo>
                <a:lnTo>
                  <a:pt x="55890" y="5670"/>
                </a:lnTo>
                <a:lnTo>
                  <a:pt x="57510" y="6750"/>
                </a:lnTo>
                <a:lnTo>
                  <a:pt x="59265" y="8100"/>
                </a:lnTo>
                <a:lnTo>
                  <a:pt x="60480" y="9315"/>
                </a:lnTo>
                <a:lnTo>
                  <a:pt x="61830" y="10530"/>
                </a:lnTo>
                <a:lnTo>
                  <a:pt x="62910" y="11745"/>
                </a:lnTo>
                <a:lnTo>
                  <a:pt x="64125" y="13230"/>
                </a:lnTo>
                <a:lnTo>
                  <a:pt x="64935" y="14580"/>
                </a:lnTo>
                <a:lnTo>
                  <a:pt x="65745" y="15930"/>
                </a:lnTo>
                <a:lnTo>
                  <a:pt x="66555" y="17550"/>
                </a:lnTo>
                <a:lnTo>
                  <a:pt x="67095" y="18900"/>
                </a:lnTo>
                <a:lnTo>
                  <a:pt x="67500" y="20790"/>
                </a:lnTo>
                <a:lnTo>
                  <a:pt x="67905" y="22680"/>
                </a:lnTo>
                <a:lnTo>
                  <a:pt x="68040" y="24435"/>
                </a:lnTo>
                <a:lnTo>
                  <a:pt x="67905" y="26460"/>
                </a:lnTo>
                <a:lnTo>
                  <a:pt x="67635" y="28350"/>
                </a:lnTo>
                <a:lnTo>
                  <a:pt x="67095" y="30240"/>
                </a:lnTo>
                <a:lnTo>
                  <a:pt x="66420" y="32265"/>
                </a:lnTo>
                <a:lnTo>
                  <a:pt x="65475" y="34155"/>
                </a:lnTo>
                <a:lnTo>
                  <a:pt x="64395" y="36045"/>
                </a:lnTo>
                <a:lnTo>
                  <a:pt x="63180" y="37665"/>
                </a:lnTo>
                <a:lnTo>
                  <a:pt x="61560" y="39420"/>
                </a:lnTo>
                <a:lnTo>
                  <a:pt x="59940" y="41175"/>
                </a:lnTo>
                <a:lnTo>
                  <a:pt x="57915" y="42795"/>
                </a:lnTo>
                <a:lnTo>
                  <a:pt x="56160" y="44280"/>
                </a:lnTo>
                <a:lnTo>
                  <a:pt x="53865" y="45765"/>
                </a:lnTo>
                <a:lnTo>
                  <a:pt x="51570" y="47250"/>
                </a:lnTo>
                <a:lnTo>
                  <a:pt x="53325" y="48195"/>
                </a:lnTo>
                <a:lnTo>
                  <a:pt x="55080" y="49275"/>
                </a:lnTo>
                <a:lnTo>
                  <a:pt x="56970" y="50625"/>
                </a:lnTo>
                <a:lnTo>
                  <a:pt x="58455" y="51840"/>
                </a:lnTo>
                <a:lnTo>
                  <a:pt x="60075" y="53325"/>
                </a:lnTo>
                <a:lnTo>
                  <a:pt x="61290" y="54540"/>
                </a:lnTo>
                <a:lnTo>
                  <a:pt x="62640" y="56025"/>
                </a:lnTo>
                <a:lnTo>
                  <a:pt x="63720" y="57375"/>
                </a:lnTo>
                <a:lnTo>
                  <a:pt x="64800" y="58860"/>
                </a:lnTo>
                <a:lnTo>
                  <a:pt x="65610" y="60345"/>
                </a:lnTo>
                <a:lnTo>
                  <a:pt x="66285" y="61830"/>
                </a:lnTo>
                <a:lnTo>
                  <a:pt x="66960" y="63315"/>
                </a:lnTo>
                <a:lnTo>
                  <a:pt x="67365" y="64935"/>
                </a:lnTo>
                <a:lnTo>
                  <a:pt x="67770" y="66420"/>
                </a:lnTo>
                <a:lnTo>
                  <a:pt x="67905" y="68040"/>
                </a:lnTo>
                <a:lnTo>
                  <a:pt x="68040" y="69660"/>
                </a:lnTo>
                <a:lnTo>
                  <a:pt x="67905" y="71685"/>
                </a:lnTo>
                <a:lnTo>
                  <a:pt x="67500" y="73575"/>
                </a:lnTo>
                <a:lnTo>
                  <a:pt x="66960" y="75600"/>
                </a:lnTo>
                <a:lnTo>
                  <a:pt x="66285" y="77220"/>
                </a:lnTo>
                <a:lnTo>
                  <a:pt x="65340" y="79110"/>
                </a:lnTo>
                <a:lnTo>
                  <a:pt x="64260" y="80865"/>
                </a:lnTo>
                <a:lnTo>
                  <a:pt x="63045" y="82485"/>
                </a:lnTo>
                <a:lnTo>
                  <a:pt x="61560" y="84105"/>
                </a:lnTo>
                <a:lnTo>
                  <a:pt x="59805" y="85860"/>
                </a:lnTo>
                <a:lnTo>
                  <a:pt x="58050" y="87210"/>
                </a:lnTo>
                <a:lnTo>
                  <a:pt x="55890" y="88830"/>
                </a:lnTo>
                <a:lnTo>
                  <a:pt x="53865" y="90045"/>
                </a:lnTo>
                <a:lnTo>
                  <a:pt x="51705" y="91260"/>
                </a:lnTo>
                <a:lnTo>
                  <a:pt x="49005" y="92475"/>
                </a:lnTo>
                <a:lnTo>
                  <a:pt x="46575" y="93555"/>
                </a:lnTo>
                <a:lnTo>
                  <a:pt x="44010" y="94500"/>
                </a:lnTo>
                <a:lnTo>
                  <a:pt x="38340" y="87345"/>
                </a:lnTo>
                <a:lnTo>
                  <a:pt x="40365" y="86670"/>
                </a:lnTo>
                <a:lnTo>
                  <a:pt x="42255" y="85860"/>
                </a:lnTo>
                <a:lnTo>
                  <a:pt x="44010" y="85050"/>
                </a:lnTo>
                <a:lnTo>
                  <a:pt x="45495" y="84240"/>
                </a:lnTo>
                <a:lnTo>
                  <a:pt x="46980" y="83295"/>
                </a:lnTo>
                <a:lnTo>
                  <a:pt x="48600" y="82215"/>
                </a:lnTo>
                <a:lnTo>
                  <a:pt x="49815" y="81270"/>
                </a:lnTo>
                <a:lnTo>
                  <a:pt x="51165" y="80055"/>
                </a:lnTo>
                <a:lnTo>
                  <a:pt x="52110" y="78975"/>
                </a:lnTo>
                <a:lnTo>
                  <a:pt x="53055" y="77760"/>
                </a:lnTo>
                <a:lnTo>
                  <a:pt x="53865" y="76410"/>
                </a:lnTo>
                <a:lnTo>
                  <a:pt x="54540" y="75195"/>
                </a:lnTo>
                <a:lnTo>
                  <a:pt x="55080" y="73845"/>
                </a:lnTo>
                <a:lnTo>
                  <a:pt x="55485" y="72495"/>
                </a:lnTo>
                <a:lnTo>
                  <a:pt x="55755" y="71010"/>
                </a:lnTo>
                <a:lnTo>
                  <a:pt x="55890" y="69660"/>
                </a:lnTo>
                <a:lnTo>
                  <a:pt x="55755" y="68310"/>
                </a:lnTo>
                <a:lnTo>
                  <a:pt x="55620" y="66825"/>
                </a:lnTo>
                <a:lnTo>
                  <a:pt x="55215" y="65475"/>
                </a:lnTo>
                <a:lnTo>
                  <a:pt x="54675" y="64125"/>
                </a:lnTo>
                <a:lnTo>
                  <a:pt x="54000" y="62775"/>
                </a:lnTo>
                <a:lnTo>
                  <a:pt x="53190" y="61425"/>
                </a:lnTo>
                <a:lnTo>
                  <a:pt x="52245" y="60075"/>
                </a:lnTo>
                <a:lnTo>
                  <a:pt x="51030" y="58725"/>
                </a:lnTo>
                <a:lnTo>
                  <a:pt x="49680" y="57510"/>
                </a:lnTo>
                <a:lnTo>
                  <a:pt x="48465" y="56430"/>
                </a:lnTo>
                <a:lnTo>
                  <a:pt x="46845" y="55215"/>
                </a:lnTo>
                <a:lnTo>
                  <a:pt x="45360" y="54270"/>
                </a:lnTo>
                <a:lnTo>
                  <a:pt x="43740" y="53325"/>
                </a:lnTo>
                <a:lnTo>
                  <a:pt x="41985" y="52380"/>
                </a:lnTo>
                <a:lnTo>
                  <a:pt x="40095" y="51570"/>
                </a:lnTo>
                <a:lnTo>
                  <a:pt x="37395" y="50355"/>
                </a:lnTo>
                <a:lnTo>
                  <a:pt x="36855" y="50085"/>
                </a:lnTo>
                <a:lnTo>
                  <a:pt x="36315" y="49680"/>
                </a:lnTo>
                <a:lnTo>
                  <a:pt x="35910" y="49275"/>
                </a:lnTo>
                <a:lnTo>
                  <a:pt x="35505" y="48735"/>
                </a:lnTo>
                <a:lnTo>
                  <a:pt x="35370" y="48330"/>
                </a:lnTo>
                <a:lnTo>
                  <a:pt x="35100" y="47790"/>
                </a:lnTo>
                <a:lnTo>
                  <a:pt x="35100" y="47250"/>
                </a:lnTo>
                <a:lnTo>
                  <a:pt x="35100" y="46845"/>
                </a:lnTo>
                <a:lnTo>
                  <a:pt x="35235" y="46305"/>
                </a:lnTo>
                <a:lnTo>
                  <a:pt x="35505" y="45765"/>
                </a:lnTo>
                <a:lnTo>
                  <a:pt x="35910" y="45360"/>
                </a:lnTo>
                <a:lnTo>
                  <a:pt x="36315" y="44955"/>
                </a:lnTo>
                <a:lnTo>
                  <a:pt x="36720" y="44550"/>
                </a:lnTo>
                <a:lnTo>
                  <a:pt x="37395" y="44145"/>
                </a:lnTo>
                <a:lnTo>
                  <a:pt x="39960" y="42930"/>
                </a:lnTo>
                <a:lnTo>
                  <a:pt x="41985" y="42120"/>
                </a:lnTo>
                <a:lnTo>
                  <a:pt x="43470" y="41310"/>
                </a:lnTo>
                <a:lnTo>
                  <a:pt x="45090" y="40230"/>
                </a:lnTo>
                <a:lnTo>
                  <a:pt x="46575" y="39285"/>
                </a:lnTo>
                <a:lnTo>
                  <a:pt x="48060" y="38205"/>
                </a:lnTo>
                <a:lnTo>
                  <a:pt x="49410" y="37125"/>
                </a:lnTo>
                <a:lnTo>
                  <a:pt x="50760" y="35775"/>
                </a:lnTo>
                <a:lnTo>
                  <a:pt x="51570" y="34830"/>
                </a:lnTo>
                <a:lnTo>
                  <a:pt x="52515" y="33750"/>
                </a:lnTo>
                <a:lnTo>
                  <a:pt x="53190" y="32805"/>
                </a:lnTo>
                <a:lnTo>
                  <a:pt x="53865" y="31590"/>
                </a:lnTo>
                <a:lnTo>
                  <a:pt x="54405" y="30645"/>
                </a:lnTo>
                <a:lnTo>
                  <a:pt x="54945" y="29430"/>
                </a:lnTo>
                <a:lnTo>
                  <a:pt x="55350" y="28215"/>
                </a:lnTo>
                <a:lnTo>
                  <a:pt x="55620" y="27135"/>
                </a:lnTo>
                <a:lnTo>
                  <a:pt x="55755" y="25650"/>
                </a:lnTo>
                <a:lnTo>
                  <a:pt x="55890" y="24165"/>
                </a:lnTo>
                <a:lnTo>
                  <a:pt x="55620" y="22545"/>
                </a:lnTo>
                <a:lnTo>
                  <a:pt x="55350" y="21060"/>
                </a:lnTo>
                <a:lnTo>
                  <a:pt x="54675" y="19440"/>
                </a:lnTo>
                <a:lnTo>
                  <a:pt x="54000" y="18225"/>
                </a:lnTo>
                <a:lnTo>
                  <a:pt x="53190" y="16740"/>
                </a:lnTo>
                <a:lnTo>
                  <a:pt x="52110" y="15525"/>
                </a:lnTo>
                <a:lnTo>
                  <a:pt x="50760" y="14040"/>
                </a:lnTo>
                <a:lnTo>
                  <a:pt x="49545" y="12960"/>
                </a:lnTo>
                <a:lnTo>
                  <a:pt x="48060" y="11745"/>
                </a:lnTo>
                <a:lnTo>
                  <a:pt x="46305" y="10665"/>
                </a:lnTo>
                <a:lnTo>
                  <a:pt x="44550" y="9720"/>
                </a:lnTo>
                <a:lnTo>
                  <a:pt x="42525" y="8775"/>
                </a:lnTo>
                <a:lnTo>
                  <a:pt x="40365" y="7830"/>
                </a:lnTo>
                <a:lnTo>
                  <a:pt x="38340" y="7155"/>
                </a:lnTo>
                <a:lnTo>
                  <a:pt x="44010" y="0"/>
                </a:lnTo>
                <a:close/>
              </a:path>
            </a:pathLst>
          </a:custGeom>
          <a:solidFill>
            <a:srgbClr val="000000"/>
          </a:solidFill>
          <a:ln>
            <a:noFill/>
          </a:ln>
        </p:spPr>
        <p:txBody>
          <a:bodyPr rtlCol="0" anchor="ctr"/>
          <a:lstStyle/>
          <a:p>
            <a:pPr algn="ctr"/>
          </a:p>
        </p:txBody>
      </p:sp>
      <p:sp>
        <p:nvSpPr>
          <p:cNvPr id="37" name="𐰑"/>
          <p:cNvSpPr/>
          <p:nvPr/>
        </p:nvSpPr>
        <p:spPr>
          <a:xfrm>
            <a:off x="3214840" y="3849243"/>
            <a:ext cx="482460" cy="524637"/>
          </a:xfrm>
          <a:custGeom>
            <a:avLst/>
            <a:gdLst/>
            <a:ahLst/>
            <a:cxnLst/>
            <a:rect l="l" t="t" r="r" b="b"/>
            <a:pathLst>
              <a:path w="63315" h="68850" stroke="0">
                <a:moveTo>
                  <a:pt x="3375" y="63180"/>
                </a:moveTo>
                <a:lnTo>
                  <a:pt x="4050" y="61020"/>
                </a:lnTo>
                <a:lnTo>
                  <a:pt x="4050" y="7830"/>
                </a:lnTo>
                <a:lnTo>
                  <a:pt x="3375" y="5670"/>
                </a:lnTo>
                <a:lnTo>
                  <a:pt x="2295" y="3240"/>
                </a:lnTo>
                <a:lnTo>
                  <a:pt x="0" y="2700"/>
                </a:lnTo>
                <a:lnTo>
                  <a:pt x="0" y="0"/>
                </a:lnTo>
                <a:lnTo>
                  <a:pt x="41310" y="135"/>
                </a:lnTo>
                <a:lnTo>
                  <a:pt x="44010" y="135"/>
                </a:lnTo>
                <a:lnTo>
                  <a:pt x="45765" y="405"/>
                </a:lnTo>
                <a:lnTo>
                  <a:pt x="47655" y="675"/>
                </a:lnTo>
                <a:lnTo>
                  <a:pt x="49275" y="1215"/>
                </a:lnTo>
                <a:lnTo>
                  <a:pt x="50895" y="1755"/>
                </a:lnTo>
                <a:lnTo>
                  <a:pt x="52515" y="2430"/>
                </a:lnTo>
                <a:lnTo>
                  <a:pt x="53865" y="3105"/>
                </a:lnTo>
                <a:lnTo>
                  <a:pt x="55215" y="4050"/>
                </a:lnTo>
                <a:lnTo>
                  <a:pt x="56295" y="4995"/>
                </a:lnTo>
                <a:lnTo>
                  <a:pt x="57645" y="6345"/>
                </a:lnTo>
                <a:lnTo>
                  <a:pt x="58860" y="7965"/>
                </a:lnTo>
                <a:lnTo>
                  <a:pt x="59805" y="9585"/>
                </a:lnTo>
                <a:lnTo>
                  <a:pt x="60345" y="11475"/>
                </a:lnTo>
                <a:lnTo>
                  <a:pt x="60750" y="13095"/>
                </a:lnTo>
                <a:lnTo>
                  <a:pt x="60885" y="15120"/>
                </a:lnTo>
                <a:lnTo>
                  <a:pt x="60615" y="17145"/>
                </a:lnTo>
                <a:lnTo>
                  <a:pt x="60210" y="19035"/>
                </a:lnTo>
                <a:lnTo>
                  <a:pt x="59400" y="21060"/>
                </a:lnTo>
                <a:lnTo>
                  <a:pt x="58320" y="23085"/>
                </a:lnTo>
                <a:lnTo>
                  <a:pt x="57240" y="24705"/>
                </a:lnTo>
                <a:lnTo>
                  <a:pt x="55620" y="26595"/>
                </a:lnTo>
                <a:lnTo>
                  <a:pt x="54000" y="28215"/>
                </a:lnTo>
                <a:lnTo>
                  <a:pt x="51975" y="29970"/>
                </a:lnTo>
                <a:lnTo>
                  <a:pt x="49950" y="31320"/>
                </a:lnTo>
                <a:lnTo>
                  <a:pt x="47655" y="32670"/>
                </a:lnTo>
                <a:lnTo>
                  <a:pt x="50355" y="34020"/>
                </a:lnTo>
                <a:lnTo>
                  <a:pt x="52785" y="35640"/>
                </a:lnTo>
                <a:lnTo>
                  <a:pt x="55080" y="37395"/>
                </a:lnTo>
                <a:lnTo>
                  <a:pt x="56835" y="39015"/>
                </a:lnTo>
                <a:lnTo>
                  <a:pt x="58590" y="41040"/>
                </a:lnTo>
                <a:lnTo>
                  <a:pt x="60075" y="43200"/>
                </a:lnTo>
                <a:lnTo>
                  <a:pt x="61290" y="45360"/>
                </a:lnTo>
                <a:lnTo>
                  <a:pt x="62235" y="47520"/>
                </a:lnTo>
                <a:lnTo>
                  <a:pt x="62640" y="48735"/>
                </a:lnTo>
                <a:lnTo>
                  <a:pt x="62910" y="50085"/>
                </a:lnTo>
                <a:lnTo>
                  <a:pt x="63315" y="52245"/>
                </a:lnTo>
                <a:lnTo>
                  <a:pt x="63315" y="53595"/>
                </a:lnTo>
                <a:lnTo>
                  <a:pt x="63315" y="54810"/>
                </a:lnTo>
                <a:lnTo>
                  <a:pt x="63045" y="56970"/>
                </a:lnTo>
                <a:lnTo>
                  <a:pt x="62775" y="58320"/>
                </a:lnTo>
                <a:lnTo>
                  <a:pt x="62370" y="59400"/>
                </a:lnTo>
                <a:lnTo>
                  <a:pt x="61560" y="61425"/>
                </a:lnTo>
                <a:lnTo>
                  <a:pt x="60345" y="63450"/>
                </a:lnTo>
                <a:lnTo>
                  <a:pt x="58860" y="65340"/>
                </a:lnTo>
                <a:lnTo>
                  <a:pt x="57240" y="66825"/>
                </a:lnTo>
                <a:lnTo>
                  <a:pt x="55215" y="68445"/>
                </a:lnTo>
                <a:lnTo>
                  <a:pt x="54540" y="68850"/>
                </a:lnTo>
                <a:lnTo>
                  <a:pt x="25110" y="68850"/>
                </a:lnTo>
                <a:lnTo>
                  <a:pt x="23355" y="67365"/>
                </a:lnTo>
                <a:lnTo>
                  <a:pt x="21735" y="65475"/>
                </a:lnTo>
                <a:lnTo>
                  <a:pt x="31185" y="61425"/>
                </a:lnTo>
                <a:lnTo>
                  <a:pt x="32265" y="62640"/>
                </a:lnTo>
                <a:lnTo>
                  <a:pt x="33480" y="63585"/>
                </a:lnTo>
                <a:lnTo>
                  <a:pt x="34425" y="64125"/>
                </a:lnTo>
                <a:lnTo>
                  <a:pt x="35505" y="64530"/>
                </a:lnTo>
                <a:lnTo>
                  <a:pt x="37260" y="64800"/>
                </a:lnTo>
                <a:lnTo>
                  <a:pt x="39555" y="64800"/>
                </a:lnTo>
                <a:lnTo>
                  <a:pt x="41445" y="64800"/>
                </a:lnTo>
                <a:lnTo>
                  <a:pt x="43470" y="64395"/>
                </a:lnTo>
                <a:lnTo>
                  <a:pt x="44550" y="64125"/>
                </a:lnTo>
                <a:lnTo>
                  <a:pt x="45765" y="63720"/>
                </a:lnTo>
                <a:lnTo>
                  <a:pt x="46845" y="63180"/>
                </a:lnTo>
                <a:lnTo>
                  <a:pt x="47925" y="62505"/>
                </a:lnTo>
                <a:lnTo>
                  <a:pt x="48870" y="61695"/>
                </a:lnTo>
                <a:lnTo>
                  <a:pt x="49680" y="60885"/>
                </a:lnTo>
                <a:lnTo>
                  <a:pt x="50355" y="59940"/>
                </a:lnTo>
                <a:lnTo>
                  <a:pt x="50895" y="58995"/>
                </a:lnTo>
                <a:lnTo>
                  <a:pt x="51570" y="57510"/>
                </a:lnTo>
                <a:lnTo>
                  <a:pt x="52110" y="55755"/>
                </a:lnTo>
                <a:lnTo>
                  <a:pt x="52245" y="53865"/>
                </a:lnTo>
                <a:lnTo>
                  <a:pt x="52110" y="51975"/>
                </a:lnTo>
                <a:lnTo>
                  <a:pt x="51705" y="50085"/>
                </a:lnTo>
                <a:lnTo>
                  <a:pt x="51030" y="48330"/>
                </a:lnTo>
                <a:lnTo>
                  <a:pt x="50085" y="46440"/>
                </a:lnTo>
                <a:lnTo>
                  <a:pt x="48870" y="44820"/>
                </a:lnTo>
                <a:lnTo>
                  <a:pt x="47520" y="43335"/>
                </a:lnTo>
                <a:lnTo>
                  <a:pt x="46035" y="41985"/>
                </a:lnTo>
                <a:lnTo>
                  <a:pt x="44145" y="40770"/>
                </a:lnTo>
                <a:lnTo>
                  <a:pt x="42255" y="39690"/>
                </a:lnTo>
                <a:lnTo>
                  <a:pt x="40365" y="38880"/>
                </a:lnTo>
                <a:lnTo>
                  <a:pt x="38475" y="38070"/>
                </a:lnTo>
                <a:lnTo>
                  <a:pt x="36180" y="37395"/>
                </a:lnTo>
                <a:lnTo>
                  <a:pt x="33210" y="36720"/>
                </a:lnTo>
                <a:lnTo>
                  <a:pt x="31860" y="36180"/>
                </a:lnTo>
                <a:lnTo>
                  <a:pt x="31320" y="35910"/>
                </a:lnTo>
                <a:lnTo>
                  <a:pt x="30780" y="35505"/>
                </a:lnTo>
                <a:lnTo>
                  <a:pt x="30375" y="35100"/>
                </a:lnTo>
                <a:lnTo>
                  <a:pt x="30105" y="34560"/>
                </a:lnTo>
                <a:lnTo>
                  <a:pt x="29835" y="34020"/>
                </a:lnTo>
                <a:lnTo>
                  <a:pt x="29700" y="33480"/>
                </a:lnTo>
                <a:lnTo>
                  <a:pt x="29700" y="33075"/>
                </a:lnTo>
                <a:lnTo>
                  <a:pt x="29700" y="32535"/>
                </a:lnTo>
                <a:lnTo>
                  <a:pt x="29970" y="31995"/>
                </a:lnTo>
                <a:lnTo>
                  <a:pt x="30105" y="31455"/>
                </a:lnTo>
                <a:lnTo>
                  <a:pt x="30510" y="31050"/>
                </a:lnTo>
                <a:lnTo>
                  <a:pt x="30915" y="30510"/>
                </a:lnTo>
                <a:lnTo>
                  <a:pt x="31455" y="30240"/>
                </a:lnTo>
                <a:lnTo>
                  <a:pt x="32670" y="29565"/>
                </a:lnTo>
                <a:lnTo>
                  <a:pt x="36585" y="28350"/>
                </a:lnTo>
                <a:lnTo>
                  <a:pt x="38340" y="27675"/>
                </a:lnTo>
                <a:lnTo>
                  <a:pt x="40095" y="26865"/>
                </a:lnTo>
                <a:lnTo>
                  <a:pt x="41715" y="25920"/>
                </a:lnTo>
                <a:lnTo>
                  <a:pt x="43200" y="24975"/>
                </a:lnTo>
                <a:lnTo>
                  <a:pt x="44550" y="24030"/>
                </a:lnTo>
                <a:lnTo>
                  <a:pt x="45765" y="22950"/>
                </a:lnTo>
                <a:lnTo>
                  <a:pt x="46710" y="21870"/>
                </a:lnTo>
                <a:lnTo>
                  <a:pt x="47655" y="20790"/>
                </a:lnTo>
                <a:lnTo>
                  <a:pt x="48330" y="19710"/>
                </a:lnTo>
                <a:lnTo>
                  <a:pt x="49005" y="18360"/>
                </a:lnTo>
                <a:lnTo>
                  <a:pt x="49410" y="17280"/>
                </a:lnTo>
                <a:lnTo>
                  <a:pt x="49680" y="16065"/>
                </a:lnTo>
                <a:lnTo>
                  <a:pt x="49815" y="14985"/>
                </a:lnTo>
                <a:lnTo>
                  <a:pt x="49680" y="13770"/>
                </a:lnTo>
                <a:lnTo>
                  <a:pt x="49545" y="12825"/>
                </a:lnTo>
                <a:lnTo>
                  <a:pt x="49140" y="11745"/>
                </a:lnTo>
                <a:lnTo>
                  <a:pt x="48465" y="10800"/>
                </a:lnTo>
                <a:lnTo>
                  <a:pt x="47790" y="9990"/>
                </a:lnTo>
                <a:lnTo>
                  <a:pt x="46980" y="9450"/>
                </a:lnTo>
                <a:lnTo>
                  <a:pt x="46035" y="8910"/>
                </a:lnTo>
                <a:lnTo>
                  <a:pt x="44820" y="8505"/>
                </a:lnTo>
                <a:lnTo>
                  <a:pt x="43605" y="8235"/>
                </a:lnTo>
                <a:lnTo>
                  <a:pt x="42525" y="8100"/>
                </a:lnTo>
                <a:lnTo>
                  <a:pt x="41310" y="8100"/>
                </a:lnTo>
                <a:lnTo>
                  <a:pt x="15120" y="8100"/>
                </a:lnTo>
                <a:lnTo>
                  <a:pt x="15120" y="61020"/>
                </a:lnTo>
                <a:lnTo>
                  <a:pt x="15795" y="63180"/>
                </a:lnTo>
                <a:lnTo>
                  <a:pt x="16875" y="65610"/>
                </a:lnTo>
                <a:lnTo>
                  <a:pt x="19170" y="66150"/>
                </a:lnTo>
                <a:lnTo>
                  <a:pt x="19170" y="68850"/>
                </a:lnTo>
                <a:lnTo>
                  <a:pt x="0" y="68850"/>
                </a:lnTo>
                <a:lnTo>
                  <a:pt x="0" y="66150"/>
                </a:lnTo>
                <a:lnTo>
                  <a:pt x="2295" y="65610"/>
                </a:lnTo>
                <a:close/>
              </a:path>
            </a:pathLst>
          </a:custGeom>
          <a:solidFill>
            <a:srgbClr val="000000"/>
          </a:solidFill>
          <a:ln>
            <a:noFill/>
          </a:ln>
        </p:spPr>
        <p:txBody>
          <a:bodyPr rtlCol="0" anchor="ctr"/>
          <a:lstStyle/>
          <a:p>
            <a:pPr algn="ctr"/>
          </a:p>
        </p:txBody>
      </p:sp>
      <p:sp>
        <p:nvSpPr>
          <p:cNvPr id="38" name="AED"/>
          <p:cNvSpPr txBox="1"/>
          <p:nvPr/>
        </p:nvSpPr>
        <p:spPr>
          <a:xfrm>
            <a:off x="3810000" y="344942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AED</a:t>
            </a:r>
          </a:p>
        </p:txBody>
      </p:sp>
      <p:sp>
        <p:nvSpPr>
          <p:cNvPr id="39" name="𐰓"/>
          <p:cNvSpPr/>
          <p:nvPr/>
        </p:nvSpPr>
        <p:spPr>
          <a:xfrm>
            <a:off x="4002500" y="3653790"/>
            <a:ext cx="498920" cy="720090"/>
          </a:xfrm>
          <a:custGeom>
            <a:avLst/>
            <a:gdLst/>
            <a:ahLst/>
            <a:cxnLst/>
            <a:rect l="l" t="t" r="r" b="b"/>
            <a:pathLst>
              <a:path w="65475" h="94500" stroke="0">
                <a:moveTo>
                  <a:pt x="2970" y="92340"/>
                </a:moveTo>
                <a:lnTo>
                  <a:pt x="4725" y="90720"/>
                </a:lnTo>
                <a:lnTo>
                  <a:pt x="5535" y="89910"/>
                </a:lnTo>
                <a:lnTo>
                  <a:pt x="6345" y="88965"/>
                </a:lnTo>
                <a:lnTo>
                  <a:pt x="7425" y="87345"/>
                </a:lnTo>
                <a:lnTo>
                  <a:pt x="26325" y="47925"/>
                </a:lnTo>
                <a:lnTo>
                  <a:pt x="13095" y="20385"/>
                </a:lnTo>
                <a:lnTo>
                  <a:pt x="4725" y="2700"/>
                </a:lnTo>
                <a:lnTo>
                  <a:pt x="16200" y="0"/>
                </a:lnTo>
                <a:lnTo>
                  <a:pt x="23085" y="14445"/>
                </a:lnTo>
                <a:lnTo>
                  <a:pt x="32670" y="34560"/>
                </a:lnTo>
                <a:lnTo>
                  <a:pt x="42390" y="14445"/>
                </a:lnTo>
                <a:lnTo>
                  <a:pt x="49275" y="0"/>
                </a:lnTo>
                <a:lnTo>
                  <a:pt x="60750" y="2700"/>
                </a:lnTo>
                <a:lnTo>
                  <a:pt x="52380" y="20385"/>
                </a:lnTo>
                <a:lnTo>
                  <a:pt x="39150" y="47925"/>
                </a:lnTo>
                <a:lnTo>
                  <a:pt x="58185" y="87615"/>
                </a:lnTo>
                <a:lnTo>
                  <a:pt x="58860" y="88695"/>
                </a:lnTo>
                <a:lnTo>
                  <a:pt x="59535" y="89505"/>
                </a:lnTo>
                <a:lnTo>
                  <a:pt x="61020" y="90990"/>
                </a:lnTo>
                <a:lnTo>
                  <a:pt x="63180" y="92880"/>
                </a:lnTo>
                <a:lnTo>
                  <a:pt x="65475" y="94500"/>
                </a:lnTo>
                <a:lnTo>
                  <a:pt x="54945" y="94500"/>
                </a:lnTo>
                <a:lnTo>
                  <a:pt x="48600" y="94500"/>
                </a:lnTo>
                <a:lnTo>
                  <a:pt x="44550" y="94500"/>
                </a:lnTo>
                <a:lnTo>
                  <a:pt x="44955" y="93690"/>
                </a:lnTo>
                <a:lnTo>
                  <a:pt x="45360" y="92880"/>
                </a:lnTo>
                <a:lnTo>
                  <a:pt x="45495" y="92070"/>
                </a:lnTo>
                <a:lnTo>
                  <a:pt x="45765" y="90990"/>
                </a:lnTo>
                <a:lnTo>
                  <a:pt x="45765" y="90180"/>
                </a:lnTo>
                <a:lnTo>
                  <a:pt x="45765" y="89505"/>
                </a:lnTo>
                <a:lnTo>
                  <a:pt x="45630" y="88695"/>
                </a:lnTo>
                <a:lnTo>
                  <a:pt x="45360" y="87615"/>
                </a:lnTo>
                <a:lnTo>
                  <a:pt x="42255" y="81000"/>
                </a:lnTo>
                <a:lnTo>
                  <a:pt x="32670" y="61290"/>
                </a:lnTo>
                <a:lnTo>
                  <a:pt x="23220" y="81000"/>
                </a:lnTo>
                <a:lnTo>
                  <a:pt x="20115" y="87615"/>
                </a:lnTo>
                <a:lnTo>
                  <a:pt x="19845" y="88695"/>
                </a:lnTo>
                <a:lnTo>
                  <a:pt x="19710" y="89505"/>
                </a:lnTo>
                <a:lnTo>
                  <a:pt x="19710" y="90180"/>
                </a:lnTo>
                <a:lnTo>
                  <a:pt x="19710" y="90990"/>
                </a:lnTo>
                <a:lnTo>
                  <a:pt x="19845" y="92070"/>
                </a:lnTo>
                <a:lnTo>
                  <a:pt x="20115" y="92880"/>
                </a:lnTo>
                <a:lnTo>
                  <a:pt x="20520" y="93690"/>
                </a:lnTo>
                <a:lnTo>
                  <a:pt x="20925" y="94500"/>
                </a:lnTo>
                <a:lnTo>
                  <a:pt x="16875" y="94500"/>
                </a:lnTo>
                <a:lnTo>
                  <a:pt x="10395" y="94500"/>
                </a:lnTo>
                <a:lnTo>
                  <a:pt x="0" y="94500"/>
                </a:lnTo>
                <a:close/>
              </a:path>
            </a:pathLst>
          </a:custGeom>
          <a:solidFill>
            <a:srgbClr val="000000"/>
          </a:solidFill>
          <a:ln>
            <a:noFill/>
          </a:ln>
        </p:spPr>
        <p:txBody>
          <a:bodyPr rtlCol="0" anchor="ctr"/>
          <a:lstStyle/>
          <a:p>
            <a:pPr algn="ctr"/>
          </a:p>
        </p:txBody>
      </p:sp>
      <p:sp>
        <p:nvSpPr>
          <p:cNvPr id="40" name="𐰓"/>
          <p:cNvSpPr/>
          <p:nvPr/>
        </p:nvSpPr>
        <p:spPr>
          <a:xfrm>
            <a:off x="4781150" y="3849243"/>
            <a:ext cx="435140" cy="524637"/>
          </a:xfrm>
          <a:custGeom>
            <a:avLst/>
            <a:gdLst/>
            <a:ahLst/>
            <a:cxnLst/>
            <a:rect l="l" t="t" r="r" b="b"/>
            <a:pathLst>
              <a:path w="57105" h="68850" stroke="0">
                <a:moveTo>
                  <a:pt x="3105" y="66690"/>
                </a:moveTo>
                <a:lnTo>
                  <a:pt x="4995" y="65205"/>
                </a:lnTo>
                <a:lnTo>
                  <a:pt x="6615" y="63585"/>
                </a:lnTo>
                <a:lnTo>
                  <a:pt x="7830" y="61965"/>
                </a:lnTo>
                <a:lnTo>
                  <a:pt x="22680" y="35100"/>
                </a:lnTo>
                <a:lnTo>
                  <a:pt x="4860" y="2835"/>
                </a:lnTo>
                <a:lnTo>
                  <a:pt x="15120" y="0"/>
                </a:lnTo>
                <a:lnTo>
                  <a:pt x="28485" y="24300"/>
                </a:lnTo>
                <a:lnTo>
                  <a:pt x="41985" y="0"/>
                </a:lnTo>
                <a:lnTo>
                  <a:pt x="52245" y="2835"/>
                </a:lnTo>
                <a:lnTo>
                  <a:pt x="34425" y="35100"/>
                </a:lnTo>
                <a:lnTo>
                  <a:pt x="49275" y="61965"/>
                </a:lnTo>
                <a:lnTo>
                  <a:pt x="50490" y="63585"/>
                </a:lnTo>
                <a:lnTo>
                  <a:pt x="51570" y="64665"/>
                </a:lnTo>
                <a:lnTo>
                  <a:pt x="52380" y="65475"/>
                </a:lnTo>
                <a:lnTo>
                  <a:pt x="54675" y="67230"/>
                </a:lnTo>
                <a:lnTo>
                  <a:pt x="57105" y="68850"/>
                </a:lnTo>
                <a:lnTo>
                  <a:pt x="47115" y="68850"/>
                </a:lnTo>
                <a:lnTo>
                  <a:pt x="41175" y="68850"/>
                </a:lnTo>
                <a:lnTo>
                  <a:pt x="37125" y="68850"/>
                </a:lnTo>
                <a:lnTo>
                  <a:pt x="37800" y="67230"/>
                </a:lnTo>
                <a:lnTo>
                  <a:pt x="37935" y="66420"/>
                </a:lnTo>
                <a:lnTo>
                  <a:pt x="38070" y="65610"/>
                </a:lnTo>
                <a:lnTo>
                  <a:pt x="38070" y="64935"/>
                </a:lnTo>
                <a:lnTo>
                  <a:pt x="37935" y="64125"/>
                </a:lnTo>
                <a:lnTo>
                  <a:pt x="37800" y="63315"/>
                </a:lnTo>
                <a:lnTo>
                  <a:pt x="37530" y="62505"/>
                </a:lnTo>
                <a:lnTo>
                  <a:pt x="36990" y="61155"/>
                </a:lnTo>
                <a:lnTo>
                  <a:pt x="28485" y="45900"/>
                </a:lnTo>
                <a:lnTo>
                  <a:pt x="20115" y="61155"/>
                </a:lnTo>
                <a:lnTo>
                  <a:pt x="19575" y="62505"/>
                </a:lnTo>
                <a:lnTo>
                  <a:pt x="19305" y="63315"/>
                </a:lnTo>
                <a:lnTo>
                  <a:pt x="19170" y="64125"/>
                </a:lnTo>
                <a:lnTo>
                  <a:pt x="19035" y="64935"/>
                </a:lnTo>
                <a:lnTo>
                  <a:pt x="19035" y="65610"/>
                </a:lnTo>
                <a:lnTo>
                  <a:pt x="19170" y="66420"/>
                </a:lnTo>
                <a:lnTo>
                  <a:pt x="19305" y="67230"/>
                </a:lnTo>
                <a:lnTo>
                  <a:pt x="19980" y="68850"/>
                </a:lnTo>
                <a:lnTo>
                  <a:pt x="15930" y="68850"/>
                </a:lnTo>
                <a:lnTo>
                  <a:pt x="9990" y="68850"/>
                </a:lnTo>
                <a:lnTo>
                  <a:pt x="0" y="68850"/>
                </a:lnTo>
                <a:close/>
              </a:path>
            </a:pathLst>
          </a:custGeom>
          <a:solidFill>
            <a:srgbClr val="000000"/>
          </a:solidFill>
          <a:ln>
            <a:noFill/>
          </a:ln>
        </p:spPr>
        <p:txBody>
          <a:bodyPr rtlCol="0" anchor="ctr"/>
          <a:lstStyle/>
          <a:p>
            <a:pPr algn="ctr"/>
          </a:p>
        </p:txBody>
      </p:sp>
      <p:sp>
        <p:nvSpPr>
          <p:cNvPr id="41" name="EZ"/>
          <p:cNvSpPr txBox="1"/>
          <p:nvPr/>
        </p:nvSpPr>
        <p:spPr>
          <a:xfrm>
            <a:off x="536448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EZ</a:t>
            </a:r>
          </a:p>
        </p:txBody>
      </p:sp>
      <p:sp>
        <p:nvSpPr>
          <p:cNvPr id="42" name="𐰔"/>
          <p:cNvSpPr/>
          <p:nvPr/>
        </p:nvSpPr>
        <p:spPr>
          <a:xfrm>
            <a:off x="5495258" y="3653790"/>
            <a:ext cx="622364" cy="720090"/>
          </a:xfrm>
          <a:custGeom>
            <a:avLst/>
            <a:gdLst/>
            <a:ahLst/>
            <a:cxnLst/>
            <a:rect l="l" t="t" r="r" b="b"/>
            <a:pathLst>
              <a:path w="81675" h="94500" stroke="0">
                <a:moveTo>
                  <a:pt x="2295" y="91260"/>
                </a:moveTo>
                <a:lnTo>
                  <a:pt x="3375" y="88830"/>
                </a:lnTo>
                <a:lnTo>
                  <a:pt x="4050" y="86670"/>
                </a:lnTo>
                <a:lnTo>
                  <a:pt x="4050" y="66150"/>
                </a:lnTo>
                <a:lnTo>
                  <a:pt x="4185" y="63315"/>
                </a:lnTo>
                <a:lnTo>
                  <a:pt x="4725" y="60480"/>
                </a:lnTo>
                <a:lnTo>
                  <a:pt x="5400" y="57780"/>
                </a:lnTo>
                <a:lnTo>
                  <a:pt x="6480" y="55215"/>
                </a:lnTo>
                <a:lnTo>
                  <a:pt x="7155" y="53865"/>
                </a:lnTo>
                <a:lnTo>
                  <a:pt x="7830" y="52515"/>
                </a:lnTo>
                <a:lnTo>
                  <a:pt x="8775" y="51165"/>
                </a:lnTo>
                <a:lnTo>
                  <a:pt x="9855" y="49545"/>
                </a:lnTo>
                <a:lnTo>
                  <a:pt x="10935" y="48330"/>
                </a:lnTo>
                <a:lnTo>
                  <a:pt x="12285" y="46980"/>
                </a:lnTo>
                <a:lnTo>
                  <a:pt x="13500" y="45900"/>
                </a:lnTo>
                <a:lnTo>
                  <a:pt x="14985" y="44685"/>
                </a:lnTo>
                <a:lnTo>
                  <a:pt x="16470" y="43605"/>
                </a:lnTo>
                <a:lnTo>
                  <a:pt x="17820" y="42795"/>
                </a:lnTo>
                <a:lnTo>
                  <a:pt x="19440" y="42120"/>
                </a:lnTo>
                <a:lnTo>
                  <a:pt x="20925" y="41445"/>
                </a:lnTo>
                <a:lnTo>
                  <a:pt x="22545" y="40770"/>
                </a:lnTo>
                <a:lnTo>
                  <a:pt x="24300" y="40365"/>
                </a:lnTo>
                <a:lnTo>
                  <a:pt x="26055" y="39960"/>
                </a:lnTo>
                <a:lnTo>
                  <a:pt x="27810" y="39690"/>
                </a:lnTo>
                <a:lnTo>
                  <a:pt x="29700" y="39555"/>
                </a:lnTo>
                <a:lnTo>
                  <a:pt x="31320" y="39690"/>
                </a:lnTo>
                <a:lnTo>
                  <a:pt x="23625" y="16740"/>
                </a:lnTo>
                <a:lnTo>
                  <a:pt x="22680" y="14715"/>
                </a:lnTo>
                <a:lnTo>
                  <a:pt x="21600" y="12285"/>
                </a:lnTo>
                <a:lnTo>
                  <a:pt x="19440" y="6480"/>
                </a:lnTo>
                <a:lnTo>
                  <a:pt x="18630" y="4860"/>
                </a:lnTo>
                <a:lnTo>
                  <a:pt x="17145" y="2970"/>
                </a:lnTo>
                <a:lnTo>
                  <a:pt x="15390" y="1080"/>
                </a:lnTo>
                <a:lnTo>
                  <a:pt x="14040" y="0"/>
                </a:lnTo>
                <a:lnTo>
                  <a:pt x="24300" y="0"/>
                </a:lnTo>
                <a:lnTo>
                  <a:pt x="30510" y="0"/>
                </a:lnTo>
                <a:lnTo>
                  <a:pt x="34560" y="0"/>
                </a:lnTo>
                <a:lnTo>
                  <a:pt x="33615" y="1620"/>
                </a:lnTo>
                <a:lnTo>
                  <a:pt x="33345" y="2430"/>
                </a:lnTo>
                <a:lnTo>
                  <a:pt x="33075" y="3240"/>
                </a:lnTo>
                <a:lnTo>
                  <a:pt x="32805" y="4050"/>
                </a:lnTo>
                <a:lnTo>
                  <a:pt x="32805" y="4860"/>
                </a:lnTo>
                <a:lnTo>
                  <a:pt x="32805" y="5670"/>
                </a:lnTo>
                <a:lnTo>
                  <a:pt x="32805" y="6480"/>
                </a:lnTo>
                <a:lnTo>
                  <a:pt x="33210" y="7830"/>
                </a:lnTo>
                <a:lnTo>
                  <a:pt x="35370" y="14175"/>
                </a:lnTo>
                <a:lnTo>
                  <a:pt x="36315" y="15930"/>
                </a:lnTo>
                <a:lnTo>
                  <a:pt x="37260" y="17415"/>
                </a:lnTo>
                <a:lnTo>
                  <a:pt x="39015" y="19845"/>
                </a:lnTo>
                <a:lnTo>
                  <a:pt x="41040" y="22140"/>
                </a:lnTo>
                <a:lnTo>
                  <a:pt x="42930" y="24030"/>
                </a:lnTo>
                <a:lnTo>
                  <a:pt x="45225" y="25785"/>
                </a:lnTo>
                <a:lnTo>
                  <a:pt x="47520" y="27000"/>
                </a:lnTo>
                <a:lnTo>
                  <a:pt x="49545" y="27945"/>
                </a:lnTo>
                <a:lnTo>
                  <a:pt x="50625" y="28215"/>
                </a:lnTo>
                <a:lnTo>
                  <a:pt x="51840" y="28485"/>
                </a:lnTo>
                <a:lnTo>
                  <a:pt x="52920" y="28755"/>
                </a:lnTo>
                <a:lnTo>
                  <a:pt x="54000" y="28755"/>
                </a:lnTo>
                <a:lnTo>
                  <a:pt x="54810" y="28755"/>
                </a:lnTo>
                <a:lnTo>
                  <a:pt x="55485" y="28620"/>
                </a:lnTo>
                <a:lnTo>
                  <a:pt x="56160" y="28350"/>
                </a:lnTo>
                <a:lnTo>
                  <a:pt x="56835" y="27945"/>
                </a:lnTo>
                <a:lnTo>
                  <a:pt x="57510" y="27540"/>
                </a:lnTo>
                <a:lnTo>
                  <a:pt x="58185" y="27000"/>
                </a:lnTo>
                <a:lnTo>
                  <a:pt x="59535" y="25515"/>
                </a:lnTo>
                <a:lnTo>
                  <a:pt x="60885" y="23625"/>
                </a:lnTo>
                <a:lnTo>
                  <a:pt x="61965" y="21465"/>
                </a:lnTo>
                <a:lnTo>
                  <a:pt x="62910" y="19170"/>
                </a:lnTo>
                <a:lnTo>
                  <a:pt x="63720" y="16470"/>
                </a:lnTo>
                <a:lnTo>
                  <a:pt x="64125" y="14310"/>
                </a:lnTo>
                <a:lnTo>
                  <a:pt x="64665" y="11880"/>
                </a:lnTo>
                <a:lnTo>
                  <a:pt x="64935" y="9450"/>
                </a:lnTo>
                <a:lnTo>
                  <a:pt x="65205" y="6885"/>
                </a:lnTo>
                <a:lnTo>
                  <a:pt x="64800" y="5670"/>
                </a:lnTo>
                <a:lnTo>
                  <a:pt x="63720" y="3240"/>
                </a:lnTo>
                <a:lnTo>
                  <a:pt x="61425" y="2700"/>
                </a:lnTo>
                <a:lnTo>
                  <a:pt x="61425" y="0"/>
                </a:lnTo>
                <a:lnTo>
                  <a:pt x="65475" y="0"/>
                </a:lnTo>
                <a:lnTo>
                  <a:pt x="77625" y="0"/>
                </a:lnTo>
                <a:lnTo>
                  <a:pt x="81675" y="0"/>
                </a:lnTo>
                <a:lnTo>
                  <a:pt x="81675" y="2700"/>
                </a:lnTo>
                <a:lnTo>
                  <a:pt x="79380" y="3240"/>
                </a:lnTo>
                <a:lnTo>
                  <a:pt x="78300" y="5670"/>
                </a:lnTo>
                <a:lnTo>
                  <a:pt x="77625" y="7830"/>
                </a:lnTo>
                <a:lnTo>
                  <a:pt x="77625" y="46575"/>
                </a:lnTo>
                <a:lnTo>
                  <a:pt x="77490" y="48060"/>
                </a:lnTo>
                <a:lnTo>
                  <a:pt x="77085" y="49815"/>
                </a:lnTo>
                <a:lnTo>
                  <a:pt x="76545" y="51300"/>
                </a:lnTo>
                <a:lnTo>
                  <a:pt x="75870" y="52650"/>
                </a:lnTo>
                <a:lnTo>
                  <a:pt x="74925" y="54000"/>
                </a:lnTo>
                <a:lnTo>
                  <a:pt x="74115" y="55215"/>
                </a:lnTo>
                <a:lnTo>
                  <a:pt x="72900" y="56295"/>
                </a:lnTo>
                <a:lnTo>
                  <a:pt x="71685" y="57240"/>
                </a:lnTo>
                <a:lnTo>
                  <a:pt x="70335" y="58185"/>
                </a:lnTo>
                <a:lnTo>
                  <a:pt x="68850" y="58860"/>
                </a:lnTo>
                <a:lnTo>
                  <a:pt x="67365" y="59400"/>
                </a:lnTo>
                <a:lnTo>
                  <a:pt x="65610" y="59940"/>
                </a:lnTo>
                <a:lnTo>
                  <a:pt x="63720" y="60210"/>
                </a:lnTo>
                <a:lnTo>
                  <a:pt x="61965" y="60345"/>
                </a:lnTo>
                <a:lnTo>
                  <a:pt x="60075" y="60345"/>
                </a:lnTo>
                <a:lnTo>
                  <a:pt x="58185" y="60210"/>
                </a:lnTo>
                <a:lnTo>
                  <a:pt x="56430" y="59940"/>
                </a:lnTo>
                <a:lnTo>
                  <a:pt x="54405" y="59535"/>
                </a:lnTo>
                <a:lnTo>
                  <a:pt x="52245" y="58995"/>
                </a:lnTo>
                <a:lnTo>
                  <a:pt x="50085" y="58320"/>
                </a:lnTo>
                <a:lnTo>
                  <a:pt x="59940" y="87480"/>
                </a:lnTo>
                <a:lnTo>
                  <a:pt x="60480" y="88560"/>
                </a:lnTo>
                <a:lnTo>
                  <a:pt x="61020" y="89370"/>
                </a:lnTo>
                <a:lnTo>
                  <a:pt x="62370" y="90990"/>
                </a:lnTo>
                <a:lnTo>
                  <a:pt x="63990" y="92610"/>
                </a:lnTo>
                <a:lnTo>
                  <a:pt x="66285" y="94500"/>
                </a:lnTo>
                <a:lnTo>
                  <a:pt x="56025" y="94500"/>
                </a:lnTo>
                <a:lnTo>
                  <a:pt x="49815" y="94500"/>
                </a:lnTo>
                <a:lnTo>
                  <a:pt x="45765" y="94500"/>
                </a:lnTo>
                <a:lnTo>
                  <a:pt x="46440" y="93420"/>
                </a:lnTo>
                <a:lnTo>
                  <a:pt x="46845" y="92610"/>
                </a:lnTo>
                <a:lnTo>
                  <a:pt x="47250" y="91530"/>
                </a:lnTo>
                <a:lnTo>
                  <a:pt x="47385" y="90720"/>
                </a:lnTo>
                <a:lnTo>
                  <a:pt x="47520" y="89640"/>
                </a:lnTo>
                <a:lnTo>
                  <a:pt x="47520" y="88560"/>
                </a:lnTo>
                <a:lnTo>
                  <a:pt x="47385" y="87750"/>
                </a:lnTo>
                <a:lnTo>
                  <a:pt x="47115" y="86670"/>
                </a:lnTo>
                <a:lnTo>
                  <a:pt x="34695" y="49545"/>
                </a:lnTo>
                <a:lnTo>
                  <a:pt x="33615" y="49005"/>
                </a:lnTo>
                <a:lnTo>
                  <a:pt x="32535" y="48600"/>
                </a:lnTo>
                <a:lnTo>
                  <a:pt x="31590" y="48330"/>
                </a:lnTo>
                <a:lnTo>
                  <a:pt x="30510" y="48195"/>
                </a:lnTo>
                <a:lnTo>
                  <a:pt x="29430" y="48330"/>
                </a:lnTo>
                <a:lnTo>
                  <a:pt x="28350" y="48465"/>
                </a:lnTo>
                <a:lnTo>
                  <a:pt x="27270" y="48735"/>
                </a:lnTo>
                <a:lnTo>
                  <a:pt x="26190" y="49140"/>
                </a:lnTo>
                <a:lnTo>
                  <a:pt x="25110" y="49815"/>
                </a:lnTo>
                <a:lnTo>
                  <a:pt x="23895" y="50490"/>
                </a:lnTo>
                <a:lnTo>
                  <a:pt x="22815" y="51435"/>
                </a:lnTo>
                <a:lnTo>
                  <a:pt x="21870" y="52245"/>
                </a:lnTo>
                <a:lnTo>
                  <a:pt x="20925" y="53190"/>
                </a:lnTo>
                <a:lnTo>
                  <a:pt x="20115" y="54270"/>
                </a:lnTo>
                <a:lnTo>
                  <a:pt x="19305" y="55350"/>
                </a:lnTo>
                <a:lnTo>
                  <a:pt x="18630" y="56565"/>
                </a:lnTo>
                <a:lnTo>
                  <a:pt x="17955" y="57915"/>
                </a:lnTo>
                <a:lnTo>
                  <a:pt x="17415" y="59265"/>
                </a:lnTo>
                <a:lnTo>
                  <a:pt x="17010" y="60615"/>
                </a:lnTo>
                <a:lnTo>
                  <a:pt x="16605" y="61830"/>
                </a:lnTo>
                <a:lnTo>
                  <a:pt x="16335" y="63990"/>
                </a:lnTo>
                <a:lnTo>
                  <a:pt x="16200" y="65880"/>
                </a:lnTo>
                <a:lnTo>
                  <a:pt x="16200" y="86670"/>
                </a:lnTo>
                <a:lnTo>
                  <a:pt x="16875" y="88830"/>
                </a:lnTo>
                <a:lnTo>
                  <a:pt x="17955" y="91260"/>
                </a:lnTo>
                <a:lnTo>
                  <a:pt x="20250" y="91800"/>
                </a:lnTo>
                <a:lnTo>
                  <a:pt x="20250" y="94500"/>
                </a:lnTo>
                <a:lnTo>
                  <a:pt x="0" y="94500"/>
                </a:lnTo>
                <a:lnTo>
                  <a:pt x="0" y="91800"/>
                </a:lnTo>
                <a:close/>
                <a:moveTo>
                  <a:pt x="45630" y="45090"/>
                </a:moveTo>
                <a:lnTo>
                  <a:pt x="47790" y="46575"/>
                </a:lnTo>
                <a:lnTo>
                  <a:pt x="50895" y="48330"/>
                </a:lnTo>
                <a:lnTo>
                  <a:pt x="53595" y="49815"/>
                </a:lnTo>
                <a:lnTo>
                  <a:pt x="56430" y="50895"/>
                </a:lnTo>
                <a:lnTo>
                  <a:pt x="58725" y="51435"/>
                </a:lnTo>
                <a:lnTo>
                  <a:pt x="59670" y="51705"/>
                </a:lnTo>
                <a:lnTo>
                  <a:pt x="60750" y="51705"/>
                </a:lnTo>
                <a:lnTo>
                  <a:pt x="61560" y="51705"/>
                </a:lnTo>
                <a:lnTo>
                  <a:pt x="62235" y="51570"/>
                </a:lnTo>
                <a:lnTo>
                  <a:pt x="62775" y="51300"/>
                </a:lnTo>
                <a:lnTo>
                  <a:pt x="63315" y="51030"/>
                </a:lnTo>
                <a:lnTo>
                  <a:pt x="63855" y="50490"/>
                </a:lnTo>
                <a:lnTo>
                  <a:pt x="64260" y="49950"/>
                </a:lnTo>
                <a:lnTo>
                  <a:pt x="64665" y="49275"/>
                </a:lnTo>
                <a:lnTo>
                  <a:pt x="65070" y="48330"/>
                </a:lnTo>
                <a:lnTo>
                  <a:pt x="65340" y="47385"/>
                </a:lnTo>
                <a:lnTo>
                  <a:pt x="65475" y="46440"/>
                </a:lnTo>
                <a:lnTo>
                  <a:pt x="65475" y="34155"/>
                </a:lnTo>
                <a:lnTo>
                  <a:pt x="63450" y="35235"/>
                </a:lnTo>
                <a:lnTo>
                  <a:pt x="62235" y="35775"/>
                </a:lnTo>
                <a:lnTo>
                  <a:pt x="60885" y="36315"/>
                </a:lnTo>
                <a:lnTo>
                  <a:pt x="59670" y="36720"/>
                </a:lnTo>
                <a:lnTo>
                  <a:pt x="58185" y="36990"/>
                </a:lnTo>
                <a:lnTo>
                  <a:pt x="56835" y="37260"/>
                </a:lnTo>
                <a:lnTo>
                  <a:pt x="55620" y="37395"/>
                </a:lnTo>
                <a:lnTo>
                  <a:pt x="54000" y="37395"/>
                </a:lnTo>
                <a:lnTo>
                  <a:pt x="52110" y="37395"/>
                </a:lnTo>
                <a:lnTo>
                  <a:pt x="50490" y="37125"/>
                </a:lnTo>
                <a:lnTo>
                  <a:pt x="48735" y="36990"/>
                </a:lnTo>
                <a:lnTo>
                  <a:pt x="47115" y="36585"/>
                </a:lnTo>
                <a:lnTo>
                  <a:pt x="45495" y="36045"/>
                </a:lnTo>
                <a:lnTo>
                  <a:pt x="43875" y="35640"/>
                </a:lnTo>
                <a:lnTo>
                  <a:pt x="42255" y="34965"/>
                </a:lnTo>
                <a:close/>
              </a:path>
            </a:pathLst>
          </a:custGeom>
          <a:solidFill>
            <a:srgbClr val="000000"/>
          </a:solidFill>
          <a:ln>
            <a:noFill/>
          </a:ln>
        </p:spPr>
        <p:txBody>
          <a:bodyPr rtlCol="0" anchor="ctr"/>
          <a:lstStyle/>
          <a:p>
            <a:pPr algn="ctr"/>
          </a:p>
        </p:txBody>
      </p:sp>
      <p:sp>
        <p:nvSpPr>
          <p:cNvPr id="43" name="𐰔"/>
          <p:cNvSpPr/>
          <p:nvPr/>
        </p:nvSpPr>
        <p:spPr>
          <a:xfrm>
            <a:off x="6336144" y="3849243"/>
            <a:ext cx="419710" cy="524637"/>
          </a:xfrm>
          <a:custGeom>
            <a:avLst/>
            <a:gdLst/>
            <a:ahLst/>
            <a:cxnLst/>
            <a:rect l="l" t="t" r="r" b="b"/>
            <a:pathLst>
              <a:path w="55080" h="68850" stroke="0">
                <a:moveTo>
                  <a:pt x="0" y="66285"/>
                </a:moveTo>
                <a:lnTo>
                  <a:pt x="2295" y="65745"/>
                </a:lnTo>
                <a:lnTo>
                  <a:pt x="3375" y="63585"/>
                </a:lnTo>
                <a:lnTo>
                  <a:pt x="4050" y="61560"/>
                </a:lnTo>
                <a:lnTo>
                  <a:pt x="4050" y="37800"/>
                </a:lnTo>
                <a:lnTo>
                  <a:pt x="4050" y="37260"/>
                </a:lnTo>
                <a:lnTo>
                  <a:pt x="4185" y="36855"/>
                </a:lnTo>
                <a:lnTo>
                  <a:pt x="4455" y="36315"/>
                </a:lnTo>
                <a:lnTo>
                  <a:pt x="4725" y="35910"/>
                </a:lnTo>
                <a:lnTo>
                  <a:pt x="5130" y="35505"/>
                </a:lnTo>
                <a:lnTo>
                  <a:pt x="6210" y="34830"/>
                </a:lnTo>
                <a:lnTo>
                  <a:pt x="6750" y="34560"/>
                </a:lnTo>
                <a:lnTo>
                  <a:pt x="8100" y="34155"/>
                </a:lnTo>
                <a:lnTo>
                  <a:pt x="8910" y="34155"/>
                </a:lnTo>
                <a:lnTo>
                  <a:pt x="9855" y="34020"/>
                </a:lnTo>
                <a:lnTo>
                  <a:pt x="8370" y="32265"/>
                </a:lnTo>
                <a:lnTo>
                  <a:pt x="7155" y="30510"/>
                </a:lnTo>
                <a:lnTo>
                  <a:pt x="6075" y="28755"/>
                </a:lnTo>
                <a:lnTo>
                  <a:pt x="5130" y="27135"/>
                </a:lnTo>
                <a:lnTo>
                  <a:pt x="4185" y="25380"/>
                </a:lnTo>
                <a:lnTo>
                  <a:pt x="3510" y="23625"/>
                </a:lnTo>
                <a:lnTo>
                  <a:pt x="2835" y="22005"/>
                </a:lnTo>
                <a:lnTo>
                  <a:pt x="2565" y="20520"/>
                </a:lnTo>
                <a:lnTo>
                  <a:pt x="2160" y="18900"/>
                </a:lnTo>
                <a:lnTo>
                  <a:pt x="2025" y="17550"/>
                </a:lnTo>
                <a:lnTo>
                  <a:pt x="2025" y="16065"/>
                </a:lnTo>
                <a:lnTo>
                  <a:pt x="2160" y="14715"/>
                </a:lnTo>
                <a:lnTo>
                  <a:pt x="2430" y="13500"/>
                </a:lnTo>
                <a:lnTo>
                  <a:pt x="2970" y="12150"/>
                </a:lnTo>
                <a:lnTo>
                  <a:pt x="3510" y="10800"/>
                </a:lnTo>
                <a:lnTo>
                  <a:pt x="4185" y="9585"/>
                </a:lnTo>
                <a:lnTo>
                  <a:pt x="5400" y="7965"/>
                </a:lnTo>
                <a:lnTo>
                  <a:pt x="6345" y="7155"/>
                </a:lnTo>
                <a:lnTo>
                  <a:pt x="7155" y="6345"/>
                </a:lnTo>
                <a:lnTo>
                  <a:pt x="9045" y="4995"/>
                </a:lnTo>
                <a:lnTo>
                  <a:pt x="11340" y="3510"/>
                </a:lnTo>
                <a:lnTo>
                  <a:pt x="13770" y="2295"/>
                </a:lnTo>
                <a:lnTo>
                  <a:pt x="16065" y="1485"/>
                </a:lnTo>
                <a:lnTo>
                  <a:pt x="18630" y="810"/>
                </a:lnTo>
                <a:lnTo>
                  <a:pt x="21330" y="270"/>
                </a:lnTo>
                <a:lnTo>
                  <a:pt x="23760" y="0"/>
                </a:lnTo>
                <a:lnTo>
                  <a:pt x="26595" y="0"/>
                </a:lnTo>
                <a:lnTo>
                  <a:pt x="29295" y="135"/>
                </a:lnTo>
                <a:lnTo>
                  <a:pt x="31995" y="675"/>
                </a:lnTo>
                <a:lnTo>
                  <a:pt x="34560" y="1215"/>
                </a:lnTo>
                <a:lnTo>
                  <a:pt x="36990" y="2025"/>
                </a:lnTo>
                <a:lnTo>
                  <a:pt x="39420" y="3105"/>
                </a:lnTo>
                <a:lnTo>
                  <a:pt x="41985" y="4320"/>
                </a:lnTo>
                <a:lnTo>
                  <a:pt x="43740" y="5400"/>
                </a:lnTo>
                <a:lnTo>
                  <a:pt x="45360" y="6615"/>
                </a:lnTo>
                <a:lnTo>
                  <a:pt x="46980" y="7965"/>
                </a:lnTo>
                <a:lnTo>
                  <a:pt x="48465" y="9315"/>
                </a:lnTo>
                <a:lnTo>
                  <a:pt x="49815" y="10800"/>
                </a:lnTo>
                <a:lnTo>
                  <a:pt x="51030" y="12285"/>
                </a:lnTo>
                <a:lnTo>
                  <a:pt x="52245" y="13905"/>
                </a:lnTo>
                <a:lnTo>
                  <a:pt x="53055" y="15255"/>
                </a:lnTo>
                <a:lnTo>
                  <a:pt x="53730" y="16605"/>
                </a:lnTo>
                <a:lnTo>
                  <a:pt x="54270" y="17955"/>
                </a:lnTo>
                <a:lnTo>
                  <a:pt x="54675" y="19305"/>
                </a:lnTo>
                <a:lnTo>
                  <a:pt x="54945" y="20655"/>
                </a:lnTo>
                <a:lnTo>
                  <a:pt x="55080" y="22005"/>
                </a:lnTo>
                <a:lnTo>
                  <a:pt x="54945" y="23490"/>
                </a:lnTo>
                <a:lnTo>
                  <a:pt x="54810" y="24840"/>
                </a:lnTo>
                <a:lnTo>
                  <a:pt x="54405" y="26190"/>
                </a:lnTo>
                <a:lnTo>
                  <a:pt x="53865" y="27405"/>
                </a:lnTo>
                <a:lnTo>
                  <a:pt x="53190" y="28755"/>
                </a:lnTo>
                <a:lnTo>
                  <a:pt x="52380" y="29970"/>
                </a:lnTo>
                <a:lnTo>
                  <a:pt x="51165" y="31320"/>
                </a:lnTo>
                <a:lnTo>
                  <a:pt x="50085" y="32535"/>
                </a:lnTo>
                <a:lnTo>
                  <a:pt x="48600" y="33750"/>
                </a:lnTo>
                <a:lnTo>
                  <a:pt x="47115" y="34830"/>
                </a:lnTo>
                <a:lnTo>
                  <a:pt x="45495" y="35910"/>
                </a:lnTo>
                <a:lnTo>
                  <a:pt x="43740" y="36855"/>
                </a:lnTo>
                <a:lnTo>
                  <a:pt x="41850" y="37800"/>
                </a:lnTo>
                <a:lnTo>
                  <a:pt x="39960" y="38610"/>
                </a:lnTo>
                <a:lnTo>
                  <a:pt x="37800" y="39285"/>
                </a:lnTo>
                <a:lnTo>
                  <a:pt x="35775" y="39960"/>
                </a:lnTo>
                <a:lnTo>
                  <a:pt x="33480" y="40500"/>
                </a:lnTo>
                <a:lnTo>
                  <a:pt x="31320" y="40905"/>
                </a:lnTo>
                <a:lnTo>
                  <a:pt x="29025" y="41310"/>
                </a:lnTo>
                <a:lnTo>
                  <a:pt x="37125" y="52380"/>
                </a:lnTo>
                <a:lnTo>
                  <a:pt x="39690" y="55620"/>
                </a:lnTo>
                <a:lnTo>
                  <a:pt x="41985" y="58050"/>
                </a:lnTo>
                <a:lnTo>
                  <a:pt x="44550" y="60615"/>
                </a:lnTo>
                <a:lnTo>
                  <a:pt x="46980" y="62640"/>
                </a:lnTo>
                <a:lnTo>
                  <a:pt x="49410" y="64395"/>
                </a:lnTo>
                <a:lnTo>
                  <a:pt x="50760" y="65205"/>
                </a:lnTo>
                <a:lnTo>
                  <a:pt x="51975" y="65745"/>
                </a:lnTo>
                <a:lnTo>
                  <a:pt x="48735" y="68850"/>
                </a:lnTo>
                <a:lnTo>
                  <a:pt x="40365" y="68850"/>
                </a:lnTo>
                <a:lnTo>
                  <a:pt x="39015" y="67905"/>
                </a:lnTo>
                <a:lnTo>
                  <a:pt x="36855" y="66285"/>
                </a:lnTo>
                <a:lnTo>
                  <a:pt x="34695" y="64260"/>
                </a:lnTo>
                <a:lnTo>
                  <a:pt x="32535" y="62100"/>
                </a:lnTo>
                <a:lnTo>
                  <a:pt x="30105" y="59265"/>
                </a:lnTo>
                <a:lnTo>
                  <a:pt x="27810" y="56430"/>
                </a:lnTo>
                <a:lnTo>
                  <a:pt x="25380" y="53190"/>
                </a:lnTo>
                <a:lnTo>
                  <a:pt x="19710" y="45360"/>
                </a:lnTo>
                <a:lnTo>
                  <a:pt x="16875" y="41715"/>
                </a:lnTo>
                <a:lnTo>
                  <a:pt x="16605" y="41580"/>
                </a:lnTo>
                <a:lnTo>
                  <a:pt x="15120" y="41580"/>
                </a:lnTo>
                <a:lnTo>
                  <a:pt x="15120" y="61560"/>
                </a:lnTo>
                <a:lnTo>
                  <a:pt x="15795" y="63585"/>
                </a:lnTo>
                <a:lnTo>
                  <a:pt x="16875" y="65745"/>
                </a:lnTo>
                <a:lnTo>
                  <a:pt x="19170" y="66285"/>
                </a:lnTo>
                <a:lnTo>
                  <a:pt x="19170" y="68850"/>
                </a:lnTo>
                <a:lnTo>
                  <a:pt x="0" y="68850"/>
                </a:lnTo>
                <a:close/>
                <a:moveTo>
                  <a:pt x="24840" y="34155"/>
                </a:moveTo>
                <a:lnTo>
                  <a:pt x="26730" y="33885"/>
                </a:lnTo>
                <a:lnTo>
                  <a:pt x="28620" y="33615"/>
                </a:lnTo>
                <a:lnTo>
                  <a:pt x="30375" y="33345"/>
                </a:lnTo>
                <a:lnTo>
                  <a:pt x="32130" y="32805"/>
                </a:lnTo>
                <a:lnTo>
                  <a:pt x="33885" y="32265"/>
                </a:lnTo>
                <a:lnTo>
                  <a:pt x="35505" y="31725"/>
                </a:lnTo>
                <a:lnTo>
                  <a:pt x="36990" y="30915"/>
                </a:lnTo>
                <a:lnTo>
                  <a:pt x="38340" y="30240"/>
                </a:lnTo>
                <a:lnTo>
                  <a:pt x="39555" y="29295"/>
                </a:lnTo>
                <a:lnTo>
                  <a:pt x="40635" y="28485"/>
                </a:lnTo>
                <a:lnTo>
                  <a:pt x="41580" y="27540"/>
                </a:lnTo>
                <a:lnTo>
                  <a:pt x="42390" y="26595"/>
                </a:lnTo>
                <a:lnTo>
                  <a:pt x="43065" y="25650"/>
                </a:lnTo>
                <a:lnTo>
                  <a:pt x="43605" y="24570"/>
                </a:lnTo>
                <a:lnTo>
                  <a:pt x="43875" y="23490"/>
                </a:lnTo>
                <a:lnTo>
                  <a:pt x="44010" y="22410"/>
                </a:lnTo>
                <a:lnTo>
                  <a:pt x="44010" y="21330"/>
                </a:lnTo>
                <a:lnTo>
                  <a:pt x="43740" y="20115"/>
                </a:lnTo>
                <a:lnTo>
                  <a:pt x="43335" y="19035"/>
                </a:lnTo>
                <a:lnTo>
                  <a:pt x="42525" y="17685"/>
                </a:lnTo>
                <a:lnTo>
                  <a:pt x="41580" y="16200"/>
                </a:lnTo>
                <a:lnTo>
                  <a:pt x="40635" y="14985"/>
                </a:lnTo>
                <a:lnTo>
                  <a:pt x="39555" y="13770"/>
                </a:lnTo>
                <a:lnTo>
                  <a:pt x="38475" y="12690"/>
                </a:lnTo>
                <a:lnTo>
                  <a:pt x="37125" y="11610"/>
                </a:lnTo>
                <a:lnTo>
                  <a:pt x="35775" y="10665"/>
                </a:lnTo>
                <a:lnTo>
                  <a:pt x="34290" y="9855"/>
                </a:lnTo>
                <a:lnTo>
                  <a:pt x="32805" y="9045"/>
                </a:lnTo>
                <a:lnTo>
                  <a:pt x="31455" y="8505"/>
                </a:lnTo>
                <a:lnTo>
                  <a:pt x="29970" y="8100"/>
                </a:lnTo>
                <a:lnTo>
                  <a:pt x="28350" y="7695"/>
                </a:lnTo>
                <a:lnTo>
                  <a:pt x="27135" y="7560"/>
                </a:lnTo>
                <a:lnTo>
                  <a:pt x="25785" y="7425"/>
                </a:lnTo>
                <a:lnTo>
                  <a:pt x="24435" y="7560"/>
                </a:lnTo>
                <a:lnTo>
                  <a:pt x="23355" y="7560"/>
                </a:lnTo>
                <a:lnTo>
                  <a:pt x="22275" y="7830"/>
                </a:lnTo>
                <a:lnTo>
                  <a:pt x="21060" y="8100"/>
                </a:lnTo>
                <a:lnTo>
                  <a:pt x="19980" y="8505"/>
                </a:lnTo>
                <a:lnTo>
                  <a:pt x="18765" y="9045"/>
                </a:lnTo>
                <a:lnTo>
                  <a:pt x="17550" y="9720"/>
                </a:lnTo>
                <a:lnTo>
                  <a:pt x="16605" y="10395"/>
                </a:lnTo>
                <a:lnTo>
                  <a:pt x="15795" y="10935"/>
                </a:lnTo>
                <a:lnTo>
                  <a:pt x="15120" y="11745"/>
                </a:lnTo>
                <a:lnTo>
                  <a:pt x="14445" y="12420"/>
                </a:lnTo>
                <a:lnTo>
                  <a:pt x="13905" y="13365"/>
                </a:lnTo>
                <a:lnTo>
                  <a:pt x="13500" y="14175"/>
                </a:lnTo>
                <a:lnTo>
                  <a:pt x="13365" y="15120"/>
                </a:lnTo>
                <a:lnTo>
                  <a:pt x="13095" y="16200"/>
                </a:lnTo>
                <a:lnTo>
                  <a:pt x="13095" y="17010"/>
                </a:lnTo>
                <a:lnTo>
                  <a:pt x="13230" y="18225"/>
                </a:lnTo>
                <a:lnTo>
                  <a:pt x="13365" y="19170"/>
                </a:lnTo>
                <a:lnTo>
                  <a:pt x="13770" y="20385"/>
                </a:lnTo>
                <a:lnTo>
                  <a:pt x="14040" y="21465"/>
                </a:lnTo>
                <a:lnTo>
                  <a:pt x="15255" y="23895"/>
                </a:lnTo>
                <a:lnTo>
                  <a:pt x="15930" y="25380"/>
                </a:lnTo>
                <a:lnTo>
                  <a:pt x="16875" y="26865"/>
                </a:lnTo>
                <a:lnTo>
                  <a:pt x="19035" y="29700"/>
                </a:lnTo>
                <a:lnTo>
                  <a:pt x="20655" y="31860"/>
                </a:lnTo>
                <a:lnTo>
                  <a:pt x="22815" y="34155"/>
                </a:lnTo>
                <a:close/>
              </a:path>
            </a:pathLst>
          </a:custGeom>
          <a:solidFill>
            <a:srgbClr val="000000"/>
          </a:solidFill>
          <a:ln>
            <a:noFill/>
          </a:ln>
        </p:spPr>
        <p:txBody>
          <a:bodyPr rtlCol="0" anchor="ctr"/>
          <a:lstStyle/>
          <a:p>
            <a:pPr algn="ctr"/>
          </a:p>
        </p:txBody>
      </p:sp>
      <p:sp>
        <p:nvSpPr>
          <p:cNvPr id="44" name="AY"/>
          <p:cNvSpPr txBox="1"/>
          <p:nvPr/>
        </p:nvSpPr>
        <p:spPr>
          <a:xfrm>
            <a:off x="691896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AY</a:t>
            </a:r>
          </a:p>
        </p:txBody>
      </p:sp>
      <p:sp>
        <p:nvSpPr>
          <p:cNvPr id="45" name="𐰖"/>
          <p:cNvSpPr/>
          <p:nvPr/>
        </p:nvSpPr>
        <p:spPr>
          <a:xfrm>
            <a:off x="7141293" y="3653790"/>
            <a:ext cx="462915" cy="720090"/>
          </a:xfrm>
          <a:custGeom>
            <a:avLst/>
            <a:gdLst/>
            <a:ahLst/>
            <a:cxnLst/>
            <a:rect l="l" t="t" r="r" b="b"/>
            <a:pathLst>
              <a:path w="60750" h="94500" stroke="0">
                <a:moveTo>
                  <a:pt x="0" y="91800"/>
                </a:moveTo>
                <a:lnTo>
                  <a:pt x="2295" y="91260"/>
                </a:lnTo>
                <a:lnTo>
                  <a:pt x="3375" y="88830"/>
                </a:lnTo>
                <a:lnTo>
                  <a:pt x="4050" y="86670"/>
                </a:lnTo>
                <a:lnTo>
                  <a:pt x="4050" y="7830"/>
                </a:lnTo>
                <a:lnTo>
                  <a:pt x="3375" y="5670"/>
                </a:lnTo>
                <a:lnTo>
                  <a:pt x="2295" y="3240"/>
                </a:lnTo>
                <a:lnTo>
                  <a:pt x="0" y="2700"/>
                </a:lnTo>
                <a:lnTo>
                  <a:pt x="0" y="0"/>
                </a:lnTo>
                <a:lnTo>
                  <a:pt x="4725" y="0"/>
                </a:lnTo>
                <a:lnTo>
                  <a:pt x="26595" y="0"/>
                </a:lnTo>
                <a:lnTo>
                  <a:pt x="27945" y="405"/>
                </a:lnTo>
                <a:lnTo>
                  <a:pt x="30105" y="1215"/>
                </a:lnTo>
                <a:lnTo>
                  <a:pt x="32265" y="2025"/>
                </a:lnTo>
                <a:lnTo>
                  <a:pt x="34425" y="2970"/>
                </a:lnTo>
                <a:lnTo>
                  <a:pt x="36450" y="4050"/>
                </a:lnTo>
                <a:lnTo>
                  <a:pt x="38610" y="5265"/>
                </a:lnTo>
                <a:lnTo>
                  <a:pt x="40500" y="6480"/>
                </a:lnTo>
                <a:lnTo>
                  <a:pt x="42390" y="7965"/>
                </a:lnTo>
                <a:lnTo>
                  <a:pt x="44280" y="9450"/>
                </a:lnTo>
                <a:lnTo>
                  <a:pt x="46035" y="11070"/>
                </a:lnTo>
                <a:lnTo>
                  <a:pt x="47655" y="12690"/>
                </a:lnTo>
                <a:lnTo>
                  <a:pt x="49140" y="14445"/>
                </a:lnTo>
                <a:lnTo>
                  <a:pt x="50625" y="16200"/>
                </a:lnTo>
                <a:lnTo>
                  <a:pt x="51975" y="18090"/>
                </a:lnTo>
                <a:lnTo>
                  <a:pt x="53190" y="19980"/>
                </a:lnTo>
                <a:lnTo>
                  <a:pt x="54540" y="22275"/>
                </a:lnTo>
                <a:lnTo>
                  <a:pt x="55485" y="24165"/>
                </a:lnTo>
                <a:lnTo>
                  <a:pt x="56565" y="26460"/>
                </a:lnTo>
                <a:lnTo>
                  <a:pt x="57510" y="28890"/>
                </a:lnTo>
                <a:lnTo>
                  <a:pt x="58320" y="31185"/>
                </a:lnTo>
                <a:lnTo>
                  <a:pt x="58995" y="33615"/>
                </a:lnTo>
                <a:lnTo>
                  <a:pt x="59535" y="36045"/>
                </a:lnTo>
                <a:lnTo>
                  <a:pt x="60075" y="38475"/>
                </a:lnTo>
                <a:lnTo>
                  <a:pt x="60345" y="41040"/>
                </a:lnTo>
                <a:lnTo>
                  <a:pt x="60615" y="43470"/>
                </a:lnTo>
                <a:lnTo>
                  <a:pt x="60750" y="46035"/>
                </a:lnTo>
                <a:lnTo>
                  <a:pt x="60750" y="48735"/>
                </a:lnTo>
                <a:lnTo>
                  <a:pt x="60615" y="51300"/>
                </a:lnTo>
                <a:lnTo>
                  <a:pt x="60345" y="53730"/>
                </a:lnTo>
                <a:lnTo>
                  <a:pt x="59940" y="56295"/>
                </a:lnTo>
                <a:lnTo>
                  <a:pt x="59535" y="58725"/>
                </a:lnTo>
                <a:lnTo>
                  <a:pt x="58995" y="61155"/>
                </a:lnTo>
                <a:lnTo>
                  <a:pt x="58185" y="63585"/>
                </a:lnTo>
                <a:lnTo>
                  <a:pt x="57510" y="65610"/>
                </a:lnTo>
                <a:lnTo>
                  <a:pt x="56565" y="68040"/>
                </a:lnTo>
                <a:lnTo>
                  <a:pt x="55620" y="70065"/>
                </a:lnTo>
                <a:lnTo>
                  <a:pt x="54540" y="72225"/>
                </a:lnTo>
                <a:lnTo>
                  <a:pt x="53325" y="74250"/>
                </a:lnTo>
                <a:lnTo>
                  <a:pt x="52110" y="76140"/>
                </a:lnTo>
                <a:lnTo>
                  <a:pt x="50760" y="78030"/>
                </a:lnTo>
                <a:lnTo>
                  <a:pt x="49410" y="79785"/>
                </a:lnTo>
                <a:lnTo>
                  <a:pt x="47925" y="81540"/>
                </a:lnTo>
                <a:lnTo>
                  <a:pt x="46170" y="83295"/>
                </a:lnTo>
                <a:lnTo>
                  <a:pt x="44550" y="84780"/>
                </a:lnTo>
                <a:lnTo>
                  <a:pt x="42660" y="86400"/>
                </a:lnTo>
                <a:lnTo>
                  <a:pt x="40905" y="87615"/>
                </a:lnTo>
                <a:lnTo>
                  <a:pt x="38880" y="88965"/>
                </a:lnTo>
                <a:lnTo>
                  <a:pt x="36990" y="90180"/>
                </a:lnTo>
                <a:lnTo>
                  <a:pt x="34695" y="91395"/>
                </a:lnTo>
                <a:lnTo>
                  <a:pt x="32400" y="92475"/>
                </a:lnTo>
                <a:lnTo>
                  <a:pt x="30105" y="93285"/>
                </a:lnTo>
                <a:lnTo>
                  <a:pt x="27675" y="94230"/>
                </a:lnTo>
                <a:lnTo>
                  <a:pt x="26595" y="94500"/>
                </a:lnTo>
                <a:lnTo>
                  <a:pt x="4725" y="94500"/>
                </a:lnTo>
                <a:lnTo>
                  <a:pt x="0" y="94500"/>
                </a:lnTo>
                <a:close/>
                <a:moveTo>
                  <a:pt x="18360" y="87480"/>
                </a:moveTo>
                <a:lnTo>
                  <a:pt x="20115" y="87075"/>
                </a:lnTo>
                <a:lnTo>
                  <a:pt x="23355" y="86130"/>
                </a:lnTo>
                <a:lnTo>
                  <a:pt x="26460" y="84915"/>
                </a:lnTo>
                <a:lnTo>
                  <a:pt x="29430" y="83430"/>
                </a:lnTo>
                <a:lnTo>
                  <a:pt x="32130" y="81675"/>
                </a:lnTo>
                <a:lnTo>
                  <a:pt x="33480" y="80730"/>
                </a:lnTo>
                <a:lnTo>
                  <a:pt x="34830" y="79515"/>
                </a:lnTo>
                <a:lnTo>
                  <a:pt x="37260" y="77355"/>
                </a:lnTo>
                <a:lnTo>
                  <a:pt x="38340" y="76140"/>
                </a:lnTo>
                <a:lnTo>
                  <a:pt x="39555" y="74655"/>
                </a:lnTo>
                <a:lnTo>
                  <a:pt x="40500" y="73305"/>
                </a:lnTo>
                <a:lnTo>
                  <a:pt x="41580" y="71820"/>
                </a:lnTo>
                <a:lnTo>
                  <a:pt x="43470" y="68715"/>
                </a:lnTo>
                <a:lnTo>
                  <a:pt x="44955" y="65475"/>
                </a:lnTo>
                <a:lnTo>
                  <a:pt x="46305" y="62100"/>
                </a:lnTo>
                <a:lnTo>
                  <a:pt x="47250" y="58590"/>
                </a:lnTo>
                <a:lnTo>
                  <a:pt x="47925" y="54945"/>
                </a:lnTo>
                <a:lnTo>
                  <a:pt x="48465" y="51300"/>
                </a:lnTo>
                <a:lnTo>
                  <a:pt x="48600" y="47385"/>
                </a:lnTo>
                <a:lnTo>
                  <a:pt x="48465" y="43470"/>
                </a:lnTo>
                <a:lnTo>
                  <a:pt x="48060" y="39825"/>
                </a:lnTo>
                <a:lnTo>
                  <a:pt x="47655" y="37800"/>
                </a:lnTo>
                <a:lnTo>
                  <a:pt x="47250" y="35910"/>
                </a:lnTo>
                <a:lnTo>
                  <a:pt x="46305" y="32400"/>
                </a:lnTo>
                <a:lnTo>
                  <a:pt x="44955" y="29025"/>
                </a:lnTo>
                <a:lnTo>
                  <a:pt x="43470" y="25785"/>
                </a:lnTo>
                <a:lnTo>
                  <a:pt x="41580" y="22680"/>
                </a:lnTo>
                <a:lnTo>
                  <a:pt x="40500" y="21195"/>
                </a:lnTo>
                <a:lnTo>
                  <a:pt x="39555" y="19845"/>
                </a:lnTo>
                <a:lnTo>
                  <a:pt x="38340" y="18360"/>
                </a:lnTo>
                <a:lnTo>
                  <a:pt x="37260" y="17145"/>
                </a:lnTo>
                <a:lnTo>
                  <a:pt x="34830" y="14985"/>
                </a:lnTo>
                <a:lnTo>
                  <a:pt x="33480" y="13770"/>
                </a:lnTo>
                <a:lnTo>
                  <a:pt x="32130" y="12825"/>
                </a:lnTo>
                <a:lnTo>
                  <a:pt x="29430" y="11070"/>
                </a:lnTo>
                <a:lnTo>
                  <a:pt x="26460" y="9585"/>
                </a:lnTo>
                <a:lnTo>
                  <a:pt x="23355" y="8370"/>
                </a:lnTo>
                <a:lnTo>
                  <a:pt x="20115" y="7425"/>
                </a:lnTo>
                <a:lnTo>
                  <a:pt x="18360" y="7020"/>
                </a:lnTo>
                <a:lnTo>
                  <a:pt x="16470" y="6750"/>
                </a:lnTo>
                <a:lnTo>
                  <a:pt x="16200" y="7830"/>
                </a:lnTo>
                <a:lnTo>
                  <a:pt x="16200" y="86670"/>
                </a:lnTo>
                <a:lnTo>
                  <a:pt x="16470" y="87750"/>
                </a:lnTo>
                <a:close/>
              </a:path>
            </a:pathLst>
          </a:custGeom>
          <a:solidFill>
            <a:srgbClr val="000000"/>
          </a:solidFill>
          <a:ln>
            <a:noFill/>
          </a:ln>
        </p:spPr>
        <p:txBody>
          <a:bodyPr rtlCol="0" anchor="ctr"/>
          <a:lstStyle/>
          <a:p>
            <a:pPr algn="ctr"/>
          </a:p>
        </p:txBody>
      </p:sp>
      <p:sp>
        <p:nvSpPr>
          <p:cNvPr id="46" name="𐰖"/>
          <p:cNvSpPr/>
          <p:nvPr/>
        </p:nvSpPr>
        <p:spPr>
          <a:xfrm>
            <a:off x="7925086" y="3653790"/>
            <a:ext cx="388849" cy="720090"/>
          </a:xfrm>
          <a:custGeom>
            <a:avLst/>
            <a:gdLst/>
            <a:ahLst/>
            <a:cxnLst/>
            <a:rect l="l" t="t" r="r" b="b"/>
            <a:pathLst>
              <a:path w="51030" h="94500" stroke="0">
                <a:moveTo>
                  <a:pt x="0" y="91800"/>
                </a:moveTo>
                <a:lnTo>
                  <a:pt x="2295" y="91260"/>
                </a:lnTo>
                <a:lnTo>
                  <a:pt x="3375" y="88830"/>
                </a:lnTo>
                <a:lnTo>
                  <a:pt x="4050" y="86670"/>
                </a:lnTo>
                <a:lnTo>
                  <a:pt x="4050" y="7830"/>
                </a:lnTo>
                <a:lnTo>
                  <a:pt x="3375" y="5670"/>
                </a:lnTo>
                <a:lnTo>
                  <a:pt x="2295" y="3240"/>
                </a:lnTo>
                <a:lnTo>
                  <a:pt x="0" y="2700"/>
                </a:lnTo>
                <a:lnTo>
                  <a:pt x="0" y="0"/>
                </a:lnTo>
                <a:lnTo>
                  <a:pt x="4050" y="0"/>
                </a:lnTo>
                <a:lnTo>
                  <a:pt x="15120" y="0"/>
                </a:lnTo>
                <a:lnTo>
                  <a:pt x="19170" y="0"/>
                </a:lnTo>
                <a:lnTo>
                  <a:pt x="19170" y="2700"/>
                </a:lnTo>
                <a:lnTo>
                  <a:pt x="16875" y="3240"/>
                </a:lnTo>
                <a:lnTo>
                  <a:pt x="15795" y="5670"/>
                </a:lnTo>
                <a:lnTo>
                  <a:pt x="15120" y="7830"/>
                </a:lnTo>
                <a:lnTo>
                  <a:pt x="15120" y="23895"/>
                </a:lnTo>
                <a:lnTo>
                  <a:pt x="17145" y="24165"/>
                </a:lnTo>
                <a:lnTo>
                  <a:pt x="19305" y="24570"/>
                </a:lnTo>
                <a:lnTo>
                  <a:pt x="21195" y="24975"/>
                </a:lnTo>
                <a:lnTo>
                  <a:pt x="23220" y="25515"/>
                </a:lnTo>
                <a:lnTo>
                  <a:pt x="24975" y="26055"/>
                </a:lnTo>
                <a:lnTo>
                  <a:pt x="27000" y="26595"/>
                </a:lnTo>
                <a:lnTo>
                  <a:pt x="28620" y="27270"/>
                </a:lnTo>
                <a:lnTo>
                  <a:pt x="30375" y="28080"/>
                </a:lnTo>
                <a:lnTo>
                  <a:pt x="31860" y="28890"/>
                </a:lnTo>
                <a:lnTo>
                  <a:pt x="33615" y="29835"/>
                </a:lnTo>
                <a:lnTo>
                  <a:pt x="35235" y="30915"/>
                </a:lnTo>
                <a:lnTo>
                  <a:pt x="36720" y="31995"/>
                </a:lnTo>
                <a:lnTo>
                  <a:pt x="38205" y="33075"/>
                </a:lnTo>
                <a:lnTo>
                  <a:pt x="39555" y="34290"/>
                </a:lnTo>
                <a:lnTo>
                  <a:pt x="41040" y="35775"/>
                </a:lnTo>
                <a:lnTo>
                  <a:pt x="42255" y="37125"/>
                </a:lnTo>
                <a:lnTo>
                  <a:pt x="43335" y="38340"/>
                </a:lnTo>
                <a:lnTo>
                  <a:pt x="44415" y="39960"/>
                </a:lnTo>
                <a:lnTo>
                  <a:pt x="45495" y="41445"/>
                </a:lnTo>
                <a:lnTo>
                  <a:pt x="46440" y="43065"/>
                </a:lnTo>
                <a:lnTo>
                  <a:pt x="47385" y="44820"/>
                </a:lnTo>
                <a:lnTo>
                  <a:pt x="48060" y="46575"/>
                </a:lnTo>
                <a:lnTo>
                  <a:pt x="48870" y="48330"/>
                </a:lnTo>
                <a:lnTo>
                  <a:pt x="49410" y="50085"/>
                </a:lnTo>
                <a:lnTo>
                  <a:pt x="49950" y="51975"/>
                </a:lnTo>
                <a:lnTo>
                  <a:pt x="50355" y="53865"/>
                </a:lnTo>
                <a:lnTo>
                  <a:pt x="50625" y="55755"/>
                </a:lnTo>
                <a:lnTo>
                  <a:pt x="50895" y="57510"/>
                </a:lnTo>
                <a:lnTo>
                  <a:pt x="51030" y="59400"/>
                </a:lnTo>
                <a:lnTo>
                  <a:pt x="51030" y="61290"/>
                </a:lnTo>
                <a:lnTo>
                  <a:pt x="51030" y="63180"/>
                </a:lnTo>
                <a:lnTo>
                  <a:pt x="50895" y="65070"/>
                </a:lnTo>
                <a:lnTo>
                  <a:pt x="50490" y="67230"/>
                </a:lnTo>
                <a:lnTo>
                  <a:pt x="50085" y="69390"/>
                </a:lnTo>
                <a:lnTo>
                  <a:pt x="49545" y="71550"/>
                </a:lnTo>
                <a:lnTo>
                  <a:pt x="49005" y="73305"/>
                </a:lnTo>
                <a:lnTo>
                  <a:pt x="48195" y="75330"/>
                </a:lnTo>
                <a:lnTo>
                  <a:pt x="47385" y="77355"/>
                </a:lnTo>
                <a:lnTo>
                  <a:pt x="46305" y="79380"/>
                </a:lnTo>
                <a:lnTo>
                  <a:pt x="45225" y="81000"/>
                </a:lnTo>
                <a:lnTo>
                  <a:pt x="44010" y="82890"/>
                </a:lnTo>
                <a:lnTo>
                  <a:pt x="42795" y="84510"/>
                </a:lnTo>
                <a:lnTo>
                  <a:pt x="41445" y="85995"/>
                </a:lnTo>
                <a:lnTo>
                  <a:pt x="39960" y="87480"/>
                </a:lnTo>
                <a:lnTo>
                  <a:pt x="38340" y="88830"/>
                </a:lnTo>
                <a:lnTo>
                  <a:pt x="36720" y="90180"/>
                </a:lnTo>
                <a:lnTo>
                  <a:pt x="34965" y="91530"/>
                </a:lnTo>
                <a:lnTo>
                  <a:pt x="33075" y="92610"/>
                </a:lnTo>
                <a:lnTo>
                  <a:pt x="30780" y="93825"/>
                </a:lnTo>
                <a:lnTo>
                  <a:pt x="29430" y="94500"/>
                </a:lnTo>
                <a:lnTo>
                  <a:pt x="4050" y="94500"/>
                </a:lnTo>
                <a:lnTo>
                  <a:pt x="0" y="94500"/>
                </a:lnTo>
                <a:close/>
                <a:moveTo>
                  <a:pt x="16335" y="89910"/>
                </a:moveTo>
                <a:lnTo>
                  <a:pt x="18360" y="89505"/>
                </a:lnTo>
                <a:lnTo>
                  <a:pt x="20250" y="88965"/>
                </a:lnTo>
                <a:lnTo>
                  <a:pt x="22140" y="88425"/>
                </a:lnTo>
                <a:lnTo>
                  <a:pt x="24030" y="87480"/>
                </a:lnTo>
                <a:lnTo>
                  <a:pt x="26460" y="86265"/>
                </a:lnTo>
                <a:lnTo>
                  <a:pt x="28890" y="84510"/>
                </a:lnTo>
                <a:lnTo>
                  <a:pt x="30915" y="82890"/>
                </a:lnTo>
                <a:lnTo>
                  <a:pt x="32940" y="80730"/>
                </a:lnTo>
                <a:lnTo>
                  <a:pt x="34560" y="78570"/>
                </a:lnTo>
                <a:lnTo>
                  <a:pt x="36045" y="76275"/>
                </a:lnTo>
                <a:lnTo>
                  <a:pt x="37260" y="73980"/>
                </a:lnTo>
                <a:lnTo>
                  <a:pt x="38340" y="71415"/>
                </a:lnTo>
                <a:lnTo>
                  <a:pt x="39015" y="68715"/>
                </a:lnTo>
                <a:lnTo>
                  <a:pt x="39555" y="66150"/>
                </a:lnTo>
                <a:lnTo>
                  <a:pt x="39960" y="63315"/>
                </a:lnTo>
                <a:lnTo>
                  <a:pt x="39960" y="60615"/>
                </a:lnTo>
                <a:lnTo>
                  <a:pt x="39825" y="57915"/>
                </a:lnTo>
                <a:lnTo>
                  <a:pt x="39420" y="55215"/>
                </a:lnTo>
                <a:lnTo>
                  <a:pt x="38880" y="52515"/>
                </a:lnTo>
                <a:lnTo>
                  <a:pt x="38070" y="50085"/>
                </a:lnTo>
                <a:lnTo>
                  <a:pt x="36990" y="47655"/>
                </a:lnTo>
                <a:lnTo>
                  <a:pt x="35775" y="45495"/>
                </a:lnTo>
                <a:lnTo>
                  <a:pt x="34290" y="43200"/>
                </a:lnTo>
                <a:lnTo>
                  <a:pt x="32805" y="41310"/>
                </a:lnTo>
                <a:lnTo>
                  <a:pt x="31050" y="39555"/>
                </a:lnTo>
                <a:lnTo>
                  <a:pt x="29295" y="37935"/>
                </a:lnTo>
                <a:lnTo>
                  <a:pt x="27270" y="36450"/>
                </a:lnTo>
                <a:lnTo>
                  <a:pt x="25110" y="35235"/>
                </a:lnTo>
                <a:lnTo>
                  <a:pt x="22815" y="34020"/>
                </a:lnTo>
                <a:lnTo>
                  <a:pt x="20250" y="33210"/>
                </a:lnTo>
                <a:lnTo>
                  <a:pt x="17820" y="32535"/>
                </a:lnTo>
                <a:lnTo>
                  <a:pt x="15120" y="31995"/>
                </a:lnTo>
                <a:lnTo>
                  <a:pt x="15120" y="86670"/>
                </a:lnTo>
                <a:lnTo>
                  <a:pt x="15795" y="88830"/>
                </a:lnTo>
                <a:close/>
              </a:path>
            </a:pathLst>
          </a:custGeom>
          <a:solidFill>
            <a:srgbClr val="000000"/>
          </a:solidFill>
          <a:ln>
            <a:noFill/>
          </a:ln>
        </p:spPr>
        <p:txBody>
          <a:bodyPr rtlCol="0" anchor="ctr"/>
          <a:lstStyle/>
          <a:p>
            <a:pPr algn="ctr"/>
          </a:p>
        </p:txBody>
      </p:sp>
      <p:sp>
        <p:nvSpPr>
          <p:cNvPr id="47" name="AEY"/>
          <p:cNvSpPr txBox="1"/>
          <p:nvPr/>
        </p:nvSpPr>
        <p:spPr>
          <a:xfrm>
            <a:off x="8473440" y="344942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AEY</a:t>
            </a:r>
          </a:p>
        </p:txBody>
      </p:sp>
      <p:sp>
        <p:nvSpPr>
          <p:cNvPr id="48" name="𐰘"/>
          <p:cNvSpPr/>
          <p:nvPr/>
        </p:nvSpPr>
        <p:spPr>
          <a:xfrm>
            <a:off x="8702459" y="3643503"/>
            <a:ext cx="425882" cy="730377"/>
          </a:xfrm>
          <a:custGeom>
            <a:avLst/>
            <a:gdLst/>
            <a:ahLst/>
            <a:cxnLst/>
            <a:rect l="l" t="t" r="r" b="b"/>
            <a:pathLst>
              <a:path w="55890" h="95850" stroke="0">
                <a:moveTo>
                  <a:pt x="16470" y="93285"/>
                </a:moveTo>
                <a:lnTo>
                  <a:pt x="18765" y="92745"/>
                </a:lnTo>
                <a:lnTo>
                  <a:pt x="19845" y="90450"/>
                </a:lnTo>
                <a:lnTo>
                  <a:pt x="20520" y="88425"/>
                </a:lnTo>
                <a:lnTo>
                  <a:pt x="20520" y="78705"/>
                </a:lnTo>
                <a:lnTo>
                  <a:pt x="20520" y="76950"/>
                </a:lnTo>
                <a:lnTo>
                  <a:pt x="20655" y="75060"/>
                </a:lnTo>
                <a:lnTo>
                  <a:pt x="21060" y="73035"/>
                </a:lnTo>
                <a:lnTo>
                  <a:pt x="21600" y="70605"/>
                </a:lnTo>
                <a:lnTo>
                  <a:pt x="22275" y="68445"/>
                </a:lnTo>
                <a:lnTo>
                  <a:pt x="23085" y="66420"/>
                </a:lnTo>
                <a:lnTo>
                  <a:pt x="24030" y="64800"/>
                </a:lnTo>
                <a:lnTo>
                  <a:pt x="24840" y="63180"/>
                </a:lnTo>
                <a:lnTo>
                  <a:pt x="26055" y="61425"/>
                </a:lnTo>
                <a:lnTo>
                  <a:pt x="27270" y="59805"/>
                </a:lnTo>
                <a:lnTo>
                  <a:pt x="29835" y="56835"/>
                </a:lnTo>
                <a:lnTo>
                  <a:pt x="35505" y="50760"/>
                </a:lnTo>
                <a:lnTo>
                  <a:pt x="36855" y="49275"/>
                </a:lnTo>
                <a:lnTo>
                  <a:pt x="37800" y="47925"/>
                </a:lnTo>
                <a:lnTo>
                  <a:pt x="38880" y="46305"/>
                </a:lnTo>
                <a:lnTo>
                  <a:pt x="39825" y="44820"/>
                </a:lnTo>
                <a:lnTo>
                  <a:pt x="40635" y="43200"/>
                </a:lnTo>
                <a:lnTo>
                  <a:pt x="41175" y="41850"/>
                </a:lnTo>
                <a:lnTo>
                  <a:pt x="41985" y="39150"/>
                </a:lnTo>
                <a:lnTo>
                  <a:pt x="42660" y="36450"/>
                </a:lnTo>
                <a:lnTo>
                  <a:pt x="43200" y="33885"/>
                </a:lnTo>
                <a:lnTo>
                  <a:pt x="43605" y="31320"/>
                </a:lnTo>
                <a:lnTo>
                  <a:pt x="43740" y="28755"/>
                </a:lnTo>
                <a:lnTo>
                  <a:pt x="43740" y="26325"/>
                </a:lnTo>
                <a:lnTo>
                  <a:pt x="43605" y="24165"/>
                </a:lnTo>
                <a:lnTo>
                  <a:pt x="43200" y="21870"/>
                </a:lnTo>
                <a:lnTo>
                  <a:pt x="42660" y="19845"/>
                </a:lnTo>
                <a:lnTo>
                  <a:pt x="41850" y="17955"/>
                </a:lnTo>
                <a:lnTo>
                  <a:pt x="41040" y="16200"/>
                </a:lnTo>
                <a:lnTo>
                  <a:pt x="39960" y="14580"/>
                </a:lnTo>
                <a:lnTo>
                  <a:pt x="38880" y="13095"/>
                </a:lnTo>
                <a:lnTo>
                  <a:pt x="37530" y="11745"/>
                </a:lnTo>
                <a:lnTo>
                  <a:pt x="36180" y="10665"/>
                </a:lnTo>
                <a:lnTo>
                  <a:pt x="34560" y="9720"/>
                </a:lnTo>
                <a:lnTo>
                  <a:pt x="32940" y="9045"/>
                </a:lnTo>
                <a:lnTo>
                  <a:pt x="31320" y="8505"/>
                </a:lnTo>
                <a:lnTo>
                  <a:pt x="29565" y="8235"/>
                </a:lnTo>
                <a:lnTo>
                  <a:pt x="27810" y="8235"/>
                </a:lnTo>
                <a:lnTo>
                  <a:pt x="26055" y="8370"/>
                </a:lnTo>
                <a:lnTo>
                  <a:pt x="24300" y="8775"/>
                </a:lnTo>
                <a:lnTo>
                  <a:pt x="22545" y="9450"/>
                </a:lnTo>
                <a:lnTo>
                  <a:pt x="21060" y="10260"/>
                </a:lnTo>
                <a:lnTo>
                  <a:pt x="19440" y="11340"/>
                </a:lnTo>
                <a:lnTo>
                  <a:pt x="18090" y="12555"/>
                </a:lnTo>
                <a:lnTo>
                  <a:pt x="16740" y="14175"/>
                </a:lnTo>
                <a:lnTo>
                  <a:pt x="15525" y="15795"/>
                </a:lnTo>
                <a:lnTo>
                  <a:pt x="14580" y="17550"/>
                </a:lnTo>
                <a:lnTo>
                  <a:pt x="13770" y="19440"/>
                </a:lnTo>
                <a:lnTo>
                  <a:pt x="13095" y="21600"/>
                </a:lnTo>
                <a:lnTo>
                  <a:pt x="12555" y="23625"/>
                </a:lnTo>
                <a:lnTo>
                  <a:pt x="12285" y="25785"/>
                </a:lnTo>
                <a:lnTo>
                  <a:pt x="12150" y="28215"/>
                </a:lnTo>
                <a:lnTo>
                  <a:pt x="12150" y="30780"/>
                </a:lnTo>
                <a:lnTo>
                  <a:pt x="12420" y="33480"/>
                </a:lnTo>
                <a:lnTo>
                  <a:pt x="12825" y="36045"/>
                </a:lnTo>
                <a:lnTo>
                  <a:pt x="13365" y="38610"/>
                </a:lnTo>
                <a:lnTo>
                  <a:pt x="14040" y="41445"/>
                </a:lnTo>
                <a:lnTo>
                  <a:pt x="14985" y="44415"/>
                </a:lnTo>
                <a:lnTo>
                  <a:pt x="3105" y="46170"/>
                </a:lnTo>
                <a:lnTo>
                  <a:pt x="2025" y="43065"/>
                </a:lnTo>
                <a:lnTo>
                  <a:pt x="1350" y="39960"/>
                </a:lnTo>
                <a:lnTo>
                  <a:pt x="675" y="36855"/>
                </a:lnTo>
                <a:lnTo>
                  <a:pt x="270" y="33750"/>
                </a:lnTo>
                <a:lnTo>
                  <a:pt x="0" y="30915"/>
                </a:lnTo>
                <a:lnTo>
                  <a:pt x="0" y="28080"/>
                </a:lnTo>
                <a:lnTo>
                  <a:pt x="135" y="25515"/>
                </a:lnTo>
                <a:lnTo>
                  <a:pt x="540" y="22815"/>
                </a:lnTo>
                <a:lnTo>
                  <a:pt x="1080" y="20115"/>
                </a:lnTo>
                <a:lnTo>
                  <a:pt x="1890" y="17550"/>
                </a:lnTo>
                <a:lnTo>
                  <a:pt x="2970" y="14985"/>
                </a:lnTo>
                <a:lnTo>
                  <a:pt x="4185" y="12690"/>
                </a:lnTo>
                <a:lnTo>
                  <a:pt x="5805" y="10530"/>
                </a:lnTo>
                <a:lnTo>
                  <a:pt x="7425" y="8505"/>
                </a:lnTo>
                <a:lnTo>
                  <a:pt x="9450" y="6615"/>
                </a:lnTo>
                <a:lnTo>
                  <a:pt x="11475" y="4995"/>
                </a:lnTo>
                <a:lnTo>
                  <a:pt x="13905" y="3645"/>
                </a:lnTo>
                <a:lnTo>
                  <a:pt x="16335" y="2430"/>
                </a:lnTo>
                <a:lnTo>
                  <a:pt x="18900" y="1350"/>
                </a:lnTo>
                <a:lnTo>
                  <a:pt x="21600" y="675"/>
                </a:lnTo>
                <a:lnTo>
                  <a:pt x="24570" y="270"/>
                </a:lnTo>
                <a:lnTo>
                  <a:pt x="27405" y="0"/>
                </a:lnTo>
                <a:lnTo>
                  <a:pt x="30105" y="0"/>
                </a:lnTo>
                <a:lnTo>
                  <a:pt x="33075" y="405"/>
                </a:lnTo>
                <a:lnTo>
                  <a:pt x="35910" y="945"/>
                </a:lnTo>
                <a:lnTo>
                  <a:pt x="38745" y="1890"/>
                </a:lnTo>
                <a:lnTo>
                  <a:pt x="41310" y="2970"/>
                </a:lnTo>
                <a:lnTo>
                  <a:pt x="43875" y="4320"/>
                </a:lnTo>
                <a:lnTo>
                  <a:pt x="46035" y="5940"/>
                </a:lnTo>
                <a:lnTo>
                  <a:pt x="48195" y="7695"/>
                </a:lnTo>
                <a:lnTo>
                  <a:pt x="49950" y="9720"/>
                </a:lnTo>
                <a:lnTo>
                  <a:pt x="51570" y="12015"/>
                </a:lnTo>
                <a:lnTo>
                  <a:pt x="53055" y="14310"/>
                </a:lnTo>
                <a:lnTo>
                  <a:pt x="54135" y="17010"/>
                </a:lnTo>
                <a:lnTo>
                  <a:pt x="54945" y="19710"/>
                </a:lnTo>
                <a:lnTo>
                  <a:pt x="55485" y="22410"/>
                </a:lnTo>
                <a:lnTo>
                  <a:pt x="55890" y="25380"/>
                </a:lnTo>
                <a:lnTo>
                  <a:pt x="55890" y="28350"/>
                </a:lnTo>
                <a:lnTo>
                  <a:pt x="55755" y="31590"/>
                </a:lnTo>
                <a:lnTo>
                  <a:pt x="55350" y="34830"/>
                </a:lnTo>
                <a:lnTo>
                  <a:pt x="54810" y="37125"/>
                </a:lnTo>
                <a:lnTo>
                  <a:pt x="54405" y="39015"/>
                </a:lnTo>
                <a:lnTo>
                  <a:pt x="53190" y="43065"/>
                </a:lnTo>
                <a:lnTo>
                  <a:pt x="52650" y="44550"/>
                </a:lnTo>
                <a:lnTo>
                  <a:pt x="52110" y="45900"/>
                </a:lnTo>
                <a:lnTo>
                  <a:pt x="50625" y="48600"/>
                </a:lnTo>
                <a:lnTo>
                  <a:pt x="48870" y="51300"/>
                </a:lnTo>
                <a:lnTo>
                  <a:pt x="46980" y="53730"/>
                </a:lnTo>
                <a:lnTo>
                  <a:pt x="44820" y="56160"/>
                </a:lnTo>
                <a:lnTo>
                  <a:pt x="39825" y="61425"/>
                </a:lnTo>
                <a:lnTo>
                  <a:pt x="38475" y="63045"/>
                </a:lnTo>
                <a:lnTo>
                  <a:pt x="37260" y="64530"/>
                </a:lnTo>
                <a:lnTo>
                  <a:pt x="36045" y="66285"/>
                </a:lnTo>
                <a:lnTo>
                  <a:pt x="35100" y="68040"/>
                </a:lnTo>
                <a:lnTo>
                  <a:pt x="34290" y="69795"/>
                </a:lnTo>
                <a:lnTo>
                  <a:pt x="33750" y="71550"/>
                </a:lnTo>
                <a:lnTo>
                  <a:pt x="33345" y="73035"/>
                </a:lnTo>
                <a:lnTo>
                  <a:pt x="33075" y="74385"/>
                </a:lnTo>
                <a:lnTo>
                  <a:pt x="32670" y="77220"/>
                </a:lnTo>
                <a:lnTo>
                  <a:pt x="32670" y="79245"/>
                </a:lnTo>
                <a:lnTo>
                  <a:pt x="32670" y="88425"/>
                </a:lnTo>
                <a:lnTo>
                  <a:pt x="33345" y="90450"/>
                </a:lnTo>
                <a:lnTo>
                  <a:pt x="34425" y="92745"/>
                </a:lnTo>
                <a:lnTo>
                  <a:pt x="36720" y="93285"/>
                </a:lnTo>
                <a:lnTo>
                  <a:pt x="36720" y="95850"/>
                </a:lnTo>
                <a:lnTo>
                  <a:pt x="16470" y="95850"/>
                </a:lnTo>
                <a:close/>
              </a:path>
            </a:pathLst>
          </a:custGeom>
          <a:solidFill>
            <a:srgbClr val="000000"/>
          </a:solidFill>
          <a:ln>
            <a:noFill/>
          </a:ln>
        </p:spPr>
        <p:txBody>
          <a:bodyPr rtlCol="0" anchor="ctr"/>
          <a:lstStyle/>
          <a:p>
            <a:pPr algn="ctr"/>
          </a:p>
        </p:txBody>
      </p:sp>
      <p:sp>
        <p:nvSpPr>
          <p:cNvPr id="49" name="𐰘"/>
          <p:cNvSpPr/>
          <p:nvPr/>
        </p:nvSpPr>
        <p:spPr>
          <a:xfrm>
            <a:off x="9469279" y="3838956"/>
            <a:ext cx="385762" cy="730377"/>
          </a:xfrm>
          <a:custGeom>
            <a:avLst/>
            <a:gdLst/>
            <a:ahLst/>
            <a:cxnLst/>
            <a:rect l="l" t="t" r="r" b="b"/>
            <a:pathLst>
              <a:path w="50625" h="95850" stroke="0">
                <a:moveTo>
                  <a:pt x="17955" y="93150"/>
                </a:moveTo>
                <a:lnTo>
                  <a:pt x="20250" y="92610"/>
                </a:lnTo>
                <a:lnTo>
                  <a:pt x="21330" y="90180"/>
                </a:lnTo>
                <a:lnTo>
                  <a:pt x="22005" y="88020"/>
                </a:lnTo>
                <a:lnTo>
                  <a:pt x="22005" y="58050"/>
                </a:lnTo>
                <a:lnTo>
                  <a:pt x="22140" y="56025"/>
                </a:lnTo>
                <a:lnTo>
                  <a:pt x="22275" y="54135"/>
                </a:lnTo>
                <a:lnTo>
                  <a:pt x="22680" y="52380"/>
                </a:lnTo>
                <a:lnTo>
                  <a:pt x="23085" y="50355"/>
                </a:lnTo>
                <a:lnTo>
                  <a:pt x="23895" y="48060"/>
                </a:lnTo>
                <a:lnTo>
                  <a:pt x="24840" y="45900"/>
                </a:lnTo>
                <a:lnTo>
                  <a:pt x="25920" y="43875"/>
                </a:lnTo>
                <a:lnTo>
                  <a:pt x="27135" y="41850"/>
                </a:lnTo>
                <a:lnTo>
                  <a:pt x="28485" y="40095"/>
                </a:lnTo>
                <a:lnTo>
                  <a:pt x="29835" y="38475"/>
                </a:lnTo>
                <a:lnTo>
                  <a:pt x="34830" y="33345"/>
                </a:lnTo>
                <a:lnTo>
                  <a:pt x="36045" y="31860"/>
                </a:lnTo>
                <a:lnTo>
                  <a:pt x="37260" y="30375"/>
                </a:lnTo>
                <a:lnTo>
                  <a:pt x="38205" y="28890"/>
                </a:lnTo>
                <a:lnTo>
                  <a:pt x="38745" y="27810"/>
                </a:lnTo>
                <a:lnTo>
                  <a:pt x="39015" y="26730"/>
                </a:lnTo>
                <a:lnTo>
                  <a:pt x="39285" y="25650"/>
                </a:lnTo>
                <a:lnTo>
                  <a:pt x="39420" y="24435"/>
                </a:lnTo>
                <a:lnTo>
                  <a:pt x="39555" y="23760"/>
                </a:lnTo>
                <a:lnTo>
                  <a:pt x="39420" y="22275"/>
                </a:lnTo>
                <a:lnTo>
                  <a:pt x="39015" y="20115"/>
                </a:lnTo>
                <a:lnTo>
                  <a:pt x="38610" y="18765"/>
                </a:lnTo>
                <a:lnTo>
                  <a:pt x="38205" y="17550"/>
                </a:lnTo>
                <a:lnTo>
                  <a:pt x="37665" y="16470"/>
                </a:lnTo>
                <a:lnTo>
                  <a:pt x="37125" y="15255"/>
                </a:lnTo>
                <a:lnTo>
                  <a:pt x="36315" y="14040"/>
                </a:lnTo>
                <a:lnTo>
                  <a:pt x="35505" y="13095"/>
                </a:lnTo>
                <a:lnTo>
                  <a:pt x="34695" y="12150"/>
                </a:lnTo>
                <a:lnTo>
                  <a:pt x="33885" y="11340"/>
                </a:lnTo>
                <a:lnTo>
                  <a:pt x="32940" y="10665"/>
                </a:lnTo>
                <a:lnTo>
                  <a:pt x="31860" y="9990"/>
                </a:lnTo>
                <a:lnTo>
                  <a:pt x="30645" y="9315"/>
                </a:lnTo>
                <a:lnTo>
                  <a:pt x="29565" y="8910"/>
                </a:lnTo>
                <a:lnTo>
                  <a:pt x="28350" y="8505"/>
                </a:lnTo>
                <a:lnTo>
                  <a:pt x="27135" y="8235"/>
                </a:lnTo>
                <a:lnTo>
                  <a:pt x="26055" y="7965"/>
                </a:lnTo>
                <a:lnTo>
                  <a:pt x="24705" y="7965"/>
                </a:lnTo>
                <a:lnTo>
                  <a:pt x="22950" y="7965"/>
                </a:lnTo>
                <a:lnTo>
                  <a:pt x="21465" y="8235"/>
                </a:lnTo>
                <a:lnTo>
                  <a:pt x="19845" y="8640"/>
                </a:lnTo>
                <a:lnTo>
                  <a:pt x="18495" y="9180"/>
                </a:lnTo>
                <a:lnTo>
                  <a:pt x="17145" y="9855"/>
                </a:lnTo>
                <a:lnTo>
                  <a:pt x="15930" y="10665"/>
                </a:lnTo>
                <a:lnTo>
                  <a:pt x="14715" y="11745"/>
                </a:lnTo>
                <a:lnTo>
                  <a:pt x="13770" y="12825"/>
                </a:lnTo>
                <a:lnTo>
                  <a:pt x="12960" y="14040"/>
                </a:lnTo>
                <a:lnTo>
                  <a:pt x="12285" y="15255"/>
                </a:lnTo>
                <a:lnTo>
                  <a:pt x="11745" y="16605"/>
                </a:lnTo>
                <a:lnTo>
                  <a:pt x="11340" y="18090"/>
                </a:lnTo>
                <a:lnTo>
                  <a:pt x="11070" y="19710"/>
                </a:lnTo>
                <a:lnTo>
                  <a:pt x="11070" y="21195"/>
                </a:lnTo>
                <a:lnTo>
                  <a:pt x="11205" y="23085"/>
                </a:lnTo>
                <a:lnTo>
                  <a:pt x="11340" y="24840"/>
                </a:lnTo>
                <a:lnTo>
                  <a:pt x="405" y="25785"/>
                </a:lnTo>
                <a:lnTo>
                  <a:pt x="135" y="24030"/>
                </a:lnTo>
                <a:lnTo>
                  <a:pt x="0" y="22545"/>
                </a:lnTo>
                <a:lnTo>
                  <a:pt x="0" y="20790"/>
                </a:lnTo>
                <a:lnTo>
                  <a:pt x="135" y="19170"/>
                </a:lnTo>
                <a:lnTo>
                  <a:pt x="405" y="17010"/>
                </a:lnTo>
                <a:lnTo>
                  <a:pt x="945" y="14850"/>
                </a:lnTo>
                <a:lnTo>
                  <a:pt x="1755" y="12825"/>
                </a:lnTo>
                <a:lnTo>
                  <a:pt x="2700" y="10935"/>
                </a:lnTo>
                <a:lnTo>
                  <a:pt x="3915" y="9180"/>
                </a:lnTo>
                <a:lnTo>
                  <a:pt x="5265" y="7560"/>
                </a:lnTo>
                <a:lnTo>
                  <a:pt x="6750" y="6075"/>
                </a:lnTo>
                <a:lnTo>
                  <a:pt x="8505" y="4725"/>
                </a:lnTo>
                <a:lnTo>
                  <a:pt x="10395" y="3510"/>
                </a:lnTo>
                <a:lnTo>
                  <a:pt x="12690" y="2430"/>
                </a:lnTo>
                <a:lnTo>
                  <a:pt x="14850" y="1485"/>
                </a:lnTo>
                <a:lnTo>
                  <a:pt x="17280" y="810"/>
                </a:lnTo>
                <a:lnTo>
                  <a:pt x="19710" y="405"/>
                </a:lnTo>
                <a:lnTo>
                  <a:pt x="22275" y="0"/>
                </a:lnTo>
                <a:lnTo>
                  <a:pt x="24705" y="0"/>
                </a:lnTo>
                <a:lnTo>
                  <a:pt x="27405" y="135"/>
                </a:lnTo>
                <a:lnTo>
                  <a:pt x="29835" y="540"/>
                </a:lnTo>
                <a:lnTo>
                  <a:pt x="32265" y="1080"/>
                </a:lnTo>
                <a:lnTo>
                  <a:pt x="34695" y="1890"/>
                </a:lnTo>
                <a:lnTo>
                  <a:pt x="36720" y="2700"/>
                </a:lnTo>
                <a:lnTo>
                  <a:pt x="39015" y="3915"/>
                </a:lnTo>
                <a:lnTo>
                  <a:pt x="40905" y="5265"/>
                </a:lnTo>
                <a:lnTo>
                  <a:pt x="42795" y="6615"/>
                </a:lnTo>
                <a:lnTo>
                  <a:pt x="44415" y="8235"/>
                </a:lnTo>
                <a:lnTo>
                  <a:pt x="45900" y="9990"/>
                </a:lnTo>
                <a:lnTo>
                  <a:pt x="47115" y="11880"/>
                </a:lnTo>
                <a:lnTo>
                  <a:pt x="48195" y="13905"/>
                </a:lnTo>
                <a:lnTo>
                  <a:pt x="49140" y="16065"/>
                </a:lnTo>
                <a:lnTo>
                  <a:pt x="49815" y="18360"/>
                </a:lnTo>
                <a:lnTo>
                  <a:pt x="50220" y="20790"/>
                </a:lnTo>
                <a:lnTo>
                  <a:pt x="50625" y="23760"/>
                </a:lnTo>
                <a:lnTo>
                  <a:pt x="50490" y="25245"/>
                </a:lnTo>
                <a:lnTo>
                  <a:pt x="50220" y="27000"/>
                </a:lnTo>
                <a:lnTo>
                  <a:pt x="49680" y="29025"/>
                </a:lnTo>
                <a:lnTo>
                  <a:pt x="49005" y="30780"/>
                </a:lnTo>
                <a:lnTo>
                  <a:pt x="48060" y="32535"/>
                </a:lnTo>
                <a:lnTo>
                  <a:pt x="46845" y="34290"/>
                </a:lnTo>
                <a:lnTo>
                  <a:pt x="45495" y="36045"/>
                </a:lnTo>
                <a:lnTo>
                  <a:pt x="44010" y="37800"/>
                </a:lnTo>
                <a:lnTo>
                  <a:pt x="39420" y="42525"/>
                </a:lnTo>
                <a:lnTo>
                  <a:pt x="38070" y="44145"/>
                </a:lnTo>
                <a:lnTo>
                  <a:pt x="36855" y="45630"/>
                </a:lnTo>
                <a:lnTo>
                  <a:pt x="35775" y="47385"/>
                </a:lnTo>
                <a:lnTo>
                  <a:pt x="34830" y="49545"/>
                </a:lnTo>
                <a:lnTo>
                  <a:pt x="34020" y="51570"/>
                </a:lnTo>
                <a:lnTo>
                  <a:pt x="33480" y="53865"/>
                </a:lnTo>
                <a:lnTo>
                  <a:pt x="33210" y="56565"/>
                </a:lnTo>
                <a:lnTo>
                  <a:pt x="33075" y="59130"/>
                </a:lnTo>
                <a:lnTo>
                  <a:pt x="33075" y="88020"/>
                </a:lnTo>
                <a:lnTo>
                  <a:pt x="33750" y="90180"/>
                </a:lnTo>
                <a:lnTo>
                  <a:pt x="34830" y="92610"/>
                </a:lnTo>
                <a:lnTo>
                  <a:pt x="37125" y="93150"/>
                </a:lnTo>
                <a:lnTo>
                  <a:pt x="37125" y="95850"/>
                </a:lnTo>
                <a:lnTo>
                  <a:pt x="17955" y="95850"/>
                </a:lnTo>
                <a:close/>
              </a:path>
            </a:pathLst>
          </a:custGeom>
          <a:solidFill>
            <a:srgbClr val="000000"/>
          </a:solidFill>
          <a:ln>
            <a:noFill/>
          </a:ln>
        </p:spPr>
        <p:txBody>
          <a:bodyPr rtlCol="0" anchor="ctr"/>
          <a:lstStyle/>
          <a:p>
            <a:pPr algn="ctr"/>
          </a:p>
        </p:txBody>
      </p:sp>
      <p:sp>
        <p:nvSpPr>
          <p:cNvPr id="50" name="AEK"/>
          <p:cNvSpPr txBox="1"/>
          <p:nvPr/>
        </p:nvSpPr>
        <p:spPr>
          <a:xfrm>
            <a:off x="10027920" y="344942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AEK</a:t>
            </a:r>
          </a:p>
        </p:txBody>
      </p:sp>
      <p:sp>
        <p:nvSpPr>
          <p:cNvPr id="51" name="𐰚"/>
          <p:cNvSpPr/>
          <p:nvPr/>
        </p:nvSpPr>
        <p:spPr>
          <a:xfrm>
            <a:off x="10259511" y="3653790"/>
            <a:ext cx="397078" cy="720090"/>
          </a:xfrm>
          <a:custGeom>
            <a:avLst/>
            <a:gdLst/>
            <a:ahLst/>
            <a:cxnLst/>
            <a:rect l="l" t="t" r="r" b="b"/>
            <a:pathLst>
              <a:path w="52110" h="94500" stroke="0">
                <a:moveTo>
                  <a:pt x="34155" y="91260"/>
                </a:moveTo>
                <a:lnTo>
                  <a:pt x="35235" y="88830"/>
                </a:lnTo>
                <a:lnTo>
                  <a:pt x="35910" y="86670"/>
                </a:lnTo>
                <a:lnTo>
                  <a:pt x="35910" y="51300"/>
                </a:lnTo>
                <a:lnTo>
                  <a:pt x="31860" y="50895"/>
                </a:lnTo>
                <a:lnTo>
                  <a:pt x="27675" y="50085"/>
                </a:lnTo>
                <a:lnTo>
                  <a:pt x="24030" y="49140"/>
                </a:lnTo>
                <a:lnTo>
                  <a:pt x="20385" y="47925"/>
                </a:lnTo>
                <a:lnTo>
                  <a:pt x="16875" y="46305"/>
                </a:lnTo>
                <a:lnTo>
                  <a:pt x="13770" y="44685"/>
                </a:lnTo>
                <a:lnTo>
                  <a:pt x="10935" y="42795"/>
                </a:lnTo>
                <a:lnTo>
                  <a:pt x="8505" y="40770"/>
                </a:lnTo>
                <a:lnTo>
                  <a:pt x="7290" y="39555"/>
                </a:lnTo>
                <a:lnTo>
                  <a:pt x="6210" y="38340"/>
                </a:lnTo>
                <a:lnTo>
                  <a:pt x="5130" y="37125"/>
                </a:lnTo>
                <a:lnTo>
                  <a:pt x="4185" y="35910"/>
                </a:lnTo>
                <a:lnTo>
                  <a:pt x="3375" y="34560"/>
                </a:lnTo>
                <a:lnTo>
                  <a:pt x="2565" y="33345"/>
                </a:lnTo>
                <a:lnTo>
                  <a:pt x="1890" y="31725"/>
                </a:lnTo>
                <a:lnTo>
                  <a:pt x="1350" y="30375"/>
                </a:lnTo>
                <a:lnTo>
                  <a:pt x="810" y="29025"/>
                </a:lnTo>
                <a:lnTo>
                  <a:pt x="405" y="27540"/>
                </a:lnTo>
                <a:lnTo>
                  <a:pt x="270" y="26055"/>
                </a:lnTo>
                <a:lnTo>
                  <a:pt x="0" y="24570"/>
                </a:lnTo>
                <a:lnTo>
                  <a:pt x="0" y="23085"/>
                </a:lnTo>
                <a:lnTo>
                  <a:pt x="0" y="21735"/>
                </a:lnTo>
                <a:lnTo>
                  <a:pt x="270" y="20250"/>
                </a:lnTo>
                <a:lnTo>
                  <a:pt x="405" y="18900"/>
                </a:lnTo>
                <a:lnTo>
                  <a:pt x="810" y="17550"/>
                </a:lnTo>
                <a:lnTo>
                  <a:pt x="1215" y="16200"/>
                </a:lnTo>
                <a:lnTo>
                  <a:pt x="1755" y="14850"/>
                </a:lnTo>
                <a:lnTo>
                  <a:pt x="2430" y="13635"/>
                </a:lnTo>
                <a:lnTo>
                  <a:pt x="3240" y="12420"/>
                </a:lnTo>
                <a:lnTo>
                  <a:pt x="4050" y="11205"/>
                </a:lnTo>
                <a:lnTo>
                  <a:pt x="4995" y="9990"/>
                </a:lnTo>
                <a:lnTo>
                  <a:pt x="6075" y="8775"/>
                </a:lnTo>
                <a:lnTo>
                  <a:pt x="7155" y="7695"/>
                </a:lnTo>
                <a:lnTo>
                  <a:pt x="8370" y="6750"/>
                </a:lnTo>
                <a:lnTo>
                  <a:pt x="9585" y="5805"/>
                </a:lnTo>
                <a:lnTo>
                  <a:pt x="10935" y="4860"/>
                </a:lnTo>
                <a:lnTo>
                  <a:pt x="12285" y="4050"/>
                </a:lnTo>
                <a:lnTo>
                  <a:pt x="13770" y="3240"/>
                </a:lnTo>
                <a:lnTo>
                  <a:pt x="15255" y="2565"/>
                </a:lnTo>
                <a:lnTo>
                  <a:pt x="17010" y="1890"/>
                </a:lnTo>
                <a:lnTo>
                  <a:pt x="19980" y="945"/>
                </a:lnTo>
                <a:lnTo>
                  <a:pt x="23220" y="270"/>
                </a:lnTo>
                <a:lnTo>
                  <a:pt x="24705" y="0"/>
                </a:lnTo>
                <a:lnTo>
                  <a:pt x="42660" y="0"/>
                </a:lnTo>
                <a:lnTo>
                  <a:pt x="52110" y="0"/>
                </a:lnTo>
                <a:lnTo>
                  <a:pt x="52110" y="2700"/>
                </a:lnTo>
                <a:lnTo>
                  <a:pt x="49815" y="3240"/>
                </a:lnTo>
                <a:lnTo>
                  <a:pt x="48735" y="5670"/>
                </a:lnTo>
                <a:lnTo>
                  <a:pt x="48060" y="7830"/>
                </a:lnTo>
                <a:lnTo>
                  <a:pt x="48060" y="86670"/>
                </a:lnTo>
                <a:lnTo>
                  <a:pt x="48735" y="88830"/>
                </a:lnTo>
                <a:lnTo>
                  <a:pt x="49815" y="91260"/>
                </a:lnTo>
                <a:lnTo>
                  <a:pt x="52110" y="91800"/>
                </a:lnTo>
                <a:lnTo>
                  <a:pt x="52110" y="94500"/>
                </a:lnTo>
                <a:lnTo>
                  <a:pt x="31860" y="94500"/>
                </a:lnTo>
                <a:lnTo>
                  <a:pt x="31860" y="91800"/>
                </a:lnTo>
                <a:close/>
                <a:moveTo>
                  <a:pt x="33480" y="7965"/>
                </a:moveTo>
                <a:lnTo>
                  <a:pt x="30915" y="7965"/>
                </a:lnTo>
                <a:lnTo>
                  <a:pt x="28620" y="8235"/>
                </a:lnTo>
                <a:lnTo>
                  <a:pt x="26325" y="8640"/>
                </a:lnTo>
                <a:lnTo>
                  <a:pt x="24165" y="9180"/>
                </a:lnTo>
                <a:lnTo>
                  <a:pt x="22275" y="9720"/>
                </a:lnTo>
                <a:lnTo>
                  <a:pt x="20520" y="10530"/>
                </a:lnTo>
                <a:lnTo>
                  <a:pt x="18765" y="11475"/>
                </a:lnTo>
                <a:lnTo>
                  <a:pt x="17280" y="12555"/>
                </a:lnTo>
                <a:lnTo>
                  <a:pt x="16065" y="13770"/>
                </a:lnTo>
                <a:lnTo>
                  <a:pt x="14850" y="15120"/>
                </a:lnTo>
                <a:lnTo>
                  <a:pt x="13905" y="16470"/>
                </a:lnTo>
                <a:lnTo>
                  <a:pt x="13095" y="18225"/>
                </a:lnTo>
                <a:lnTo>
                  <a:pt x="12555" y="19710"/>
                </a:lnTo>
                <a:lnTo>
                  <a:pt x="12285" y="21465"/>
                </a:lnTo>
                <a:lnTo>
                  <a:pt x="12150" y="23220"/>
                </a:lnTo>
                <a:lnTo>
                  <a:pt x="12285" y="24840"/>
                </a:lnTo>
                <a:lnTo>
                  <a:pt x="12555" y="26595"/>
                </a:lnTo>
                <a:lnTo>
                  <a:pt x="13095" y="28350"/>
                </a:lnTo>
                <a:lnTo>
                  <a:pt x="13905" y="30105"/>
                </a:lnTo>
                <a:lnTo>
                  <a:pt x="14850" y="31725"/>
                </a:lnTo>
                <a:lnTo>
                  <a:pt x="16065" y="33345"/>
                </a:lnTo>
                <a:lnTo>
                  <a:pt x="17550" y="34830"/>
                </a:lnTo>
                <a:lnTo>
                  <a:pt x="18900" y="36180"/>
                </a:lnTo>
                <a:lnTo>
                  <a:pt x="20655" y="37395"/>
                </a:lnTo>
                <a:lnTo>
                  <a:pt x="22410" y="38475"/>
                </a:lnTo>
                <a:lnTo>
                  <a:pt x="24435" y="39555"/>
                </a:lnTo>
                <a:lnTo>
                  <a:pt x="26325" y="40365"/>
                </a:lnTo>
                <a:lnTo>
                  <a:pt x="28755" y="41175"/>
                </a:lnTo>
                <a:lnTo>
                  <a:pt x="31050" y="41715"/>
                </a:lnTo>
                <a:lnTo>
                  <a:pt x="33480" y="42255"/>
                </a:lnTo>
                <a:lnTo>
                  <a:pt x="35910" y="42660"/>
                </a:lnTo>
                <a:lnTo>
                  <a:pt x="35910" y="8100"/>
                </a:lnTo>
                <a:close/>
              </a:path>
            </a:pathLst>
          </a:custGeom>
          <a:solidFill>
            <a:srgbClr val="000000"/>
          </a:solidFill>
          <a:ln>
            <a:noFill/>
          </a:ln>
        </p:spPr>
        <p:txBody>
          <a:bodyPr rtlCol="0" anchor="ctr"/>
          <a:lstStyle/>
          <a:p>
            <a:pPr algn="ctr"/>
          </a:p>
        </p:txBody>
      </p:sp>
      <p:sp>
        <p:nvSpPr>
          <p:cNvPr id="52" name="𐰚"/>
          <p:cNvSpPr/>
          <p:nvPr/>
        </p:nvSpPr>
        <p:spPr>
          <a:xfrm>
            <a:off x="10958951" y="3849243"/>
            <a:ext cx="491719" cy="720090"/>
          </a:xfrm>
          <a:custGeom>
            <a:avLst/>
            <a:gdLst/>
            <a:ahLst/>
            <a:cxnLst/>
            <a:rect l="l" t="t" r="r" b="b"/>
            <a:pathLst>
              <a:path w="64530" h="94500" stroke="0">
                <a:moveTo>
                  <a:pt x="45360" y="91800"/>
                </a:moveTo>
                <a:lnTo>
                  <a:pt x="47655" y="91260"/>
                </a:lnTo>
                <a:lnTo>
                  <a:pt x="48735" y="88965"/>
                </a:lnTo>
                <a:lnTo>
                  <a:pt x="49410" y="86805"/>
                </a:lnTo>
                <a:lnTo>
                  <a:pt x="49410" y="61290"/>
                </a:lnTo>
                <a:lnTo>
                  <a:pt x="48060" y="62370"/>
                </a:lnTo>
                <a:lnTo>
                  <a:pt x="46845" y="63180"/>
                </a:lnTo>
                <a:lnTo>
                  <a:pt x="44955" y="64260"/>
                </a:lnTo>
                <a:lnTo>
                  <a:pt x="42930" y="65340"/>
                </a:lnTo>
                <a:lnTo>
                  <a:pt x="40905" y="66285"/>
                </a:lnTo>
                <a:lnTo>
                  <a:pt x="38880" y="66960"/>
                </a:lnTo>
                <a:lnTo>
                  <a:pt x="37125" y="67635"/>
                </a:lnTo>
                <a:lnTo>
                  <a:pt x="35100" y="68175"/>
                </a:lnTo>
                <a:lnTo>
                  <a:pt x="33210" y="68580"/>
                </a:lnTo>
                <a:lnTo>
                  <a:pt x="31050" y="68850"/>
                </a:lnTo>
                <a:lnTo>
                  <a:pt x="29160" y="69120"/>
                </a:lnTo>
                <a:lnTo>
                  <a:pt x="27135" y="69255"/>
                </a:lnTo>
                <a:lnTo>
                  <a:pt x="25245" y="69120"/>
                </a:lnTo>
                <a:lnTo>
                  <a:pt x="23760" y="68985"/>
                </a:lnTo>
                <a:lnTo>
                  <a:pt x="22005" y="68715"/>
                </a:lnTo>
                <a:lnTo>
                  <a:pt x="20250" y="68445"/>
                </a:lnTo>
                <a:lnTo>
                  <a:pt x="18765" y="67905"/>
                </a:lnTo>
                <a:lnTo>
                  <a:pt x="17280" y="67365"/>
                </a:lnTo>
                <a:lnTo>
                  <a:pt x="15795" y="66690"/>
                </a:lnTo>
                <a:lnTo>
                  <a:pt x="14310" y="65880"/>
                </a:lnTo>
                <a:lnTo>
                  <a:pt x="13095" y="64935"/>
                </a:lnTo>
                <a:lnTo>
                  <a:pt x="11610" y="63855"/>
                </a:lnTo>
                <a:lnTo>
                  <a:pt x="10530" y="62910"/>
                </a:lnTo>
                <a:lnTo>
                  <a:pt x="9315" y="61560"/>
                </a:lnTo>
                <a:lnTo>
                  <a:pt x="8100" y="60345"/>
                </a:lnTo>
                <a:lnTo>
                  <a:pt x="7155" y="58860"/>
                </a:lnTo>
                <a:lnTo>
                  <a:pt x="6075" y="57375"/>
                </a:lnTo>
                <a:lnTo>
                  <a:pt x="5265" y="55755"/>
                </a:lnTo>
                <a:lnTo>
                  <a:pt x="4455" y="54270"/>
                </a:lnTo>
                <a:lnTo>
                  <a:pt x="3510" y="52245"/>
                </a:lnTo>
                <a:lnTo>
                  <a:pt x="2970" y="50490"/>
                </a:lnTo>
                <a:lnTo>
                  <a:pt x="2295" y="48465"/>
                </a:lnTo>
                <a:lnTo>
                  <a:pt x="1755" y="46710"/>
                </a:lnTo>
                <a:lnTo>
                  <a:pt x="1215" y="44550"/>
                </a:lnTo>
                <a:lnTo>
                  <a:pt x="540" y="40500"/>
                </a:lnTo>
                <a:lnTo>
                  <a:pt x="135" y="36450"/>
                </a:lnTo>
                <a:lnTo>
                  <a:pt x="0" y="32265"/>
                </a:lnTo>
                <a:lnTo>
                  <a:pt x="135" y="28215"/>
                </a:lnTo>
                <a:lnTo>
                  <a:pt x="540" y="24300"/>
                </a:lnTo>
                <a:lnTo>
                  <a:pt x="1350" y="20520"/>
                </a:lnTo>
                <a:lnTo>
                  <a:pt x="1755" y="18495"/>
                </a:lnTo>
                <a:lnTo>
                  <a:pt x="2295" y="17010"/>
                </a:lnTo>
                <a:lnTo>
                  <a:pt x="3510" y="13905"/>
                </a:lnTo>
                <a:lnTo>
                  <a:pt x="4725" y="11340"/>
                </a:lnTo>
                <a:lnTo>
                  <a:pt x="5535" y="9990"/>
                </a:lnTo>
                <a:lnTo>
                  <a:pt x="6210" y="9045"/>
                </a:lnTo>
                <a:lnTo>
                  <a:pt x="7155" y="7830"/>
                </a:lnTo>
                <a:lnTo>
                  <a:pt x="8100" y="6885"/>
                </a:lnTo>
                <a:lnTo>
                  <a:pt x="9855" y="5400"/>
                </a:lnTo>
                <a:lnTo>
                  <a:pt x="10800" y="4725"/>
                </a:lnTo>
                <a:lnTo>
                  <a:pt x="11745" y="4185"/>
                </a:lnTo>
                <a:lnTo>
                  <a:pt x="12420" y="3780"/>
                </a:lnTo>
                <a:lnTo>
                  <a:pt x="14175" y="3105"/>
                </a:lnTo>
                <a:lnTo>
                  <a:pt x="17415" y="2160"/>
                </a:lnTo>
                <a:lnTo>
                  <a:pt x="21195" y="1215"/>
                </a:lnTo>
                <a:lnTo>
                  <a:pt x="24840" y="540"/>
                </a:lnTo>
                <a:lnTo>
                  <a:pt x="28485" y="135"/>
                </a:lnTo>
                <a:lnTo>
                  <a:pt x="31995" y="0"/>
                </a:lnTo>
                <a:lnTo>
                  <a:pt x="35505" y="135"/>
                </a:lnTo>
                <a:lnTo>
                  <a:pt x="39015" y="675"/>
                </a:lnTo>
                <a:lnTo>
                  <a:pt x="42255" y="1350"/>
                </a:lnTo>
                <a:lnTo>
                  <a:pt x="43875" y="1890"/>
                </a:lnTo>
                <a:lnTo>
                  <a:pt x="45360" y="2430"/>
                </a:lnTo>
                <a:lnTo>
                  <a:pt x="46845" y="3105"/>
                </a:lnTo>
                <a:lnTo>
                  <a:pt x="48195" y="3780"/>
                </a:lnTo>
                <a:lnTo>
                  <a:pt x="49545" y="4455"/>
                </a:lnTo>
                <a:lnTo>
                  <a:pt x="50760" y="5265"/>
                </a:lnTo>
                <a:lnTo>
                  <a:pt x="52920" y="7020"/>
                </a:lnTo>
                <a:lnTo>
                  <a:pt x="54000" y="7965"/>
                </a:lnTo>
                <a:lnTo>
                  <a:pt x="55080" y="8910"/>
                </a:lnTo>
                <a:lnTo>
                  <a:pt x="56565" y="10935"/>
                </a:lnTo>
                <a:lnTo>
                  <a:pt x="57915" y="13095"/>
                </a:lnTo>
                <a:lnTo>
                  <a:pt x="58725" y="14715"/>
                </a:lnTo>
                <a:lnTo>
                  <a:pt x="59265" y="16065"/>
                </a:lnTo>
                <a:lnTo>
                  <a:pt x="59670" y="17550"/>
                </a:lnTo>
                <a:lnTo>
                  <a:pt x="60075" y="19305"/>
                </a:lnTo>
                <a:lnTo>
                  <a:pt x="60480" y="19305"/>
                </a:lnTo>
                <a:lnTo>
                  <a:pt x="60480" y="86805"/>
                </a:lnTo>
                <a:lnTo>
                  <a:pt x="61155" y="88965"/>
                </a:lnTo>
                <a:lnTo>
                  <a:pt x="62235" y="91260"/>
                </a:lnTo>
                <a:lnTo>
                  <a:pt x="64530" y="91800"/>
                </a:lnTo>
                <a:lnTo>
                  <a:pt x="64530" y="94500"/>
                </a:lnTo>
                <a:lnTo>
                  <a:pt x="45360" y="94500"/>
                </a:lnTo>
                <a:close/>
                <a:moveTo>
                  <a:pt x="49275" y="21195"/>
                </a:moveTo>
                <a:lnTo>
                  <a:pt x="49005" y="20115"/>
                </a:lnTo>
                <a:lnTo>
                  <a:pt x="48735" y="18765"/>
                </a:lnTo>
                <a:lnTo>
                  <a:pt x="48330" y="17685"/>
                </a:lnTo>
                <a:lnTo>
                  <a:pt x="47925" y="16605"/>
                </a:lnTo>
                <a:lnTo>
                  <a:pt x="47385" y="15525"/>
                </a:lnTo>
                <a:lnTo>
                  <a:pt x="46710" y="14445"/>
                </a:lnTo>
                <a:lnTo>
                  <a:pt x="46035" y="13500"/>
                </a:lnTo>
                <a:lnTo>
                  <a:pt x="45225" y="12690"/>
                </a:lnTo>
                <a:lnTo>
                  <a:pt x="44415" y="11880"/>
                </a:lnTo>
                <a:lnTo>
                  <a:pt x="43470" y="11205"/>
                </a:lnTo>
                <a:lnTo>
                  <a:pt x="42660" y="10665"/>
                </a:lnTo>
                <a:lnTo>
                  <a:pt x="41580" y="9990"/>
                </a:lnTo>
                <a:lnTo>
                  <a:pt x="40635" y="9585"/>
                </a:lnTo>
                <a:lnTo>
                  <a:pt x="39285" y="9045"/>
                </a:lnTo>
                <a:lnTo>
                  <a:pt x="37935" y="8640"/>
                </a:lnTo>
                <a:lnTo>
                  <a:pt x="36450" y="8235"/>
                </a:lnTo>
                <a:lnTo>
                  <a:pt x="34965" y="8100"/>
                </a:lnTo>
                <a:lnTo>
                  <a:pt x="33615" y="7965"/>
                </a:lnTo>
                <a:lnTo>
                  <a:pt x="31860" y="7830"/>
                </a:lnTo>
                <a:lnTo>
                  <a:pt x="30375" y="7830"/>
                </a:lnTo>
                <a:lnTo>
                  <a:pt x="27270" y="8100"/>
                </a:lnTo>
                <a:lnTo>
                  <a:pt x="25110" y="8505"/>
                </a:lnTo>
                <a:lnTo>
                  <a:pt x="23085" y="9045"/>
                </a:lnTo>
                <a:lnTo>
                  <a:pt x="20655" y="9720"/>
                </a:lnTo>
                <a:lnTo>
                  <a:pt x="18495" y="10395"/>
                </a:lnTo>
                <a:lnTo>
                  <a:pt x="18225" y="10530"/>
                </a:lnTo>
                <a:lnTo>
                  <a:pt x="17550" y="11070"/>
                </a:lnTo>
                <a:lnTo>
                  <a:pt x="16335" y="12285"/>
                </a:lnTo>
                <a:lnTo>
                  <a:pt x="15660" y="13230"/>
                </a:lnTo>
                <a:lnTo>
                  <a:pt x="14985" y="14310"/>
                </a:lnTo>
                <a:lnTo>
                  <a:pt x="14310" y="15525"/>
                </a:lnTo>
                <a:lnTo>
                  <a:pt x="13770" y="16740"/>
                </a:lnTo>
                <a:lnTo>
                  <a:pt x="12825" y="19575"/>
                </a:lnTo>
                <a:lnTo>
                  <a:pt x="12015" y="22680"/>
                </a:lnTo>
                <a:lnTo>
                  <a:pt x="11475" y="26055"/>
                </a:lnTo>
                <a:lnTo>
                  <a:pt x="11205" y="29700"/>
                </a:lnTo>
                <a:lnTo>
                  <a:pt x="11070" y="33345"/>
                </a:lnTo>
                <a:lnTo>
                  <a:pt x="11205" y="36990"/>
                </a:lnTo>
                <a:lnTo>
                  <a:pt x="11745" y="40770"/>
                </a:lnTo>
                <a:lnTo>
                  <a:pt x="12285" y="44010"/>
                </a:lnTo>
                <a:lnTo>
                  <a:pt x="13230" y="47385"/>
                </a:lnTo>
                <a:lnTo>
                  <a:pt x="14310" y="50355"/>
                </a:lnTo>
                <a:lnTo>
                  <a:pt x="15525" y="53055"/>
                </a:lnTo>
                <a:lnTo>
                  <a:pt x="17010" y="55350"/>
                </a:lnTo>
                <a:lnTo>
                  <a:pt x="17820" y="56430"/>
                </a:lnTo>
                <a:lnTo>
                  <a:pt x="18630" y="57375"/>
                </a:lnTo>
                <a:lnTo>
                  <a:pt x="19440" y="58185"/>
                </a:lnTo>
                <a:lnTo>
                  <a:pt x="20385" y="59130"/>
                </a:lnTo>
                <a:lnTo>
                  <a:pt x="21600" y="59940"/>
                </a:lnTo>
                <a:lnTo>
                  <a:pt x="22950" y="60615"/>
                </a:lnTo>
                <a:lnTo>
                  <a:pt x="24165" y="61020"/>
                </a:lnTo>
                <a:lnTo>
                  <a:pt x="25515" y="61290"/>
                </a:lnTo>
                <a:lnTo>
                  <a:pt x="27135" y="61290"/>
                </a:lnTo>
                <a:lnTo>
                  <a:pt x="29025" y="61155"/>
                </a:lnTo>
                <a:lnTo>
                  <a:pt x="30915" y="60885"/>
                </a:lnTo>
                <a:lnTo>
                  <a:pt x="32805" y="60345"/>
                </a:lnTo>
                <a:lnTo>
                  <a:pt x="34425" y="59805"/>
                </a:lnTo>
                <a:lnTo>
                  <a:pt x="36180" y="59130"/>
                </a:lnTo>
                <a:lnTo>
                  <a:pt x="37800" y="58185"/>
                </a:lnTo>
                <a:lnTo>
                  <a:pt x="39285" y="57375"/>
                </a:lnTo>
                <a:lnTo>
                  <a:pt x="43065" y="55080"/>
                </a:lnTo>
                <a:lnTo>
                  <a:pt x="45765" y="53325"/>
                </a:lnTo>
                <a:lnTo>
                  <a:pt x="47790" y="51705"/>
                </a:lnTo>
                <a:lnTo>
                  <a:pt x="49410" y="50355"/>
                </a:lnTo>
                <a:lnTo>
                  <a:pt x="49410" y="23625"/>
                </a:lnTo>
                <a:close/>
              </a:path>
            </a:pathLst>
          </a:custGeom>
          <a:solidFill>
            <a:srgbClr val="000000"/>
          </a:solidFill>
          <a:ln>
            <a:noFill/>
          </a:ln>
        </p:spPr>
        <p:txBody>
          <a:bodyPr rtlCol="0" anchor="ctr"/>
          <a:lstStyle/>
          <a:p>
            <a:pPr algn="ctr"/>
          </a:p>
        </p:txBody>
      </p:sp>
      <p:sp>
        <p:nvSpPr>
          <p:cNvPr id="53" name="OEK"/>
          <p:cNvSpPr txBox="1"/>
          <p:nvPr/>
        </p:nvSpPr>
        <p:spPr>
          <a:xfrm>
            <a:off x="70104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OEK</a:t>
            </a:r>
          </a:p>
        </p:txBody>
      </p:sp>
      <p:sp>
        <p:nvSpPr>
          <p:cNvPr id="54" name="𐰜"/>
          <p:cNvSpPr/>
          <p:nvPr/>
        </p:nvSpPr>
        <p:spPr>
          <a:xfrm>
            <a:off x="948576" y="4903470"/>
            <a:ext cx="426910" cy="720090"/>
          </a:xfrm>
          <a:custGeom>
            <a:avLst/>
            <a:gdLst/>
            <a:ahLst/>
            <a:cxnLst/>
            <a:rect l="l" t="t" r="r" b="b"/>
            <a:pathLst>
              <a:path w="56025" h="94500" stroke="0">
                <a:moveTo>
                  <a:pt x="3375" y="88830"/>
                </a:moveTo>
                <a:lnTo>
                  <a:pt x="4050" y="86670"/>
                </a:lnTo>
                <a:lnTo>
                  <a:pt x="4050" y="4320"/>
                </a:lnTo>
                <a:lnTo>
                  <a:pt x="4050" y="3780"/>
                </a:lnTo>
                <a:lnTo>
                  <a:pt x="4320" y="3240"/>
                </a:lnTo>
                <a:lnTo>
                  <a:pt x="4455" y="2700"/>
                </a:lnTo>
                <a:lnTo>
                  <a:pt x="4860" y="2160"/>
                </a:lnTo>
                <a:lnTo>
                  <a:pt x="5265" y="1755"/>
                </a:lnTo>
                <a:lnTo>
                  <a:pt x="5805" y="1215"/>
                </a:lnTo>
                <a:lnTo>
                  <a:pt x="6480" y="945"/>
                </a:lnTo>
                <a:lnTo>
                  <a:pt x="7830" y="270"/>
                </a:lnTo>
                <a:lnTo>
                  <a:pt x="8505" y="135"/>
                </a:lnTo>
                <a:lnTo>
                  <a:pt x="10125" y="0"/>
                </a:lnTo>
                <a:lnTo>
                  <a:pt x="49950" y="0"/>
                </a:lnTo>
                <a:lnTo>
                  <a:pt x="51570" y="135"/>
                </a:lnTo>
                <a:lnTo>
                  <a:pt x="52245" y="270"/>
                </a:lnTo>
                <a:lnTo>
                  <a:pt x="53595" y="945"/>
                </a:lnTo>
                <a:lnTo>
                  <a:pt x="54270" y="1215"/>
                </a:lnTo>
                <a:lnTo>
                  <a:pt x="54810" y="1755"/>
                </a:lnTo>
                <a:lnTo>
                  <a:pt x="55215" y="2160"/>
                </a:lnTo>
                <a:lnTo>
                  <a:pt x="55620" y="2700"/>
                </a:lnTo>
                <a:lnTo>
                  <a:pt x="55755" y="3240"/>
                </a:lnTo>
                <a:lnTo>
                  <a:pt x="56025" y="3780"/>
                </a:lnTo>
                <a:lnTo>
                  <a:pt x="56025" y="4320"/>
                </a:lnTo>
                <a:lnTo>
                  <a:pt x="56025" y="14040"/>
                </a:lnTo>
                <a:lnTo>
                  <a:pt x="43875" y="14040"/>
                </a:lnTo>
                <a:lnTo>
                  <a:pt x="43875" y="8640"/>
                </a:lnTo>
                <a:lnTo>
                  <a:pt x="16200" y="8640"/>
                </a:lnTo>
                <a:lnTo>
                  <a:pt x="16200" y="41310"/>
                </a:lnTo>
                <a:lnTo>
                  <a:pt x="18630" y="40905"/>
                </a:lnTo>
                <a:lnTo>
                  <a:pt x="21330" y="40635"/>
                </a:lnTo>
                <a:lnTo>
                  <a:pt x="23760" y="40500"/>
                </a:lnTo>
                <a:lnTo>
                  <a:pt x="26055" y="40365"/>
                </a:lnTo>
                <a:lnTo>
                  <a:pt x="28215" y="40500"/>
                </a:lnTo>
                <a:lnTo>
                  <a:pt x="30510" y="40635"/>
                </a:lnTo>
                <a:lnTo>
                  <a:pt x="32670" y="41040"/>
                </a:lnTo>
                <a:lnTo>
                  <a:pt x="34695" y="41445"/>
                </a:lnTo>
                <a:lnTo>
                  <a:pt x="36720" y="42120"/>
                </a:lnTo>
                <a:lnTo>
                  <a:pt x="38475" y="42795"/>
                </a:lnTo>
                <a:lnTo>
                  <a:pt x="40230" y="43605"/>
                </a:lnTo>
                <a:lnTo>
                  <a:pt x="41715" y="44550"/>
                </a:lnTo>
                <a:lnTo>
                  <a:pt x="43200" y="45630"/>
                </a:lnTo>
                <a:lnTo>
                  <a:pt x="44415" y="46575"/>
                </a:lnTo>
                <a:lnTo>
                  <a:pt x="45495" y="47790"/>
                </a:lnTo>
                <a:lnTo>
                  <a:pt x="46710" y="49275"/>
                </a:lnTo>
                <a:lnTo>
                  <a:pt x="47250" y="50220"/>
                </a:lnTo>
                <a:lnTo>
                  <a:pt x="47925" y="51165"/>
                </a:lnTo>
                <a:lnTo>
                  <a:pt x="48330" y="52245"/>
                </a:lnTo>
                <a:lnTo>
                  <a:pt x="48870" y="53595"/>
                </a:lnTo>
                <a:lnTo>
                  <a:pt x="49545" y="55890"/>
                </a:lnTo>
                <a:lnTo>
                  <a:pt x="49680" y="57375"/>
                </a:lnTo>
                <a:lnTo>
                  <a:pt x="49815" y="58590"/>
                </a:lnTo>
                <a:lnTo>
                  <a:pt x="49950" y="60750"/>
                </a:lnTo>
                <a:lnTo>
                  <a:pt x="49950" y="86670"/>
                </a:lnTo>
                <a:lnTo>
                  <a:pt x="50625" y="88830"/>
                </a:lnTo>
                <a:lnTo>
                  <a:pt x="51705" y="91260"/>
                </a:lnTo>
                <a:lnTo>
                  <a:pt x="54000" y="91800"/>
                </a:lnTo>
                <a:lnTo>
                  <a:pt x="54000" y="94500"/>
                </a:lnTo>
                <a:lnTo>
                  <a:pt x="33750" y="94500"/>
                </a:lnTo>
                <a:lnTo>
                  <a:pt x="33750" y="91800"/>
                </a:lnTo>
                <a:lnTo>
                  <a:pt x="36045" y="91260"/>
                </a:lnTo>
                <a:lnTo>
                  <a:pt x="37125" y="88830"/>
                </a:lnTo>
                <a:lnTo>
                  <a:pt x="37800" y="86670"/>
                </a:lnTo>
                <a:lnTo>
                  <a:pt x="37800" y="60750"/>
                </a:lnTo>
                <a:lnTo>
                  <a:pt x="37800" y="59400"/>
                </a:lnTo>
                <a:lnTo>
                  <a:pt x="37665" y="57915"/>
                </a:lnTo>
                <a:lnTo>
                  <a:pt x="37395" y="56835"/>
                </a:lnTo>
                <a:lnTo>
                  <a:pt x="37125" y="55890"/>
                </a:lnTo>
                <a:lnTo>
                  <a:pt x="36450" y="54135"/>
                </a:lnTo>
                <a:lnTo>
                  <a:pt x="36045" y="53460"/>
                </a:lnTo>
                <a:lnTo>
                  <a:pt x="35505" y="52650"/>
                </a:lnTo>
                <a:lnTo>
                  <a:pt x="34290" y="51435"/>
                </a:lnTo>
                <a:lnTo>
                  <a:pt x="33615" y="50895"/>
                </a:lnTo>
                <a:lnTo>
                  <a:pt x="32940" y="50490"/>
                </a:lnTo>
                <a:lnTo>
                  <a:pt x="31320" y="49815"/>
                </a:lnTo>
                <a:lnTo>
                  <a:pt x="29295" y="49275"/>
                </a:lnTo>
                <a:lnTo>
                  <a:pt x="27135" y="49140"/>
                </a:lnTo>
                <a:lnTo>
                  <a:pt x="24705" y="49005"/>
                </a:lnTo>
                <a:lnTo>
                  <a:pt x="22140" y="49275"/>
                </a:lnTo>
                <a:lnTo>
                  <a:pt x="19170" y="49680"/>
                </a:lnTo>
                <a:lnTo>
                  <a:pt x="16200" y="50220"/>
                </a:lnTo>
                <a:lnTo>
                  <a:pt x="16200" y="86670"/>
                </a:lnTo>
                <a:lnTo>
                  <a:pt x="16875" y="88830"/>
                </a:lnTo>
                <a:lnTo>
                  <a:pt x="17955" y="91260"/>
                </a:lnTo>
                <a:lnTo>
                  <a:pt x="20250" y="91800"/>
                </a:lnTo>
                <a:lnTo>
                  <a:pt x="20250" y="94500"/>
                </a:lnTo>
                <a:lnTo>
                  <a:pt x="0" y="94500"/>
                </a:lnTo>
                <a:lnTo>
                  <a:pt x="0" y="91800"/>
                </a:lnTo>
                <a:lnTo>
                  <a:pt x="2295" y="91260"/>
                </a:lnTo>
                <a:close/>
              </a:path>
            </a:pathLst>
          </a:custGeom>
          <a:solidFill>
            <a:srgbClr val="000000"/>
          </a:solidFill>
          <a:ln>
            <a:noFill/>
          </a:ln>
        </p:spPr>
        <p:txBody>
          <a:bodyPr rtlCol="0" anchor="ctr"/>
          <a:lstStyle/>
          <a:p>
            <a:pPr algn="ctr"/>
          </a:p>
        </p:txBody>
      </p:sp>
      <p:sp>
        <p:nvSpPr>
          <p:cNvPr id="55" name="𐰜"/>
          <p:cNvSpPr/>
          <p:nvPr/>
        </p:nvSpPr>
        <p:spPr>
          <a:xfrm>
            <a:off x="1717453" y="4903470"/>
            <a:ext cx="382676" cy="720090"/>
          </a:xfrm>
          <a:custGeom>
            <a:avLst/>
            <a:gdLst/>
            <a:ahLst/>
            <a:cxnLst/>
            <a:rect l="l" t="t" r="r" b="b"/>
            <a:pathLst>
              <a:path w="50220" h="94500" stroke="0">
                <a:moveTo>
                  <a:pt x="3375" y="89100"/>
                </a:moveTo>
                <a:lnTo>
                  <a:pt x="4050" y="86940"/>
                </a:lnTo>
                <a:lnTo>
                  <a:pt x="4050" y="27135"/>
                </a:lnTo>
                <a:lnTo>
                  <a:pt x="4050" y="24570"/>
                </a:lnTo>
                <a:lnTo>
                  <a:pt x="4320" y="21600"/>
                </a:lnTo>
                <a:lnTo>
                  <a:pt x="4860" y="18495"/>
                </a:lnTo>
                <a:lnTo>
                  <a:pt x="5535" y="15930"/>
                </a:lnTo>
                <a:lnTo>
                  <a:pt x="6480" y="13230"/>
                </a:lnTo>
                <a:lnTo>
                  <a:pt x="7560" y="11070"/>
                </a:lnTo>
                <a:lnTo>
                  <a:pt x="8910" y="9045"/>
                </a:lnTo>
                <a:lnTo>
                  <a:pt x="10260" y="7155"/>
                </a:lnTo>
                <a:lnTo>
                  <a:pt x="11745" y="5670"/>
                </a:lnTo>
                <a:lnTo>
                  <a:pt x="13635" y="4185"/>
                </a:lnTo>
                <a:lnTo>
                  <a:pt x="15390" y="3105"/>
                </a:lnTo>
                <a:lnTo>
                  <a:pt x="17550" y="2025"/>
                </a:lnTo>
                <a:lnTo>
                  <a:pt x="19575" y="1215"/>
                </a:lnTo>
                <a:lnTo>
                  <a:pt x="21735" y="675"/>
                </a:lnTo>
                <a:lnTo>
                  <a:pt x="24165" y="270"/>
                </a:lnTo>
                <a:lnTo>
                  <a:pt x="26865" y="0"/>
                </a:lnTo>
                <a:lnTo>
                  <a:pt x="29430" y="0"/>
                </a:lnTo>
                <a:lnTo>
                  <a:pt x="32265" y="270"/>
                </a:lnTo>
                <a:lnTo>
                  <a:pt x="34965" y="675"/>
                </a:lnTo>
                <a:lnTo>
                  <a:pt x="37800" y="1350"/>
                </a:lnTo>
                <a:lnTo>
                  <a:pt x="40095" y="2160"/>
                </a:lnTo>
                <a:lnTo>
                  <a:pt x="42390" y="3240"/>
                </a:lnTo>
                <a:lnTo>
                  <a:pt x="44820" y="4590"/>
                </a:lnTo>
                <a:lnTo>
                  <a:pt x="46710" y="5940"/>
                </a:lnTo>
                <a:lnTo>
                  <a:pt x="48465" y="7425"/>
                </a:lnTo>
                <a:lnTo>
                  <a:pt x="39555" y="12015"/>
                </a:lnTo>
                <a:lnTo>
                  <a:pt x="38205" y="10935"/>
                </a:lnTo>
                <a:lnTo>
                  <a:pt x="36720" y="9855"/>
                </a:lnTo>
                <a:lnTo>
                  <a:pt x="34965" y="9045"/>
                </a:lnTo>
                <a:lnTo>
                  <a:pt x="33075" y="8370"/>
                </a:lnTo>
                <a:lnTo>
                  <a:pt x="31185" y="7965"/>
                </a:lnTo>
                <a:lnTo>
                  <a:pt x="28890" y="7695"/>
                </a:lnTo>
                <a:lnTo>
                  <a:pt x="27000" y="7695"/>
                </a:lnTo>
                <a:lnTo>
                  <a:pt x="25245" y="7830"/>
                </a:lnTo>
                <a:lnTo>
                  <a:pt x="24165" y="8235"/>
                </a:lnTo>
                <a:lnTo>
                  <a:pt x="23085" y="8640"/>
                </a:lnTo>
                <a:lnTo>
                  <a:pt x="22140" y="9180"/>
                </a:lnTo>
                <a:lnTo>
                  <a:pt x="21060" y="9855"/>
                </a:lnTo>
                <a:lnTo>
                  <a:pt x="20115" y="10800"/>
                </a:lnTo>
                <a:lnTo>
                  <a:pt x="19305" y="11745"/>
                </a:lnTo>
                <a:lnTo>
                  <a:pt x="18495" y="12825"/>
                </a:lnTo>
                <a:lnTo>
                  <a:pt x="17820" y="14040"/>
                </a:lnTo>
                <a:lnTo>
                  <a:pt x="17280" y="15120"/>
                </a:lnTo>
                <a:lnTo>
                  <a:pt x="16875" y="16200"/>
                </a:lnTo>
                <a:lnTo>
                  <a:pt x="16065" y="18495"/>
                </a:lnTo>
                <a:lnTo>
                  <a:pt x="15525" y="21060"/>
                </a:lnTo>
                <a:lnTo>
                  <a:pt x="15255" y="24030"/>
                </a:lnTo>
                <a:lnTo>
                  <a:pt x="15120" y="27135"/>
                </a:lnTo>
                <a:lnTo>
                  <a:pt x="15120" y="49815"/>
                </a:lnTo>
                <a:lnTo>
                  <a:pt x="17415" y="49275"/>
                </a:lnTo>
                <a:lnTo>
                  <a:pt x="19575" y="49005"/>
                </a:lnTo>
                <a:lnTo>
                  <a:pt x="21735" y="48735"/>
                </a:lnTo>
                <a:lnTo>
                  <a:pt x="23625" y="48735"/>
                </a:lnTo>
                <a:lnTo>
                  <a:pt x="25785" y="48735"/>
                </a:lnTo>
                <a:lnTo>
                  <a:pt x="27540" y="48870"/>
                </a:lnTo>
                <a:lnTo>
                  <a:pt x="29565" y="49140"/>
                </a:lnTo>
                <a:lnTo>
                  <a:pt x="31320" y="49410"/>
                </a:lnTo>
                <a:lnTo>
                  <a:pt x="33075" y="49950"/>
                </a:lnTo>
                <a:lnTo>
                  <a:pt x="34560" y="50490"/>
                </a:lnTo>
                <a:lnTo>
                  <a:pt x="36180" y="51165"/>
                </a:lnTo>
                <a:lnTo>
                  <a:pt x="37530" y="51840"/>
                </a:lnTo>
                <a:lnTo>
                  <a:pt x="38880" y="52650"/>
                </a:lnTo>
                <a:lnTo>
                  <a:pt x="40230" y="53865"/>
                </a:lnTo>
                <a:lnTo>
                  <a:pt x="41310" y="54810"/>
                </a:lnTo>
                <a:lnTo>
                  <a:pt x="42390" y="56025"/>
                </a:lnTo>
                <a:lnTo>
                  <a:pt x="42930" y="56970"/>
                </a:lnTo>
                <a:lnTo>
                  <a:pt x="43740" y="58050"/>
                </a:lnTo>
                <a:lnTo>
                  <a:pt x="44685" y="60075"/>
                </a:lnTo>
                <a:lnTo>
                  <a:pt x="45225" y="61425"/>
                </a:lnTo>
                <a:lnTo>
                  <a:pt x="45495" y="62640"/>
                </a:lnTo>
                <a:lnTo>
                  <a:pt x="45765" y="64125"/>
                </a:lnTo>
                <a:lnTo>
                  <a:pt x="46035" y="65340"/>
                </a:lnTo>
                <a:lnTo>
                  <a:pt x="46170" y="68175"/>
                </a:lnTo>
                <a:lnTo>
                  <a:pt x="46170" y="86940"/>
                </a:lnTo>
                <a:lnTo>
                  <a:pt x="46845" y="89100"/>
                </a:lnTo>
                <a:lnTo>
                  <a:pt x="47925" y="91395"/>
                </a:lnTo>
                <a:lnTo>
                  <a:pt x="50220" y="91935"/>
                </a:lnTo>
                <a:lnTo>
                  <a:pt x="50220" y="94500"/>
                </a:lnTo>
                <a:lnTo>
                  <a:pt x="31050" y="94500"/>
                </a:lnTo>
                <a:lnTo>
                  <a:pt x="31050" y="91935"/>
                </a:lnTo>
                <a:lnTo>
                  <a:pt x="33345" y="91395"/>
                </a:lnTo>
                <a:lnTo>
                  <a:pt x="34425" y="89100"/>
                </a:lnTo>
                <a:lnTo>
                  <a:pt x="35100" y="86940"/>
                </a:lnTo>
                <a:lnTo>
                  <a:pt x="35100" y="68175"/>
                </a:lnTo>
                <a:lnTo>
                  <a:pt x="35100" y="66825"/>
                </a:lnTo>
                <a:lnTo>
                  <a:pt x="34965" y="65610"/>
                </a:lnTo>
                <a:lnTo>
                  <a:pt x="34560" y="63585"/>
                </a:lnTo>
                <a:lnTo>
                  <a:pt x="34155" y="62640"/>
                </a:lnTo>
                <a:lnTo>
                  <a:pt x="33885" y="61695"/>
                </a:lnTo>
                <a:lnTo>
                  <a:pt x="32940" y="60210"/>
                </a:lnTo>
                <a:lnTo>
                  <a:pt x="31995" y="58995"/>
                </a:lnTo>
                <a:lnTo>
                  <a:pt x="30780" y="57915"/>
                </a:lnTo>
                <a:lnTo>
                  <a:pt x="29970" y="57510"/>
                </a:lnTo>
                <a:lnTo>
                  <a:pt x="29295" y="57105"/>
                </a:lnTo>
                <a:lnTo>
                  <a:pt x="27675" y="56700"/>
                </a:lnTo>
                <a:lnTo>
                  <a:pt x="25650" y="56295"/>
                </a:lnTo>
                <a:lnTo>
                  <a:pt x="23220" y="56430"/>
                </a:lnTo>
                <a:lnTo>
                  <a:pt x="20655" y="56700"/>
                </a:lnTo>
                <a:lnTo>
                  <a:pt x="17820" y="57240"/>
                </a:lnTo>
                <a:lnTo>
                  <a:pt x="15120" y="57915"/>
                </a:lnTo>
                <a:lnTo>
                  <a:pt x="15120" y="86940"/>
                </a:lnTo>
                <a:lnTo>
                  <a:pt x="15795" y="89100"/>
                </a:lnTo>
                <a:lnTo>
                  <a:pt x="16875" y="91395"/>
                </a:lnTo>
                <a:lnTo>
                  <a:pt x="19170" y="91935"/>
                </a:lnTo>
                <a:lnTo>
                  <a:pt x="19170" y="94500"/>
                </a:lnTo>
                <a:lnTo>
                  <a:pt x="0" y="94500"/>
                </a:lnTo>
                <a:lnTo>
                  <a:pt x="0" y="91935"/>
                </a:lnTo>
                <a:lnTo>
                  <a:pt x="2295" y="91395"/>
                </a:lnTo>
                <a:close/>
              </a:path>
            </a:pathLst>
          </a:custGeom>
          <a:solidFill>
            <a:srgbClr val="000000"/>
          </a:solidFill>
          <a:ln>
            <a:noFill/>
          </a:ln>
        </p:spPr>
        <p:txBody>
          <a:bodyPr rtlCol="0" anchor="ctr"/>
          <a:lstStyle/>
          <a:p>
            <a:pPr algn="ctr"/>
          </a:p>
        </p:txBody>
      </p:sp>
      <p:sp>
        <p:nvSpPr>
          <p:cNvPr id="56" name="AL"/>
          <p:cNvSpPr txBox="1"/>
          <p:nvPr/>
        </p:nvSpPr>
        <p:spPr>
          <a:xfrm>
            <a:off x="2255520" y="469910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AL</a:t>
            </a:r>
          </a:p>
        </p:txBody>
      </p:sp>
      <p:sp>
        <p:nvSpPr>
          <p:cNvPr id="57" name="𐰞"/>
          <p:cNvSpPr/>
          <p:nvPr/>
        </p:nvSpPr>
        <p:spPr>
          <a:xfrm>
            <a:off x="2477853" y="4903470"/>
            <a:ext cx="401193" cy="720090"/>
          </a:xfrm>
          <a:custGeom>
            <a:avLst/>
            <a:gdLst/>
            <a:ahLst/>
            <a:cxnLst/>
            <a:rect l="l" t="t" r="r" b="b"/>
            <a:pathLst>
              <a:path w="52650" h="94500" stroke="0">
                <a:moveTo>
                  <a:pt x="36450" y="7830"/>
                </a:moveTo>
                <a:lnTo>
                  <a:pt x="35775" y="5670"/>
                </a:lnTo>
                <a:lnTo>
                  <a:pt x="34695" y="3240"/>
                </a:lnTo>
                <a:lnTo>
                  <a:pt x="32400" y="2700"/>
                </a:lnTo>
                <a:lnTo>
                  <a:pt x="32400" y="0"/>
                </a:lnTo>
                <a:lnTo>
                  <a:pt x="52650" y="0"/>
                </a:lnTo>
                <a:lnTo>
                  <a:pt x="52650" y="2700"/>
                </a:lnTo>
                <a:lnTo>
                  <a:pt x="50355" y="3240"/>
                </a:lnTo>
                <a:lnTo>
                  <a:pt x="49275" y="5670"/>
                </a:lnTo>
                <a:lnTo>
                  <a:pt x="48600" y="7830"/>
                </a:lnTo>
                <a:lnTo>
                  <a:pt x="48600" y="90180"/>
                </a:lnTo>
                <a:lnTo>
                  <a:pt x="48600" y="90720"/>
                </a:lnTo>
                <a:lnTo>
                  <a:pt x="48330" y="91260"/>
                </a:lnTo>
                <a:lnTo>
                  <a:pt x="48195" y="91800"/>
                </a:lnTo>
                <a:lnTo>
                  <a:pt x="47790" y="92340"/>
                </a:lnTo>
                <a:lnTo>
                  <a:pt x="47385" y="92745"/>
                </a:lnTo>
                <a:lnTo>
                  <a:pt x="46845" y="93285"/>
                </a:lnTo>
                <a:lnTo>
                  <a:pt x="46170" y="93555"/>
                </a:lnTo>
                <a:lnTo>
                  <a:pt x="44820" y="94230"/>
                </a:lnTo>
                <a:lnTo>
                  <a:pt x="43335" y="94500"/>
                </a:lnTo>
                <a:lnTo>
                  <a:pt x="6075" y="94500"/>
                </a:lnTo>
                <a:lnTo>
                  <a:pt x="4455" y="94365"/>
                </a:lnTo>
                <a:lnTo>
                  <a:pt x="2970" y="93960"/>
                </a:lnTo>
                <a:lnTo>
                  <a:pt x="2430" y="93555"/>
                </a:lnTo>
                <a:lnTo>
                  <a:pt x="1755" y="93285"/>
                </a:lnTo>
                <a:lnTo>
                  <a:pt x="1215" y="92745"/>
                </a:lnTo>
                <a:lnTo>
                  <a:pt x="810" y="92340"/>
                </a:lnTo>
                <a:lnTo>
                  <a:pt x="405" y="91800"/>
                </a:lnTo>
                <a:lnTo>
                  <a:pt x="270" y="91260"/>
                </a:lnTo>
                <a:lnTo>
                  <a:pt x="0" y="90720"/>
                </a:lnTo>
                <a:lnTo>
                  <a:pt x="0" y="90180"/>
                </a:lnTo>
                <a:lnTo>
                  <a:pt x="0" y="80460"/>
                </a:lnTo>
                <a:lnTo>
                  <a:pt x="12150" y="80460"/>
                </a:lnTo>
                <a:lnTo>
                  <a:pt x="12150" y="85860"/>
                </a:lnTo>
                <a:lnTo>
                  <a:pt x="36450" y="85860"/>
                </a:lnTo>
                <a:close/>
              </a:path>
            </a:pathLst>
          </a:custGeom>
          <a:solidFill>
            <a:srgbClr val="000000"/>
          </a:solidFill>
          <a:ln>
            <a:noFill/>
          </a:ln>
        </p:spPr>
        <p:txBody>
          <a:bodyPr rtlCol="0" anchor="ctr"/>
          <a:lstStyle/>
          <a:p>
            <a:pPr algn="ctr"/>
          </a:p>
        </p:txBody>
      </p:sp>
      <p:sp>
        <p:nvSpPr>
          <p:cNvPr id="58" name="𐰞"/>
          <p:cNvSpPr/>
          <p:nvPr/>
        </p:nvSpPr>
        <p:spPr>
          <a:xfrm>
            <a:off x="3240043" y="5098923"/>
            <a:ext cx="370332" cy="720090"/>
          </a:xfrm>
          <a:custGeom>
            <a:avLst/>
            <a:gdLst/>
            <a:ahLst/>
            <a:cxnLst/>
            <a:rect l="l" t="t" r="r" b="b"/>
            <a:pathLst>
              <a:path w="48600" h="94500" stroke="0">
                <a:moveTo>
                  <a:pt x="44550" y="76815"/>
                </a:moveTo>
                <a:lnTo>
                  <a:pt x="44280" y="78570"/>
                </a:lnTo>
                <a:lnTo>
                  <a:pt x="44010" y="80055"/>
                </a:lnTo>
                <a:lnTo>
                  <a:pt x="43470" y="81540"/>
                </a:lnTo>
                <a:lnTo>
                  <a:pt x="42795" y="83160"/>
                </a:lnTo>
                <a:lnTo>
                  <a:pt x="42120" y="84375"/>
                </a:lnTo>
                <a:lnTo>
                  <a:pt x="41175" y="85860"/>
                </a:lnTo>
                <a:lnTo>
                  <a:pt x="40230" y="87075"/>
                </a:lnTo>
                <a:lnTo>
                  <a:pt x="39015" y="88290"/>
                </a:lnTo>
                <a:lnTo>
                  <a:pt x="37800" y="89370"/>
                </a:lnTo>
                <a:lnTo>
                  <a:pt x="36315" y="90450"/>
                </a:lnTo>
                <a:lnTo>
                  <a:pt x="34965" y="91260"/>
                </a:lnTo>
                <a:lnTo>
                  <a:pt x="33345" y="92070"/>
                </a:lnTo>
                <a:lnTo>
                  <a:pt x="31725" y="92745"/>
                </a:lnTo>
                <a:lnTo>
                  <a:pt x="29970" y="93420"/>
                </a:lnTo>
                <a:lnTo>
                  <a:pt x="28215" y="93825"/>
                </a:lnTo>
                <a:lnTo>
                  <a:pt x="26190" y="94230"/>
                </a:lnTo>
                <a:lnTo>
                  <a:pt x="24435" y="94365"/>
                </a:lnTo>
                <a:lnTo>
                  <a:pt x="22410" y="94500"/>
                </a:lnTo>
                <a:lnTo>
                  <a:pt x="20655" y="94500"/>
                </a:lnTo>
                <a:lnTo>
                  <a:pt x="18630" y="94365"/>
                </a:lnTo>
                <a:lnTo>
                  <a:pt x="16740" y="94095"/>
                </a:lnTo>
                <a:lnTo>
                  <a:pt x="14715" y="93690"/>
                </a:lnTo>
                <a:lnTo>
                  <a:pt x="12960" y="93150"/>
                </a:lnTo>
                <a:lnTo>
                  <a:pt x="11070" y="92475"/>
                </a:lnTo>
                <a:lnTo>
                  <a:pt x="9315" y="91800"/>
                </a:lnTo>
                <a:lnTo>
                  <a:pt x="7560" y="90990"/>
                </a:lnTo>
                <a:lnTo>
                  <a:pt x="5940" y="90045"/>
                </a:lnTo>
                <a:lnTo>
                  <a:pt x="4185" y="88830"/>
                </a:lnTo>
                <a:lnTo>
                  <a:pt x="2835" y="87750"/>
                </a:lnTo>
                <a:lnTo>
                  <a:pt x="1215" y="86400"/>
                </a:lnTo>
                <a:lnTo>
                  <a:pt x="0" y="85185"/>
                </a:lnTo>
                <a:lnTo>
                  <a:pt x="9315" y="80865"/>
                </a:lnTo>
                <a:lnTo>
                  <a:pt x="10800" y="82485"/>
                </a:lnTo>
                <a:lnTo>
                  <a:pt x="12555" y="83835"/>
                </a:lnTo>
                <a:lnTo>
                  <a:pt x="14445" y="84915"/>
                </a:lnTo>
                <a:lnTo>
                  <a:pt x="16335" y="85725"/>
                </a:lnTo>
                <a:lnTo>
                  <a:pt x="18225" y="86400"/>
                </a:lnTo>
                <a:lnTo>
                  <a:pt x="20250" y="86670"/>
                </a:lnTo>
                <a:lnTo>
                  <a:pt x="22275" y="86805"/>
                </a:lnTo>
                <a:lnTo>
                  <a:pt x="24300" y="86535"/>
                </a:lnTo>
                <a:lnTo>
                  <a:pt x="25785" y="86265"/>
                </a:lnTo>
                <a:lnTo>
                  <a:pt x="27135" y="85725"/>
                </a:lnTo>
                <a:lnTo>
                  <a:pt x="28485" y="84915"/>
                </a:lnTo>
                <a:lnTo>
                  <a:pt x="29700" y="84105"/>
                </a:lnTo>
                <a:lnTo>
                  <a:pt x="30645" y="83160"/>
                </a:lnTo>
                <a:lnTo>
                  <a:pt x="31590" y="81945"/>
                </a:lnTo>
                <a:lnTo>
                  <a:pt x="32400" y="80595"/>
                </a:lnTo>
                <a:lnTo>
                  <a:pt x="32805" y="79380"/>
                </a:lnTo>
                <a:lnTo>
                  <a:pt x="33075" y="78435"/>
                </a:lnTo>
                <a:lnTo>
                  <a:pt x="33345" y="77355"/>
                </a:lnTo>
                <a:lnTo>
                  <a:pt x="33480" y="76275"/>
                </a:lnTo>
                <a:lnTo>
                  <a:pt x="33480" y="75195"/>
                </a:lnTo>
                <a:lnTo>
                  <a:pt x="33480" y="7560"/>
                </a:lnTo>
                <a:lnTo>
                  <a:pt x="32805" y="5535"/>
                </a:lnTo>
                <a:lnTo>
                  <a:pt x="31725" y="3105"/>
                </a:lnTo>
                <a:lnTo>
                  <a:pt x="29430" y="2565"/>
                </a:lnTo>
                <a:lnTo>
                  <a:pt x="29430" y="0"/>
                </a:lnTo>
                <a:lnTo>
                  <a:pt x="48600" y="0"/>
                </a:lnTo>
                <a:lnTo>
                  <a:pt x="48600" y="2565"/>
                </a:lnTo>
                <a:lnTo>
                  <a:pt x="46305" y="3105"/>
                </a:lnTo>
                <a:lnTo>
                  <a:pt x="45225" y="5535"/>
                </a:lnTo>
                <a:lnTo>
                  <a:pt x="44550" y="7560"/>
                </a:lnTo>
                <a:lnTo>
                  <a:pt x="44550" y="75195"/>
                </a:lnTo>
                <a:close/>
              </a:path>
            </a:pathLst>
          </a:custGeom>
          <a:solidFill>
            <a:srgbClr val="000000"/>
          </a:solidFill>
          <a:ln>
            <a:noFill/>
          </a:ln>
        </p:spPr>
        <p:txBody>
          <a:bodyPr rtlCol="0" anchor="ctr"/>
          <a:lstStyle/>
          <a:p>
            <a:pPr algn="ctr"/>
          </a:p>
        </p:txBody>
      </p:sp>
      <p:sp>
        <p:nvSpPr>
          <p:cNvPr id="59" name="AEL"/>
          <p:cNvSpPr txBox="1"/>
          <p:nvPr/>
        </p:nvSpPr>
        <p:spPr>
          <a:xfrm>
            <a:off x="381000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AEL</a:t>
            </a:r>
          </a:p>
        </p:txBody>
      </p:sp>
      <p:sp>
        <p:nvSpPr>
          <p:cNvPr id="60" name="𐰠"/>
          <p:cNvSpPr/>
          <p:nvPr/>
        </p:nvSpPr>
        <p:spPr>
          <a:xfrm>
            <a:off x="3976268" y="4903470"/>
            <a:ext cx="551383" cy="720090"/>
          </a:xfrm>
          <a:custGeom>
            <a:avLst/>
            <a:gdLst/>
            <a:ahLst/>
            <a:cxnLst/>
            <a:rect l="l" t="t" r="r" b="b"/>
            <a:pathLst>
              <a:path w="72360" h="94500" stroke="0">
                <a:moveTo>
                  <a:pt x="28350" y="91260"/>
                </a:moveTo>
                <a:lnTo>
                  <a:pt x="29430" y="88830"/>
                </a:lnTo>
                <a:lnTo>
                  <a:pt x="30105" y="86670"/>
                </a:lnTo>
                <a:lnTo>
                  <a:pt x="30105" y="50085"/>
                </a:lnTo>
                <a:lnTo>
                  <a:pt x="7830" y="7290"/>
                </a:lnTo>
                <a:lnTo>
                  <a:pt x="7155" y="6210"/>
                </a:lnTo>
                <a:lnTo>
                  <a:pt x="6480" y="5400"/>
                </a:lnTo>
                <a:lnTo>
                  <a:pt x="5805" y="4590"/>
                </a:lnTo>
                <a:lnTo>
                  <a:pt x="4590" y="3510"/>
                </a:lnTo>
                <a:lnTo>
                  <a:pt x="2700" y="1890"/>
                </a:lnTo>
                <a:lnTo>
                  <a:pt x="0" y="0"/>
                </a:lnTo>
                <a:lnTo>
                  <a:pt x="10530" y="0"/>
                </a:lnTo>
                <a:lnTo>
                  <a:pt x="17010" y="0"/>
                </a:lnTo>
                <a:lnTo>
                  <a:pt x="21060" y="0"/>
                </a:lnTo>
                <a:lnTo>
                  <a:pt x="20655" y="810"/>
                </a:lnTo>
                <a:lnTo>
                  <a:pt x="20385" y="1890"/>
                </a:lnTo>
                <a:lnTo>
                  <a:pt x="20115" y="2700"/>
                </a:lnTo>
                <a:lnTo>
                  <a:pt x="20115" y="3510"/>
                </a:lnTo>
                <a:lnTo>
                  <a:pt x="20115" y="4320"/>
                </a:lnTo>
                <a:lnTo>
                  <a:pt x="20115" y="5130"/>
                </a:lnTo>
                <a:lnTo>
                  <a:pt x="20385" y="6210"/>
                </a:lnTo>
                <a:lnTo>
                  <a:pt x="20655" y="7020"/>
                </a:lnTo>
                <a:lnTo>
                  <a:pt x="36180" y="36855"/>
                </a:lnTo>
                <a:lnTo>
                  <a:pt x="51705" y="7020"/>
                </a:lnTo>
                <a:lnTo>
                  <a:pt x="51975" y="6210"/>
                </a:lnTo>
                <a:lnTo>
                  <a:pt x="52110" y="5400"/>
                </a:lnTo>
                <a:lnTo>
                  <a:pt x="52245" y="4320"/>
                </a:lnTo>
                <a:lnTo>
                  <a:pt x="52245" y="3510"/>
                </a:lnTo>
                <a:lnTo>
                  <a:pt x="52245" y="2700"/>
                </a:lnTo>
                <a:lnTo>
                  <a:pt x="51975" y="1890"/>
                </a:lnTo>
                <a:lnTo>
                  <a:pt x="51705" y="810"/>
                </a:lnTo>
                <a:lnTo>
                  <a:pt x="51300" y="0"/>
                </a:lnTo>
                <a:lnTo>
                  <a:pt x="55350" y="0"/>
                </a:lnTo>
                <a:lnTo>
                  <a:pt x="61830" y="0"/>
                </a:lnTo>
                <a:lnTo>
                  <a:pt x="72360" y="0"/>
                </a:lnTo>
                <a:lnTo>
                  <a:pt x="69660" y="1890"/>
                </a:lnTo>
                <a:lnTo>
                  <a:pt x="67365" y="3780"/>
                </a:lnTo>
                <a:lnTo>
                  <a:pt x="65880" y="5400"/>
                </a:lnTo>
                <a:lnTo>
                  <a:pt x="65070" y="6480"/>
                </a:lnTo>
                <a:lnTo>
                  <a:pt x="64530" y="7290"/>
                </a:lnTo>
                <a:lnTo>
                  <a:pt x="42255" y="50085"/>
                </a:lnTo>
                <a:lnTo>
                  <a:pt x="42255" y="86670"/>
                </a:lnTo>
                <a:lnTo>
                  <a:pt x="42930" y="88830"/>
                </a:lnTo>
                <a:lnTo>
                  <a:pt x="44010" y="91260"/>
                </a:lnTo>
                <a:lnTo>
                  <a:pt x="46305" y="91800"/>
                </a:lnTo>
                <a:lnTo>
                  <a:pt x="46305" y="94500"/>
                </a:lnTo>
                <a:lnTo>
                  <a:pt x="26055" y="94500"/>
                </a:lnTo>
                <a:lnTo>
                  <a:pt x="26055" y="91800"/>
                </a:lnTo>
                <a:close/>
              </a:path>
            </a:pathLst>
          </a:custGeom>
          <a:solidFill>
            <a:srgbClr val="000000"/>
          </a:solidFill>
          <a:ln>
            <a:noFill/>
          </a:ln>
        </p:spPr>
        <p:txBody>
          <a:bodyPr rtlCol="0" anchor="ctr"/>
          <a:lstStyle/>
          <a:p>
            <a:pPr algn="ctr"/>
          </a:p>
        </p:txBody>
      </p:sp>
      <p:sp>
        <p:nvSpPr>
          <p:cNvPr id="61" name="𐰠"/>
          <p:cNvSpPr/>
          <p:nvPr/>
        </p:nvSpPr>
        <p:spPr>
          <a:xfrm>
            <a:off x="4765205" y="5098923"/>
            <a:ext cx="467030" cy="720090"/>
          </a:xfrm>
          <a:custGeom>
            <a:avLst/>
            <a:gdLst/>
            <a:ahLst/>
            <a:cxnLst/>
            <a:rect l="l" t="t" r="r" b="b"/>
            <a:pathLst>
              <a:path w="61290" h="94500" stroke="0">
                <a:moveTo>
                  <a:pt x="23355" y="91260"/>
                </a:moveTo>
                <a:lnTo>
                  <a:pt x="24435" y="88830"/>
                </a:lnTo>
                <a:lnTo>
                  <a:pt x="25110" y="86670"/>
                </a:lnTo>
                <a:lnTo>
                  <a:pt x="25110" y="64530"/>
                </a:lnTo>
                <a:lnTo>
                  <a:pt x="6345" y="7290"/>
                </a:lnTo>
                <a:lnTo>
                  <a:pt x="5535" y="5670"/>
                </a:lnTo>
                <a:lnTo>
                  <a:pt x="4860" y="4590"/>
                </a:lnTo>
                <a:lnTo>
                  <a:pt x="4185" y="3780"/>
                </a:lnTo>
                <a:lnTo>
                  <a:pt x="3240" y="2700"/>
                </a:lnTo>
                <a:lnTo>
                  <a:pt x="2295" y="1890"/>
                </a:lnTo>
                <a:lnTo>
                  <a:pt x="0" y="0"/>
                </a:lnTo>
                <a:lnTo>
                  <a:pt x="9720" y="0"/>
                </a:lnTo>
                <a:lnTo>
                  <a:pt x="15390" y="0"/>
                </a:lnTo>
                <a:lnTo>
                  <a:pt x="19440" y="0"/>
                </a:lnTo>
                <a:lnTo>
                  <a:pt x="18495" y="1620"/>
                </a:lnTo>
                <a:lnTo>
                  <a:pt x="18090" y="2430"/>
                </a:lnTo>
                <a:lnTo>
                  <a:pt x="17820" y="3510"/>
                </a:lnTo>
                <a:lnTo>
                  <a:pt x="17685" y="4320"/>
                </a:lnTo>
                <a:lnTo>
                  <a:pt x="17550" y="5400"/>
                </a:lnTo>
                <a:lnTo>
                  <a:pt x="17685" y="6210"/>
                </a:lnTo>
                <a:lnTo>
                  <a:pt x="17820" y="7290"/>
                </a:lnTo>
                <a:lnTo>
                  <a:pt x="30645" y="46710"/>
                </a:lnTo>
                <a:lnTo>
                  <a:pt x="43470" y="7290"/>
                </a:lnTo>
                <a:lnTo>
                  <a:pt x="43605" y="6480"/>
                </a:lnTo>
                <a:lnTo>
                  <a:pt x="43740" y="5400"/>
                </a:lnTo>
                <a:lnTo>
                  <a:pt x="43740" y="4590"/>
                </a:lnTo>
                <a:lnTo>
                  <a:pt x="43470" y="3510"/>
                </a:lnTo>
                <a:lnTo>
                  <a:pt x="43200" y="2430"/>
                </a:lnTo>
                <a:lnTo>
                  <a:pt x="42795" y="1620"/>
                </a:lnTo>
                <a:lnTo>
                  <a:pt x="41850" y="0"/>
                </a:lnTo>
                <a:lnTo>
                  <a:pt x="45900" y="0"/>
                </a:lnTo>
                <a:lnTo>
                  <a:pt x="51570" y="0"/>
                </a:lnTo>
                <a:lnTo>
                  <a:pt x="61290" y="0"/>
                </a:lnTo>
                <a:lnTo>
                  <a:pt x="59265" y="1620"/>
                </a:lnTo>
                <a:lnTo>
                  <a:pt x="57375" y="3510"/>
                </a:lnTo>
                <a:lnTo>
                  <a:pt x="56430" y="4590"/>
                </a:lnTo>
                <a:lnTo>
                  <a:pt x="55890" y="5400"/>
                </a:lnTo>
                <a:lnTo>
                  <a:pt x="55485" y="6210"/>
                </a:lnTo>
                <a:lnTo>
                  <a:pt x="54945" y="7290"/>
                </a:lnTo>
                <a:lnTo>
                  <a:pt x="36180" y="64530"/>
                </a:lnTo>
                <a:lnTo>
                  <a:pt x="36180" y="86670"/>
                </a:lnTo>
                <a:lnTo>
                  <a:pt x="36855" y="88830"/>
                </a:lnTo>
                <a:lnTo>
                  <a:pt x="37935" y="91260"/>
                </a:lnTo>
                <a:lnTo>
                  <a:pt x="40230" y="91800"/>
                </a:lnTo>
                <a:lnTo>
                  <a:pt x="40230" y="94500"/>
                </a:lnTo>
                <a:lnTo>
                  <a:pt x="21060" y="94500"/>
                </a:lnTo>
                <a:lnTo>
                  <a:pt x="21060" y="91800"/>
                </a:lnTo>
                <a:close/>
              </a:path>
            </a:pathLst>
          </a:custGeom>
          <a:solidFill>
            <a:srgbClr val="000000"/>
          </a:solidFill>
          <a:ln>
            <a:noFill/>
          </a:ln>
        </p:spPr>
        <p:txBody>
          <a:bodyPr rtlCol="0" anchor="ctr"/>
          <a:lstStyle/>
          <a:p>
            <a:pPr algn="ctr"/>
          </a:p>
        </p:txBody>
      </p:sp>
      <p:sp>
        <p:nvSpPr>
          <p:cNvPr id="62" name="ELT"/>
          <p:cNvSpPr txBox="1"/>
          <p:nvPr/>
        </p:nvSpPr>
        <p:spPr>
          <a:xfrm>
            <a:off x="536448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ELT</a:t>
            </a:r>
          </a:p>
        </p:txBody>
      </p:sp>
      <p:sp>
        <p:nvSpPr>
          <p:cNvPr id="63" name="𐰡"/>
          <p:cNvSpPr/>
          <p:nvPr/>
        </p:nvSpPr>
        <p:spPr>
          <a:xfrm>
            <a:off x="5538978" y="4903470"/>
            <a:ext cx="534924" cy="720090"/>
          </a:xfrm>
          <a:custGeom>
            <a:avLst/>
            <a:gdLst/>
            <a:ahLst/>
            <a:cxnLst/>
            <a:rect l="l" t="t" r="r" b="b"/>
            <a:pathLst>
              <a:path w="70200" h="94500" stroke="0">
                <a:moveTo>
                  <a:pt x="0" y="91800"/>
                </a:moveTo>
                <a:lnTo>
                  <a:pt x="2295" y="91395"/>
                </a:lnTo>
                <a:lnTo>
                  <a:pt x="3375" y="88965"/>
                </a:lnTo>
                <a:lnTo>
                  <a:pt x="4050" y="86805"/>
                </a:lnTo>
                <a:lnTo>
                  <a:pt x="4050" y="4185"/>
                </a:lnTo>
                <a:lnTo>
                  <a:pt x="4050" y="3645"/>
                </a:lnTo>
                <a:lnTo>
                  <a:pt x="4320" y="3105"/>
                </a:lnTo>
                <a:lnTo>
                  <a:pt x="4590" y="2565"/>
                </a:lnTo>
                <a:lnTo>
                  <a:pt x="4860" y="2025"/>
                </a:lnTo>
                <a:lnTo>
                  <a:pt x="5400" y="1620"/>
                </a:lnTo>
                <a:lnTo>
                  <a:pt x="5940" y="1215"/>
                </a:lnTo>
                <a:lnTo>
                  <a:pt x="6480" y="810"/>
                </a:lnTo>
                <a:lnTo>
                  <a:pt x="7155" y="540"/>
                </a:lnTo>
                <a:lnTo>
                  <a:pt x="7965" y="270"/>
                </a:lnTo>
                <a:lnTo>
                  <a:pt x="9450" y="0"/>
                </a:lnTo>
                <a:lnTo>
                  <a:pt x="10935" y="0"/>
                </a:lnTo>
                <a:lnTo>
                  <a:pt x="12285" y="135"/>
                </a:lnTo>
                <a:lnTo>
                  <a:pt x="13635" y="405"/>
                </a:lnTo>
                <a:lnTo>
                  <a:pt x="14985" y="810"/>
                </a:lnTo>
                <a:lnTo>
                  <a:pt x="16200" y="1215"/>
                </a:lnTo>
                <a:lnTo>
                  <a:pt x="17280" y="1755"/>
                </a:lnTo>
                <a:lnTo>
                  <a:pt x="18225" y="2295"/>
                </a:lnTo>
                <a:lnTo>
                  <a:pt x="19305" y="2970"/>
                </a:lnTo>
                <a:lnTo>
                  <a:pt x="20250" y="3780"/>
                </a:lnTo>
                <a:lnTo>
                  <a:pt x="21330" y="4725"/>
                </a:lnTo>
                <a:lnTo>
                  <a:pt x="22815" y="6480"/>
                </a:lnTo>
                <a:lnTo>
                  <a:pt x="24165" y="8370"/>
                </a:lnTo>
                <a:lnTo>
                  <a:pt x="25515" y="10665"/>
                </a:lnTo>
                <a:lnTo>
                  <a:pt x="26865" y="13095"/>
                </a:lnTo>
                <a:lnTo>
                  <a:pt x="27945" y="15660"/>
                </a:lnTo>
                <a:lnTo>
                  <a:pt x="29025" y="18225"/>
                </a:lnTo>
                <a:lnTo>
                  <a:pt x="33345" y="29700"/>
                </a:lnTo>
                <a:lnTo>
                  <a:pt x="34290" y="31860"/>
                </a:lnTo>
                <a:lnTo>
                  <a:pt x="35100" y="33615"/>
                </a:lnTo>
                <a:lnTo>
                  <a:pt x="36045" y="31590"/>
                </a:lnTo>
                <a:lnTo>
                  <a:pt x="36990" y="29430"/>
                </a:lnTo>
                <a:lnTo>
                  <a:pt x="41040" y="18630"/>
                </a:lnTo>
                <a:lnTo>
                  <a:pt x="42120" y="16065"/>
                </a:lnTo>
                <a:lnTo>
                  <a:pt x="43200" y="13500"/>
                </a:lnTo>
                <a:lnTo>
                  <a:pt x="44415" y="11070"/>
                </a:lnTo>
                <a:lnTo>
                  <a:pt x="45765" y="8775"/>
                </a:lnTo>
                <a:lnTo>
                  <a:pt x="47115" y="6885"/>
                </a:lnTo>
                <a:lnTo>
                  <a:pt x="48330" y="5265"/>
                </a:lnTo>
                <a:lnTo>
                  <a:pt x="49950" y="3645"/>
                </a:lnTo>
                <a:lnTo>
                  <a:pt x="51030" y="2835"/>
                </a:lnTo>
                <a:lnTo>
                  <a:pt x="51975" y="2295"/>
                </a:lnTo>
                <a:lnTo>
                  <a:pt x="53730" y="1350"/>
                </a:lnTo>
                <a:lnTo>
                  <a:pt x="54945" y="810"/>
                </a:lnTo>
                <a:lnTo>
                  <a:pt x="56025" y="540"/>
                </a:lnTo>
                <a:lnTo>
                  <a:pt x="57375" y="270"/>
                </a:lnTo>
                <a:lnTo>
                  <a:pt x="58455" y="135"/>
                </a:lnTo>
                <a:lnTo>
                  <a:pt x="59670" y="0"/>
                </a:lnTo>
                <a:lnTo>
                  <a:pt x="60750" y="0"/>
                </a:lnTo>
                <a:lnTo>
                  <a:pt x="62235" y="270"/>
                </a:lnTo>
                <a:lnTo>
                  <a:pt x="63045" y="540"/>
                </a:lnTo>
                <a:lnTo>
                  <a:pt x="63720" y="810"/>
                </a:lnTo>
                <a:lnTo>
                  <a:pt x="64260" y="1215"/>
                </a:lnTo>
                <a:lnTo>
                  <a:pt x="64800" y="1620"/>
                </a:lnTo>
                <a:lnTo>
                  <a:pt x="65340" y="2025"/>
                </a:lnTo>
                <a:lnTo>
                  <a:pt x="65610" y="2565"/>
                </a:lnTo>
                <a:lnTo>
                  <a:pt x="65880" y="3105"/>
                </a:lnTo>
                <a:lnTo>
                  <a:pt x="66150" y="3645"/>
                </a:lnTo>
                <a:lnTo>
                  <a:pt x="66150" y="4185"/>
                </a:lnTo>
                <a:lnTo>
                  <a:pt x="66150" y="86805"/>
                </a:lnTo>
                <a:lnTo>
                  <a:pt x="66825" y="88965"/>
                </a:lnTo>
                <a:lnTo>
                  <a:pt x="67905" y="91395"/>
                </a:lnTo>
                <a:lnTo>
                  <a:pt x="70200" y="91800"/>
                </a:lnTo>
                <a:lnTo>
                  <a:pt x="70200" y="94500"/>
                </a:lnTo>
                <a:lnTo>
                  <a:pt x="49950" y="94500"/>
                </a:lnTo>
                <a:lnTo>
                  <a:pt x="49950" y="91800"/>
                </a:lnTo>
                <a:lnTo>
                  <a:pt x="52245" y="91395"/>
                </a:lnTo>
                <a:lnTo>
                  <a:pt x="53325" y="88965"/>
                </a:lnTo>
                <a:lnTo>
                  <a:pt x="54000" y="86805"/>
                </a:lnTo>
                <a:lnTo>
                  <a:pt x="54000" y="17820"/>
                </a:lnTo>
                <a:lnTo>
                  <a:pt x="52650" y="21195"/>
                </a:lnTo>
                <a:lnTo>
                  <a:pt x="49545" y="29565"/>
                </a:lnTo>
                <a:lnTo>
                  <a:pt x="48060" y="33075"/>
                </a:lnTo>
                <a:lnTo>
                  <a:pt x="46440" y="36585"/>
                </a:lnTo>
                <a:lnTo>
                  <a:pt x="45630" y="38205"/>
                </a:lnTo>
                <a:lnTo>
                  <a:pt x="44955" y="39285"/>
                </a:lnTo>
                <a:lnTo>
                  <a:pt x="44010" y="40635"/>
                </a:lnTo>
                <a:lnTo>
                  <a:pt x="42930" y="41715"/>
                </a:lnTo>
                <a:lnTo>
                  <a:pt x="41850" y="42795"/>
                </a:lnTo>
                <a:lnTo>
                  <a:pt x="40770" y="43605"/>
                </a:lnTo>
                <a:lnTo>
                  <a:pt x="39555" y="44280"/>
                </a:lnTo>
                <a:lnTo>
                  <a:pt x="38070" y="44820"/>
                </a:lnTo>
                <a:lnTo>
                  <a:pt x="36990" y="45090"/>
                </a:lnTo>
                <a:lnTo>
                  <a:pt x="35505" y="45360"/>
                </a:lnTo>
                <a:lnTo>
                  <a:pt x="33885" y="45225"/>
                </a:lnTo>
                <a:lnTo>
                  <a:pt x="32940" y="45090"/>
                </a:lnTo>
                <a:lnTo>
                  <a:pt x="31320" y="44550"/>
                </a:lnTo>
                <a:lnTo>
                  <a:pt x="30105" y="43875"/>
                </a:lnTo>
                <a:lnTo>
                  <a:pt x="28755" y="43200"/>
                </a:lnTo>
                <a:lnTo>
                  <a:pt x="27675" y="42255"/>
                </a:lnTo>
                <a:lnTo>
                  <a:pt x="26730" y="41175"/>
                </a:lnTo>
                <a:lnTo>
                  <a:pt x="25650" y="39825"/>
                </a:lnTo>
                <a:lnTo>
                  <a:pt x="24705" y="38475"/>
                </a:lnTo>
                <a:lnTo>
                  <a:pt x="23895" y="36990"/>
                </a:lnTo>
                <a:lnTo>
                  <a:pt x="22275" y="33480"/>
                </a:lnTo>
                <a:lnTo>
                  <a:pt x="20790" y="29970"/>
                </a:lnTo>
                <a:lnTo>
                  <a:pt x="17550" y="21195"/>
                </a:lnTo>
                <a:lnTo>
                  <a:pt x="16200" y="17820"/>
                </a:lnTo>
                <a:lnTo>
                  <a:pt x="16200" y="86805"/>
                </a:lnTo>
                <a:lnTo>
                  <a:pt x="16875" y="88965"/>
                </a:lnTo>
                <a:lnTo>
                  <a:pt x="17955" y="91395"/>
                </a:lnTo>
                <a:lnTo>
                  <a:pt x="20250" y="91800"/>
                </a:lnTo>
                <a:lnTo>
                  <a:pt x="20250" y="94500"/>
                </a:lnTo>
                <a:lnTo>
                  <a:pt x="0" y="94500"/>
                </a:lnTo>
                <a:close/>
              </a:path>
            </a:pathLst>
          </a:custGeom>
          <a:solidFill>
            <a:srgbClr val="000000"/>
          </a:solidFill>
          <a:ln>
            <a:noFill/>
          </a:ln>
        </p:spPr>
        <p:txBody>
          <a:bodyPr rtlCol="0" anchor="ctr"/>
          <a:lstStyle/>
          <a:p>
            <a:pPr algn="ctr"/>
          </a:p>
        </p:txBody>
      </p:sp>
      <p:sp>
        <p:nvSpPr>
          <p:cNvPr id="64" name="𐰡"/>
          <p:cNvSpPr/>
          <p:nvPr/>
        </p:nvSpPr>
        <p:spPr>
          <a:xfrm>
            <a:off x="6320714" y="5098923"/>
            <a:ext cx="464972" cy="524637"/>
          </a:xfrm>
          <a:custGeom>
            <a:avLst/>
            <a:gdLst/>
            <a:ahLst/>
            <a:cxnLst/>
            <a:rect l="l" t="t" r="r" b="b"/>
            <a:pathLst>
              <a:path w="61020" h="68850" stroke="0">
                <a:moveTo>
                  <a:pt x="0" y="66285"/>
                </a:moveTo>
                <a:lnTo>
                  <a:pt x="2295" y="65745"/>
                </a:lnTo>
                <a:lnTo>
                  <a:pt x="3375" y="63450"/>
                </a:lnTo>
                <a:lnTo>
                  <a:pt x="4050" y="61425"/>
                </a:lnTo>
                <a:lnTo>
                  <a:pt x="4050" y="3780"/>
                </a:lnTo>
                <a:lnTo>
                  <a:pt x="4050" y="3240"/>
                </a:lnTo>
                <a:lnTo>
                  <a:pt x="4185" y="2700"/>
                </a:lnTo>
                <a:lnTo>
                  <a:pt x="4455" y="2295"/>
                </a:lnTo>
                <a:lnTo>
                  <a:pt x="4860" y="1890"/>
                </a:lnTo>
                <a:lnTo>
                  <a:pt x="5265" y="1485"/>
                </a:lnTo>
                <a:lnTo>
                  <a:pt x="5670" y="1080"/>
                </a:lnTo>
                <a:lnTo>
                  <a:pt x="6885" y="405"/>
                </a:lnTo>
                <a:lnTo>
                  <a:pt x="7560" y="270"/>
                </a:lnTo>
                <a:lnTo>
                  <a:pt x="9045" y="0"/>
                </a:lnTo>
                <a:lnTo>
                  <a:pt x="9990" y="0"/>
                </a:lnTo>
                <a:lnTo>
                  <a:pt x="11340" y="135"/>
                </a:lnTo>
                <a:lnTo>
                  <a:pt x="13365" y="540"/>
                </a:lnTo>
                <a:lnTo>
                  <a:pt x="14445" y="810"/>
                </a:lnTo>
                <a:lnTo>
                  <a:pt x="15390" y="1215"/>
                </a:lnTo>
                <a:lnTo>
                  <a:pt x="17145" y="2025"/>
                </a:lnTo>
                <a:lnTo>
                  <a:pt x="18225" y="2700"/>
                </a:lnTo>
                <a:lnTo>
                  <a:pt x="19035" y="3375"/>
                </a:lnTo>
                <a:lnTo>
                  <a:pt x="20520" y="4725"/>
                </a:lnTo>
                <a:lnTo>
                  <a:pt x="21735" y="6210"/>
                </a:lnTo>
                <a:lnTo>
                  <a:pt x="22950" y="7965"/>
                </a:lnTo>
                <a:lnTo>
                  <a:pt x="24300" y="9990"/>
                </a:lnTo>
                <a:lnTo>
                  <a:pt x="25515" y="12150"/>
                </a:lnTo>
                <a:lnTo>
                  <a:pt x="26730" y="14580"/>
                </a:lnTo>
                <a:lnTo>
                  <a:pt x="30510" y="23085"/>
                </a:lnTo>
                <a:lnTo>
                  <a:pt x="34290" y="14580"/>
                </a:lnTo>
                <a:lnTo>
                  <a:pt x="35370" y="12420"/>
                </a:lnTo>
                <a:lnTo>
                  <a:pt x="36585" y="10260"/>
                </a:lnTo>
                <a:lnTo>
                  <a:pt x="37800" y="8235"/>
                </a:lnTo>
                <a:lnTo>
                  <a:pt x="38880" y="6615"/>
                </a:lnTo>
                <a:lnTo>
                  <a:pt x="40230" y="5130"/>
                </a:lnTo>
                <a:lnTo>
                  <a:pt x="41445" y="3915"/>
                </a:lnTo>
                <a:lnTo>
                  <a:pt x="43065" y="2565"/>
                </a:lnTo>
                <a:lnTo>
                  <a:pt x="44820" y="1485"/>
                </a:lnTo>
                <a:lnTo>
                  <a:pt x="46575" y="810"/>
                </a:lnTo>
                <a:lnTo>
                  <a:pt x="48465" y="270"/>
                </a:lnTo>
                <a:lnTo>
                  <a:pt x="50355" y="0"/>
                </a:lnTo>
                <a:lnTo>
                  <a:pt x="51975" y="0"/>
                </a:lnTo>
                <a:lnTo>
                  <a:pt x="52785" y="135"/>
                </a:lnTo>
                <a:lnTo>
                  <a:pt x="54135" y="405"/>
                </a:lnTo>
                <a:lnTo>
                  <a:pt x="55350" y="1080"/>
                </a:lnTo>
                <a:lnTo>
                  <a:pt x="55755" y="1485"/>
                </a:lnTo>
                <a:lnTo>
                  <a:pt x="56160" y="1890"/>
                </a:lnTo>
                <a:lnTo>
                  <a:pt x="56565" y="2295"/>
                </a:lnTo>
                <a:lnTo>
                  <a:pt x="56835" y="2700"/>
                </a:lnTo>
                <a:lnTo>
                  <a:pt x="56970" y="3240"/>
                </a:lnTo>
                <a:lnTo>
                  <a:pt x="56970" y="3780"/>
                </a:lnTo>
                <a:lnTo>
                  <a:pt x="56970" y="61425"/>
                </a:lnTo>
                <a:lnTo>
                  <a:pt x="57645" y="63450"/>
                </a:lnTo>
                <a:lnTo>
                  <a:pt x="58725" y="65745"/>
                </a:lnTo>
                <a:lnTo>
                  <a:pt x="61020" y="66285"/>
                </a:lnTo>
                <a:lnTo>
                  <a:pt x="61020" y="68850"/>
                </a:lnTo>
                <a:lnTo>
                  <a:pt x="41850" y="68850"/>
                </a:lnTo>
                <a:lnTo>
                  <a:pt x="41850" y="66285"/>
                </a:lnTo>
                <a:lnTo>
                  <a:pt x="44145" y="65745"/>
                </a:lnTo>
                <a:lnTo>
                  <a:pt x="45225" y="63450"/>
                </a:lnTo>
                <a:lnTo>
                  <a:pt x="45900" y="61425"/>
                </a:lnTo>
                <a:lnTo>
                  <a:pt x="45900" y="14850"/>
                </a:lnTo>
                <a:lnTo>
                  <a:pt x="44415" y="17955"/>
                </a:lnTo>
                <a:lnTo>
                  <a:pt x="40635" y="26325"/>
                </a:lnTo>
                <a:lnTo>
                  <a:pt x="39420" y="28620"/>
                </a:lnTo>
                <a:lnTo>
                  <a:pt x="38070" y="30510"/>
                </a:lnTo>
                <a:lnTo>
                  <a:pt x="37260" y="31455"/>
                </a:lnTo>
                <a:lnTo>
                  <a:pt x="36585" y="32130"/>
                </a:lnTo>
                <a:lnTo>
                  <a:pt x="35775" y="32805"/>
                </a:lnTo>
                <a:lnTo>
                  <a:pt x="34830" y="33345"/>
                </a:lnTo>
                <a:lnTo>
                  <a:pt x="33750" y="33750"/>
                </a:lnTo>
                <a:lnTo>
                  <a:pt x="33075" y="34020"/>
                </a:lnTo>
                <a:lnTo>
                  <a:pt x="31725" y="34290"/>
                </a:lnTo>
                <a:lnTo>
                  <a:pt x="30780" y="34290"/>
                </a:lnTo>
                <a:lnTo>
                  <a:pt x="29430" y="34290"/>
                </a:lnTo>
                <a:lnTo>
                  <a:pt x="28485" y="34155"/>
                </a:lnTo>
                <a:lnTo>
                  <a:pt x="27405" y="33885"/>
                </a:lnTo>
                <a:lnTo>
                  <a:pt x="26325" y="33345"/>
                </a:lnTo>
                <a:lnTo>
                  <a:pt x="25515" y="32940"/>
                </a:lnTo>
                <a:lnTo>
                  <a:pt x="24570" y="32265"/>
                </a:lnTo>
                <a:lnTo>
                  <a:pt x="23760" y="31590"/>
                </a:lnTo>
                <a:lnTo>
                  <a:pt x="23085" y="30780"/>
                </a:lnTo>
                <a:lnTo>
                  <a:pt x="21870" y="28890"/>
                </a:lnTo>
                <a:lnTo>
                  <a:pt x="20520" y="26595"/>
                </a:lnTo>
                <a:lnTo>
                  <a:pt x="19305" y="24030"/>
                </a:lnTo>
                <a:lnTo>
                  <a:pt x="16470" y="17550"/>
                </a:lnTo>
                <a:lnTo>
                  <a:pt x="15120" y="14850"/>
                </a:lnTo>
                <a:lnTo>
                  <a:pt x="15120" y="61425"/>
                </a:lnTo>
                <a:lnTo>
                  <a:pt x="15795" y="63450"/>
                </a:lnTo>
                <a:lnTo>
                  <a:pt x="16875" y="65745"/>
                </a:lnTo>
                <a:lnTo>
                  <a:pt x="19170" y="66285"/>
                </a:lnTo>
                <a:lnTo>
                  <a:pt x="19170" y="68850"/>
                </a:lnTo>
                <a:lnTo>
                  <a:pt x="0" y="68850"/>
                </a:lnTo>
                <a:close/>
              </a:path>
            </a:pathLst>
          </a:custGeom>
          <a:solidFill>
            <a:srgbClr val="000000"/>
          </a:solidFill>
          <a:ln>
            <a:noFill/>
          </a:ln>
        </p:spPr>
        <p:txBody>
          <a:bodyPr rtlCol="0" anchor="ctr"/>
          <a:lstStyle/>
          <a:p>
            <a:pPr algn="ctr"/>
          </a:p>
        </p:txBody>
      </p:sp>
      <p:sp>
        <p:nvSpPr>
          <p:cNvPr id="65" name="EM"/>
          <p:cNvSpPr txBox="1"/>
          <p:nvPr/>
        </p:nvSpPr>
        <p:spPr>
          <a:xfrm>
            <a:off x="6918960" y="469910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EM</a:t>
            </a:r>
          </a:p>
        </p:txBody>
      </p:sp>
      <p:sp>
        <p:nvSpPr>
          <p:cNvPr id="66" name="𐰢"/>
          <p:cNvSpPr/>
          <p:nvPr/>
        </p:nvSpPr>
        <p:spPr>
          <a:xfrm>
            <a:off x="7115061" y="4903470"/>
            <a:ext cx="477317" cy="720090"/>
          </a:xfrm>
          <a:custGeom>
            <a:avLst/>
            <a:gdLst/>
            <a:ahLst/>
            <a:cxnLst/>
            <a:rect l="l" t="t" r="r" b="b"/>
            <a:pathLst>
              <a:path w="62640" h="94500" stroke="0">
                <a:moveTo>
                  <a:pt x="52920" y="88965"/>
                </a:moveTo>
                <a:lnTo>
                  <a:pt x="54405" y="90045"/>
                </a:lnTo>
                <a:lnTo>
                  <a:pt x="56025" y="91125"/>
                </a:lnTo>
                <a:lnTo>
                  <a:pt x="58860" y="92610"/>
                </a:lnTo>
                <a:lnTo>
                  <a:pt x="62640" y="94500"/>
                </a:lnTo>
                <a:lnTo>
                  <a:pt x="50895" y="94500"/>
                </a:lnTo>
                <a:lnTo>
                  <a:pt x="43335" y="94500"/>
                </a:lnTo>
                <a:lnTo>
                  <a:pt x="39015" y="94500"/>
                </a:lnTo>
                <a:lnTo>
                  <a:pt x="39015" y="93420"/>
                </a:lnTo>
                <a:lnTo>
                  <a:pt x="39015" y="92610"/>
                </a:lnTo>
                <a:lnTo>
                  <a:pt x="38475" y="91125"/>
                </a:lnTo>
                <a:lnTo>
                  <a:pt x="38070" y="90315"/>
                </a:lnTo>
                <a:lnTo>
                  <a:pt x="37665" y="89505"/>
                </a:lnTo>
                <a:lnTo>
                  <a:pt x="36990" y="88695"/>
                </a:lnTo>
                <a:lnTo>
                  <a:pt x="36180" y="87615"/>
                </a:lnTo>
                <a:lnTo>
                  <a:pt x="22005" y="73980"/>
                </a:lnTo>
                <a:lnTo>
                  <a:pt x="17550" y="69795"/>
                </a:lnTo>
                <a:lnTo>
                  <a:pt x="8100" y="61290"/>
                </a:lnTo>
                <a:lnTo>
                  <a:pt x="5130" y="58320"/>
                </a:lnTo>
                <a:lnTo>
                  <a:pt x="3645" y="56700"/>
                </a:lnTo>
                <a:lnTo>
                  <a:pt x="2565" y="55080"/>
                </a:lnTo>
                <a:lnTo>
                  <a:pt x="1890" y="54000"/>
                </a:lnTo>
                <a:lnTo>
                  <a:pt x="1620" y="53460"/>
                </a:lnTo>
                <a:lnTo>
                  <a:pt x="1215" y="51975"/>
                </a:lnTo>
                <a:lnTo>
                  <a:pt x="1080" y="50625"/>
                </a:lnTo>
                <a:lnTo>
                  <a:pt x="1215" y="49950"/>
                </a:lnTo>
                <a:lnTo>
                  <a:pt x="1485" y="49275"/>
                </a:lnTo>
                <a:lnTo>
                  <a:pt x="2025" y="48060"/>
                </a:lnTo>
                <a:lnTo>
                  <a:pt x="2835" y="47250"/>
                </a:lnTo>
                <a:lnTo>
                  <a:pt x="4185" y="46170"/>
                </a:lnTo>
                <a:lnTo>
                  <a:pt x="4860" y="45765"/>
                </a:lnTo>
                <a:lnTo>
                  <a:pt x="6480" y="45090"/>
                </a:lnTo>
                <a:lnTo>
                  <a:pt x="8370" y="44550"/>
                </a:lnTo>
                <a:lnTo>
                  <a:pt x="11340" y="44010"/>
                </a:lnTo>
                <a:lnTo>
                  <a:pt x="15390" y="43740"/>
                </a:lnTo>
                <a:lnTo>
                  <a:pt x="23625" y="43200"/>
                </a:lnTo>
                <a:lnTo>
                  <a:pt x="27000" y="42795"/>
                </a:lnTo>
                <a:lnTo>
                  <a:pt x="28485" y="42525"/>
                </a:lnTo>
                <a:lnTo>
                  <a:pt x="29970" y="42120"/>
                </a:lnTo>
                <a:lnTo>
                  <a:pt x="31185" y="41715"/>
                </a:lnTo>
                <a:lnTo>
                  <a:pt x="32535" y="41040"/>
                </a:lnTo>
                <a:lnTo>
                  <a:pt x="33750" y="40365"/>
                </a:lnTo>
                <a:lnTo>
                  <a:pt x="35100" y="39555"/>
                </a:lnTo>
                <a:lnTo>
                  <a:pt x="36315" y="38610"/>
                </a:lnTo>
                <a:lnTo>
                  <a:pt x="37665" y="37530"/>
                </a:lnTo>
                <a:lnTo>
                  <a:pt x="38880" y="36450"/>
                </a:lnTo>
                <a:lnTo>
                  <a:pt x="39960" y="35235"/>
                </a:lnTo>
                <a:lnTo>
                  <a:pt x="41175" y="33885"/>
                </a:lnTo>
                <a:lnTo>
                  <a:pt x="42120" y="32535"/>
                </a:lnTo>
                <a:lnTo>
                  <a:pt x="42930" y="31050"/>
                </a:lnTo>
                <a:lnTo>
                  <a:pt x="43740" y="29700"/>
                </a:lnTo>
                <a:lnTo>
                  <a:pt x="44280" y="28215"/>
                </a:lnTo>
                <a:lnTo>
                  <a:pt x="44685" y="26730"/>
                </a:lnTo>
                <a:lnTo>
                  <a:pt x="44955" y="25380"/>
                </a:lnTo>
                <a:lnTo>
                  <a:pt x="44955" y="23895"/>
                </a:lnTo>
                <a:lnTo>
                  <a:pt x="44955" y="22545"/>
                </a:lnTo>
                <a:lnTo>
                  <a:pt x="44685" y="21195"/>
                </a:lnTo>
                <a:lnTo>
                  <a:pt x="44280" y="19980"/>
                </a:lnTo>
                <a:lnTo>
                  <a:pt x="43605" y="18765"/>
                </a:lnTo>
                <a:lnTo>
                  <a:pt x="42930" y="17685"/>
                </a:lnTo>
                <a:lnTo>
                  <a:pt x="42120" y="16605"/>
                </a:lnTo>
                <a:lnTo>
                  <a:pt x="41175" y="15660"/>
                </a:lnTo>
                <a:lnTo>
                  <a:pt x="40095" y="14850"/>
                </a:lnTo>
                <a:lnTo>
                  <a:pt x="38745" y="14040"/>
                </a:lnTo>
                <a:lnTo>
                  <a:pt x="37395" y="13230"/>
                </a:lnTo>
                <a:lnTo>
                  <a:pt x="36045" y="12555"/>
                </a:lnTo>
                <a:lnTo>
                  <a:pt x="32805" y="11205"/>
                </a:lnTo>
                <a:lnTo>
                  <a:pt x="31185" y="10665"/>
                </a:lnTo>
                <a:lnTo>
                  <a:pt x="27945" y="9855"/>
                </a:lnTo>
                <a:lnTo>
                  <a:pt x="26190" y="9450"/>
                </a:lnTo>
                <a:lnTo>
                  <a:pt x="22950" y="8910"/>
                </a:lnTo>
                <a:lnTo>
                  <a:pt x="21195" y="8775"/>
                </a:lnTo>
                <a:lnTo>
                  <a:pt x="17685" y="8505"/>
                </a:lnTo>
                <a:lnTo>
                  <a:pt x="14040" y="8370"/>
                </a:lnTo>
                <a:lnTo>
                  <a:pt x="10260" y="8370"/>
                </a:lnTo>
                <a:lnTo>
                  <a:pt x="405" y="8640"/>
                </a:lnTo>
                <a:lnTo>
                  <a:pt x="0" y="270"/>
                </a:lnTo>
                <a:lnTo>
                  <a:pt x="12150" y="0"/>
                </a:lnTo>
                <a:lnTo>
                  <a:pt x="16335" y="0"/>
                </a:lnTo>
                <a:lnTo>
                  <a:pt x="20655" y="270"/>
                </a:lnTo>
                <a:lnTo>
                  <a:pt x="24840" y="540"/>
                </a:lnTo>
                <a:lnTo>
                  <a:pt x="27405" y="945"/>
                </a:lnTo>
                <a:lnTo>
                  <a:pt x="31590" y="1755"/>
                </a:lnTo>
                <a:lnTo>
                  <a:pt x="34155" y="2430"/>
                </a:lnTo>
                <a:lnTo>
                  <a:pt x="38340" y="3780"/>
                </a:lnTo>
                <a:lnTo>
                  <a:pt x="40770" y="4590"/>
                </a:lnTo>
                <a:lnTo>
                  <a:pt x="42930" y="5535"/>
                </a:lnTo>
                <a:lnTo>
                  <a:pt x="44685" y="6480"/>
                </a:lnTo>
                <a:lnTo>
                  <a:pt x="47115" y="7830"/>
                </a:lnTo>
                <a:lnTo>
                  <a:pt x="49005" y="9180"/>
                </a:lnTo>
                <a:lnTo>
                  <a:pt x="50490" y="10395"/>
                </a:lnTo>
                <a:lnTo>
                  <a:pt x="52110" y="11880"/>
                </a:lnTo>
                <a:lnTo>
                  <a:pt x="53595" y="13635"/>
                </a:lnTo>
                <a:lnTo>
                  <a:pt x="54810" y="15525"/>
                </a:lnTo>
                <a:lnTo>
                  <a:pt x="56025" y="17820"/>
                </a:lnTo>
                <a:lnTo>
                  <a:pt x="56700" y="19845"/>
                </a:lnTo>
                <a:lnTo>
                  <a:pt x="56970" y="21600"/>
                </a:lnTo>
                <a:lnTo>
                  <a:pt x="57105" y="24030"/>
                </a:lnTo>
                <a:lnTo>
                  <a:pt x="56970" y="26190"/>
                </a:lnTo>
                <a:lnTo>
                  <a:pt x="56700" y="28215"/>
                </a:lnTo>
                <a:lnTo>
                  <a:pt x="56025" y="30375"/>
                </a:lnTo>
                <a:lnTo>
                  <a:pt x="55350" y="31995"/>
                </a:lnTo>
                <a:lnTo>
                  <a:pt x="54405" y="34020"/>
                </a:lnTo>
                <a:lnTo>
                  <a:pt x="53190" y="35910"/>
                </a:lnTo>
                <a:lnTo>
                  <a:pt x="51840" y="37665"/>
                </a:lnTo>
                <a:lnTo>
                  <a:pt x="50490" y="39420"/>
                </a:lnTo>
                <a:lnTo>
                  <a:pt x="49005" y="41040"/>
                </a:lnTo>
                <a:lnTo>
                  <a:pt x="47385" y="42660"/>
                </a:lnTo>
                <a:lnTo>
                  <a:pt x="45630" y="44145"/>
                </a:lnTo>
                <a:lnTo>
                  <a:pt x="43875" y="45495"/>
                </a:lnTo>
                <a:lnTo>
                  <a:pt x="41445" y="46980"/>
                </a:lnTo>
                <a:lnTo>
                  <a:pt x="39825" y="47925"/>
                </a:lnTo>
                <a:lnTo>
                  <a:pt x="37530" y="48870"/>
                </a:lnTo>
                <a:lnTo>
                  <a:pt x="34695" y="49950"/>
                </a:lnTo>
                <a:lnTo>
                  <a:pt x="32265" y="50490"/>
                </a:lnTo>
                <a:lnTo>
                  <a:pt x="30240" y="50895"/>
                </a:lnTo>
                <a:lnTo>
                  <a:pt x="27405" y="51435"/>
                </a:lnTo>
                <a:lnTo>
                  <a:pt x="22815" y="51840"/>
                </a:lnTo>
                <a:lnTo>
                  <a:pt x="16470" y="52110"/>
                </a:lnTo>
                <a:lnTo>
                  <a:pt x="14040" y="52245"/>
                </a:lnTo>
                <a:lnTo>
                  <a:pt x="15255" y="53730"/>
                </a:lnTo>
                <a:lnTo>
                  <a:pt x="17820" y="56160"/>
                </a:lnTo>
                <a:lnTo>
                  <a:pt x="27270" y="64665"/>
                </a:lnTo>
                <a:lnTo>
                  <a:pt x="31860" y="68985"/>
                </a:lnTo>
                <a:lnTo>
                  <a:pt x="50895" y="87345"/>
                </a:lnTo>
                <a:close/>
              </a:path>
            </a:pathLst>
          </a:custGeom>
          <a:solidFill>
            <a:srgbClr val="000000"/>
          </a:solidFill>
          <a:ln>
            <a:noFill/>
          </a:ln>
        </p:spPr>
        <p:txBody>
          <a:bodyPr rtlCol="0" anchor="ctr"/>
          <a:lstStyle/>
          <a:p>
            <a:pPr algn="ctr"/>
          </a:p>
        </p:txBody>
      </p:sp>
      <p:sp>
        <p:nvSpPr>
          <p:cNvPr id="67" name="𐰢"/>
          <p:cNvSpPr/>
          <p:nvPr/>
        </p:nvSpPr>
        <p:spPr>
          <a:xfrm>
            <a:off x="7920971" y="5098923"/>
            <a:ext cx="359016" cy="720090"/>
          </a:xfrm>
          <a:custGeom>
            <a:avLst/>
            <a:gdLst/>
            <a:ahLst/>
            <a:cxnLst/>
            <a:rect l="l" t="t" r="r" b="b"/>
            <a:pathLst>
              <a:path w="47115" h="94500" stroke="0">
                <a:moveTo>
                  <a:pt x="36720" y="88830"/>
                </a:moveTo>
                <a:lnTo>
                  <a:pt x="39420" y="90720"/>
                </a:lnTo>
                <a:lnTo>
                  <a:pt x="42525" y="92610"/>
                </a:lnTo>
                <a:lnTo>
                  <a:pt x="46305" y="94500"/>
                </a:lnTo>
                <a:lnTo>
                  <a:pt x="35235" y="94500"/>
                </a:lnTo>
                <a:lnTo>
                  <a:pt x="28350" y="94500"/>
                </a:lnTo>
                <a:lnTo>
                  <a:pt x="24165" y="94500"/>
                </a:lnTo>
                <a:lnTo>
                  <a:pt x="24300" y="93690"/>
                </a:lnTo>
                <a:lnTo>
                  <a:pt x="24165" y="92880"/>
                </a:lnTo>
                <a:lnTo>
                  <a:pt x="24030" y="92070"/>
                </a:lnTo>
                <a:lnTo>
                  <a:pt x="23760" y="91260"/>
                </a:lnTo>
                <a:lnTo>
                  <a:pt x="22950" y="89640"/>
                </a:lnTo>
                <a:lnTo>
                  <a:pt x="22275" y="88560"/>
                </a:lnTo>
                <a:lnTo>
                  <a:pt x="21600" y="87750"/>
                </a:lnTo>
                <a:lnTo>
                  <a:pt x="20520" y="86670"/>
                </a:lnTo>
                <a:lnTo>
                  <a:pt x="1080" y="67230"/>
                </a:lnTo>
                <a:lnTo>
                  <a:pt x="675" y="66825"/>
                </a:lnTo>
                <a:lnTo>
                  <a:pt x="405" y="66420"/>
                </a:lnTo>
                <a:lnTo>
                  <a:pt x="135" y="65880"/>
                </a:lnTo>
                <a:lnTo>
                  <a:pt x="0" y="65475"/>
                </a:lnTo>
                <a:lnTo>
                  <a:pt x="0" y="64935"/>
                </a:lnTo>
                <a:lnTo>
                  <a:pt x="0" y="64395"/>
                </a:lnTo>
                <a:lnTo>
                  <a:pt x="135" y="63855"/>
                </a:lnTo>
                <a:lnTo>
                  <a:pt x="405" y="63450"/>
                </a:lnTo>
                <a:lnTo>
                  <a:pt x="1080" y="62505"/>
                </a:lnTo>
                <a:lnTo>
                  <a:pt x="2160" y="61830"/>
                </a:lnTo>
                <a:lnTo>
                  <a:pt x="2700" y="61560"/>
                </a:lnTo>
                <a:lnTo>
                  <a:pt x="4050" y="61155"/>
                </a:lnTo>
                <a:lnTo>
                  <a:pt x="8100" y="60615"/>
                </a:lnTo>
                <a:lnTo>
                  <a:pt x="11610" y="59805"/>
                </a:lnTo>
                <a:lnTo>
                  <a:pt x="14310" y="58995"/>
                </a:lnTo>
                <a:lnTo>
                  <a:pt x="16875" y="58050"/>
                </a:lnTo>
                <a:lnTo>
                  <a:pt x="19710" y="56700"/>
                </a:lnTo>
                <a:lnTo>
                  <a:pt x="22545" y="55080"/>
                </a:lnTo>
                <a:lnTo>
                  <a:pt x="24840" y="53460"/>
                </a:lnTo>
                <a:lnTo>
                  <a:pt x="27135" y="51435"/>
                </a:lnTo>
                <a:lnTo>
                  <a:pt x="29160" y="49410"/>
                </a:lnTo>
                <a:lnTo>
                  <a:pt x="30915" y="47115"/>
                </a:lnTo>
                <a:lnTo>
                  <a:pt x="32400" y="44955"/>
                </a:lnTo>
                <a:lnTo>
                  <a:pt x="33615" y="42390"/>
                </a:lnTo>
                <a:lnTo>
                  <a:pt x="34695" y="39825"/>
                </a:lnTo>
                <a:lnTo>
                  <a:pt x="35370" y="37125"/>
                </a:lnTo>
                <a:lnTo>
                  <a:pt x="35910" y="34425"/>
                </a:lnTo>
                <a:lnTo>
                  <a:pt x="36045" y="31725"/>
                </a:lnTo>
                <a:lnTo>
                  <a:pt x="36045" y="29295"/>
                </a:lnTo>
                <a:lnTo>
                  <a:pt x="35640" y="26730"/>
                </a:lnTo>
                <a:lnTo>
                  <a:pt x="34965" y="24165"/>
                </a:lnTo>
                <a:lnTo>
                  <a:pt x="34155" y="21870"/>
                </a:lnTo>
                <a:lnTo>
                  <a:pt x="33075" y="19710"/>
                </a:lnTo>
                <a:lnTo>
                  <a:pt x="31860" y="17685"/>
                </a:lnTo>
                <a:lnTo>
                  <a:pt x="30240" y="15660"/>
                </a:lnTo>
                <a:lnTo>
                  <a:pt x="28485" y="14040"/>
                </a:lnTo>
                <a:lnTo>
                  <a:pt x="27270" y="13095"/>
                </a:lnTo>
                <a:lnTo>
                  <a:pt x="26190" y="12285"/>
                </a:lnTo>
                <a:lnTo>
                  <a:pt x="24840" y="11340"/>
                </a:lnTo>
                <a:lnTo>
                  <a:pt x="23625" y="10665"/>
                </a:lnTo>
                <a:lnTo>
                  <a:pt x="22005" y="9990"/>
                </a:lnTo>
                <a:lnTo>
                  <a:pt x="20655" y="9450"/>
                </a:lnTo>
                <a:lnTo>
                  <a:pt x="19170" y="9045"/>
                </a:lnTo>
                <a:lnTo>
                  <a:pt x="17550" y="8640"/>
                </a:lnTo>
                <a:lnTo>
                  <a:pt x="15930" y="8370"/>
                </a:lnTo>
                <a:lnTo>
                  <a:pt x="14310" y="8100"/>
                </a:lnTo>
                <a:lnTo>
                  <a:pt x="10800" y="7965"/>
                </a:lnTo>
                <a:lnTo>
                  <a:pt x="8910" y="7965"/>
                </a:lnTo>
                <a:lnTo>
                  <a:pt x="7020" y="7965"/>
                </a:lnTo>
                <a:lnTo>
                  <a:pt x="3240" y="8370"/>
                </a:lnTo>
                <a:lnTo>
                  <a:pt x="1080" y="675"/>
                </a:lnTo>
                <a:lnTo>
                  <a:pt x="4725" y="270"/>
                </a:lnTo>
                <a:lnTo>
                  <a:pt x="8775" y="0"/>
                </a:lnTo>
                <a:lnTo>
                  <a:pt x="12285" y="0"/>
                </a:lnTo>
                <a:lnTo>
                  <a:pt x="15930" y="270"/>
                </a:lnTo>
                <a:lnTo>
                  <a:pt x="19170" y="810"/>
                </a:lnTo>
                <a:lnTo>
                  <a:pt x="22545" y="1485"/>
                </a:lnTo>
                <a:lnTo>
                  <a:pt x="25785" y="2430"/>
                </a:lnTo>
                <a:lnTo>
                  <a:pt x="28755" y="3645"/>
                </a:lnTo>
                <a:lnTo>
                  <a:pt x="31455" y="5130"/>
                </a:lnTo>
                <a:lnTo>
                  <a:pt x="34155" y="6750"/>
                </a:lnTo>
                <a:lnTo>
                  <a:pt x="36585" y="8505"/>
                </a:lnTo>
                <a:lnTo>
                  <a:pt x="38745" y="10665"/>
                </a:lnTo>
                <a:lnTo>
                  <a:pt x="40770" y="12825"/>
                </a:lnTo>
                <a:lnTo>
                  <a:pt x="41580" y="14040"/>
                </a:lnTo>
                <a:lnTo>
                  <a:pt x="42525" y="15390"/>
                </a:lnTo>
                <a:lnTo>
                  <a:pt x="43875" y="17820"/>
                </a:lnTo>
                <a:lnTo>
                  <a:pt x="45090" y="20520"/>
                </a:lnTo>
                <a:lnTo>
                  <a:pt x="45765" y="22275"/>
                </a:lnTo>
                <a:lnTo>
                  <a:pt x="46170" y="23895"/>
                </a:lnTo>
                <a:lnTo>
                  <a:pt x="46575" y="25920"/>
                </a:lnTo>
                <a:lnTo>
                  <a:pt x="46845" y="27540"/>
                </a:lnTo>
                <a:lnTo>
                  <a:pt x="47115" y="29565"/>
                </a:lnTo>
                <a:lnTo>
                  <a:pt x="47115" y="31320"/>
                </a:lnTo>
                <a:lnTo>
                  <a:pt x="47115" y="33345"/>
                </a:lnTo>
                <a:lnTo>
                  <a:pt x="46845" y="35100"/>
                </a:lnTo>
                <a:lnTo>
                  <a:pt x="46575" y="37125"/>
                </a:lnTo>
                <a:lnTo>
                  <a:pt x="46170" y="38880"/>
                </a:lnTo>
                <a:lnTo>
                  <a:pt x="45630" y="40905"/>
                </a:lnTo>
                <a:lnTo>
                  <a:pt x="45090" y="42660"/>
                </a:lnTo>
                <a:lnTo>
                  <a:pt x="44415" y="44280"/>
                </a:lnTo>
                <a:lnTo>
                  <a:pt x="43470" y="46305"/>
                </a:lnTo>
                <a:lnTo>
                  <a:pt x="42660" y="47925"/>
                </a:lnTo>
                <a:lnTo>
                  <a:pt x="41580" y="49545"/>
                </a:lnTo>
                <a:lnTo>
                  <a:pt x="40500" y="51165"/>
                </a:lnTo>
                <a:lnTo>
                  <a:pt x="39285" y="52785"/>
                </a:lnTo>
                <a:lnTo>
                  <a:pt x="37935" y="54270"/>
                </a:lnTo>
                <a:lnTo>
                  <a:pt x="36720" y="55620"/>
                </a:lnTo>
                <a:lnTo>
                  <a:pt x="35235" y="56970"/>
                </a:lnTo>
                <a:lnTo>
                  <a:pt x="33750" y="58185"/>
                </a:lnTo>
                <a:lnTo>
                  <a:pt x="31995" y="59535"/>
                </a:lnTo>
                <a:lnTo>
                  <a:pt x="30510" y="60615"/>
                </a:lnTo>
                <a:lnTo>
                  <a:pt x="28620" y="61830"/>
                </a:lnTo>
                <a:lnTo>
                  <a:pt x="26865" y="62775"/>
                </a:lnTo>
                <a:lnTo>
                  <a:pt x="24975" y="63720"/>
                </a:lnTo>
                <a:lnTo>
                  <a:pt x="23085" y="64665"/>
                </a:lnTo>
                <a:lnTo>
                  <a:pt x="21060" y="65475"/>
                </a:lnTo>
                <a:lnTo>
                  <a:pt x="19035" y="66150"/>
                </a:lnTo>
                <a:lnTo>
                  <a:pt x="16875" y="66825"/>
                </a:lnTo>
                <a:lnTo>
                  <a:pt x="14850" y="67365"/>
                </a:lnTo>
                <a:lnTo>
                  <a:pt x="34560" y="86940"/>
                </a:lnTo>
                <a:close/>
              </a:path>
            </a:pathLst>
          </a:custGeom>
          <a:solidFill>
            <a:srgbClr val="000000"/>
          </a:solidFill>
          <a:ln>
            <a:noFill/>
          </a:ln>
        </p:spPr>
        <p:txBody>
          <a:bodyPr rtlCol="0" anchor="ctr"/>
          <a:lstStyle/>
          <a:p>
            <a:pPr algn="ctr"/>
          </a:p>
        </p:txBody>
      </p:sp>
      <p:sp>
        <p:nvSpPr>
          <p:cNvPr id="68" name="AN"/>
          <p:cNvSpPr txBox="1"/>
          <p:nvPr/>
        </p:nvSpPr>
        <p:spPr>
          <a:xfrm>
            <a:off x="8473440" y="469910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AN</a:t>
            </a:r>
          </a:p>
        </p:txBody>
      </p:sp>
      <p:sp>
        <p:nvSpPr>
          <p:cNvPr id="69" name="𐰣"/>
          <p:cNvSpPr/>
          <p:nvPr/>
        </p:nvSpPr>
        <p:spPr>
          <a:xfrm>
            <a:off x="8660282" y="4893183"/>
            <a:ext cx="495833" cy="740664"/>
          </a:xfrm>
          <a:custGeom>
            <a:avLst/>
            <a:gdLst/>
            <a:ahLst/>
            <a:cxnLst/>
            <a:rect l="l" t="t" r="r" b="b"/>
            <a:pathLst>
              <a:path w="65070" h="97200" stroke="0">
                <a:moveTo>
                  <a:pt x="810" y="11880"/>
                </a:moveTo>
                <a:lnTo>
                  <a:pt x="1755" y="10395"/>
                </a:lnTo>
                <a:lnTo>
                  <a:pt x="2970" y="8775"/>
                </a:lnTo>
                <a:lnTo>
                  <a:pt x="4185" y="7425"/>
                </a:lnTo>
                <a:lnTo>
                  <a:pt x="5535" y="6345"/>
                </a:lnTo>
                <a:lnTo>
                  <a:pt x="7290" y="4995"/>
                </a:lnTo>
                <a:lnTo>
                  <a:pt x="9045" y="4050"/>
                </a:lnTo>
                <a:lnTo>
                  <a:pt x="11205" y="2970"/>
                </a:lnTo>
                <a:lnTo>
                  <a:pt x="13365" y="2160"/>
                </a:lnTo>
                <a:lnTo>
                  <a:pt x="15660" y="1485"/>
                </a:lnTo>
                <a:lnTo>
                  <a:pt x="18225" y="945"/>
                </a:lnTo>
                <a:lnTo>
                  <a:pt x="20655" y="540"/>
                </a:lnTo>
                <a:lnTo>
                  <a:pt x="23355" y="135"/>
                </a:lnTo>
                <a:lnTo>
                  <a:pt x="26055" y="0"/>
                </a:lnTo>
                <a:lnTo>
                  <a:pt x="28890" y="0"/>
                </a:lnTo>
                <a:lnTo>
                  <a:pt x="31455" y="135"/>
                </a:lnTo>
                <a:lnTo>
                  <a:pt x="33615" y="405"/>
                </a:lnTo>
                <a:lnTo>
                  <a:pt x="35775" y="810"/>
                </a:lnTo>
                <a:lnTo>
                  <a:pt x="37800" y="1350"/>
                </a:lnTo>
                <a:lnTo>
                  <a:pt x="39690" y="2025"/>
                </a:lnTo>
                <a:lnTo>
                  <a:pt x="41580" y="2700"/>
                </a:lnTo>
                <a:lnTo>
                  <a:pt x="43470" y="3645"/>
                </a:lnTo>
                <a:lnTo>
                  <a:pt x="45090" y="4455"/>
                </a:lnTo>
                <a:lnTo>
                  <a:pt x="46845" y="5670"/>
                </a:lnTo>
                <a:lnTo>
                  <a:pt x="48465" y="6750"/>
                </a:lnTo>
                <a:lnTo>
                  <a:pt x="50085" y="8235"/>
                </a:lnTo>
                <a:lnTo>
                  <a:pt x="51570" y="9585"/>
                </a:lnTo>
                <a:lnTo>
                  <a:pt x="53055" y="11205"/>
                </a:lnTo>
                <a:lnTo>
                  <a:pt x="54405" y="12825"/>
                </a:lnTo>
                <a:lnTo>
                  <a:pt x="55755" y="14715"/>
                </a:lnTo>
                <a:lnTo>
                  <a:pt x="56970" y="16470"/>
                </a:lnTo>
                <a:lnTo>
                  <a:pt x="58185" y="18630"/>
                </a:lnTo>
                <a:lnTo>
                  <a:pt x="59265" y="20790"/>
                </a:lnTo>
                <a:lnTo>
                  <a:pt x="60345" y="23220"/>
                </a:lnTo>
                <a:lnTo>
                  <a:pt x="61290" y="25515"/>
                </a:lnTo>
                <a:lnTo>
                  <a:pt x="62100" y="28215"/>
                </a:lnTo>
                <a:lnTo>
                  <a:pt x="62910" y="30915"/>
                </a:lnTo>
                <a:lnTo>
                  <a:pt x="63585" y="33750"/>
                </a:lnTo>
                <a:lnTo>
                  <a:pt x="64125" y="36585"/>
                </a:lnTo>
                <a:lnTo>
                  <a:pt x="64530" y="39420"/>
                </a:lnTo>
                <a:lnTo>
                  <a:pt x="64800" y="42255"/>
                </a:lnTo>
                <a:lnTo>
                  <a:pt x="65070" y="45225"/>
                </a:lnTo>
                <a:lnTo>
                  <a:pt x="65070" y="48060"/>
                </a:lnTo>
                <a:lnTo>
                  <a:pt x="65070" y="51030"/>
                </a:lnTo>
                <a:lnTo>
                  <a:pt x="64935" y="54000"/>
                </a:lnTo>
                <a:lnTo>
                  <a:pt x="64665" y="56835"/>
                </a:lnTo>
                <a:lnTo>
                  <a:pt x="64260" y="59670"/>
                </a:lnTo>
                <a:lnTo>
                  <a:pt x="63720" y="62505"/>
                </a:lnTo>
                <a:lnTo>
                  <a:pt x="63180" y="65340"/>
                </a:lnTo>
                <a:lnTo>
                  <a:pt x="62505" y="67770"/>
                </a:lnTo>
                <a:lnTo>
                  <a:pt x="61695" y="70470"/>
                </a:lnTo>
                <a:lnTo>
                  <a:pt x="60750" y="72765"/>
                </a:lnTo>
                <a:lnTo>
                  <a:pt x="59805" y="75330"/>
                </a:lnTo>
                <a:lnTo>
                  <a:pt x="58725" y="77490"/>
                </a:lnTo>
                <a:lnTo>
                  <a:pt x="57510" y="79650"/>
                </a:lnTo>
                <a:lnTo>
                  <a:pt x="56295" y="81675"/>
                </a:lnTo>
                <a:lnTo>
                  <a:pt x="54945" y="83700"/>
                </a:lnTo>
                <a:lnTo>
                  <a:pt x="53595" y="85320"/>
                </a:lnTo>
                <a:lnTo>
                  <a:pt x="51975" y="87075"/>
                </a:lnTo>
                <a:lnTo>
                  <a:pt x="50490" y="88695"/>
                </a:lnTo>
                <a:lnTo>
                  <a:pt x="48870" y="90045"/>
                </a:lnTo>
                <a:lnTo>
                  <a:pt x="47115" y="91395"/>
                </a:lnTo>
                <a:lnTo>
                  <a:pt x="45360" y="92475"/>
                </a:lnTo>
                <a:lnTo>
                  <a:pt x="43470" y="93555"/>
                </a:lnTo>
                <a:lnTo>
                  <a:pt x="40635" y="94905"/>
                </a:lnTo>
                <a:lnTo>
                  <a:pt x="37800" y="95850"/>
                </a:lnTo>
                <a:lnTo>
                  <a:pt x="34695" y="96660"/>
                </a:lnTo>
                <a:lnTo>
                  <a:pt x="31455" y="97065"/>
                </a:lnTo>
                <a:lnTo>
                  <a:pt x="28080" y="97200"/>
                </a:lnTo>
                <a:lnTo>
                  <a:pt x="23895" y="97065"/>
                </a:lnTo>
                <a:lnTo>
                  <a:pt x="20250" y="96660"/>
                </a:lnTo>
                <a:lnTo>
                  <a:pt x="16740" y="95985"/>
                </a:lnTo>
                <a:lnTo>
                  <a:pt x="13770" y="95175"/>
                </a:lnTo>
                <a:lnTo>
                  <a:pt x="12015" y="94500"/>
                </a:lnTo>
                <a:lnTo>
                  <a:pt x="10800" y="93960"/>
                </a:lnTo>
                <a:lnTo>
                  <a:pt x="8235" y="92745"/>
                </a:lnTo>
                <a:lnTo>
                  <a:pt x="7020" y="91935"/>
                </a:lnTo>
                <a:lnTo>
                  <a:pt x="5940" y="91125"/>
                </a:lnTo>
                <a:lnTo>
                  <a:pt x="4860" y="90315"/>
                </a:lnTo>
                <a:lnTo>
                  <a:pt x="3915" y="89505"/>
                </a:lnTo>
                <a:lnTo>
                  <a:pt x="2430" y="87750"/>
                </a:lnTo>
                <a:lnTo>
                  <a:pt x="1620" y="86670"/>
                </a:lnTo>
                <a:lnTo>
                  <a:pt x="1080" y="85725"/>
                </a:lnTo>
                <a:lnTo>
                  <a:pt x="405" y="84510"/>
                </a:lnTo>
                <a:lnTo>
                  <a:pt x="0" y="83430"/>
                </a:lnTo>
                <a:lnTo>
                  <a:pt x="11745" y="81270"/>
                </a:lnTo>
                <a:lnTo>
                  <a:pt x="12150" y="82215"/>
                </a:lnTo>
                <a:lnTo>
                  <a:pt x="12690" y="83160"/>
                </a:lnTo>
                <a:lnTo>
                  <a:pt x="13230" y="83835"/>
                </a:lnTo>
                <a:lnTo>
                  <a:pt x="14040" y="84645"/>
                </a:lnTo>
                <a:lnTo>
                  <a:pt x="14715" y="85320"/>
                </a:lnTo>
                <a:lnTo>
                  <a:pt x="15525" y="85995"/>
                </a:lnTo>
                <a:lnTo>
                  <a:pt x="16605" y="86535"/>
                </a:lnTo>
                <a:lnTo>
                  <a:pt x="17685" y="87075"/>
                </a:lnTo>
                <a:lnTo>
                  <a:pt x="18900" y="87480"/>
                </a:lnTo>
                <a:lnTo>
                  <a:pt x="20385" y="87885"/>
                </a:lnTo>
                <a:lnTo>
                  <a:pt x="23085" y="88425"/>
                </a:lnTo>
                <a:lnTo>
                  <a:pt x="24840" y="88560"/>
                </a:lnTo>
                <a:lnTo>
                  <a:pt x="26595" y="88695"/>
                </a:lnTo>
                <a:lnTo>
                  <a:pt x="28350" y="88695"/>
                </a:lnTo>
                <a:lnTo>
                  <a:pt x="29700" y="88695"/>
                </a:lnTo>
                <a:lnTo>
                  <a:pt x="31725" y="88425"/>
                </a:lnTo>
                <a:lnTo>
                  <a:pt x="33615" y="87885"/>
                </a:lnTo>
                <a:lnTo>
                  <a:pt x="35505" y="87075"/>
                </a:lnTo>
                <a:lnTo>
                  <a:pt x="37395" y="86130"/>
                </a:lnTo>
                <a:lnTo>
                  <a:pt x="39150" y="84915"/>
                </a:lnTo>
                <a:lnTo>
                  <a:pt x="40770" y="83565"/>
                </a:lnTo>
                <a:lnTo>
                  <a:pt x="42525" y="81810"/>
                </a:lnTo>
                <a:lnTo>
                  <a:pt x="44010" y="79920"/>
                </a:lnTo>
                <a:lnTo>
                  <a:pt x="45765" y="77355"/>
                </a:lnTo>
                <a:lnTo>
                  <a:pt x="46710" y="75870"/>
                </a:lnTo>
                <a:lnTo>
                  <a:pt x="47520" y="74250"/>
                </a:lnTo>
                <a:lnTo>
                  <a:pt x="48870" y="71145"/>
                </a:lnTo>
                <a:lnTo>
                  <a:pt x="50220" y="67500"/>
                </a:lnTo>
                <a:lnTo>
                  <a:pt x="51165" y="63855"/>
                </a:lnTo>
                <a:lnTo>
                  <a:pt x="51975" y="59940"/>
                </a:lnTo>
                <a:lnTo>
                  <a:pt x="52515" y="55890"/>
                </a:lnTo>
                <a:lnTo>
                  <a:pt x="52920" y="51705"/>
                </a:lnTo>
                <a:lnTo>
                  <a:pt x="52920" y="47520"/>
                </a:lnTo>
                <a:lnTo>
                  <a:pt x="52785" y="43335"/>
                </a:lnTo>
                <a:lnTo>
                  <a:pt x="52245" y="39285"/>
                </a:lnTo>
                <a:lnTo>
                  <a:pt x="51705" y="35505"/>
                </a:lnTo>
                <a:lnTo>
                  <a:pt x="50760" y="31590"/>
                </a:lnTo>
                <a:lnTo>
                  <a:pt x="49680" y="28080"/>
                </a:lnTo>
                <a:lnTo>
                  <a:pt x="48330" y="24570"/>
                </a:lnTo>
                <a:lnTo>
                  <a:pt x="46710" y="21600"/>
                </a:lnTo>
                <a:lnTo>
                  <a:pt x="45225" y="19035"/>
                </a:lnTo>
                <a:lnTo>
                  <a:pt x="43605" y="16605"/>
                </a:lnTo>
                <a:lnTo>
                  <a:pt x="41715" y="14580"/>
                </a:lnTo>
                <a:lnTo>
                  <a:pt x="39825" y="12825"/>
                </a:lnTo>
                <a:lnTo>
                  <a:pt x="37800" y="11340"/>
                </a:lnTo>
                <a:lnTo>
                  <a:pt x="36855" y="10800"/>
                </a:lnTo>
                <a:lnTo>
                  <a:pt x="35640" y="10125"/>
                </a:lnTo>
                <a:lnTo>
                  <a:pt x="33615" y="9315"/>
                </a:lnTo>
                <a:lnTo>
                  <a:pt x="32400" y="8910"/>
                </a:lnTo>
                <a:lnTo>
                  <a:pt x="31320" y="8775"/>
                </a:lnTo>
                <a:lnTo>
                  <a:pt x="29835" y="8505"/>
                </a:lnTo>
                <a:lnTo>
                  <a:pt x="28485" y="8505"/>
                </a:lnTo>
                <a:lnTo>
                  <a:pt x="26595" y="8505"/>
                </a:lnTo>
                <a:lnTo>
                  <a:pt x="24435" y="8640"/>
                </a:lnTo>
                <a:lnTo>
                  <a:pt x="22815" y="8775"/>
                </a:lnTo>
                <a:lnTo>
                  <a:pt x="21195" y="9180"/>
                </a:lnTo>
                <a:lnTo>
                  <a:pt x="19710" y="9450"/>
                </a:lnTo>
                <a:lnTo>
                  <a:pt x="18225" y="9990"/>
                </a:lnTo>
                <a:lnTo>
                  <a:pt x="17010" y="10530"/>
                </a:lnTo>
                <a:lnTo>
                  <a:pt x="15930" y="11070"/>
                </a:lnTo>
                <a:lnTo>
                  <a:pt x="14985" y="11610"/>
                </a:lnTo>
                <a:lnTo>
                  <a:pt x="14175" y="12285"/>
                </a:lnTo>
                <a:lnTo>
                  <a:pt x="13365" y="13095"/>
                </a:lnTo>
                <a:lnTo>
                  <a:pt x="12690" y="14040"/>
                </a:lnTo>
                <a:lnTo>
                  <a:pt x="12150" y="14985"/>
                </a:lnTo>
                <a:lnTo>
                  <a:pt x="11745" y="15930"/>
                </a:lnTo>
                <a:lnTo>
                  <a:pt x="0" y="13770"/>
                </a:lnTo>
                <a:close/>
              </a:path>
            </a:pathLst>
          </a:custGeom>
          <a:solidFill>
            <a:srgbClr val="000000"/>
          </a:solidFill>
          <a:ln>
            <a:noFill/>
          </a:ln>
        </p:spPr>
        <p:txBody>
          <a:bodyPr rtlCol="0" anchor="ctr"/>
          <a:lstStyle/>
          <a:p>
            <a:pPr algn="ctr"/>
          </a:p>
        </p:txBody>
      </p:sp>
      <p:sp>
        <p:nvSpPr>
          <p:cNvPr id="70" name="𐰣"/>
          <p:cNvSpPr/>
          <p:nvPr/>
        </p:nvSpPr>
        <p:spPr>
          <a:xfrm>
            <a:off x="9436360" y="5088636"/>
            <a:ext cx="437198" cy="545211"/>
          </a:xfrm>
          <a:custGeom>
            <a:avLst/>
            <a:gdLst/>
            <a:ahLst/>
            <a:cxnLst/>
            <a:rect l="l" t="t" r="r" b="b"/>
            <a:pathLst>
              <a:path w="57375" h="71550" stroke="0">
                <a:moveTo>
                  <a:pt x="1080" y="10125"/>
                </a:moveTo>
                <a:lnTo>
                  <a:pt x="2295" y="8640"/>
                </a:lnTo>
                <a:lnTo>
                  <a:pt x="3240" y="7560"/>
                </a:lnTo>
                <a:lnTo>
                  <a:pt x="4590" y="6480"/>
                </a:lnTo>
                <a:lnTo>
                  <a:pt x="5805" y="5535"/>
                </a:lnTo>
                <a:lnTo>
                  <a:pt x="7290" y="4455"/>
                </a:lnTo>
                <a:lnTo>
                  <a:pt x="8505" y="3780"/>
                </a:lnTo>
                <a:lnTo>
                  <a:pt x="10260" y="2970"/>
                </a:lnTo>
                <a:lnTo>
                  <a:pt x="11880" y="2295"/>
                </a:lnTo>
                <a:lnTo>
                  <a:pt x="13635" y="1620"/>
                </a:lnTo>
                <a:lnTo>
                  <a:pt x="15525" y="1080"/>
                </a:lnTo>
                <a:lnTo>
                  <a:pt x="17415" y="675"/>
                </a:lnTo>
                <a:lnTo>
                  <a:pt x="19305" y="405"/>
                </a:lnTo>
                <a:lnTo>
                  <a:pt x="21600" y="135"/>
                </a:lnTo>
                <a:lnTo>
                  <a:pt x="23760" y="0"/>
                </a:lnTo>
                <a:lnTo>
                  <a:pt x="25920" y="0"/>
                </a:lnTo>
                <a:lnTo>
                  <a:pt x="27675" y="0"/>
                </a:lnTo>
                <a:lnTo>
                  <a:pt x="29430" y="135"/>
                </a:lnTo>
                <a:lnTo>
                  <a:pt x="31050" y="405"/>
                </a:lnTo>
                <a:lnTo>
                  <a:pt x="32940" y="675"/>
                </a:lnTo>
                <a:lnTo>
                  <a:pt x="34560" y="1080"/>
                </a:lnTo>
                <a:lnTo>
                  <a:pt x="36315" y="1620"/>
                </a:lnTo>
                <a:lnTo>
                  <a:pt x="37935" y="2160"/>
                </a:lnTo>
                <a:lnTo>
                  <a:pt x="39420" y="2835"/>
                </a:lnTo>
                <a:lnTo>
                  <a:pt x="40905" y="3645"/>
                </a:lnTo>
                <a:lnTo>
                  <a:pt x="42390" y="4455"/>
                </a:lnTo>
                <a:lnTo>
                  <a:pt x="43605" y="5400"/>
                </a:lnTo>
                <a:lnTo>
                  <a:pt x="45090" y="6480"/>
                </a:lnTo>
                <a:lnTo>
                  <a:pt x="46305" y="7560"/>
                </a:lnTo>
                <a:lnTo>
                  <a:pt x="47520" y="8775"/>
                </a:lnTo>
                <a:lnTo>
                  <a:pt x="48600" y="9855"/>
                </a:lnTo>
                <a:lnTo>
                  <a:pt x="49680" y="11205"/>
                </a:lnTo>
                <a:lnTo>
                  <a:pt x="50760" y="12555"/>
                </a:lnTo>
                <a:lnTo>
                  <a:pt x="51705" y="14040"/>
                </a:lnTo>
                <a:lnTo>
                  <a:pt x="52515" y="15660"/>
                </a:lnTo>
                <a:lnTo>
                  <a:pt x="53460" y="17415"/>
                </a:lnTo>
                <a:lnTo>
                  <a:pt x="54135" y="19035"/>
                </a:lnTo>
                <a:lnTo>
                  <a:pt x="54945" y="20925"/>
                </a:lnTo>
                <a:lnTo>
                  <a:pt x="55485" y="22815"/>
                </a:lnTo>
                <a:lnTo>
                  <a:pt x="56025" y="24840"/>
                </a:lnTo>
                <a:lnTo>
                  <a:pt x="56565" y="26865"/>
                </a:lnTo>
                <a:lnTo>
                  <a:pt x="56835" y="28890"/>
                </a:lnTo>
                <a:lnTo>
                  <a:pt x="57105" y="31050"/>
                </a:lnTo>
                <a:lnTo>
                  <a:pt x="57240" y="33075"/>
                </a:lnTo>
                <a:lnTo>
                  <a:pt x="57375" y="35235"/>
                </a:lnTo>
                <a:lnTo>
                  <a:pt x="57375" y="37260"/>
                </a:lnTo>
                <a:lnTo>
                  <a:pt x="57240" y="39420"/>
                </a:lnTo>
                <a:lnTo>
                  <a:pt x="56970" y="41445"/>
                </a:lnTo>
                <a:lnTo>
                  <a:pt x="56700" y="43470"/>
                </a:lnTo>
                <a:lnTo>
                  <a:pt x="56295" y="45495"/>
                </a:lnTo>
                <a:lnTo>
                  <a:pt x="55890" y="47250"/>
                </a:lnTo>
                <a:lnTo>
                  <a:pt x="55350" y="49275"/>
                </a:lnTo>
                <a:lnTo>
                  <a:pt x="54675" y="51165"/>
                </a:lnTo>
                <a:lnTo>
                  <a:pt x="54000" y="52785"/>
                </a:lnTo>
                <a:lnTo>
                  <a:pt x="53190" y="54675"/>
                </a:lnTo>
                <a:lnTo>
                  <a:pt x="52380" y="56160"/>
                </a:lnTo>
                <a:lnTo>
                  <a:pt x="51435" y="57780"/>
                </a:lnTo>
                <a:lnTo>
                  <a:pt x="50490" y="59265"/>
                </a:lnTo>
                <a:lnTo>
                  <a:pt x="49410" y="60615"/>
                </a:lnTo>
                <a:lnTo>
                  <a:pt x="48330" y="61965"/>
                </a:lnTo>
                <a:lnTo>
                  <a:pt x="47115" y="63315"/>
                </a:lnTo>
                <a:lnTo>
                  <a:pt x="45765" y="64530"/>
                </a:lnTo>
                <a:lnTo>
                  <a:pt x="44415" y="65610"/>
                </a:lnTo>
                <a:lnTo>
                  <a:pt x="43065" y="66555"/>
                </a:lnTo>
                <a:lnTo>
                  <a:pt x="40635" y="68040"/>
                </a:lnTo>
                <a:lnTo>
                  <a:pt x="38205" y="69255"/>
                </a:lnTo>
                <a:lnTo>
                  <a:pt x="35640" y="70200"/>
                </a:lnTo>
                <a:lnTo>
                  <a:pt x="32805" y="70875"/>
                </a:lnTo>
                <a:lnTo>
                  <a:pt x="29970" y="71415"/>
                </a:lnTo>
                <a:lnTo>
                  <a:pt x="27135" y="71550"/>
                </a:lnTo>
                <a:lnTo>
                  <a:pt x="23760" y="71550"/>
                </a:lnTo>
                <a:lnTo>
                  <a:pt x="20250" y="71280"/>
                </a:lnTo>
                <a:lnTo>
                  <a:pt x="17010" y="70740"/>
                </a:lnTo>
                <a:lnTo>
                  <a:pt x="14310" y="70065"/>
                </a:lnTo>
                <a:lnTo>
                  <a:pt x="11610" y="69255"/>
                </a:lnTo>
                <a:lnTo>
                  <a:pt x="9315" y="68175"/>
                </a:lnTo>
                <a:lnTo>
                  <a:pt x="6885" y="66825"/>
                </a:lnTo>
                <a:lnTo>
                  <a:pt x="4995" y="65475"/>
                </a:lnTo>
                <a:lnTo>
                  <a:pt x="3915" y="64530"/>
                </a:lnTo>
                <a:lnTo>
                  <a:pt x="2970" y="63585"/>
                </a:lnTo>
                <a:lnTo>
                  <a:pt x="1350" y="61830"/>
                </a:lnTo>
                <a:lnTo>
                  <a:pt x="0" y="59940"/>
                </a:lnTo>
                <a:lnTo>
                  <a:pt x="10125" y="56970"/>
                </a:lnTo>
                <a:lnTo>
                  <a:pt x="10935" y="58050"/>
                </a:lnTo>
                <a:lnTo>
                  <a:pt x="12015" y="59265"/>
                </a:lnTo>
                <a:lnTo>
                  <a:pt x="12960" y="60345"/>
                </a:lnTo>
                <a:lnTo>
                  <a:pt x="14310" y="61290"/>
                </a:lnTo>
                <a:lnTo>
                  <a:pt x="15660" y="62100"/>
                </a:lnTo>
                <a:lnTo>
                  <a:pt x="17010" y="62775"/>
                </a:lnTo>
                <a:lnTo>
                  <a:pt x="18495" y="63315"/>
                </a:lnTo>
                <a:lnTo>
                  <a:pt x="20115" y="63585"/>
                </a:lnTo>
                <a:lnTo>
                  <a:pt x="22005" y="63990"/>
                </a:lnTo>
                <a:lnTo>
                  <a:pt x="24165" y="64125"/>
                </a:lnTo>
                <a:lnTo>
                  <a:pt x="26460" y="64125"/>
                </a:lnTo>
                <a:lnTo>
                  <a:pt x="28215" y="63990"/>
                </a:lnTo>
                <a:lnTo>
                  <a:pt x="29970" y="63720"/>
                </a:lnTo>
                <a:lnTo>
                  <a:pt x="31455" y="63315"/>
                </a:lnTo>
                <a:lnTo>
                  <a:pt x="33075" y="62640"/>
                </a:lnTo>
                <a:lnTo>
                  <a:pt x="34425" y="61830"/>
                </a:lnTo>
                <a:lnTo>
                  <a:pt x="35775" y="61020"/>
                </a:lnTo>
                <a:lnTo>
                  <a:pt x="36990" y="59940"/>
                </a:lnTo>
                <a:lnTo>
                  <a:pt x="38205" y="58860"/>
                </a:lnTo>
                <a:lnTo>
                  <a:pt x="39420" y="57510"/>
                </a:lnTo>
                <a:lnTo>
                  <a:pt x="40365" y="56295"/>
                </a:lnTo>
                <a:lnTo>
                  <a:pt x="41445" y="54675"/>
                </a:lnTo>
                <a:lnTo>
                  <a:pt x="42390" y="53055"/>
                </a:lnTo>
                <a:lnTo>
                  <a:pt x="43200" y="51300"/>
                </a:lnTo>
                <a:lnTo>
                  <a:pt x="44010" y="49410"/>
                </a:lnTo>
                <a:lnTo>
                  <a:pt x="44550" y="47520"/>
                </a:lnTo>
                <a:lnTo>
                  <a:pt x="45090" y="45495"/>
                </a:lnTo>
                <a:lnTo>
                  <a:pt x="45630" y="43470"/>
                </a:lnTo>
                <a:lnTo>
                  <a:pt x="45900" y="41310"/>
                </a:lnTo>
                <a:lnTo>
                  <a:pt x="46170" y="39285"/>
                </a:lnTo>
                <a:lnTo>
                  <a:pt x="46305" y="37125"/>
                </a:lnTo>
                <a:lnTo>
                  <a:pt x="46305" y="34965"/>
                </a:lnTo>
                <a:lnTo>
                  <a:pt x="46170" y="32805"/>
                </a:lnTo>
                <a:lnTo>
                  <a:pt x="46035" y="30780"/>
                </a:lnTo>
                <a:lnTo>
                  <a:pt x="45630" y="28620"/>
                </a:lnTo>
                <a:lnTo>
                  <a:pt x="45225" y="26595"/>
                </a:lnTo>
                <a:lnTo>
                  <a:pt x="44685" y="24570"/>
                </a:lnTo>
                <a:lnTo>
                  <a:pt x="44145" y="22680"/>
                </a:lnTo>
                <a:lnTo>
                  <a:pt x="43335" y="20790"/>
                </a:lnTo>
                <a:lnTo>
                  <a:pt x="42660" y="19170"/>
                </a:lnTo>
                <a:lnTo>
                  <a:pt x="41715" y="17550"/>
                </a:lnTo>
                <a:lnTo>
                  <a:pt x="40770" y="15930"/>
                </a:lnTo>
                <a:lnTo>
                  <a:pt x="39825" y="14580"/>
                </a:lnTo>
                <a:lnTo>
                  <a:pt x="38745" y="13230"/>
                </a:lnTo>
                <a:lnTo>
                  <a:pt x="37530" y="12015"/>
                </a:lnTo>
                <a:lnTo>
                  <a:pt x="36180" y="10935"/>
                </a:lnTo>
                <a:lnTo>
                  <a:pt x="34965" y="9990"/>
                </a:lnTo>
                <a:lnTo>
                  <a:pt x="33615" y="9180"/>
                </a:lnTo>
                <a:lnTo>
                  <a:pt x="32265" y="8640"/>
                </a:lnTo>
                <a:lnTo>
                  <a:pt x="30645" y="8100"/>
                </a:lnTo>
                <a:lnTo>
                  <a:pt x="29025" y="7695"/>
                </a:lnTo>
                <a:lnTo>
                  <a:pt x="27405" y="7425"/>
                </a:lnTo>
                <a:lnTo>
                  <a:pt x="25650" y="7425"/>
                </a:lnTo>
                <a:lnTo>
                  <a:pt x="23220" y="7560"/>
                </a:lnTo>
                <a:lnTo>
                  <a:pt x="21195" y="7695"/>
                </a:lnTo>
                <a:lnTo>
                  <a:pt x="19575" y="8100"/>
                </a:lnTo>
                <a:lnTo>
                  <a:pt x="18090" y="8505"/>
                </a:lnTo>
                <a:lnTo>
                  <a:pt x="16605" y="9045"/>
                </a:lnTo>
                <a:lnTo>
                  <a:pt x="15255" y="9720"/>
                </a:lnTo>
                <a:lnTo>
                  <a:pt x="14040" y="10395"/>
                </a:lnTo>
                <a:lnTo>
                  <a:pt x="12960" y="11205"/>
                </a:lnTo>
                <a:lnTo>
                  <a:pt x="12015" y="12285"/>
                </a:lnTo>
                <a:lnTo>
                  <a:pt x="10935" y="13500"/>
                </a:lnTo>
                <a:lnTo>
                  <a:pt x="10125" y="14580"/>
                </a:lnTo>
                <a:lnTo>
                  <a:pt x="0" y="11745"/>
                </a:lnTo>
                <a:close/>
              </a:path>
            </a:pathLst>
          </a:custGeom>
          <a:solidFill>
            <a:srgbClr val="000000"/>
          </a:solidFill>
          <a:ln>
            <a:noFill/>
          </a:ln>
        </p:spPr>
        <p:txBody>
          <a:bodyPr rtlCol="0" anchor="ctr"/>
          <a:lstStyle/>
          <a:p>
            <a:pPr algn="ctr"/>
          </a:p>
        </p:txBody>
      </p:sp>
      <p:sp>
        <p:nvSpPr>
          <p:cNvPr id="71" name="AEN"/>
          <p:cNvSpPr txBox="1"/>
          <p:nvPr/>
        </p:nvSpPr>
        <p:spPr>
          <a:xfrm>
            <a:off x="1002792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AEN</a:t>
            </a:r>
          </a:p>
        </p:txBody>
      </p:sp>
      <p:sp>
        <p:nvSpPr>
          <p:cNvPr id="72" name="𐰤"/>
          <p:cNvSpPr/>
          <p:nvPr/>
        </p:nvSpPr>
        <p:spPr>
          <a:xfrm>
            <a:off x="10202418" y="4903470"/>
            <a:ext cx="534924" cy="720090"/>
          </a:xfrm>
          <a:custGeom>
            <a:avLst/>
            <a:gdLst/>
            <a:ahLst/>
            <a:cxnLst/>
            <a:rect l="l" t="t" r="r" b="b"/>
            <a:pathLst>
              <a:path w="70200" h="94500" stroke="0">
                <a:moveTo>
                  <a:pt x="2295" y="91260"/>
                </a:moveTo>
                <a:lnTo>
                  <a:pt x="3375" y="88830"/>
                </a:lnTo>
                <a:lnTo>
                  <a:pt x="4050" y="86670"/>
                </a:lnTo>
                <a:lnTo>
                  <a:pt x="4050" y="7830"/>
                </a:lnTo>
                <a:lnTo>
                  <a:pt x="3375" y="5670"/>
                </a:lnTo>
                <a:lnTo>
                  <a:pt x="2295" y="3240"/>
                </a:lnTo>
                <a:lnTo>
                  <a:pt x="0" y="2700"/>
                </a:lnTo>
                <a:lnTo>
                  <a:pt x="0" y="0"/>
                </a:lnTo>
                <a:lnTo>
                  <a:pt x="10125" y="0"/>
                </a:lnTo>
                <a:lnTo>
                  <a:pt x="16605" y="0"/>
                </a:lnTo>
                <a:lnTo>
                  <a:pt x="20250" y="0"/>
                </a:lnTo>
                <a:lnTo>
                  <a:pt x="20250" y="2700"/>
                </a:lnTo>
                <a:lnTo>
                  <a:pt x="18225" y="3105"/>
                </a:lnTo>
                <a:lnTo>
                  <a:pt x="54000" y="70740"/>
                </a:lnTo>
                <a:lnTo>
                  <a:pt x="54000" y="7830"/>
                </a:lnTo>
                <a:lnTo>
                  <a:pt x="53325" y="5670"/>
                </a:lnTo>
                <a:lnTo>
                  <a:pt x="52245" y="3240"/>
                </a:lnTo>
                <a:lnTo>
                  <a:pt x="49950" y="2700"/>
                </a:lnTo>
                <a:lnTo>
                  <a:pt x="49950" y="0"/>
                </a:lnTo>
                <a:lnTo>
                  <a:pt x="70200" y="0"/>
                </a:lnTo>
                <a:lnTo>
                  <a:pt x="70200" y="2700"/>
                </a:lnTo>
                <a:lnTo>
                  <a:pt x="67905" y="3240"/>
                </a:lnTo>
                <a:lnTo>
                  <a:pt x="66825" y="5670"/>
                </a:lnTo>
                <a:lnTo>
                  <a:pt x="66150" y="7830"/>
                </a:lnTo>
                <a:lnTo>
                  <a:pt x="66150" y="86670"/>
                </a:lnTo>
                <a:lnTo>
                  <a:pt x="66825" y="88830"/>
                </a:lnTo>
                <a:lnTo>
                  <a:pt x="67905" y="91260"/>
                </a:lnTo>
                <a:lnTo>
                  <a:pt x="70200" y="91800"/>
                </a:lnTo>
                <a:lnTo>
                  <a:pt x="70200" y="94500"/>
                </a:lnTo>
                <a:lnTo>
                  <a:pt x="60075" y="94500"/>
                </a:lnTo>
                <a:lnTo>
                  <a:pt x="53595" y="94500"/>
                </a:lnTo>
                <a:lnTo>
                  <a:pt x="49950" y="94500"/>
                </a:lnTo>
                <a:lnTo>
                  <a:pt x="49950" y="91800"/>
                </a:lnTo>
                <a:lnTo>
                  <a:pt x="51975" y="91395"/>
                </a:lnTo>
                <a:lnTo>
                  <a:pt x="16200" y="23760"/>
                </a:lnTo>
                <a:lnTo>
                  <a:pt x="16200" y="86670"/>
                </a:lnTo>
                <a:lnTo>
                  <a:pt x="16875" y="88830"/>
                </a:lnTo>
                <a:lnTo>
                  <a:pt x="17955" y="91260"/>
                </a:lnTo>
                <a:lnTo>
                  <a:pt x="20250" y="91800"/>
                </a:lnTo>
                <a:lnTo>
                  <a:pt x="20250" y="94500"/>
                </a:lnTo>
                <a:lnTo>
                  <a:pt x="0" y="94500"/>
                </a:lnTo>
                <a:lnTo>
                  <a:pt x="0" y="91800"/>
                </a:lnTo>
                <a:close/>
              </a:path>
            </a:pathLst>
          </a:custGeom>
          <a:solidFill>
            <a:srgbClr val="000000"/>
          </a:solidFill>
          <a:ln>
            <a:noFill/>
          </a:ln>
        </p:spPr>
        <p:txBody>
          <a:bodyPr rtlCol="0" anchor="ctr"/>
          <a:lstStyle/>
          <a:p>
            <a:pPr algn="ctr"/>
          </a:p>
        </p:txBody>
      </p:sp>
      <p:sp>
        <p:nvSpPr>
          <p:cNvPr id="73" name="𐰤"/>
          <p:cNvSpPr/>
          <p:nvPr/>
        </p:nvSpPr>
        <p:spPr>
          <a:xfrm>
            <a:off x="10991869" y="5098923"/>
            <a:ext cx="449542" cy="524637"/>
          </a:xfrm>
          <a:custGeom>
            <a:avLst/>
            <a:gdLst/>
            <a:ahLst/>
            <a:cxnLst/>
            <a:rect l="l" t="t" r="r" b="b"/>
            <a:pathLst>
              <a:path w="58995" h="68850" stroke="0">
                <a:moveTo>
                  <a:pt x="3375" y="63180"/>
                </a:moveTo>
                <a:lnTo>
                  <a:pt x="4050" y="61020"/>
                </a:lnTo>
                <a:lnTo>
                  <a:pt x="4050" y="24300"/>
                </a:lnTo>
                <a:lnTo>
                  <a:pt x="4050" y="22680"/>
                </a:lnTo>
                <a:lnTo>
                  <a:pt x="4320" y="20925"/>
                </a:lnTo>
                <a:lnTo>
                  <a:pt x="4455" y="19440"/>
                </a:lnTo>
                <a:lnTo>
                  <a:pt x="4860" y="17685"/>
                </a:lnTo>
                <a:lnTo>
                  <a:pt x="5400" y="16065"/>
                </a:lnTo>
                <a:lnTo>
                  <a:pt x="6075" y="14445"/>
                </a:lnTo>
                <a:lnTo>
                  <a:pt x="6615" y="13095"/>
                </a:lnTo>
                <a:lnTo>
                  <a:pt x="7560" y="11610"/>
                </a:lnTo>
                <a:lnTo>
                  <a:pt x="8370" y="10260"/>
                </a:lnTo>
                <a:lnTo>
                  <a:pt x="9450" y="9045"/>
                </a:lnTo>
                <a:lnTo>
                  <a:pt x="10800" y="7560"/>
                </a:lnTo>
                <a:lnTo>
                  <a:pt x="12420" y="6210"/>
                </a:lnTo>
                <a:lnTo>
                  <a:pt x="14310" y="4860"/>
                </a:lnTo>
                <a:lnTo>
                  <a:pt x="16065" y="3645"/>
                </a:lnTo>
                <a:lnTo>
                  <a:pt x="18225" y="2700"/>
                </a:lnTo>
                <a:lnTo>
                  <a:pt x="20250" y="1890"/>
                </a:lnTo>
                <a:lnTo>
                  <a:pt x="22545" y="1215"/>
                </a:lnTo>
                <a:lnTo>
                  <a:pt x="24705" y="675"/>
                </a:lnTo>
                <a:lnTo>
                  <a:pt x="26460" y="405"/>
                </a:lnTo>
                <a:lnTo>
                  <a:pt x="28485" y="270"/>
                </a:lnTo>
                <a:lnTo>
                  <a:pt x="30375" y="270"/>
                </a:lnTo>
                <a:lnTo>
                  <a:pt x="32400" y="270"/>
                </a:lnTo>
                <a:lnTo>
                  <a:pt x="34290" y="405"/>
                </a:lnTo>
                <a:lnTo>
                  <a:pt x="36180" y="810"/>
                </a:lnTo>
                <a:lnTo>
                  <a:pt x="38070" y="1215"/>
                </a:lnTo>
                <a:lnTo>
                  <a:pt x="39825" y="1755"/>
                </a:lnTo>
                <a:lnTo>
                  <a:pt x="39825" y="0"/>
                </a:lnTo>
                <a:lnTo>
                  <a:pt x="58995" y="0"/>
                </a:lnTo>
                <a:lnTo>
                  <a:pt x="58995" y="2700"/>
                </a:lnTo>
                <a:lnTo>
                  <a:pt x="56700" y="3240"/>
                </a:lnTo>
                <a:lnTo>
                  <a:pt x="55620" y="5670"/>
                </a:lnTo>
                <a:lnTo>
                  <a:pt x="54945" y="7830"/>
                </a:lnTo>
                <a:lnTo>
                  <a:pt x="54945" y="61020"/>
                </a:lnTo>
                <a:lnTo>
                  <a:pt x="55620" y="63180"/>
                </a:lnTo>
                <a:lnTo>
                  <a:pt x="56700" y="65610"/>
                </a:lnTo>
                <a:lnTo>
                  <a:pt x="58995" y="66150"/>
                </a:lnTo>
                <a:lnTo>
                  <a:pt x="58995" y="68850"/>
                </a:lnTo>
                <a:lnTo>
                  <a:pt x="39825" y="68850"/>
                </a:lnTo>
                <a:lnTo>
                  <a:pt x="39825" y="66150"/>
                </a:lnTo>
                <a:lnTo>
                  <a:pt x="42120" y="65610"/>
                </a:lnTo>
                <a:lnTo>
                  <a:pt x="43200" y="63180"/>
                </a:lnTo>
                <a:lnTo>
                  <a:pt x="43875" y="61020"/>
                </a:lnTo>
                <a:lnTo>
                  <a:pt x="43875" y="21600"/>
                </a:lnTo>
                <a:lnTo>
                  <a:pt x="43875" y="20520"/>
                </a:lnTo>
                <a:lnTo>
                  <a:pt x="43740" y="19305"/>
                </a:lnTo>
                <a:lnTo>
                  <a:pt x="43470" y="18090"/>
                </a:lnTo>
                <a:lnTo>
                  <a:pt x="43200" y="17010"/>
                </a:lnTo>
                <a:lnTo>
                  <a:pt x="42795" y="15930"/>
                </a:lnTo>
                <a:lnTo>
                  <a:pt x="42390" y="14985"/>
                </a:lnTo>
                <a:lnTo>
                  <a:pt x="41850" y="14040"/>
                </a:lnTo>
                <a:lnTo>
                  <a:pt x="41175" y="13095"/>
                </a:lnTo>
                <a:lnTo>
                  <a:pt x="40500" y="12420"/>
                </a:lnTo>
                <a:lnTo>
                  <a:pt x="39690" y="11610"/>
                </a:lnTo>
                <a:lnTo>
                  <a:pt x="38880" y="10935"/>
                </a:lnTo>
                <a:lnTo>
                  <a:pt x="38070" y="10260"/>
                </a:lnTo>
                <a:lnTo>
                  <a:pt x="37125" y="9720"/>
                </a:lnTo>
                <a:lnTo>
                  <a:pt x="35910" y="9180"/>
                </a:lnTo>
                <a:lnTo>
                  <a:pt x="34965" y="8910"/>
                </a:lnTo>
                <a:lnTo>
                  <a:pt x="33750" y="8505"/>
                </a:lnTo>
                <a:lnTo>
                  <a:pt x="32535" y="8370"/>
                </a:lnTo>
                <a:lnTo>
                  <a:pt x="31185" y="8235"/>
                </a:lnTo>
                <a:lnTo>
                  <a:pt x="29700" y="8235"/>
                </a:lnTo>
                <a:lnTo>
                  <a:pt x="28485" y="8235"/>
                </a:lnTo>
                <a:lnTo>
                  <a:pt x="27000" y="8505"/>
                </a:lnTo>
                <a:lnTo>
                  <a:pt x="25785" y="8775"/>
                </a:lnTo>
                <a:lnTo>
                  <a:pt x="24570" y="9315"/>
                </a:lnTo>
                <a:lnTo>
                  <a:pt x="23355" y="9855"/>
                </a:lnTo>
                <a:lnTo>
                  <a:pt x="22140" y="10530"/>
                </a:lnTo>
                <a:lnTo>
                  <a:pt x="20925" y="11205"/>
                </a:lnTo>
                <a:lnTo>
                  <a:pt x="19845" y="12150"/>
                </a:lnTo>
                <a:lnTo>
                  <a:pt x="19035" y="13095"/>
                </a:lnTo>
                <a:lnTo>
                  <a:pt x="18225" y="14040"/>
                </a:lnTo>
                <a:lnTo>
                  <a:pt x="17415" y="15120"/>
                </a:lnTo>
                <a:lnTo>
                  <a:pt x="16740" y="16335"/>
                </a:lnTo>
                <a:lnTo>
                  <a:pt x="16335" y="17415"/>
                </a:lnTo>
                <a:lnTo>
                  <a:pt x="15795" y="18900"/>
                </a:lnTo>
                <a:lnTo>
                  <a:pt x="15525" y="20250"/>
                </a:lnTo>
                <a:lnTo>
                  <a:pt x="15255" y="22140"/>
                </a:lnTo>
                <a:lnTo>
                  <a:pt x="15120" y="24030"/>
                </a:lnTo>
                <a:lnTo>
                  <a:pt x="15120" y="61020"/>
                </a:lnTo>
                <a:lnTo>
                  <a:pt x="15795" y="63180"/>
                </a:lnTo>
                <a:lnTo>
                  <a:pt x="16875" y="65610"/>
                </a:lnTo>
                <a:lnTo>
                  <a:pt x="19170" y="66150"/>
                </a:lnTo>
                <a:lnTo>
                  <a:pt x="19170" y="68850"/>
                </a:lnTo>
                <a:lnTo>
                  <a:pt x="0" y="68850"/>
                </a:lnTo>
                <a:lnTo>
                  <a:pt x="0" y="66150"/>
                </a:lnTo>
                <a:lnTo>
                  <a:pt x="2295" y="65610"/>
                </a:lnTo>
                <a:close/>
              </a:path>
            </a:pathLst>
          </a:custGeom>
          <a:solidFill>
            <a:srgbClr val="000000"/>
          </a:solidFill>
          <a:ln>
            <a:noFill/>
          </a:ln>
        </p:spPr>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Instrument Sans Medium"/>
              </a:rPr>
              <a:t>NEW ORKHON</a:t>
            </a:r>
          </a:p>
        </p:txBody>
      </p:sp>
      <p:sp>
        <p:nvSpPr>
          <p:cNvPr id="3" name="SERIF ALPHABET"/>
          <p:cNvSpPr txBox="1"/>
          <p:nvPr/>
        </p:nvSpPr>
        <p:spPr>
          <a:xfrm>
            <a:off x="10625328" y="348386"/>
            <a:ext cx="93878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000000"/>
                </a:solidFill>
                <a:latin typeface="JetBrains Mono"/>
              </a:rPr>
              <a:t>SERIF ALPHABET</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YENİ ORHUN</a:t>
            </a:r>
          </a:p>
        </p:txBody>
      </p:sp>
      <p:sp>
        <p:nvSpPr>
          <p:cNvPr id="5" name="13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000000"/>
                </a:solidFill>
                <a:latin typeface="JetBrains Mono"/>
              </a:rPr>
              <a:t>13 / 14</a:t>
            </a:r>
          </a:p>
        </p:txBody>
      </p:sp>
      <p:sp>
        <p:nvSpPr>
          <p:cNvPr id="6" name="Serif alphabet"/>
          <p:cNvSpPr txBox="1"/>
          <p:nvPr/>
        </p:nvSpPr>
        <p:spPr>
          <a:xfrm>
            <a:off x="624840" y="797814"/>
            <a:ext cx="4662754" cy="1028700"/>
          </a:xfrm>
          <a:prstGeom prst="rect">
            <a:avLst/>
          </a:prstGeom>
          <a:noFill/>
        </p:spPr>
        <p:txBody>
          <a:bodyPr wrap="none" tIns="0" bIns="0" lIns="0" rIns="0" anchor="t">
            <a:spAutoFit/>
          </a:bodyPr>
          <a:lstStyle/>
          <a:p>
            <a:pPr>
              <a:lnSpc>
                <a:spcPct val="100000"/>
              </a:lnSpc>
              <a:spcBef>
                <a:spcPts val="0"/>
              </a:spcBef>
              <a:spcAft>
                <a:spcPts val="0"/>
              </a:spcAft>
            </a:pPr>
            <a:r>
              <a:rPr sz="5400" kern="400000">
                <a:solidFill>
                  <a:srgbClr val="000000"/>
                </a:solidFill>
                <a:latin typeface="Instrument Sans"/>
              </a:rPr>
              <a:t>Serif alphabet</a:t>
            </a:r>
          </a:p>
        </p:txBody>
      </p:sp>
      <p:sp>
        <p:nvSpPr>
          <p:cNvPr id="7" name="42 encoded signs · capital / lowercase"/>
          <p:cNvSpPr txBox="1"/>
          <p:nvPr/>
        </p:nvSpPr>
        <p:spPr>
          <a:xfrm>
            <a:off x="670560" y="1689506"/>
            <a:ext cx="3188147" cy="274320"/>
          </a:xfrm>
          <a:prstGeom prst="rect">
            <a:avLst/>
          </a:prstGeom>
          <a:noFill/>
        </p:spPr>
        <p:txBody>
          <a:bodyPr wrap="none" tIns="0" bIns="0" lIns="0" rIns="0" anchor="t">
            <a:spAutoFit/>
          </a:bodyPr>
          <a:lstStyle/>
          <a:p>
            <a:pPr>
              <a:lnSpc>
                <a:spcPct val="100000"/>
              </a:lnSpc>
              <a:spcBef>
                <a:spcPts val="0"/>
              </a:spcBef>
              <a:spcAft>
                <a:spcPts val="0"/>
              </a:spcAft>
            </a:pPr>
            <a:r>
              <a:rPr sz="1439" kern="400000">
                <a:solidFill>
                  <a:srgbClr val="000000"/>
                </a:solidFill>
                <a:latin typeface="Instrument Sans"/>
              </a:rPr>
              <a:t>42 encoded signs · capital / lowercase</a:t>
            </a:r>
          </a:p>
        </p:txBody>
      </p:sp>
      <p:sp>
        <p:nvSpPr>
          <p:cNvPr id="8" name="02 / 02"/>
          <p:cNvSpPr txBox="1"/>
          <p:nvPr/>
        </p:nvSpPr>
        <p:spPr>
          <a:xfrm>
            <a:off x="10977372" y="1734769"/>
            <a:ext cx="595884" cy="194310"/>
          </a:xfrm>
          <a:prstGeom prst="rect">
            <a:avLst/>
          </a:prstGeom>
          <a:noFill/>
        </p:spPr>
        <p:txBody>
          <a:bodyPr wrap="none" tIns="0" bIns="0" lIns="0" rIns="0" anchor="t">
            <a:spAutoFit/>
          </a:bodyPr>
          <a:lstStyle/>
          <a:p>
            <a:pPr>
              <a:lnSpc>
                <a:spcPct val="100000"/>
              </a:lnSpc>
              <a:spcBef>
                <a:spcPts val="0"/>
              </a:spcBef>
              <a:spcAft>
                <a:spcPts val="0"/>
              </a:spcAft>
            </a:pPr>
            <a:r>
              <a:rPr sz="1019" kern="400000">
                <a:solidFill>
                  <a:srgbClr val="000000"/>
                </a:solidFill>
                <a:latin typeface="JetBrains Mono"/>
              </a:rPr>
              <a:t>02 / 02</a:t>
            </a:r>
          </a:p>
        </p:txBody>
      </p:sp>
      <p:sp>
        <p:nvSpPr>
          <p:cNvPr id="9" name="Rule"/>
          <p:cNvSpPr/>
          <p:nvPr/>
        </p:nvSpPr>
        <p:spPr>
          <a:xfrm>
            <a:off x="670560" y="3375660"/>
            <a:ext cx="10850880" cy="8"/>
          </a:xfrm>
          <a:custGeom>
            <a:avLst/>
            <a:gdLst/>
            <a:ahLst/>
            <a:cxnLst/>
            <a:rect l="l" t="t" r="r" b="b"/>
            <a:pathLst>
              <a:path w="1424000" h="1" stroke="1" fill="none">
                <a:moveTo>
                  <a:pt x="0" y="0"/>
                </a:moveTo>
                <a:lnTo>
                  <a:pt x="1424000" y="0"/>
                </a:lnTo>
              </a:path>
            </a:pathLst>
          </a:custGeom>
          <a:noFill/>
          <a:ln w="5334">
            <a:solidFill>
              <a:srgbClr val="000000"/>
            </a:solidFill>
          </a:ln>
        </p:spPr>
        <p:txBody>
          <a:bodyPr rtlCol="0" anchor="ctr"/>
          <a:lstStyle/>
          <a:p>
            <a:pPr algn="ctr"/>
          </a:p>
        </p:txBody>
      </p:sp>
      <p:sp>
        <p:nvSpPr>
          <p:cNvPr id="10" name="Rule"/>
          <p:cNvSpPr/>
          <p:nvPr/>
        </p:nvSpPr>
        <p:spPr>
          <a:xfrm>
            <a:off x="670560" y="4625340"/>
            <a:ext cx="10850880" cy="8"/>
          </a:xfrm>
          <a:custGeom>
            <a:avLst/>
            <a:gdLst/>
            <a:ahLst/>
            <a:cxnLst/>
            <a:rect l="l" t="t" r="r" b="b"/>
            <a:pathLst>
              <a:path w="1424000" h="1" stroke="1" fill="none">
                <a:moveTo>
                  <a:pt x="0" y="0"/>
                </a:moveTo>
                <a:lnTo>
                  <a:pt x="1424000" y="0"/>
                </a:lnTo>
              </a:path>
            </a:pathLst>
          </a:custGeom>
          <a:noFill/>
          <a:ln w="5334">
            <a:solidFill>
              <a:srgbClr val="000000"/>
            </a:solidFill>
          </a:ln>
        </p:spPr>
        <p:txBody>
          <a:bodyPr rtlCol="0" anchor="ctr"/>
          <a:lstStyle/>
          <a:p>
            <a:pPr algn="ctr"/>
          </a:p>
        </p:txBody>
      </p:sp>
      <p:sp>
        <p:nvSpPr>
          <p:cNvPr id="11" name="ENT"/>
          <p:cNvSpPr txBox="1"/>
          <p:nvPr/>
        </p:nvSpPr>
        <p:spPr>
          <a:xfrm>
            <a:off x="701040" y="219974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ENT</a:t>
            </a:r>
          </a:p>
        </p:txBody>
      </p:sp>
      <p:sp>
        <p:nvSpPr>
          <p:cNvPr id="12" name="𐰦"/>
          <p:cNvSpPr/>
          <p:nvPr/>
        </p:nvSpPr>
        <p:spPr>
          <a:xfrm>
            <a:off x="870394" y="2404110"/>
            <a:ext cx="545211" cy="730377"/>
          </a:xfrm>
          <a:custGeom>
            <a:avLst/>
            <a:gdLst/>
            <a:ahLst/>
            <a:cxnLst/>
            <a:rect l="l" t="t" r="r" b="b"/>
            <a:pathLst>
              <a:path w="71550" h="95850" stroke="0">
                <a:moveTo>
                  <a:pt x="16335" y="57240"/>
                </a:moveTo>
                <a:lnTo>
                  <a:pt x="16740" y="62775"/>
                </a:lnTo>
                <a:lnTo>
                  <a:pt x="17280" y="67635"/>
                </a:lnTo>
                <a:lnTo>
                  <a:pt x="18090" y="71820"/>
                </a:lnTo>
                <a:lnTo>
                  <a:pt x="18630" y="73710"/>
                </a:lnTo>
                <a:lnTo>
                  <a:pt x="19170" y="75330"/>
                </a:lnTo>
                <a:lnTo>
                  <a:pt x="19710" y="76950"/>
                </a:lnTo>
                <a:lnTo>
                  <a:pt x="20385" y="78570"/>
                </a:lnTo>
                <a:lnTo>
                  <a:pt x="21195" y="80190"/>
                </a:lnTo>
                <a:lnTo>
                  <a:pt x="22005" y="81405"/>
                </a:lnTo>
                <a:lnTo>
                  <a:pt x="22815" y="82620"/>
                </a:lnTo>
                <a:lnTo>
                  <a:pt x="23760" y="83565"/>
                </a:lnTo>
                <a:lnTo>
                  <a:pt x="24705" y="84510"/>
                </a:lnTo>
                <a:lnTo>
                  <a:pt x="25785" y="85320"/>
                </a:lnTo>
                <a:lnTo>
                  <a:pt x="27000" y="85860"/>
                </a:lnTo>
                <a:lnTo>
                  <a:pt x="28080" y="86400"/>
                </a:lnTo>
                <a:lnTo>
                  <a:pt x="29565" y="86805"/>
                </a:lnTo>
                <a:lnTo>
                  <a:pt x="31050" y="87210"/>
                </a:lnTo>
                <a:lnTo>
                  <a:pt x="32670" y="87345"/>
                </a:lnTo>
                <a:lnTo>
                  <a:pt x="34560" y="87480"/>
                </a:lnTo>
                <a:lnTo>
                  <a:pt x="36990" y="87480"/>
                </a:lnTo>
                <a:lnTo>
                  <a:pt x="38880" y="87345"/>
                </a:lnTo>
                <a:lnTo>
                  <a:pt x="40635" y="87075"/>
                </a:lnTo>
                <a:lnTo>
                  <a:pt x="42120" y="86805"/>
                </a:lnTo>
                <a:lnTo>
                  <a:pt x="43605" y="86400"/>
                </a:lnTo>
                <a:lnTo>
                  <a:pt x="44820" y="85725"/>
                </a:lnTo>
                <a:lnTo>
                  <a:pt x="46035" y="85050"/>
                </a:lnTo>
                <a:lnTo>
                  <a:pt x="47115" y="84240"/>
                </a:lnTo>
                <a:lnTo>
                  <a:pt x="47925" y="83430"/>
                </a:lnTo>
                <a:lnTo>
                  <a:pt x="48870" y="82350"/>
                </a:lnTo>
                <a:lnTo>
                  <a:pt x="49680" y="81270"/>
                </a:lnTo>
                <a:lnTo>
                  <a:pt x="50355" y="80190"/>
                </a:lnTo>
                <a:lnTo>
                  <a:pt x="51030" y="78840"/>
                </a:lnTo>
                <a:lnTo>
                  <a:pt x="51570" y="77490"/>
                </a:lnTo>
                <a:lnTo>
                  <a:pt x="52110" y="76005"/>
                </a:lnTo>
                <a:lnTo>
                  <a:pt x="52785" y="74385"/>
                </a:lnTo>
                <a:lnTo>
                  <a:pt x="53595" y="71010"/>
                </a:lnTo>
                <a:lnTo>
                  <a:pt x="54270" y="67095"/>
                </a:lnTo>
                <a:lnTo>
                  <a:pt x="54810" y="62775"/>
                </a:lnTo>
                <a:lnTo>
                  <a:pt x="55215" y="57915"/>
                </a:lnTo>
                <a:lnTo>
                  <a:pt x="55350" y="51705"/>
                </a:lnTo>
                <a:lnTo>
                  <a:pt x="55350" y="7560"/>
                </a:lnTo>
                <a:lnTo>
                  <a:pt x="54675" y="5535"/>
                </a:lnTo>
                <a:lnTo>
                  <a:pt x="53595" y="3105"/>
                </a:lnTo>
                <a:lnTo>
                  <a:pt x="51300" y="2565"/>
                </a:lnTo>
                <a:lnTo>
                  <a:pt x="51300" y="0"/>
                </a:lnTo>
                <a:lnTo>
                  <a:pt x="71550" y="0"/>
                </a:lnTo>
                <a:lnTo>
                  <a:pt x="71550" y="2565"/>
                </a:lnTo>
                <a:lnTo>
                  <a:pt x="69255" y="3105"/>
                </a:lnTo>
                <a:lnTo>
                  <a:pt x="68175" y="5535"/>
                </a:lnTo>
                <a:lnTo>
                  <a:pt x="67500" y="7560"/>
                </a:lnTo>
                <a:lnTo>
                  <a:pt x="67500" y="54405"/>
                </a:lnTo>
                <a:lnTo>
                  <a:pt x="67365" y="58185"/>
                </a:lnTo>
                <a:lnTo>
                  <a:pt x="67095" y="61695"/>
                </a:lnTo>
                <a:lnTo>
                  <a:pt x="66825" y="64935"/>
                </a:lnTo>
                <a:lnTo>
                  <a:pt x="66285" y="68580"/>
                </a:lnTo>
                <a:lnTo>
                  <a:pt x="65745" y="71820"/>
                </a:lnTo>
                <a:lnTo>
                  <a:pt x="64935" y="74925"/>
                </a:lnTo>
                <a:lnTo>
                  <a:pt x="63990" y="78030"/>
                </a:lnTo>
                <a:lnTo>
                  <a:pt x="62910" y="80595"/>
                </a:lnTo>
                <a:lnTo>
                  <a:pt x="61695" y="83160"/>
                </a:lnTo>
                <a:lnTo>
                  <a:pt x="60345" y="85185"/>
                </a:lnTo>
                <a:lnTo>
                  <a:pt x="58860" y="87210"/>
                </a:lnTo>
                <a:lnTo>
                  <a:pt x="57240" y="88965"/>
                </a:lnTo>
                <a:lnTo>
                  <a:pt x="56025" y="89910"/>
                </a:lnTo>
                <a:lnTo>
                  <a:pt x="54810" y="90855"/>
                </a:lnTo>
                <a:lnTo>
                  <a:pt x="53460" y="91665"/>
                </a:lnTo>
                <a:lnTo>
                  <a:pt x="52245" y="92475"/>
                </a:lnTo>
                <a:lnTo>
                  <a:pt x="50760" y="93150"/>
                </a:lnTo>
                <a:lnTo>
                  <a:pt x="49410" y="93690"/>
                </a:lnTo>
                <a:lnTo>
                  <a:pt x="47925" y="94230"/>
                </a:lnTo>
                <a:lnTo>
                  <a:pt x="46170" y="94770"/>
                </a:lnTo>
                <a:lnTo>
                  <a:pt x="44550" y="95040"/>
                </a:lnTo>
                <a:lnTo>
                  <a:pt x="42795" y="95445"/>
                </a:lnTo>
                <a:lnTo>
                  <a:pt x="41040" y="95580"/>
                </a:lnTo>
                <a:lnTo>
                  <a:pt x="39015" y="95715"/>
                </a:lnTo>
                <a:lnTo>
                  <a:pt x="37125" y="95850"/>
                </a:lnTo>
                <a:lnTo>
                  <a:pt x="34695" y="95850"/>
                </a:lnTo>
                <a:lnTo>
                  <a:pt x="32805" y="95715"/>
                </a:lnTo>
                <a:lnTo>
                  <a:pt x="30780" y="95580"/>
                </a:lnTo>
                <a:lnTo>
                  <a:pt x="27405" y="95175"/>
                </a:lnTo>
                <a:lnTo>
                  <a:pt x="24300" y="94500"/>
                </a:lnTo>
                <a:lnTo>
                  <a:pt x="22815" y="93960"/>
                </a:lnTo>
                <a:lnTo>
                  <a:pt x="21465" y="93420"/>
                </a:lnTo>
                <a:lnTo>
                  <a:pt x="20115" y="92880"/>
                </a:lnTo>
                <a:lnTo>
                  <a:pt x="18900" y="92205"/>
                </a:lnTo>
                <a:lnTo>
                  <a:pt x="17550" y="91395"/>
                </a:lnTo>
                <a:lnTo>
                  <a:pt x="16470" y="90585"/>
                </a:lnTo>
                <a:lnTo>
                  <a:pt x="15390" y="89775"/>
                </a:lnTo>
                <a:lnTo>
                  <a:pt x="14310" y="88965"/>
                </a:lnTo>
                <a:lnTo>
                  <a:pt x="13365" y="87885"/>
                </a:lnTo>
                <a:lnTo>
                  <a:pt x="12420" y="86940"/>
                </a:lnTo>
                <a:lnTo>
                  <a:pt x="11475" y="85590"/>
                </a:lnTo>
                <a:lnTo>
                  <a:pt x="10665" y="84375"/>
                </a:lnTo>
                <a:lnTo>
                  <a:pt x="9720" y="82890"/>
                </a:lnTo>
                <a:lnTo>
                  <a:pt x="8775" y="80865"/>
                </a:lnTo>
                <a:lnTo>
                  <a:pt x="7830" y="78705"/>
                </a:lnTo>
                <a:lnTo>
                  <a:pt x="7020" y="76410"/>
                </a:lnTo>
                <a:lnTo>
                  <a:pt x="6345" y="73980"/>
                </a:lnTo>
                <a:lnTo>
                  <a:pt x="5805" y="71415"/>
                </a:lnTo>
                <a:lnTo>
                  <a:pt x="5265" y="68580"/>
                </a:lnTo>
                <a:lnTo>
                  <a:pt x="4860" y="66015"/>
                </a:lnTo>
                <a:lnTo>
                  <a:pt x="4590" y="62775"/>
                </a:lnTo>
                <a:lnTo>
                  <a:pt x="4320" y="59940"/>
                </a:lnTo>
                <a:lnTo>
                  <a:pt x="4185" y="56295"/>
                </a:lnTo>
                <a:lnTo>
                  <a:pt x="4050" y="53055"/>
                </a:lnTo>
                <a:lnTo>
                  <a:pt x="4050" y="7560"/>
                </a:lnTo>
                <a:lnTo>
                  <a:pt x="3375" y="5535"/>
                </a:lnTo>
                <a:lnTo>
                  <a:pt x="2295" y="3105"/>
                </a:lnTo>
                <a:lnTo>
                  <a:pt x="0" y="2565"/>
                </a:lnTo>
                <a:lnTo>
                  <a:pt x="0" y="0"/>
                </a:lnTo>
                <a:lnTo>
                  <a:pt x="20250" y="0"/>
                </a:lnTo>
                <a:lnTo>
                  <a:pt x="20250" y="2565"/>
                </a:lnTo>
                <a:lnTo>
                  <a:pt x="17955" y="3105"/>
                </a:lnTo>
                <a:lnTo>
                  <a:pt x="16875" y="5535"/>
                </a:lnTo>
                <a:lnTo>
                  <a:pt x="16200" y="7560"/>
                </a:lnTo>
                <a:lnTo>
                  <a:pt x="16200" y="51705"/>
                </a:lnTo>
                <a:close/>
              </a:path>
            </a:pathLst>
          </a:custGeom>
          <a:solidFill>
            <a:srgbClr val="000000"/>
          </a:solidFill>
          <a:ln>
            <a:noFill/>
          </a:ln>
        </p:spPr>
        <p:txBody>
          <a:bodyPr rtlCol="0" anchor="ctr"/>
          <a:lstStyle/>
          <a:p>
            <a:pPr algn="ctr"/>
          </a:p>
        </p:txBody>
      </p:sp>
      <p:sp>
        <p:nvSpPr>
          <p:cNvPr id="13" name="𐰦"/>
          <p:cNvSpPr/>
          <p:nvPr/>
        </p:nvSpPr>
        <p:spPr>
          <a:xfrm>
            <a:off x="1664989" y="2599563"/>
            <a:ext cx="449542" cy="524637"/>
          </a:xfrm>
          <a:custGeom>
            <a:avLst/>
            <a:gdLst/>
            <a:ahLst/>
            <a:cxnLst/>
            <a:rect l="l" t="t" r="r" b="b"/>
            <a:pathLst>
              <a:path w="58995" h="68850" stroke="0">
                <a:moveTo>
                  <a:pt x="37665" y="67635"/>
                </a:moveTo>
                <a:lnTo>
                  <a:pt x="35235" y="68175"/>
                </a:lnTo>
                <a:lnTo>
                  <a:pt x="32940" y="68580"/>
                </a:lnTo>
                <a:lnTo>
                  <a:pt x="30375" y="68715"/>
                </a:lnTo>
                <a:lnTo>
                  <a:pt x="27945" y="68715"/>
                </a:lnTo>
                <a:lnTo>
                  <a:pt x="25515" y="68445"/>
                </a:lnTo>
                <a:lnTo>
                  <a:pt x="23085" y="68040"/>
                </a:lnTo>
                <a:lnTo>
                  <a:pt x="20925" y="67500"/>
                </a:lnTo>
                <a:lnTo>
                  <a:pt x="18630" y="66690"/>
                </a:lnTo>
                <a:lnTo>
                  <a:pt x="16470" y="65745"/>
                </a:lnTo>
                <a:lnTo>
                  <a:pt x="14580" y="64800"/>
                </a:lnTo>
                <a:lnTo>
                  <a:pt x="12690" y="63450"/>
                </a:lnTo>
                <a:lnTo>
                  <a:pt x="10935" y="62100"/>
                </a:lnTo>
                <a:lnTo>
                  <a:pt x="9450" y="60615"/>
                </a:lnTo>
                <a:lnTo>
                  <a:pt x="8100" y="58860"/>
                </a:lnTo>
                <a:lnTo>
                  <a:pt x="7020" y="57240"/>
                </a:lnTo>
                <a:lnTo>
                  <a:pt x="6345" y="56025"/>
                </a:lnTo>
                <a:lnTo>
                  <a:pt x="5805" y="54810"/>
                </a:lnTo>
                <a:lnTo>
                  <a:pt x="4995" y="52650"/>
                </a:lnTo>
                <a:lnTo>
                  <a:pt x="4590" y="51300"/>
                </a:lnTo>
                <a:lnTo>
                  <a:pt x="4320" y="49950"/>
                </a:lnTo>
                <a:lnTo>
                  <a:pt x="4050" y="47385"/>
                </a:lnTo>
                <a:lnTo>
                  <a:pt x="4050" y="4590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45900"/>
                </a:lnTo>
                <a:lnTo>
                  <a:pt x="15120" y="47385"/>
                </a:lnTo>
                <a:lnTo>
                  <a:pt x="15390" y="49005"/>
                </a:lnTo>
                <a:lnTo>
                  <a:pt x="15660" y="50220"/>
                </a:lnTo>
                <a:lnTo>
                  <a:pt x="15930" y="51435"/>
                </a:lnTo>
                <a:lnTo>
                  <a:pt x="16335" y="52515"/>
                </a:lnTo>
                <a:lnTo>
                  <a:pt x="17010" y="53730"/>
                </a:lnTo>
                <a:lnTo>
                  <a:pt x="17685" y="54810"/>
                </a:lnTo>
                <a:lnTo>
                  <a:pt x="18360" y="55755"/>
                </a:lnTo>
                <a:lnTo>
                  <a:pt x="19170" y="56700"/>
                </a:lnTo>
                <a:lnTo>
                  <a:pt x="20115" y="57510"/>
                </a:lnTo>
                <a:lnTo>
                  <a:pt x="20925" y="58185"/>
                </a:lnTo>
                <a:lnTo>
                  <a:pt x="22140" y="58860"/>
                </a:lnTo>
                <a:lnTo>
                  <a:pt x="23220" y="59400"/>
                </a:lnTo>
                <a:lnTo>
                  <a:pt x="24435" y="59940"/>
                </a:lnTo>
                <a:lnTo>
                  <a:pt x="25650" y="60210"/>
                </a:lnTo>
                <a:lnTo>
                  <a:pt x="26865" y="60480"/>
                </a:lnTo>
                <a:lnTo>
                  <a:pt x="28080" y="60750"/>
                </a:lnTo>
                <a:lnTo>
                  <a:pt x="29430" y="60750"/>
                </a:lnTo>
                <a:lnTo>
                  <a:pt x="30915" y="60750"/>
                </a:lnTo>
                <a:lnTo>
                  <a:pt x="32130" y="60480"/>
                </a:lnTo>
                <a:lnTo>
                  <a:pt x="33345" y="60210"/>
                </a:lnTo>
                <a:lnTo>
                  <a:pt x="34560" y="59940"/>
                </a:lnTo>
                <a:lnTo>
                  <a:pt x="35775" y="59400"/>
                </a:lnTo>
                <a:lnTo>
                  <a:pt x="36855" y="58860"/>
                </a:lnTo>
                <a:lnTo>
                  <a:pt x="38070" y="58185"/>
                </a:lnTo>
                <a:lnTo>
                  <a:pt x="38880" y="57510"/>
                </a:lnTo>
                <a:lnTo>
                  <a:pt x="39825" y="56700"/>
                </a:lnTo>
                <a:lnTo>
                  <a:pt x="40635" y="55755"/>
                </a:lnTo>
                <a:lnTo>
                  <a:pt x="41310" y="54810"/>
                </a:lnTo>
                <a:lnTo>
                  <a:pt x="41985" y="53730"/>
                </a:lnTo>
                <a:lnTo>
                  <a:pt x="42660" y="52515"/>
                </a:lnTo>
                <a:lnTo>
                  <a:pt x="43065" y="51435"/>
                </a:lnTo>
                <a:lnTo>
                  <a:pt x="43335" y="50220"/>
                </a:lnTo>
                <a:lnTo>
                  <a:pt x="43605" y="49005"/>
                </a:lnTo>
                <a:lnTo>
                  <a:pt x="43875" y="47385"/>
                </a:lnTo>
                <a:lnTo>
                  <a:pt x="43875" y="45900"/>
                </a:lnTo>
                <a:lnTo>
                  <a:pt x="43875" y="7830"/>
                </a:lnTo>
                <a:lnTo>
                  <a:pt x="43200" y="5670"/>
                </a:lnTo>
                <a:lnTo>
                  <a:pt x="42120" y="3240"/>
                </a:lnTo>
                <a:lnTo>
                  <a:pt x="39825" y="2700"/>
                </a:lnTo>
                <a:lnTo>
                  <a:pt x="39825" y="0"/>
                </a:lnTo>
                <a:lnTo>
                  <a:pt x="58995" y="0"/>
                </a:lnTo>
                <a:lnTo>
                  <a:pt x="58995" y="2700"/>
                </a:lnTo>
                <a:lnTo>
                  <a:pt x="56700" y="3240"/>
                </a:lnTo>
                <a:lnTo>
                  <a:pt x="55620" y="5670"/>
                </a:lnTo>
                <a:lnTo>
                  <a:pt x="54945" y="7830"/>
                </a:lnTo>
                <a:lnTo>
                  <a:pt x="54945" y="61020"/>
                </a:lnTo>
                <a:lnTo>
                  <a:pt x="55620" y="63180"/>
                </a:lnTo>
                <a:lnTo>
                  <a:pt x="56700" y="65610"/>
                </a:lnTo>
                <a:lnTo>
                  <a:pt x="58995" y="66150"/>
                </a:lnTo>
                <a:lnTo>
                  <a:pt x="58995" y="68850"/>
                </a:lnTo>
                <a:lnTo>
                  <a:pt x="39825" y="68850"/>
                </a:lnTo>
                <a:lnTo>
                  <a:pt x="39825" y="66960"/>
                </a:lnTo>
                <a:close/>
              </a:path>
            </a:pathLst>
          </a:custGeom>
          <a:solidFill>
            <a:srgbClr val="000000"/>
          </a:solidFill>
          <a:ln>
            <a:noFill/>
          </a:ln>
        </p:spPr>
        <p:txBody>
          <a:bodyPr rtlCol="0" anchor="ctr"/>
          <a:lstStyle/>
          <a:p>
            <a:pPr algn="ctr"/>
          </a:p>
        </p:txBody>
      </p:sp>
      <p:sp>
        <p:nvSpPr>
          <p:cNvPr id="14" name="ENC"/>
          <p:cNvSpPr txBox="1"/>
          <p:nvPr/>
        </p:nvSpPr>
        <p:spPr>
          <a:xfrm>
            <a:off x="2255520" y="219974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ENC</a:t>
            </a:r>
          </a:p>
        </p:txBody>
      </p:sp>
      <p:sp>
        <p:nvSpPr>
          <p:cNvPr id="15" name="𐰨"/>
          <p:cNvSpPr/>
          <p:nvPr/>
        </p:nvSpPr>
        <p:spPr>
          <a:xfrm>
            <a:off x="2474252" y="2404110"/>
            <a:ext cx="470116" cy="720090"/>
          </a:xfrm>
          <a:custGeom>
            <a:avLst/>
            <a:gdLst/>
            <a:ahLst/>
            <a:cxnLst/>
            <a:rect l="l" t="t" r="r" b="b"/>
            <a:pathLst>
              <a:path w="61695" h="94500" stroke="0">
                <a:moveTo>
                  <a:pt x="2295" y="91260"/>
                </a:moveTo>
                <a:lnTo>
                  <a:pt x="3375" y="88830"/>
                </a:lnTo>
                <a:lnTo>
                  <a:pt x="4050" y="86670"/>
                </a:lnTo>
                <a:lnTo>
                  <a:pt x="4050" y="7830"/>
                </a:lnTo>
                <a:lnTo>
                  <a:pt x="3375" y="5670"/>
                </a:lnTo>
                <a:lnTo>
                  <a:pt x="2295" y="3240"/>
                </a:lnTo>
                <a:lnTo>
                  <a:pt x="0" y="2700"/>
                </a:lnTo>
                <a:lnTo>
                  <a:pt x="0" y="0"/>
                </a:lnTo>
                <a:lnTo>
                  <a:pt x="10125" y="0"/>
                </a:lnTo>
                <a:lnTo>
                  <a:pt x="37935" y="0"/>
                </a:lnTo>
                <a:lnTo>
                  <a:pt x="40500" y="1080"/>
                </a:lnTo>
                <a:lnTo>
                  <a:pt x="42390" y="1890"/>
                </a:lnTo>
                <a:lnTo>
                  <a:pt x="44145" y="2970"/>
                </a:lnTo>
                <a:lnTo>
                  <a:pt x="46035" y="4050"/>
                </a:lnTo>
                <a:lnTo>
                  <a:pt x="47655" y="5265"/>
                </a:lnTo>
                <a:lnTo>
                  <a:pt x="49140" y="6480"/>
                </a:lnTo>
                <a:lnTo>
                  <a:pt x="50490" y="7695"/>
                </a:lnTo>
                <a:lnTo>
                  <a:pt x="51840" y="9180"/>
                </a:lnTo>
                <a:lnTo>
                  <a:pt x="52785" y="10530"/>
                </a:lnTo>
                <a:lnTo>
                  <a:pt x="53730" y="12015"/>
                </a:lnTo>
                <a:lnTo>
                  <a:pt x="54540" y="13365"/>
                </a:lnTo>
                <a:lnTo>
                  <a:pt x="55215" y="14850"/>
                </a:lnTo>
                <a:lnTo>
                  <a:pt x="55755" y="16605"/>
                </a:lnTo>
                <a:lnTo>
                  <a:pt x="56025" y="17955"/>
                </a:lnTo>
                <a:lnTo>
                  <a:pt x="56295" y="19710"/>
                </a:lnTo>
                <a:lnTo>
                  <a:pt x="56295" y="21330"/>
                </a:lnTo>
                <a:lnTo>
                  <a:pt x="56160" y="23085"/>
                </a:lnTo>
                <a:lnTo>
                  <a:pt x="55890" y="24975"/>
                </a:lnTo>
                <a:lnTo>
                  <a:pt x="55350" y="26730"/>
                </a:lnTo>
                <a:lnTo>
                  <a:pt x="54675" y="28485"/>
                </a:lnTo>
                <a:lnTo>
                  <a:pt x="53730" y="30510"/>
                </a:lnTo>
                <a:lnTo>
                  <a:pt x="52785" y="32130"/>
                </a:lnTo>
                <a:lnTo>
                  <a:pt x="51570" y="33885"/>
                </a:lnTo>
                <a:lnTo>
                  <a:pt x="50220" y="35505"/>
                </a:lnTo>
                <a:lnTo>
                  <a:pt x="48465" y="37260"/>
                </a:lnTo>
                <a:lnTo>
                  <a:pt x="47385" y="38340"/>
                </a:lnTo>
                <a:lnTo>
                  <a:pt x="46170" y="39285"/>
                </a:lnTo>
                <a:lnTo>
                  <a:pt x="44820" y="40095"/>
                </a:lnTo>
                <a:lnTo>
                  <a:pt x="43200" y="41040"/>
                </a:lnTo>
                <a:lnTo>
                  <a:pt x="41580" y="41715"/>
                </a:lnTo>
                <a:lnTo>
                  <a:pt x="39690" y="42525"/>
                </a:lnTo>
                <a:lnTo>
                  <a:pt x="37665" y="43200"/>
                </a:lnTo>
                <a:lnTo>
                  <a:pt x="35370" y="44010"/>
                </a:lnTo>
                <a:lnTo>
                  <a:pt x="39015" y="45225"/>
                </a:lnTo>
                <a:lnTo>
                  <a:pt x="42795" y="46710"/>
                </a:lnTo>
                <a:lnTo>
                  <a:pt x="45900" y="48195"/>
                </a:lnTo>
                <a:lnTo>
                  <a:pt x="49005" y="49950"/>
                </a:lnTo>
                <a:lnTo>
                  <a:pt x="51435" y="51705"/>
                </a:lnTo>
                <a:lnTo>
                  <a:pt x="54000" y="53730"/>
                </a:lnTo>
                <a:lnTo>
                  <a:pt x="56025" y="55890"/>
                </a:lnTo>
                <a:lnTo>
                  <a:pt x="57780" y="58050"/>
                </a:lnTo>
                <a:lnTo>
                  <a:pt x="59265" y="60480"/>
                </a:lnTo>
                <a:lnTo>
                  <a:pt x="59940" y="61695"/>
                </a:lnTo>
                <a:lnTo>
                  <a:pt x="60480" y="63045"/>
                </a:lnTo>
                <a:lnTo>
                  <a:pt x="60885" y="64260"/>
                </a:lnTo>
                <a:lnTo>
                  <a:pt x="61290" y="65610"/>
                </a:lnTo>
                <a:lnTo>
                  <a:pt x="61560" y="66960"/>
                </a:lnTo>
                <a:lnTo>
                  <a:pt x="61695" y="68310"/>
                </a:lnTo>
                <a:lnTo>
                  <a:pt x="61695" y="69660"/>
                </a:lnTo>
                <a:lnTo>
                  <a:pt x="61695" y="71010"/>
                </a:lnTo>
                <a:lnTo>
                  <a:pt x="61695" y="72225"/>
                </a:lnTo>
                <a:lnTo>
                  <a:pt x="61425" y="73575"/>
                </a:lnTo>
                <a:lnTo>
                  <a:pt x="61155" y="74925"/>
                </a:lnTo>
                <a:lnTo>
                  <a:pt x="60750" y="76410"/>
                </a:lnTo>
                <a:lnTo>
                  <a:pt x="59805" y="78975"/>
                </a:lnTo>
                <a:lnTo>
                  <a:pt x="58995" y="80595"/>
                </a:lnTo>
                <a:lnTo>
                  <a:pt x="58185" y="82080"/>
                </a:lnTo>
                <a:lnTo>
                  <a:pt x="57105" y="83700"/>
                </a:lnTo>
                <a:lnTo>
                  <a:pt x="55890" y="85185"/>
                </a:lnTo>
                <a:lnTo>
                  <a:pt x="54540" y="86670"/>
                </a:lnTo>
                <a:lnTo>
                  <a:pt x="53325" y="87885"/>
                </a:lnTo>
                <a:lnTo>
                  <a:pt x="51705" y="89235"/>
                </a:lnTo>
                <a:lnTo>
                  <a:pt x="50220" y="90315"/>
                </a:lnTo>
                <a:lnTo>
                  <a:pt x="48735" y="91260"/>
                </a:lnTo>
                <a:lnTo>
                  <a:pt x="46980" y="92205"/>
                </a:lnTo>
                <a:lnTo>
                  <a:pt x="45090" y="93150"/>
                </a:lnTo>
                <a:lnTo>
                  <a:pt x="43065" y="93960"/>
                </a:lnTo>
                <a:lnTo>
                  <a:pt x="41580" y="94500"/>
                </a:lnTo>
                <a:lnTo>
                  <a:pt x="10125" y="94500"/>
                </a:lnTo>
                <a:lnTo>
                  <a:pt x="0" y="94500"/>
                </a:lnTo>
                <a:lnTo>
                  <a:pt x="0" y="91800"/>
                </a:lnTo>
                <a:close/>
                <a:moveTo>
                  <a:pt x="17415" y="89910"/>
                </a:moveTo>
                <a:lnTo>
                  <a:pt x="19035" y="89910"/>
                </a:lnTo>
                <a:lnTo>
                  <a:pt x="23085" y="89505"/>
                </a:lnTo>
                <a:lnTo>
                  <a:pt x="26865" y="88965"/>
                </a:lnTo>
                <a:lnTo>
                  <a:pt x="30240" y="88425"/>
                </a:lnTo>
                <a:lnTo>
                  <a:pt x="33345" y="87615"/>
                </a:lnTo>
                <a:lnTo>
                  <a:pt x="35505" y="86940"/>
                </a:lnTo>
                <a:lnTo>
                  <a:pt x="37260" y="86400"/>
                </a:lnTo>
                <a:lnTo>
                  <a:pt x="38880" y="85725"/>
                </a:lnTo>
                <a:lnTo>
                  <a:pt x="40365" y="85050"/>
                </a:lnTo>
                <a:lnTo>
                  <a:pt x="41580" y="84240"/>
                </a:lnTo>
                <a:lnTo>
                  <a:pt x="42660" y="83430"/>
                </a:lnTo>
                <a:lnTo>
                  <a:pt x="44010" y="82350"/>
                </a:lnTo>
                <a:lnTo>
                  <a:pt x="44955" y="81270"/>
                </a:lnTo>
                <a:lnTo>
                  <a:pt x="46035" y="79920"/>
                </a:lnTo>
                <a:lnTo>
                  <a:pt x="46980" y="78705"/>
                </a:lnTo>
                <a:lnTo>
                  <a:pt x="47790" y="77220"/>
                </a:lnTo>
                <a:lnTo>
                  <a:pt x="48465" y="75735"/>
                </a:lnTo>
                <a:lnTo>
                  <a:pt x="49005" y="74115"/>
                </a:lnTo>
                <a:lnTo>
                  <a:pt x="49410" y="72765"/>
                </a:lnTo>
                <a:lnTo>
                  <a:pt x="49545" y="71280"/>
                </a:lnTo>
                <a:lnTo>
                  <a:pt x="49545" y="69795"/>
                </a:lnTo>
                <a:lnTo>
                  <a:pt x="49545" y="68310"/>
                </a:lnTo>
                <a:lnTo>
                  <a:pt x="49275" y="66825"/>
                </a:lnTo>
                <a:lnTo>
                  <a:pt x="48735" y="65475"/>
                </a:lnTo>
                <a:lnTo>
                  <a:pt x="48195" y="63990"/>
                </a:lnTo>
                <a:lnTo>
                  <a:pt x="47385" y="62640"/>
                </a:lnTo>
                <a:lnTo>
                  <a:pt x="46575" y="61425"/>
                </a:lnTo>
                <a:lnTo>
                  <a:pt x="45495" y="60075"/>
                </a:lnTo>
                <a:lnTo>
                  <a:pt x="44280" y="58995"/>
                </a:lnTo>
                <a:lnTo>
                  <a:pt x="43200" y="58050"/>
                </a:lnTo>
                <a:lnTo>
                  <a:pt x="41985" y="57105"/>
                </a:lnTo>
                <a:lnTo>
                  <a:pt x="39420" y="55485"/>
                </a:lnTo>
                <a:lnTo>
                  <a:pt x="36450" y="54000"/>
                </a:lnTo>
                <a:lnTo>
                  <a:pt x="32940" y="52650"/>
                </a:lnTo>
                <a:lnTo>
                  <a:pt x="29295" y="51570"/>
                </a:lnTo>
                <a:lnTo>
                  <a:pt x="25110" y="50625"/>
                </a:lnTo>
                <a:lnTo>
                  <a:pt x="20925" y="49815"/>
                </a:lnTo>
                <a:lnTo>
                  <a:pt x="16200" y="49275"/>
                </a:lnTo>
                <a:lnTo>
                  <a:pt x="16200" y="86670"/>
                </a:lnTo>
                <a:lnTo>
                  <a:pt x="16875" y="88830"/>
                </a:lnTo>
                <a:close/>
                <a:moveTo>
                  <a:pt x="21600" y="38205"/>
                </a:moveTo>
                <a:lnTo>
                  <a:pt x="26055" y="37260"/>
                </a:lnTo>
                <a:lnTo>
                  <a:pt x="29835" y="36315"/>
                </a:lnTo>
                <a:lnTo>
                  <a:pt x="33075" y="35235"/>
                </a:lnTo>
                <a:lnTo>
                  <a:pt x="35640" y="34155"/>
                </a:lnTo>
                <a:lnTo>
                  <a:pt x="37530" y="33075"/>
                </a:lnTo>
                <a:lnTo>
                  <a:pt x="38475" y="32400"/>
                </a:lnTo>
                <a:lnTo>
                  <a:pt x="40230" y="30510"/>
                </a:lnTo>
                <a:lnTo>
                  <a:pt x="41175" y="29430"/>
                </a:lnTo>
                <a:lnTo>
                  <a:pt x="41985" y="28080"/>
                </a:lnTo>
                <a:lnTo>
                  <a:pt x="42660" y="26730"/>
                </a:lnTo>
                <a:lnTo>
                  <a:pt x="43335" y="25515"/>
                </a:lnTo>
                <a:lnTo>
                  <a:pt x="43605" y="24300"/>
                </a:lnTo>
                <a:lnTo>
                  <a:pt x="44010" y="23085"/>
                </a:lnTo>
                <a:lnTo>
                  <a:pt x="44145" y="21735"/>
                </a:lnTo>
                <a:lnTo>
                  <a:pt x="44145" y="20520"/>
                </a:lnTo>
                <a:lnTo>
                  <a:pt x="44010" y="19170"/>
                </a:lnTo>
                <a:lnTo>
                  <a:pt x="43740" y="17955"/>
                </a:lnTo>
                <a:lnTo>
                  <a:pt x="43335" y="16875"/>
                </a:lnTo>
                <a:lnTo>
                  <a:pt x="42930" y="15795"/>
                </a:lnTo>
                <a:lnTo>
                  <a:pt x="42255" y="14715"/>
                </a:lnTo>
                <a:lnTo>
                  <a:pt x="41310" y="13635"/>
                </a:lnTo>
                <a:lnTo>
                  <a:pt x="40365" y="12555"/>
                </a:lnTo>
                <a:lnTo>
                  <a:pt x="39420" y="11610"/>
                </a:lnTo>
                <a:lnTo>
                  <a:pt x="37530" y="10260"/>
                </a:lnTo>
                <a:lnTo>
                  <a:pt x="35235" y="8910"/>
                </a:lnTo>
                <a:lnTo>
                  <a:pt x="32940" y="7965"/>
                </a:lnTo>
                <a:lnTo>
                  <a:pt x="30240" y="6885"/>
                </a:lnTo>
                <a:lnTo>
                  <a:pt x="27135" y="6075"/>
                </a:lnTo>
                <a:lnTo>
                  <a:pt x="24165" y="5400"/>
                </a:lnTo>
                <a:lnTo>
                  <a:pt x="20790" y="4995"/>
                </a:lnTo>
                <a:lnTo>
                  <a:pt x="17415" y="4590"/>
                </a:lnTo>
                <a:lnTo>
                  <a:pt x="16875" y="5670"/>
                </a:lnTo>
                <a:lnTo>
                  <a:pt x="16200" y="7830"/>
                </a:lnTo>
                <a:lnTo>
                  <a:pt x="16200" y="39150"/>
                </a:lnTo>
                <a:close/>
              </a:path>
            </a:pathLst>
          </a:custGeom>
          <a:solidFill>
            <a:srgbClr val="000000"/>
          </a:solidFill>
          <a:ln>
            <a:noFill/>
          </a:ln>
        </p:spPr>
        <p:txBody>
          <a:bodyPr rtlCol="0" anchor="ctr"/>
          <a:lstStyle/>
          <a:p>
            <a:pPr algn="ctr"/>
          </a:p>
        </p:txBody>
      </p:sp>
      <p:sp>
        <p:nvSpPr>
          <p:cNvPr id="16" name="𐰨"/>
          <p:cNvSpPr/>
          <p:nvPr/>
        </p:nvSpPr>
        <p:spPr>
          <a:xfrm>
            <a:off x="3239529" y="2404110"/>
            <a:ext cx="433083" cy="720090"/>
          </a:xfrm>
          <a:custGeom>
            <a:avLst/>
            <a:gdLst/>
            <a:ahLst/>
            <a:cxnLst/>
            <a:rect l="l" t="t" r="r" b="b"/>
            <a:pathLst>
              <a:path w="56835" h="94500" stroke="0">
                <a:moveTo>
                  <a:pt x="2295" y="91260"/>
                </a:moveTo>
                <a:lnTo>
                  <a:pt x="3375" y="88830"/>
                </a:lnTo>
                <a:lnTo>
                  <a:pt x="4050" y="8667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21870"/>
                </a:lnTo>
                <a:lnTo>
                  <a:pt x="17955" y="22005"/>
                </a:lnTo>
                <a:lnTo>
                  <a:pt x="20655" y="22410"/>
                </a:lnTo>
                <a:lnTo>
                  <a:pt x="23085" y="22815"/>
                </a:lnTo>
                <a:lnTo>
                  <a:pt x="25515" y="23355"/>
                </a:lnTo>
                <a:lnTo>
                  <a:pt x="27810" y="23895"/>
                </a:lnTo>
                <a:lnTo>
                  <a:pt x="29970" y="24570"/>
                </a:lnTo>
                <a:lnTo>
                  <a:pt x="31860" y="25380"/>
                </a:lnTo>
                <a:lnTo>
                  <a:pt x="33480" y="26190"/>
                </a:lnTo>
                <a:lnTo>
                  <a:pt x="35100" y="27135"/>
                </a:lnTo>
                <a:lnTo>
                  <a:pt x="36585" y="28215"/>
                </a:lnTo>
                <a:lnTo>
                  <a:pt x="37935" y="29295"/>
                </a:lnTo>
                <a:lnTo>
                  <a:pt x="38880" y="30375"/>
                </a:lnTo>
                <a:lnTo>
                  <a:pt x="39825" y="31590"/>
                </a:lnTo>
                <a:lnTo>
                  <a:pt x="40500" y="32940"/>
                </a:lnTo>
                <a:lnTo>
                  <a:pt x="41175" y="34290"/>
                </a:lnTo>
                <a:lnTo>
                  <a:pt x="41445" y="35775"/>
                </a:lnTo>
                <a:lnTo>
                  <a:pt x="41580" y="36855"/>
                </a:lnTo>
                <a:lnTo>
                  <a:pt x="41580" y="38070"/>
                </a:lnTo>
                <a:lnTo>
                  <a:pt x="41445" y="39285"/>
                </a:lnTo>
                <a:lnTo>
                  <a:pt x="41175" y="40635"/>
                </a:lnTo>
                <a:lnTo>
                  <a:pt x="40905" y="41715"/>
                </a:lnTo>
                <a:lnTo>
                  <a:pt x="40365" y="42930"/>
                </a:lnTo>
                <a:lnTo>
                  <a:pt x="39690" y="44280"/>
                </a:lnTo>
                <a:lnTo>
                  <a:pt x="38880" y="45360"/>
                </a:lnTo>
                <a:lnTo>
                  <a:pt x="37935" y="46710"/>
                </a:lnTo>
                <a:lnTo>
                  <a:pt x="36855" y="47925"/>
                </a:lnTo>
                <a:lnTo>
                  <a:pt x="35505" y="49275"/>
                </a:lnTo>
                <a:lnTo>
                  <a:pt x="34155" y="50490"/>
                </a:lnTo>
                <a:lnTo>
                  <a:pt x="33075" y="51435"/>
                </a:lnTo>
                <a:lnTo>
                  <a:pt x="31995" y="52110"/>
                </a:lnTo>
                <a:lnTo>
                  <a:pt x="30645" y="52920"/>
                </a:lnTo>
                <a:lnTo>
                  <a:pt x="29025" y="53730"/>
                </a:lnTo>
                <a:lnTo>
                  <a:pt x="32400" y="54540"/>
                </a:lnTo>
                <a:lnTo>
                  <a:pt x="35640" y="55485"/>
                </a:lnTo>
                <a:lnTo>
                  <a:pt x="39015" y="56700"/>
                </a:lnTo>
                <a:lnTo>
                  <a:pt x="41715" y="57915"/>
                </a:lnTo>
                <a:lnTo>
                  <a:pt x="44415" y="59400"/>
                </a:lnTo>
                <a:lnTo>
                  <a:pt x="46710" y="60750"/>
                </a:lnTo>
                <a:lnTo>
                  <a:pt x="49005" y="62370"/>
                </a:lnTo>
                <a:lnTo>
                  <a:pt x="51030" y="64125"/>
                </a:lnTo>
                <a:lnTo>
                  <a:pt x="52650" y="66015"/>
                </a:lnTo>
                <a:lnTo>
                  <a:pt x="54135" y="67905"/>
                </a:lnTo>
                <a:lnTo>
                  <a:pt x="55215" y="69930"/>
                </a:lnTo>
                <a:lnTo>
                  <a:pt x="56025" y="71955"/>
                </a:lnTo>
                <a:lnTo>
                  <a:pt x="56565" y="73980"/>
                </a:lnTo>
                <a:lnTo>
                  <a:pt x="56835" y="76140"/>
                </a:lnTo>
                <a:lnTo>
                  <a:pt x="56835" y="78165"/>
                </a:lnTo>
                <a:lnTo>
                  <a:pt x="56565" y="80460"/>
                </a:lnTo>
                <a:lnTo>
                  <a:pt x="56160" y="81945"/>
                </a:lnTo>
                <a:lnTo>
                  <a:pt x="55620" y="83295"/>
                </a:lnTo>
                <a:lnTo>
                  <a:pt x="55080" y="84780"/>
                </a:lnTo>
                <a:lnTo>
                  <a:pt x="54135" y="86265"/>
                </a:lnTo>
                <a:lnTo>
                  <a:pt x="53325" y="87615"/>
                </a:lnTo>
                <a:lnTo>
                  <a:pt x="52245" y="88965"/>
                </a:lnTo>
                <a:lnTo>
                  <a:pt x="51030" y="90315"/>
                </a:lnTo>
                <a:lnTo>
                  <a:pt x="49815" y="91530"/>
                </a:lnTo>
                <a:lnTo>
                  <a:pt x="48465" y="92745"/>
                </a:lnTo>
                <a:lnTo>
                  <a:pt x="46845" y="93960"/>
                </a:lnTo>
                <a:lnTo>
                  <a:pt x="45900" y="94500"/>
                </a:lnTo>
                <a:lnTo>
                  <a:pt x="9585" y="94500"/>
                </a:lnTo>
                <a:lnTo>
                  <a:pt x="0" y="94500"/>
                </a:lnTo>
                <a:lnTo>
                  <a:pt x="0" y="91800"/>
                </a:lnTo>
                <a:close/>
                <a:moveTo>
                  <a:pt x="16605" y="90585"/>
                </a:moveTo>
                <a:lnTo>
                  <a:pt x="24840" y="90720"/>
                </a:lnTo>
                <a:lnTo>
                  <a:pt x="29565" y="90720"/>
                </a:lnTo>
                <a:lnTo>
                  <a:pt x="31590" y="90450"/>
                </a:lnTo>
                <a:lnTo>
                  <a:pt x="33480" y="90315"/>
                </a:lnTo>
                <a:lnTo>
                  <a:pt x="35100" y="90045"/>
                </a:lnTo>
                <a:lnTo>
                  <a:pt x="36450" y="89640"/>
                </a:lnTo>
                <a:lnTo>
                  <a:pt x="37395" y="89235"/>
                </a:lnTo>
                <a:lnTo>
                  <a:pt x="38205" y="88830"/>
                </a:lnTo>
                <a:lnTo>
                  <a:pt x="39285" y="88020"/>
                </a:lnTo>
                <a:lnTo>
                  <a:pt x="40500" y="87075"/>
                </a:lnTo>
                <a:lnTo>
                  <a:pt x="41580" y="86265"/>
                </a:lnTo>
                <a:lnTo>
                  <a:pt x="42525" y="85185"/>
                </a:lnTo>
                <a:lnTo>
                  <a:pt x="43470" y="83970"/>
                </a:lnTo>
                <a:lnTo>
                  <a:pt x="44145" y="83025"/>
                </a:lnTo>
                <a:lnTo>
                  <a:pt x="44685" y="81810"/>
                </a:lnTo>
                <a:lnTo>
                  <a:pt x="45225" y="80730"/>
                </a:lnTo>
                <a:lnTo>
                  <a:pt x="45495" y="79380"/>
                </a:lnTo>
                <a:lnTo>
                  <a:pt x="45765" y="78300"/>
                </a:lnTo>
                <a:lnTo>
                  <a:pt x="45765" y="77220"/>
                </a:lnTo>
                <a:lnTo>
                  <a:pt x="45765" y="76005"/>
                </a:lnTo>
                <a:lnTo>
                  <a:pt x="45630" y="74925"/>
                </a:lnTo>
                <a:lnTo>
                  <a:pt x="45225" y="73845"/>
                </a:lnTo>
                <a:lnTo>
                  <a:pt x="44820" y="72765"/>
                </a:lnTo>
                <a:lnTo>
                  <a:pt x="44280" y="71550"/>
                </a:lnTo>
                <a:lnTo>
                  <a:pt x="43335" y="70335"/>
                </a:lnTo>
                <a:lnTo>
                  <a:pt x="42525" y="69390"/>
                </a:lnTo>
                <a:lnTo>
                  <a:pt x="41445" y="68310"/>
                </a:lnTo>
                <a:lnTo>
                  <a:pt x="40230" y="67230"/>
                </a:lnTo>
                <a:lnTo>
                  <a:pt x="38745" y="66285"/>
                </a:lnTo>
                <a:lnTo>
                  <a:pt x="37395" y="65475"/>
                </a:lnTo>
                <a:lnTo>
                  <a:pt x="35640" y="64530"/>
                </a:lnTo>
                <a:lnTo>
                  <a:pt x="33885" y="63855"/>
                </a:lnTo>
                <a:lnTo>
                  <a:pt x="31995" y="63045"/>
                </a:lnTo>
                <a:lnTo>
                  <a:pt x="29970" y="62370"/>
                </a:lnTo>
                <a:lnTo>
                  <a:pt x="27810" y="61830"/>
                </a:lnTo>
                <a:lnTo>
                  <a:pt x="25380" y="61290"/>
                </a:lnTo>
                <a:lnTo>
                  <a:pt x="22815" y="60750"/>
                </a:lnTo>
                <a:lnTo>
                  <a:pt x="20385" y="60345"/>
                </a:lnTo>
                <a:lnTo>
                  <a:pt x="15120" y="59670"/>
                </a:lnTo>
                <a:lnTo>
                  <a:pt x="15120" y="86670"/>
                </a:lnTo>
                <a:lnTo>
                  <a:pt x="15795" y="88830"/>
                </a:lnTo>
                <a:close/>
                <a:moveTo>
                  <a:pt x="18090" y="49005"/>
                </a:moveTo>
                <a:lnTo>
                  <a:pt x="20115" y="48195"/>
                </a:lnTo>
                <a:lnTo>
                  <a:pt x="22140" y="47520"/>
                </a:lnTo>
                <a:lnTo>
                  <a:pt x="23760" y="46710"/>
                </a:lnTo>
                <a:lnTo>
                  <a:pt x="24840" y="46035"/>
                </a:lnTo>
                <a:lnTo>
                  <a:pt x="25785" y="45360"/>
                </a:lnTo>
                <a:lnTo>
                  <a:pt x="27135" y="44145"/>
                </a:lnTo>
                <a:lnTo>
                  <a:pt x="28215" y="42930"/>
                </a:lnTo>
                <a:lnTo>
                  <a:pt x="29160" y="41715"/>
                </a:lnTo>
                <a:lnTo>
                  <a:pt x="29835" y="40365"/>
                </a:lnTo>
                <a:lnTo>
                  <a:pt x="30375" y="39150"/>
                </a:lnTo>
                <a:lnTo>
                  <a:pt x="30510" y="37800"/>
                </a:lnTo>
                <a:lnTo>
                  <a:pt x="30510" y="36585"/>
                </a:lnTo>
                <a:lnTo>
                  <a:pt x="30105" y="35640"/>
                </a:lnTo>
                <a:lnTo>
                  <a:pt x="29565" y="34560"/>
                </a:lnTo>
                <a:lnTo>
                  <a:pt x="28620" y="33615"/>
                </a:lnTo>
                <a:lnTo>
                  <a:pt x="27540" y="32940"/>
                </a:lnTo>
                <a:lnTo>
                  <a:pt x="26190" y="32265"/>
                </a:lnTo>
                <a:lnTo>
                  <a:pt x="24840" y="31725"/>
                </a:lnTo>
                <a:lnTo>
                  <a:pt x="23220" y="31185"/>
                </a:lnTo>
                <a:lnTo>
                  <a:pt x="21465" y="30645"/>
                </a:lnTo>
                <a:lnTo>
                  <a:pt x="19575" y="30375"/>
                </a:lnTo>
                <a:lnTo>
                  <a:pt x="17280" y="29970"/>
                </a:lnTo>
                <a:lnTo>
                  <a:pt x="15120" y="29835"/>
                </a:lnTo>
                <a:lnTo>
                  <a:pt x="15120" y="49815"/>
                </a:lnTo>
                <a:close/>
              </a:path>
            </a:pathLst>
          </a:custGeom>
          <a:solidFill>
            <a:srgbClr val="000000"/>
          </a:solidFill>
          <a:ln>
            <a:noFill/>
          </a:ln>
        </p:spPr>
        <p:txBody>
          <a:bodyPr rtlCol="0" anchor="ctr"/>
          <a:lstStyle/>
          <a:p>
            <a:pPr algn="ctr"/>
          </a:p>
        </p:txBody>
      </p:sp>
      <p:sp>
        <p:nvSpPr>
          <p:cNvPr id="17" name="ENY"/>
          <p:cNvSpPr txBox="1"/>
          <p:nvPr/>
        </p:nvSpPr>
        <p:spPr>
          <a:xfrm>
            <a:off x="3810000" y="219974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ENY</a:t>
            </a:r>
          </a:p>
        </p:txBody>
      </p:sp>
      <p:sp>
        <p:nvSpPr>
          <p:cNvPr id="18" name="𐰪"/>
          <p:cNvSpPr/>
          <p:nvPr/>
        </p:nvSpPr>
        <p:spPr>
          <a:xfrm>
            <a:off x="4011244" y="2393823"/>
            <a:ext cx="467030" cy="740664"/>
          </a:xfrm>
          <a:custGeom>
            <a:avLst/>
            <a:gdLst/>
            <a:ahLst/>
            <a:cxnLst/>
            <a:rect l="l" t="t" r="r" b="b"/>
            <a:pathLst>
              <a:path w="61290" h="97200" stroke="0">
                <a:moveTo>
                  <a:pt x="945" y="11610"/>
                </a:moveTo>
                <a:lnTo>
                  <a:pt x="1890" y="10260"/>
                </a:lnTo>
                <a:lnTo>
                  <a:pt x="3240" y="8640"/>
                </a:lnTo>
                <a:lnTo>
                  <a:pt x="4455" y="7425"/>
                </a:lnTo>
                <a:lnTo>
                  <a:pt x="5805" y="6210"/>
                </a:lnTo>
                <a:lnTo>
                  <a:pt x="7290" y="5265"/>
                </a:lnTo>
                <a:lnTo>
                  <a:pt x="8775" y="4185"/>
                </a:lnTo>
                <a:lnTo>
                  <a:pt x="10665" y="3375"/>
                </a:lnTo>
                <a:lnTo>
                  <a:pt x="12420" y="2565"/>
                </a:lnTo>
                <a:lnTo>
                  <a:pt x="14175" y="1890"/>
                </a:lnTo>
                <a:lnTo>
                  <a:pt x="16470" y="1350"/>
                </a:lnTo>
                <a:lnTo>
                  <a:pt x="18630" y="810"/>
                </a:lnTo>
                <a:lnTo>
                  <a:pt x="21060" y="405"/>
                </a:lnTo>
                <a:lnTo>
                  <a:pt x="23220" y="135"/>
                </a:lnTo>
                <a:lnTo>
                  <a:pt x="25785" y="0"/>
                </a:lnTo>
                <a:lnTo>
                  <a:pt x="28485" y="0"/>
                </a:lnTo>
                <a:lnTo>
                  <a:pt x="30915" y="135"/>
                </a:lnTo>
                <a:lnTo>
                  <a:pt x="33345" y="270"/>
                </a:lnTo>
                <a:lnTo>
                  <a:pt x="35775" y="540"/>
                </a:lnTo>
                <a:lnTo>
                  <a:pt x="38070" y="945"/>
                </a:lnTo>
                <a:lnTo>
                  <a:pt x="40230" y="1485"/>
                </a:lnTo>
                <a:lnTo>
                  <a:pt x="42390" y="2160"/>
                </a:lnTo>
                <a:lnTo>
                  <a:pt x="44280" y="2835"/>
                </a:lnTo>
                <a:lnTo>
                  <a:pt x="46305" y="3645"/>
                </a:lnTo>
                <a:lnTo>
                  <a:pt x="48060" y="4590"/>
                </a:lnTo>
                <a:lnTo>
                  <a:pt x="49815" y="5670"/>
                </a:lnTo>
                <a:lnTo>
                  <a:pt x="51435" y="6750"/>
                </a:lnTo>
                <a:lnTo>
                  <a:pt x="52920" y="7965"/>
                </a:lnTo>
                <a:lnTo>
                  <a:pt x="54405" y="9315"/>
                </a:lnTo>
                <a:lnTo>
                  <a:pt x="55620" y="10665"/>
                </a:lnTo>
                <a:lnTo>
                  <a:pt x="56835" y="12150"/>
                </a:lnTo>
                <a:lnTo>
                  <a:pt x="57915" y="13635"/>
                </a:lnTo>
                <a:lnTo>
                  <a:pt x="59130" y="15930"/>
                </a:lnTo>
                <a:lnTo>
                  <a:pt x="60210" y="18360"/>
                </a:lnTo>
                <a:lnTo>
                  <a:pt x="60885" y="20790"/>
                </a:lnTo>
                <a:lnTo>
                  <a:pt x="61155" y="23220"/>
                </a:lnTo>
                <a:lnTo>
                  <a:pt x="61290" y="24435"/>
                </a:lnTo>
                <a:lnTo>
                  <a:pt x="61290" y="25920"/>
                </a:lnTo>
                <a:lnTo>
                  <a:pt x="61020" y="28485"/>
                </a:lnTo>
                <a:lnTo>
                  <a:pt x="60615" y="30915"/>
                </a:lnTo>
                <a:lnTo>
                  <a:pt x="59805" y="33345"/>
                </a:lnTo>
                <a:lnTo>
                  <a:pt x="58590" y="35775"/>
                </a:lnTo>
                <a:lnTo>
                  <a:pt x="57375" y="37935"/>
                </a:lnTo>
                <a:lnTo>
                  <a:pt x="55755" y="40230"/>
                </a:lnTo>
                <a:lnTo>
                  <a:pt x="53865" y="42120"/>
                </a:lnTo>
                <a:lnTo>
                  <a:pt x="51840" y="44010"/>
                </a:lnTo>
                <a:lnTo>
                  <a:pt x="49545" y="45765"/>
                </a:lnTo>
                <a:lnTo>
                  <a:pt x="46980" y="47250"/>
                </a:lnTo>
                <a:lnTo>
                  <a:pt x="44280" y="48600"/>
                </a:lnTo>
                <a:lnTo>
                  <a:pt x="46305" y="49545"/>
                </a:lnTo>
                <a:lnTo>
                  <a:pt x="48330" y="50760"/>
                </a:lnTo>
                <a:lnTo>
                  <a:pt x="50085" y="51840"/>
                </a:lnTo>
                <a:lnTo>
                  <a:pt x="51840" y="53190"/>
                </a:lnTo>
                <a:lnTo>
                  <a:pt x="53460" y="54675"/>
                </a:lnTo>
                <a:lnTo>
                  <a:pt x="54945" y="56160"/>
                </a:lnTo>
                <a:lnTo>
                  <a:pt x="56160" y="57645"/>
                </a:lnTo>
                <a:lnTo>
                  <a:pt x="57375" y="59265"/>
                </a:lnTo>
                <a:lnTo>
                  <a:pt x="58455" y="60885"/>
                </a:lnTo>
                <a:lnTo>
                  <a:pt x="59400" y="62775"/>
                </a:lnTo>
                <a:lnTo>
                  <a:pt x="60075" y="64530"/>
                </a:lnTo>
                <a:lnTo>
                  <a:pt x="60615" y="66555"/>
                </a:lnTo>
                <a:lnTo>
                  <a:pt x="61020" y="68445"/>
                </a:lnTo>
                <a:lnTo>
                  <a:pt x="61290" y="70470"/>
                </a:lnTo>
                <a:lnTo>
                  <a:pt x="61290" y="72495"/>
                </a:lnTo>
                <a:lnTo>
                  <a:pt x="61155" y="74250"/>
                </a:lnTo>
                <a:lnTo>
                  <a:pt x="61020" y="75735"/>
                </a:lnTo>
                <a:lnTo>
                  <a:pt x="60750" y="76950"/>
                </a:lnTo>
                <a:lnTo>
                  <a:pt x="59940" y="79380"/>
                </a:lnTo>
                <a:lnTo>
                  <a:pt x="59400" y="80730"/>
                </a:lnTo>
                <a:lnTo>
                  <a:pt x="58860" y="81945"/>
                </a:lnTo>
                <a:lnTo>
                  <a:pt x="57510" y="84240"/>
                </a:lnTo>
                <a:lnTo>
                  <a:pt x="55755" y="86400"/>
                </a:lnTo>
                <a:lnTo>
                  <a:pt x="54810" y="87480"/>
                </a:lnTo>
                <a:lnTo>
                  <a:pt x="53865" y="88425"/>
                </a:lnTo>
                <a:lnTo>
                  <a:pt x="51570" y="90315"/>
                </a:lnTo>
                <a:lnTo>
                  <a:pt x="49140" y="91935"/>
                </a:lnTo>
                <a:lnTo>
                  <a:pt x="47790" y="92745"/>
                </a:lnTo>
                <a:lnTo>
                  <a:pt x="46305" y="93555"/>
                </a:lnTo>
                <a:lnTo>
                  <a:pt x="44685" y="94230"/>
                </a:lnTo>
                <a:lnTo>
                  <a:pt x="43065" y="94770"/>
                </a:lnTo>
                <a:lnTo>
                  <a:pt x="41310" y="95310"/>
                </a:lnTo>
                <a:lnTo>
                  <a:pt x="39555" y="95850"/>
                </a:lnTo>
                <a:lnTo>
                  <a:pt x="37665" y="96255"/>
                </a:lnTo>
                <a:lnTo>
                  <a:pt x="35775" y="96660"/>
                </a:lnTo>
                <a:lnTo>
                  <a:pt x="33750" y="96930"/>
                </a:lnTo>
                <a:lnTo>
                  <a:pt x="31725" y="97065"/>
                </a:lnTo>
                <a:lnTo>
                  <a:pt x="29700" y="97200"/>
                </a:lnTo>
                <a:lnTo>
                  <a:pt x="27540" y="97200"/>
                </a:lnTo>
                <a:lnTo>
                  <a:pt x="25380" y="97200"/>
                </a:lnTo>
                <a:lnTo>
                  <a:pt x="23220" y="97065"/>
                </a:lnTo>
                <a:lnTo>
                  <a:pt x="19575" y="96525"/>
                </a:lnTo>
                <a:lnTo>
                  <a:pt x="16065" y="95850"/>
                </a:lnTo>
                <a:lnTo>
                  <a:pt x="14175" y="95310"/>
                </a:lnTo>
                <a:lnTo>
                  <a:pt x="12825" y="94770"/>
                </a:lnTo>
                <a:lnTo>
                  <a:pt x="10125" y="93555"/>
                </a:lnTo>
                <a:lnTo>
                  <a:pt x="8505" y="92745"/>
                </a:lnTo>
                <a:lnTo>
                  <a:pt x="7425" y="92070"/>
                </a:lnTo>
                <a:lnTo>
                  <a:pt x="6210" y="91260"/>
                </a:lnTo>
                <a:lnTo>
                  <a:pt x="5130" y="90315"/>
                </a:lnTo>
                <a:lnTo>
                  <a:pt x="3915" y="89235"/>
                </a:lnTo>
                <a:lnTo>
                  <a:pt x="2970" y="88290"/>
                </a:lnTo>
                <a:lnTo>
                  <a:pt x="2160" y="87345"/>
                </a:lnTo>
                <a:lnTo>
                  <a:pt x="1350" y="86265"/>
                </a:lnTo>
                <a:lnTo>
                  <a:pt x="675" y="85185"/>
                </a:lnTo>
                <a:lnTo>
                  <a:pt x="0" y="83700"/>
                </a:lnTo>
                <a:lnTo>
                  <a:pt x="11475" y="81000"/>
                </a:lnTo>
                <a:lnTo>
                  <a:pt x="12015" y="82080"/>
                </a:lnTo>
                <a:lnTo>
                  <a:pt x="12690" y="83160"/>
                </a:lnTo>
                <a:lnTo>
                  <a:pt x="13365" y="83835"/>
                </a:lnTo>
                <a:lnTo>
                  <a:pt x="14175" y="84780"/>
                </a:lnTo>
                <a:lnTo>
                  <a:pt x="14850" y="85320"/>
                </a:lnTo>
                <a:lnTo>
                  <a:pt x="15795" y="85995"/>
                </a:lnTo>
                <a:lnTo>
                  <a:pt x="16875" y="86535"/>
                </a:lnTo>
                <a:lnTo>
                  <a:pt x="18090" y="87075"/>
                </a:lnTo>
                <a:lnTo>
                  <a:pt x="19305" y="87615"/>
                </a:lnTo>
                <a:lnTo>
                  <a:pt x="20655" y="87885"/>
                </a:lnTo>
                <a:lnTo>
                  <a:pt x="23355" y="88425"/>
                </a:lnTo>
                <a:lnTo>
                  <a:pt x="25110" y="88560"/>
                </a:lnTo>
                <a:lnTo>
                  <a:pt x="26865" y="88695"/>
                </a:lnTo>
                <a:lnTo>
                  <a:pt x="30240" y="88695"/>
                </a:lnTo>
                <a:lnTo>
                  <a:pt x="32940" y="88425"/>
                </a:lnTo>
                <a:lnTo>
                  <a:pt x="35505" y="87885"/>
                </a:lnTo>
                <a:lnTo>
                  <a:pt x="37800" y="87210"/>
                </a:lnTo>
                <a:lnTo>
                  <a:pt x="39825" y="86265"/>
                </a:lnTo>
                <a:lnTo>
                  <a:pt x="41715" y="85185"/>
                </a:lnTo>
                <a:lnTo>
                  <a:pt x="43605" y="83835"/>
                </a:lnTo>
                <a:lnTo>
                  <a:pt x="45090" y="82485"/>
                </a:lnTo>
                <a:lnTo>
                  <a:pt x="46440" y="80730"/>
                </a:lnTo>
                <a:lnTo>
                  <a:pt x="47115" y="79650"/>
                </a:lnTo>
                <a:lnTo>
                  <a:pt x="47790" y="78435"/>
                </a:lnTo>
                <a:lnTo>
                  <a:pt x="48195" y="77220"/>
                </a:lnTo>
                <a:lnTo>
                  <a:pt x="48600" y="75870"/>
                </a:lnTo>
                <a:lnTo>
                  <a:pt x="49005" y="74520"/>
                </a:lnTo>
                <a:lnTo>
                  <a:pt x="49140" y="73170"/>
                </a:lnTo>
                <a:lnTo>
                  <a:pt x="49140" y="71820"/>
                </a:lnTo>
                <a:lnTo>
                  <a:pt x="49140" y="70470"/>
                </a:lnTo>
                <a:lnTo>
                  <a:pt x="48870" y="69120"/>
                </a:lnTo>
                <a:lnTo>
                  <a:pt x="48600" y="67770"/>
                </a:lnTo>
                <a:lnTo>
                  <a:pt x="48195" y="66420"/>
                </a:lnTo>
                <a:lnTo>
                  <a:pt x="47655" y="65205"/>
                </a:lnTo>
                <a:lnTo>
                  <a:pt x="46980" y="63855"/>
                </a:lnTo>
                <a:lnTo>
                  <a:pt x="46305" y="62640"/>
                </a:lnTo>
                <a:lnTo>
                  <a:pt x="45495" y="61560"/>
                </a:lnTo>
                <a:lnTo>
                  <a:pt x="44550" y="60615"/>
                </a:lnTo>
                <a:lnTo>
                  <a:pt x="43470" y="59535"/>
                </a:lnTo>
                <a:lnTo>
                  <a:pt x="42660" y="58725"/>
                </a:lnTo>
                <a:lnTo>
                  <a:pt x="41445" y="57780"/>
                </a:lnTo>
                <a:lnTo>
                  <a:pt x="40365" y="57105"/>
                </a:lnTo>
                <a:lnTo>
                  <a:pt x="39015" y="56295"/>
                </a:lnTo>
                <a:lnTo>
                  <a:pt x="37665" y="55755"/>
                </a:lnTo>
                <a:lnTo>
                  <a:pt x="34965" y="54675"/>
                </a:lnTo>
                <a:lnTo>
                  <a:pt x="32265" y="53865"/>
                </a:lnTo>
                <a:lnTo>
                  <a:pt x="29430" y="53325"/>
                </a:lnTo>
                <a:lnTo>
                  <a:pt x="26055" y="52920"/>
                </a:lnTo>
                <a:lnTo>
                  <a:pt x="21870" y="52785"/>
                </a:lnTo>
                <a:lnTo>
                  <a:pt x="21060" y="52650"/>
                </a:lnTo>
                <a:lnTo>
                  <a:pt x="19575" y="52245"/>
                </a:lnTo>
                <a:lnTo>
                  <a:pt x="18900" y="51975"/>
                </a:lnTo>
                <a:lnTo>
                  <a:pt x="18360" y="51570"/>
                </a:lnTo>
                <a:lnTo>
                  <a:pt x="17820" y="51165"/>
                </a:lnTo>
                <a:lnTo>
                  <a:pt x="17415" y="50760"/>
                </a:lnTo>
                <a:lnTo>
                  <a:pt x="17010" y="50220"/>
                </a:lnTo>
                <a:lnTo>
                  <a:pt x="16740" y="49680"/>
                </a:lnTo>
                <a:lnTo>
                  <a:pt x="16605" y="49140"/>
                </a:lnTo>
                <a:lnTo>
                  <a:pt x="16605" y="48600"/>
                </a:lnTo>
                <a:lnTo>
                  <a:pt x="16605" y="48060"/>
                </a:lnTo>
                <a:lnTo>
                  <a:pt x="16740" y="47520"/>
                </a:lnTo>
                <a:lnTo>
                  <a:pt x="17010" y="46980"/>
                </a:lnTo>
                <a:lnTo>
                  <a:pt x="17415" y="46440"/>
                </a:lnTo>
                <a:lnTo>
                  <a:pt x="17820" y="46035"/>
                </a:lnTo>
                <a:lnTo>
                  <a:pt x="18360" y="45630"/>
                </a:lnTo>
                <a:lnTo>
                  <a:pt x="18900" y="45225"/>
                </a:lnTo>
                <a:lnTo>
                  <a:pt x="19575" y="44955"/>
                </a:lnTo>
                <a:lnTo>
                  <a:pt x="20250" y="44685"/>
                </a:lnTo>
                <a:lnTo>
                  <a:pt x="21870" y="44415"/>
                </a:lnTo>
                <a:lnTo>
                  <a:pt x="26055" y="44280"/>
                </a:lnTo>
                <a:lnTo>
                  <a:pt x="29430" y="43875"/>
                </a:lnTo>
                <a:lnTo>
                  <a:pt x="32265" y="43335"/>
                </a:lnTo>
                <a:lnTo>
                  <a:pt x="34830" y="42660"/>
                </a:lnTo>
                <a:lnTo>
                  <a:pt x="37530" y="41580"/>
                </a:lnTo>
                <a:lnTo>
                  <a:pt x="38745" y="40905"/>
                </a:lnTo>
                <a:lnTo>
                  <a:pt x="40095" y="40230"/>
                </a:lnTo>
                <a:lnTo>
                  <a:pt x="41175" y="39420"/>
                </a:lnTo>
                <a:lnTo>
                  <a:pt x="42390" y="38610"/>
                </a:lnTo>
                <a:lnTo>
                  <a:pt x="43335" y="37800"/>
                </a:lnTo>
                <a:lnTo>
                  <a:pt x="44415" y="36855"/>
                </a:lnTo>
                <a:lnTo>
                  <a:pt x="45360" y="35775"/>
                </a:lnTo>
                <a:lnTo>
                  <a:pt x="46170" y="34695"/>
                </a:lnTo>
                <a:lnTo>
                  <a:pt x="46845" y="33480"/>
                </a:lnTo>
                <a:lnTo>
                  <a:pt x="47520" y="32400"/>
                </a:lnTo>
                <a:lnTo>
                  <a:pt x="48060" y="31185"/>
                </a:lnTo>
                <a:lnTo>
                  <a:pt x="48465" y="29970"/>
                </a:lnTo>
                <a:lnTo>
                  <a:pt x="48735" y="28620"/>
                </a:lnTo>
                <a:lnTo>
                  <a:pt x="49005" y="27270"/>
                </a:lnTo>
                <a:lnTo>
                  <a:pt x="49140" y="25920"/>
                </a:lnTo>
                <a:lnTo>
                  <a:pt x="49140" y="24705"/>
                </a:lnTo>
                <a:lnTo>
                  <a:pt x="49005" y="23490"/>
                </a:lnTo>
                <a:lnTo>
                  <a:pt x="48870" y="22005"/>
                </a:lnTo>
                <a:lnTo>
                  <a:pt x="48465" y="20790"/>
                </a:lnTo>
                <a:lnTo>
                  <a:pt x="48060" y="19440"/>
                </a:lnTo>
                <a:lnTo>
                  <a:pt x="47385" y="18090"/>
                </a:lnTo>
                <a:lnTo>
                  <a:pt x="46845" y="17010"/>
                </a:lnTo>
                <a:lnTo>
                  <a:pt x="45495" y="15255"/>
                </a:lnTo>
                <a:lnTo>
                  <a:pt x="44010" y="13770"/>
                </a:lnTo>
                <a:lnTo>
                  <a:pt x="42255" y="12285"/>
                </a:lnTo>
                <a:lnTo>
                  <a:pt x="40365" y="11205"/>
                </a:lnTo>
                <a:lnTo>
                  <a:pt x="38205" y="10125"/>
                </a:lnTo>
                <a:lnTo>
                  <a:pt x="35910" y="9450"/>
                </a:lnTo>
                <a:lnTo>
                  <a:pt x="33345" y="8910"/>
                </a:lnTo>
                <a:lnTo>
                  <a:pt x="30780" y="8640"/>
                </a:lnTo>
                <a:lnTo>
                  <a:pt x="29160" y="8505"/>
                </a:lnTo>
                <a:lnTo>
                  <a:pt x="27270" y="8505"/>
                </a:lnTo>
                <a:lnTo>
                  <a:pt x="24030" y="8640"/>
                </a:lnTo>
                <a:lnTo>
                  <a:pt x="22410" y="8910"/>
                </a:lnTo>
                <a:lnTo>
                  <a:pt x="20925" y="9180"/>
                </a:lnTo>
                <a:lnTo>
                  <a:pt x="19575" y="9585"/>
                </a:lnTo>
                <a:lnTo>
                  <a:pt x="18225" y="9990"/>
                </a:lnTo>
                <a:lnTo>
                  <a:pt x="17145" y="10530"/>
                </a:lnTo>
                <a:lnTo>
                  <a:pt x="16065" y="11070"/>
                </a:lnTo>
                <a:lnTo>
                  <a:pt x="15120" y="11745"/>
                </a:lnTo>
                <a:lnTo>
                  <a:pt x="14175" y="12420"/>
                </a:lnTo>
                <a:lnTo>
                  <a:pt x="13365" y="13365"/>
                </a:lnTo>
                <a:lnTo>
                  <a:pt x="12690" y="14040"/>
                </a:lnTo>
                <a:lnTo>
                  <a:pt x="12015" y="15120"/>
                </a:lnTo>
                <a:lnTo>
                  <a:pt x="11475" y="16200"/>
                </a:lnTo>
                <a:lnTo>
                  <a:pt x="0" y="13500"/>
                </a:lnTo>
                <a:close/>
              </a:path>
            </a:pathLst>
          </a:custGeom>
          <a:solidFill>
            <a:srgbClr val="000000"/>
          </a:solidFill>
          <a:ln>
            <a:noFill/>
          </a:ln>
        </p:spPr>
        <p:txBody>
          <a:bodyPr rtlCol="0" anchor="ctr"/>
          <a:lstStyle/>
          <a:p>
            <a:pPr algn="ctr"/>
          </a:p>
        </p:txBody>
      </p:sp>
      <p:sp>
        <p:nvSpPr>
          <p:cNvPr id="19" name="𐰪"/>
          <p:cNvSpPr/>
          <p:nvPr/>
        </p:nvSpPr>
        <p:spPr>
          <a:xfrm>
            <a:off x="4789380" y="2589276"/>
            <a:ext cx="404279" cy="545211"/>
          </a:xfrm>
          <a:custGeom>
            <a:avLst/>
            <a:gdLst/>
            <a:ahLst/>
            <a:cxnLst/>
            <a:rect l="l" t="t" r="r" b="b"/>
            <a:pathLst>
              <a:path w="53055" h="71550" stroke="0">
                <a:moveTo>
                  <a:pt x="945" y="11475"/>
                </a:moveTo>
                <a:lnTo>
                  <a:pt x="1755" y="10260"/>
                </a:lnTo>
                <a:lnTo>
                  <a:pt x="2700" y="9045"/>
                </a:lnTo>
                <a:lnTo>
                  <a:pt x="3780" y="7695"/>
                </a:lnTo>
                <a:lnTo>
                  <a:pt x="4860" y="6750"/>
                </a:lnTo>
                <a:lnTo>
                  <a:pt x="5940" y="5805"/>
                </a:lnTo>
                <a:lnTo>
                  <a:pt x="7020" y="4860"/>
                </a:lnTo>
                <a:lnTo>
                  <a:pt x="8505" y="3915"/>
                </a:lnTo>
                <a:lnTo>
                  <a:pt x="9855" y="3240"/>
                </a:lnTo>
                <a:lnTo>
                  <a:pt x="11475" y="2565"/>
                </a:lnTo>
                <a:lnTo>
                  <a:pt x="12825" y="2025"/>
                </a:lnTo>
                <a:lnTo>
                  <a:pt x="14580" y="1485"/>
                </a:lnTo>
                <a:lnTo>
                  <a:pt x="15930" y="1080"/>
                </a:lnTo>
                <a:lnTo>
                  <a:pt x="17685" y="675"/>
                </a:lnTo>
                <a:lnTo>
                  <a:pt x="19440" y="405"/>
                </a:lnTo>
                <a:lnTo>
                  <a:pt x="21600" y="270"/>
                </a:lnTo>
                <a:lnTo>
                  <a:pt x="23625" y="0"/>
                </a:lnTo>
                <a:lnTo>
                  <a:pt x="26055" y="0"/>
                </a:lnTo>
                <a:lnTo>
                  <a:pt x="28215" y="0"/>
                </a:lnTo>
                <a:lnTo>
                  <a:pt x="30240" y="135"/>
                </a:lnTo>
                <a:lnTo>
                  <a:pt x="32265" y="270"/>
                </a:lnTo>
                <a:lnTo>
                  <a:pt x="34155" y="675"/>
                </a:lnTo>
                <a:lnTo>
                  <a:pt x="36045" y="1080"/>
                </a:lnTo>
                <a:lnTo>
                  <a:pt x="37935" y="1485"/>
                </a:lnTo>
                <a:lnTo>
                  <a:pt x="39555" y="2160"/>
                </a:lnTo>
                <a:lnTo>
                  <a:pt x="41175" y="2835"/>
                </a:lnTo>
                <a:lnTo>
                  <a:pt x="42795" y="3510"/>
                </a:lnTo>
                <a:lnTo>
                  <a:pt x="44280" y="4320"/>
                </a:lnTo>
                <a:lnTo>
                  <a:pt x="45495" y="5265"/>
                </a:lnTo>
                <a:lnTo>
                  <a:pt x="46845" y="6345"/>
                </a:lnTo>
                <a:lnTo>
                  <a:pt x="48060" y="7290"/>
                </a:lnTo>
                <a:lnTo>
                  <a:pt x="49140" y="8505"/>
                </a:lnTo>
                <a:lnTo>
                  <a:pt x="50220" y="9990"/>
                </a:lnTo>
                <a:lnTo>
                  <a:pt x="51300" y="11745"/>
                </a:lnTo>
                <a:lnTo>
                  <a:pt x="52110" y="13635"/>
                </a:lnTo>
                <a:lnTo>
                  <a:pt x="52650" y="15525"/>
                </a:lnTo>
                <a:lnTo>
                  <a:pt x="52920" y="17415"/>
                </a:lnTo>
                <a:lnTo>
                  <a:pt x="52920" y="19575"/>
                </a:lnTo>
                <a:lnTo>
                  <a:pt x="52785" y="21465"/>
                </a:lnTo>
                <a:lnTo>
                  <a:pt x="52245" y="23355"/>
                </a:lnTo>
                <a:lnTo>
                  <a:pt x="51435" y="25245"/>
                </a:lnTo>
                <a:lnTo>
                  <a:pt x="50490" y="27135"/>
                </a:lnTo>
                <a:lnTo>
                  <a:pt x="49410" y="28755"/>
                </a:lnTo>
                <a:lnTo>
                  <a:pt x="47925" y="30510"/>
                </a:lnTo>
                <a:lnTo>
                  <a:pt x="46305" y="31995"/>
                </a:lnTo>
                <a:lnTo>
                  <a:pt x="44550" y="33345"/>
                </a:lnTo>
                <a:lnTo>
                  <a:pt x="42525" y="34560"/>
                </a:lnTo>
                <a:lnTo>
                  <a:pt x="40230" y="35775"/>
                </a:lnTo>
                <a:lnTo>
                  <a:pt x="42660" y="36990"/>
                </a:lnTo>
                <a:lnTo>
                  <a:pt x="44820" y="38475"/>
                </a:lnTo>
                <a:lnTo>
                  <a:pt x="46845" y="40095"/>
                </a:lnTo>
                <a:lnTo>
                  <a:pt x="47790" y="41040"/>
                </a:lnTo>
                <a:lnTo>
                  <a:pt x="48735" y="41985"/>
                </a:lnTo>
                <a:lnTo>
                  <a:pt x="50220" y="43875"/>
                </a:lnTo>
                <a:lnTo>
                  <a:pt x="50760" y="44820"/>
                </a:lnTo>
                <a:lnTo>
                  <a:pt x="51435" y="46035"/>
                </a:lnTo>
                <a:lnTo>
                  <a:pt x="52245" y="48060"/>
                </a:lnTo>
                <a:lnTo>
                  <a:pt x="52785" y="50220"/>
                </a:lnTo>
                <a:lnTo>
                  <a:pt x="53055" y="52380"/>
                </a:lnTo>
                <a:lnTo>
                  <a:pt x="52920" y="53595"/>
                </a:lnTo>
                <a:lnTo>
                  <a:pt x="52920" y="54675"/>
                </a:lnTo>
                <a:lnTo>
                  <a:pt x="52515" y="56835"/>
                </a:lnTo>
                <a:lnTo>
                  <a:pt x="51705" y="58860"/>
                </a:lnTo>
                <a:lnTo>
                  <a:pt x="51165" y="59940"/>
                </a:lnTo>
                <a:lnTo>
                  <a:pt x="50625" y="60885"/>
                </a:lnTo>
                <a:lnTo>
                  <a:pt x="49275" y="62775"/>
                </a:lnTo>
                <a:lnTo>
                  <a:pt x="47790" y="64530"/>
                </a:lnTo>
                <a:lnTo>
                  <a:pt x="46710" y="65475"/>
                </a:lnTo>
                <a:lnTo>
                  <a:pt x="45765" y="66150"/>
                </a:lnTo>
                <a:lnTo>
                  <a:pt x="43605" y="67635"/>
                </a:lnTo>
                <a:lnTo>
                  <a:pt x="42255" y="68310"/>
                </a:lnTo>
                <a:lnTo>
                  <a:pt x="41040" y="68850"/>
                </a:lnTo>
                <a:lnTo>
                  <a:pt x="38340" y="69930"/>
                </a:lnTo>
                <a:lnTo>
                  <a:pt x="35370" y="70605"/>
                </a:lnTo>
                <a:lnTo>
                  <a:pt x="32265" y="71145"/>
                </a:lnTo>
                <a:lnTo>
                  <a:pt x="29295" y="71550"/>
                </a:lnTo>
                <a:lnTo>
                  <a:pt x="25650" y="71550"/>
                </a:lnTo>
                <a:lnTo>
                  <a:pt x="22005" y="71415"/>
                </a:lnTo>
                <a:lnTo>
                  <a:pt x="18900" y="71010"/>
                </a:lnTo>
                <a:lnTo>
                  <a:pt x="15930" y="70470"/>
                </a:lnTo>
                <a:lnTo>
                  <a:pt x="13365" y="69795"/>
                </a:lnTo>
                <a:lnTo>
                  <a:pt x="11070" y="68850"/>
                </a:lnTo>
                <a:lnTo>
                  <a:pt x="8640" y="67635"/>
                </a:lnTo>
                <a:lnTo>
                  <a:pt x="6615" y="66285"/>
                </a:lnTo>
                <a:lnTo>
                  <a:pt x="5535" y="65475"/>
                </a:lnTo>
                <a:lnTo>
                  <a:pt x="4590" y="64530"/>
                </a:lnTo>
                <a:lnTo>
                  <a:pt x="2970" y="62910"/>
                </a:lnTo>
                <a:lnTo>
                  <a:pt x="1485" y="60885"/>
                </a:lnTo>
                <a:lnTo>
                  <a:pt x="675" y="59670"/>
                </a:lnTo>
                <a:lnTo>
                  <a:pt x="0" y="58320"/>
                </a:lnTo>
                <a:lnTo>
                  <a:pt x="10530" y="55890"/>
                </a:lnTo>
                <a:lnTo>
                  <a:pt x="11340" y="57645"/>
                </a:lnTo>
                <a:lnTo>
                  <a:pt x="12555" y="59265"/>
                </a:lnTo>
                <a:lnTo>
                  <a:pt x="13770" y="60480"/>
                </a:lnTo>
                <a:lnTo>
                  <a:pt x="14985" y="61425"/>
                </a:lnTo>
                <a:lnTo>
                  <a:pt x="16470" y="62370"/>
                </a:lnTo>
                <a:lnTo>
                  <a:pt x="17955" y="63045"/>
                </a:lnTo>
                <a:lnTo>
                  <a:pt x="19845" y="63585"/>
                </a:lnTo>
                <a:lnTo>
                  <a:pt x="21870" y="63855"/>
                </a:lnTo>
                <a:lnTo>
                  <a:pt x="24705" y="64125"/>
                </a:lnTo>
                <a:lnTo>
                  <a:pt x="27945" y="64125"/>
                </a:lnTo>
                <a:lnTo>
                  <a:pt x="30375" y="63855"/>
                </a:lnTo>
                <a:lnTo>
                  <a:pt x="32535" y="63450"/>
                </a:lnTo>
                <a:lnTo>
                  <a:pt x="34560" y="62775"/>
                </a:lnTo>
                <a:lnTo>
                  <a:pt x="36450" y="61965"/>
                </a:lnTo>
                <a:lnTo>
                  <a:pt x="37935" y="60885"/>
                </a:lnTo>
                <a:lnTo>
                  <a:pt x="38745" y="60210"/>
                </a:lnTo>
                <a:lnTo>
                  <a:pt x="39420" y="59535"/>
                </a:lnTo>
                <a:lnTo>
                  <a:pt x="40095" y="58590"/>
                </a:lnTo>
                <a:lnTo>
                  <a:pt x="40635" y="57780"/>
                </a:lnTo>
                <a:lnTo>
                  <a:pt x="41040" y="56970"/>
                </a:lnTo>
                <a:lnTo>
                  <a:pt x="41445" y="56025"/>
                </a:lnTo>
                <a:lnTo>
                  <a:pt x="41715" y="55080"/>
                </a:lnTo>
                <a:lnTo>
                  <a:pt x="41850" y="54135"/>
                </a:lnTo>
                <a:lnTo>
                  <a:pt x="41985" y="53190"/>
                </a:lnTo>
                <a:lnTo>
                  <a:pt x="41850" y="52245"/>
                </a:lnTo>
                <a:lnTo>
                  <a:pt x="41850" y="51300"/>
                </a:lnTo>
                <a:lnTo>
                  <a:pt x="41580" y="50355"/>
                </a:lnTo>
                <a:lnTo>
                  <a:pt x="41310" y="49410"/>
                </a:lnTo>
                <a:lnTo>
                  <a:pt x="40905" y="48465"/>
                </a:lnTo>
                <a:lnTo>
                  <a:pt x="40500" y="47520"/>
                </a:lnTo>
                <a:lnTo>
                  <a:pt x="39825" y="46710"/>
                </a:lnTo>
                <a:lnTo>
                  <a:pt x="39285" y="45765"/>
                </a:lnTo>
                <a:lnTo>
                  <a:pt x="38475" y="44955"/>
                </a:lnTo>
                <a:lnTo>
                  <a:pt x="36855" y="43605"/>
                </a:lnTo>
                <a:lnTo>
                  <a:pt x="35100" y="42525"/>
                </a:lnTo>
                <a:lnTo>
                  <a:pt x="33210" y="41580"/>
                </a:lnTo>
                <a:lnTo>
                  <a:pt x="30915" y="40770"/>
                </a:lnTo>
                <a:lnTo>
                  <a:pt x="28890" y="40230"/>
                </a:lnTo>
                <a:lnTo>
                  <a:pt x="27000" y="39825"/>
                </a:lnTo>
                <a:lnTo>
                  <a:pt x="24165" y="39555"/>
                </a:lnTo>
                <a:lnTo>
                  <a:pt x="20655" y="39420"/>
                </a:lnTo>
                <a:lnTo>
                  <a:pt x="19980" y="39420"/>
                </a:lnTo>
                <a:lnTo>
                  <a:pt x="18630" y="39015"/>
                </a:lnTo>
                <a:lnTo>
                  <a:pt x="17550" y="38340"/>
                </a:lnTo>
                <a:lnTo>
                  <a:pt x="17010" y="38070"/>
                </a:lnTo>
                <a:lnTo>
                  <a:pt x="16605" y="37665"/>
                </a:lnTo>
                <a:lnTo>
                  <a:pt x="16335" y="37125"/>
                </a:lnTo>
                <a:lnTo>
                  <a:pt x="16065" y="36720"/>
                </a:lnTo>
                <a:lnTo>
                  <a:pt x="15930" y="36315"/>
                </a:lnTo>
                <a:lnTo>
                  <a:pt x="15930" y="35775"/>
                </a:lnTo>
                <a:lnTo>
                  <a:pt x="15930" y="35235"/>
                </a:lnTo>
                <a:lnTo>
                  <a:pt x="16065" y="34830"/>
                </a:lnTo>
                <a:lnTo>
                  <a:pt x="16335" y="34425"/>
                </a:lnTo>
                <a:lnTo>
                  <a:pt x="16605" y="33885"/>
                </a:lnTo>
                <a:lnTo>
                  <a:pt x="17010" y="33480"/>
                </a:lnTo>
                <a:lnTo>
                  <a:pt x="17550" y="33210"/>
                </a:lnTo>
                <a:lnTo>
                  <a:pt x="18630" y="32535"/>
                </a:lnTo>
                <a:lnTo>
                  <a:pt x="19305" y="32400"/>
                </a:lnTo>
                <a:lnTo>
                  <a:pt x="20655" y="32130"/>
                </a:lnTo>
                <a:lnTo>
                  <a:pt x="23490" y="31995"/>
                </a:lnTo>
                <a:lnTo>
                  <a:pt x="25380" y="31860"/>
                </a:lnTo>
                <a:lnTo>
                  <a:pt x="27540" y="31590"/>
                </a:lnTo>
                <a:lnTo>
                  <a:pt x="29700" y="31185"/>
                </a:lnTo>
                <a:lnTo>
                  <a:pt x="31590" y="30645"/>
                </a:lnTo>
                <a:lnTo>
                  <a:pt x="33345" y="29970"/>
                </a:lnTo>
                <a:lnTo>
                  <a:pt x="34965" y="29160"/>
                </a:lnTo>
                <a:lnTo>
                  <a:pt x="36450" y="28350"/>
                </a:lnTo>
                <a:lnTo>
                  <a:pt x="37665" y="27270"/>
                </a:lnTo>
                <a:lnTo>
                  <a:pt x="38880" y="26190"/>
                </a:lnTo>
                <a:lnTo>
                  <a:pt x="39825" y="25110"/>
                </a:lnTo>
                <a:lnTo>
                  <a:pt x="40635" y="23760"/>
                </a:lnTo>
                <a:lnTo>
                  <a:pt x="41175" y="22545"/>
                </a:lnTo>
                <a:lnTo>
                  <a:pt x="41715" y="21060"/>
                </a:lnTo>
                <a:lnTo>
                  <a:pt x="41850" y="19575"/>
                </a:lnTo>
                <a:lnTo>
                  <a:pt x="41850" y="18225"/>
                </a:lnTo>
                <a:lnTo>
                  <a:pt x="41850" y="17280"/>
                </a:lnTo>
                <a:lnTo>
                  <a:pt x="41580" y="16335"/>
                </a:lnTo>
                <a:lnTo>
                  <a:pt x="41310" y="15390"/>
                </a:lnTo>
                <a:lnTo>
                  <a:pt x="40905" y="14310"/>
                </a:lnTo>
                <a:lnTo>
                  <a:pt x="40500" y="13500"/>
                </a:lnTo>
                <a:lnTo>
                  <a:pt x="39960" y="12690"/>
                </a:lnTo>
                <a:lnTo>
                  <a:pt x="39285" y="11880"/>
                </a:lnTo>
                <a:lnTo>
                  <a:pt x="38475" y="11070"/>
                </a:lnTo>
                <a:lnTo>
                  <a:pt x="37530" y="10395"/>
                </a:lnTo>
                <a:lnTo>
                  <a:pt x="36720" y="9855"/>
                </a:lnTo>
                <a:lnTo>
                  <a:pt x="35775" y="9315"/>
                </a:lnTo>
                <a:lnTo>
                  <a:pt x="34830" y="8775"/>
                </a:lnTo>
                <a:lnTo>
                  <a:pt x="33750" y="8370"/>
                </a:lnTo>
                <a:lnTo>
                  <a:pt x="32535" y="8100"/>
                </a:lnTo>
                <a:lnTo>
                  <a:pt x="30105" y="7560"/>
                </a:lnTo>
                <a:lnTo>
                  <a:pt x="28755" y="7425"/>
                </a:lnTo>
                <a:lnTo>
                  <a:pt x="27135" y="7425"/>
                </a:lnTo>
                <a:lnTo>
                  <a:pt x="24705" y="7425"/>
                </a:lnTo>
                <a:lnTo>
                  <a:pt x="22680" y="7560"/>
                </a:lnTo>
                <a:lnTo>
                  <a:pt x="21060" y="7830"/>
                </a:lnTo>
                <a:lnTo>
                  <a:pt x="19845" y="7965"/>
                </a:lnTo>
                <a:lnTo>
                  <a:pt x="18495" y="8370"/>
                </a:lnTo>
                <a:lnTo>
                  <a:pt x="17415" y="8775"/>
                </a:lnTo>
                <a:lnTo>
                  <a:pt x="16335" y="9315"/>
                </a:lnTo>
                <a:lnTo>
                  <a:pt x="15255" y="9990"/>
                </a:lnTo>
                <a:lnTo>
                  <a:pt x="14175" y="10665"/>
                </a:lnTo>
                <a:lnTo>
                  <a:pt x="13365" y="11475"/>
                </a:lnTo>
                <a:lnTo>
                  <a:pt x="12555" y="12285"/>
                </a:lnTo>
                <a:lnTo>
                  <a:pt x="11745" y="13365"/>
                </a:lnTo>
                <a:lnTo>
                  <a:pt x="11070" y="14580"/>
                </a:lnTo>
                <a:lnTo>
                  <a:pt x="10530" y="15660"/>
                </a:lnTo>
                <a:lnTo>
                  <a:pt x="0" y="13230"/>
                </a:lnTo>
                <a:close/>
              </a:path>
            </a:pathLst>
          </a:custGeom>
          <a:solidFill>
            <a:srgbClr val="000000"/>
          </a:solidFill>
          <a:ln>
            <a:noFill/>
          </a:ln>
        </p:spPr>
        <p:txBody>
          <a:bodyPr rtlCol="0" anchor="ctr"/>
          <a:lstStyle/>
          <a:p>
            <a:pPr algn="ctr"/>
          </a:p>
        </p:txBody>
      </p:sp>
      <p:sp>
        <p:nvSpPr>
          <p:cNvPr id="20" name="ENG"/>
          <p:cNvSpPr txBox="1"/>
          <p:nvPr/>
        </p:nvSpPr>
        <p:spPr>
          <a:xfrm>
            <a:off x="5364480" y="219974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ENG</a:t>
            </a:r>
          </a:p>
        </p:txBody>
      </p:sp>
      <p:sp>
        <p:nvSpPr>
          <p:cNvPr id="21" name="𐰭"/>
          <p:cNvSpPr/>
          <p:nvPr/>
        </p:nvSpPr>
        <p:spPr>
          <a:xfrm>
            <a:off x="5640305" y="2404110"/>
            <a:ext cx="294208" cy="720090"/>
          </a:xfrm>
          <a:custGeom>
            <a:avLst/>
            <a:gdLst/>
            <a:ahLst/>
            <a:cxnLst/>
            <a:rect l="l" t="t" r="r" b="b"/>
            <a:pathLst>
              <a:path w="38610" h="94500" stroke="0">
                <a:moveTo>
                  <a:pt x="20655" y="91260"/>
                </a:moveTo>
                <a:lnTo>
                  <a:pt x="21735" y="88830"/>
                </a:lnTo>
                <a:lnTo>
                  <a:pt x="22410" y="86670"/>
                </a:lnTo>
                <a:lnTo>
                  <a:pt x="22410" y="50760"/>
                </a:lnTo>
                <a:lnTo>
                  <a:pt x="20385" y="50085"/>
                </a:lnTo>
                <a:lnTo>
                  <a:pt x="18495" y="49275"/>
                </a:lnTo>
                <a:lnTo>
                  <a:pt x="16470" y="48330"/>
                </a:lnTo>
                <a:lnTo>
                  <a:pt x="14445" y="47115"/>
                </a:lnTo>
                <a:lnTo>
                  <a:pt x="12555" y="45765"/>
                </a:lnTo>
                <a:lnTo>
                  <a:pt x="10530" y="44145"/>
                </a:lnTo>
                <a:lnTo>
                  <a:pt x="4860" y="39420"/>
                </a:lnTo>
                <a:lnTo>
                  <a:pt x="3105" y="38070"/>
                </a:lnTo>
                <a:lnTo>
                  <a:pt x="1350" y="36855"/>
                </a:lnTo>
                <a:lnTo>
                  <a:pt x="0" y="36180"/>
                </a:lnTo>
                <a:lnTo>
                  <a:pt x="5670" y="28620"/>
                </a:lnTo>
                <a:lnTo>
                  <a:pt x="7020" y="29160"/>
                </a:lnTo>
                <a:lnTo>
                  <a:pt x="8505" y="29835"/>
                </a:lnTo>
                <a:lnTo>
                  <a:pt x="9855" y="30780"/>
                </a:lnTo>
                <a:lnTo>
                  <a:pt x="11205" y="31590"/>
                </a:lnTo>
                <a:lnTo>
                  <a:pt x="13770" y="33615"/>
                </a:lnTo>
                <a:lnTo>
                  <a:pt x="19575" y="38475"/>
                </a:lnTo>
                <a:lnTo>
                  <a:pt x="22410" y="40635"/>
                </a:lnTo>
                <a:lnTo>
                  <a:pt x="22410" y="7830"/>
                </a:lnTo>
                <a:lnTo>
                  <a:pt x="21735" y="5670"/>
                </a:lnTo>
                <a:lnTo>
                  <a:pt x="20655" y="3240"/>
                </a:lnTo>
                <a:lnTo>
                  <a:pt x="18360" y="2700"/>
                </a:lnTo>
                <a:lnTo>
                  <a:pt x="18360" y="0"/>
                </a:lnTo>
                <a:lnTo>
                  <a:pt x="38610" y="0"/>
                </a:lnTo>
                <a:lnTo>
                  <a:pt x="38610" y="2700"/>
                </a:lnTo>
                <a:lnTo>
                  <a:pt x="36315" y="3240"/>
                </a:lnTo>
                <a:lnTo>
                  <a:pt x="35235" y="5670"/>
                </a:lnTo>
                <a:lnTo>
                  <a:pt x="34560" y="7830"/>
                </a:lnTo>
                <a:lnTo>
                  <a:pt x="34560" y="86670"/>
                </a:lnTo>
                <a:lnTo>
                  <a:pt x="35235" y="88830"/>
                </a:lnTo>
                <a:lnTo>
                  <a:pt x="36315" y="91260"/>
                </a:lnTo>
                <a:lnTo>
                  <a:pt x="38610" y="91800"/>
                </a:lnTo>
                <a:lnTo>
                  <a:pt x="38610" y="94500"/>
                </a:lnTo>
                <a:lnTo>
                  <a:pt x="18360" y="94500"/>
                </a:lnTo>
                <a:lnTo>
                  <a:pt x="18360" y="91800"/>
                </a:lnTo>
                <a:close/>
              </a:path>
            </a:pathLst>
          </a:custGeom>
          <a:solidFill>
            <a:srgbClr val="000000"/>
          </a:solidFill>
          <a:ln>
            <a:noFill/>
          </a:ln>
        </p:spPr>
        <p:txBody>
          <a:bodyPr rtlCol="0" anchor="ctr"/>
          <a:lstStyle/>
          <a:p>
            <a:pPr algn="ctr"/>
          </a:p>
        </p:txBody>
      </p:sp>
      <p:sp>
        <p:nvSpPr>
          <p:cNvPr id="22" name="𐰭"/>
          <p:cNvSpPr/>
          <p:nvPr/>
        </p:nvSpPr>
        <p:spPr>
          <a:xfrm>
            <a:off x="6390665" y="2404110"/>
            <a:ext cx="287007" cy="720090"/>
          </a:xfrm>
          <a:custGeom>
            <a:avLst/>
            <a:gdLst/>
            <a:ahLst/>
            <a:cxnLst/>
            <a:rect l="l" t="t" r="r" b="b"/>
            <a:pathLst>
              <a:path w="37665" h="94500" stroke="0">
                <a:moveTo>
                  <a:pt x="21870" y="88830"/>
                </a:moveTo>
                <a:lnTo>
                  <a:pt x="22545" y="86670"/>
                </a:lnTo>
                <a:lnTo>
                  <a:pt x="22545" y="61425"/>
                </a:lnTo>
                <a:lnTo>
                  <a:pt x="19305" y="60210"/>
                </a:lnTo>
                <a:lnTo>
                  <a:pt x="17550" y="59400"/>
                </a:lnTo>
                <a:lnTo>
                  <a:pt x="15930" y="58455"/>
                </a:lnTo>
                <a:lnTo>
                  <a:pt x="14040" y="57375"/>
                </a:lnTo>
                <a:lnTo>
                  <a:pt x="12285" y="56295"/>
                </a:lnTo>
                <a:lnTo>
                  <a:pt x="6480" y="52245"/>
                </a:lnTo>
                <a:lnTo>
                  <a:pt x="4455" y="50895"/>
                </a:lnTo>
                <a:lnTo>
                  <a:pt x="3240" y="50220"/>
                </a:lnTo>
                <a:lnTo>
                  <a:pt x="2025" y="49680"/>
                </a:lnTo>
                <a:lnTo>
                  <a:pt x="1080" y="49275"/>
                </a:lnTo>
                <a:lnTo>
                  <a:pt x="0" y="49005"/>
                </a:lnTo>
                <a:lnTo>
                  <a:pt x="3510" y="41445"/>
                </a:lnTo>
                <a:lnTo>
                  <a:pt x="5265" y="41985"/>
                </a:lnTo>
                <a:lnTo>
                  <a:pt x="7020" y="42525"/>
                </a:lnTo>
                <a:lnTo>
                  <a:pt x="8640" y="43200"/>
                </a:lnTo>
                <a:lnTo>
                  <a:pt x="10530" y="44145"/>
                </a:lnTo>
                <a:lnTo>
                  <a:pt x="13095" y="45765"/>
                </a:lnTo>
                <a:lnTo>
                  <a:pt x="19440" y="50220"/>
                </a:lnTo>
                <a:lnTo>
                  <a:pt x="22545" y="52110"/>
                </a:lnTo>
                <a:lnTo>
                  <a:pt x="22545" y="7830"/>
                </a:lnTo>
                <a:lnTo>
                  <a:pt x="21870" y="5670"/>
                </a:lnTo>
                <a:lnTo>
                  <a:pt x="20790" y="3240"/>
                </a:lnTo>
                <a:lnTo>
                  <a:pt x="18495" y="2700"/>
                </a:lnTo>
                <a:lnTo>
                  <a:pt x="18495" y="0"/>
                </a:lnTo>
                <a:lnTo>
                  <a:pt x="37665" y="0"/>
                </a:lnTo>
                <a:lnTo>
                  <a:pt x="37665" y="2700"/>
                </a:lnTo>
                <a:lnTo>
                  <a:pt x="35370" y="3240"/>
                </a:lnTo>
                <a:lnTo>
                  <a:pt x="34290" y="5670"/>
                </a:lnTo>
                <a:lnTo>
                  <a:pt x="33615" y="7830"/>
                </a:lnTo>
                <a:lnTo>
                  <a:pt x="33615" y="86670"/>
                </a:lnTo>
                <a:lnTo>
                  <a:pt x="34290" y="88830"/>
                </a:lnTo>
                <a:lnTo>
                  <a:pt x="35370" y="91260"/>
                </a:lnTo>
                <a:lnTo>
                  <a:pt x="37665" y="91800"/>
                </a:lnTo>
                <a:lnTo>
                  <a:pt x="37665" y="94500"/>
                </a:lnTo>
                <a:lnTo>
                  <a:pt x="18495" y="94500"/>
                </a:lnTo>
                <a:lnTo>
                  <a:pt x="18495" y="91800"/>
                </a:lnTo>
                <a:lnTo>
                  <a:pt x="20790" y="91260"/>
                </a:lnTo>
                <a:close/>
              </a:path>
            </a:pathLst>
          </a:custGeom>
          <a:solidFill>
            <a:srgbClr val="000000"/>
          </a:solidFill>
          <a:ln>
            <a:noFill/>
          </a:ln>
        </p:spPr>
        <p:txBody>
          <a:bodyPr rtlCol="0" anchor="ctr"/>
          <a:lstStyle/>
          <a:p>
            <a:pPr algn="ctr"/>
          </a:p>
        </p:txBody>
      </p:sp>
      <p:sp>
        <p:nvSpPr>
          <p:cNvPr id="23" name="EP"/>
          <p:cNvSpPr txBox="1"/>
          <p:nvPr/>
        </p:nvSpPr>
        <p:spPr>
          <a:xfrm>
            <a:off x="691896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EP</a:t>
            </a:r>
          </a:p>
        </p:txBody>
      </p:sp>
      <p:sp>
        <p:nvSpPr>
          <p:cNvPr id="24" name="𐰯"/>
          <p:cNvSpPr/>
          <p:nvPr/>
        </p:nvSpPr>
        <p:spPr>
          <a:xfrm>
            <a:off x="7136149" y="2404110"/>
            <a:ext cx="411480" cy="720090"/>
          </a:xfrm>
          <a:custGeom>
            <a:avLst/>
            <a:gdLst/>
            <a:ahLst/>
            <a:cxnLst/>
            <a:rect l="l" t="t" r="r" b="b"/>
            <a:pathLst>
              <a:path w="54000" h="94500" stroke="0">
                <a:moveTo>
                  <a:pt x="33750" y="91800"/>
                </a:moveTo>
                <a:lnTo>
                  <a:pt x="36045" y="91260"/>
                </a:lnTo>
                <a:lnTo>
                  <a:pt x="37125" y="88830"/>
                </a:lnTo>
                <a:lnTo>
                  <a:pt x="37800" y="86670"/>
                </a:lnTo>
                <a:lnTo>
                  <a:pt x="37800" y="8640"/>
                </a:lnTo>
                <a:lnTo>
                  <a:pt x="12150" y="8640"/>
                </a:lnTo>
                <a:lnTo>
                  <a:pt x="12150" y="14040"/>
                </a:lnTo>
                <a:lnTo>
                  <a:pt x="0" y="14040"/>
                </a:lnTo>
                <a:lnTo>
                  <a:pt x="0" y="4320"/>
                </a:lnTo>
                <a:lnTo>
                  <a:pt x="0" y="3780"/>
                </a:lnTo>
                <a:lnTo>
                  <a:pt x="270" y="3240"/>
                </a:lnTo>
                <a:lnTo>
                  <a:pt x="405" y="2700"/>
                </a:lnTo>
                <a:lnTo>
                  <a:pt x="810" y="2160"/>
                </a:lnTo>
                <a:lnTo>
                  <a:pt x="1215" y="1755"/>
                </a:lnTo>
                <a:lnTo>
                  <a:pt x="1755" y="1215"/>
                </a:lnTo>
                <a:lnTo>
                  <a:pt x="2430" y="945"/>
                </a:lnTo>
                <a:lnTo>
                  <a:pt x="3780" y="270"/>
                </a:lnTo>
                <a:lnTo>
                  <a:pt x="4455" y="135"/>
                </a:lnTo>
                <a:lnTo>
                  <a:pt x="6075" y="0"/>
                </a:lnTo>
                <a:lnTo>
                  <a:pt x="44685" y="0"/>
                </a:lnTo>
                <a:lnTo>
                  <a:pt x="46170" y="270"/>
                </a:lnTo>
                <a:lnTo>
                  <a:pt x="47520" y="945"/>
                </a:lnTo>
                <a:lnTo>
                  <a:pt x="48195" y="1215"/>
                </a:lnTo>
                <a:lnTo>
                  <a:pt x="48735" y="1755"/>
                </a:lnTo>
                <a:lnTo>
                  <a:pt x="49140" y="2160"/>
                </a:lnTo>
                <a:lnTo>
                  <a:pt x="49545" y="2700"/>
                </a:lnTo>
                <a:lnTo>
                  <a:pt x="49680" y="3240"/>
                </a:lnTo>
                <a:lnTo>
                  <a:pt x="49950" y="3780"/>
                </a:lnTo>
                <a:lnTo>
                  <a:pt x="49950" y="4320"/>
                </a:lnTo>
                <a:lnTo>
                  <a:pt x="49950" y="86670"/>
                </a:lnTo>
                <a:lnTo>
                  <a:pt x="50625" y="88830"/>
                </a:lnTo>
                <a:lnTo>
                  <a:pt x="51705" y="91260"/>
                </a:lnTo>
                <a:lnTo>
                  <a:pt x="54000" y="91800"/>
                </a:lnTo>
                <a:lnTo>
                  <a:pt x="54000" y="94500"/>
                </a:lnTo>
                <a:lnTo>
                  <a:pt x="33750" y="94500"/>
                </a:lnTo>
                <a:close/>
              </a:path>
            </a:pathLst>
          </a:custGeom>
          <a:solidFill>
            <a:srgbClr val="000000"/>
          </a:solidFill>
          <a:ln>
            <a:noFill/>
          </a:ln>
        </p:spPr>
        <p:txBody>
          <a:bodyPr rtlCol="0" anchor="ctr"/>
          <a:lstStyle/>
          <a:p>
            <a:pPr algn="ctr"/>
          </a:p>
        </p:txBody>
      </p:sp>
      <p:sp>
        <p:nvSpPr>
          <p:cNvPr id="25" name="𐰯"/>
          <p:cNvSpPr/>
          <p:nvPr/>
        </p:nvSpPr>
        <p:spPr>
          <a:xfrm>
            <a:off x="7923028" y="2599563"/>
            <a:ext cx="345643" cy="720090"/>
          </a:xfrm>
          <a:custGeom>
            <a:avLst/>
            <a:gdLst/>
            <a:ahLst/>
            <a:cxnLst/>
            <a:rect l="l" t="t" r="r" b="b"/>
            <a:pathLst>
              <a:path w="45360" h="94500" stroke="0">
                <a:moveTo>
                  <a:pt x="26190" y="91800"/>
                </a:moveTo>
                <a:lnTo>
                  <a:pt x="28485" y="91260"/>
                </a:lnTo>
                <a:lnTo>
                  <a:pt x="29565" y="88965"/>
                </a:lnTo>
                <a:lnTo>
                  <a:pt x="30240" y="86805"/>
                </a:lnTo>
                <a:lnTo>
                  <a:pt x="30240" y="23895"/>
                </a:lnTo>
                <a:lnTo>
                  <a:pt x="30105" y="21735"/>
                </a:lnTo>
                <a:lnTo>
                  <a:pt x="29970" y="19845"/>
                </a:lnTo>
                <a:lnTo>
                  <a:pt x="29565" y="17955"/>
                </a:lnTo>
                <a:lnTo>
                  <a:pt x="29160" y="16335"/>
                </a:lnTo>
                <a:lnTo>
                  <a:pt x="28620" y="14715"/>
                </a:lnTo>
                <a:lnTo>
                  <a:pt x="27810" y="13230"/>
                </a:lnTo>
                <a:lnTo>
                  <a:pt x="27000" y="11880"/>
                </a:lnTo>
                <a:lnTo>
                  <a:pt x="26055" y="10800"/>
                </a:lnTo>
                <a:lnTo>
                  <a:pt x="24975" y="9990"/>
                </a:lnTo>
                <a:lnTo>
                  <a:pt x="23760" y="9180"/>
                </a:lnTo>
                <a:lnTo>
                  <a:pt x="23085" y="8775"/>
                </a:lnTo>
                <a:lnTo>
                  <a:pt x="22140" y="8505"/>
                </a:lnTo>
                <a:lnTo>
                  <a:pt x="20385" y="8100"/>
                </a:lnTo>
                <a:lnTo>
                  <a:pt x="18360" y="7830"/>
                </a:lnTo>
                <a:lnTo>
                  <a:pt x="16065" y="7965"/>
                </a:lnTo>
                <a:lnTo>
                  <a:pt x="13635" y="8235"/>
                </a:lnTo>
                <a:lnTo>
                  <a:pt x="11070" y="8775"/>
                </a:lnTo>
                <a:lnTo>
                  <a:pt x="8100" y="9720"/>
                </a:lnTo>
                <a:lnTo>
                  <a:pt x="5400" y="10665"/>
                </a:lnTo>
                <a:lnTo>
                  <a:pt x="0" y="3780"/>
                </a:lnTo>
                <a:lnTo>
                  <a:pt x="3375" y="2565"/>
                </a:lnTo>
                <a:lnTo>
                  <a:pt x="6345" y="1755"/>
                </a:lnTo>
                <a:lnTo>
                  <a:pt x="9585" y="945"/>
                </a:lnTo>
                <a:lnTo>
                  <a:pt x="12420" y="405"/>
                </a:lnTo>
                <a:lnTo>
                  <a:pt x="15255" y="135"/>
                </a:lnTo>
                <a:lnTo>
                  <a:pt x="17955" y="0"/>
                </a:lnTo>
                <a:lnTo>
                  <a:pt x="20655" y="135"/>
                </a:lnTo>
                <a:lnTo>
                  <a:pt x="23220" y="405"/>
                </a:lnTo>
                <a:lnTo>
                  <a:pt x="25650" y="945"/>
                </a:lnTo>
                <a:lnTo>
                  <a:pt x="27945" y="1755"/>
                </a:lnTo>
                <a:lnTo>
                  <a:pt x="29835" y="2565"/>
                </a:lnTo>
                <a:lnTo>
                  <a:pt x="31860" y="3780"/>
                </a:lnTo>
                <a:lnTo>
                  <a:pt x="33615" y="4995"/>
                </a:lnTo>
                <a:lnTo>
                  <a:pt x="35235" y="6480"/>
                </a:lnTo>
                <a:lnTo>
                  <a:pt x="36720" y="8100"/>
                </a:lnTo>
                <a:lnTo>
                  <a:pt x="37935" y="9990"/>
                </a:lnTo>
                <a:lnTo>
                  <a:pt x="38880" y="11880"/>
                </a:lnTo>
                <a:lnTo>
                  <a:pt x="39825" y="14175"/>
                </a:lnTo>
                <a:lnTo>
                  <a:pt x="40500" y="16335"/>
                </a:lnTo>
                <a:lnTo>
                  <a:pt x="40905" y="19035"/>
                </a:lnTo>
                <a:lnTo>
                  <a:pt x="41175" y="21330"/>
                </a:lnTo>
                <a:lnTo>
                  <a:pt x="41310" y="23895"/>
                </a:lnTo>
                <a:lnTo>
                  <a:pt x="41310" y="86805"/>
                </a:lnTo>
                <a:lnTo>
                  <a:pt x="41985" y="88965"/>
                </a:lnTo>
                <a:lnTo>
                  <a:pt x="43065" y="91260"/>
                </a:lnTo>
                <a:lnTo>
                  <a:pt x="45360" y="91800"/>
                </a:lnTo>
                <a:lnTo>
                  <a:pt x="45360" y="94500"/>
                </a:lnTo>
                <a:lnTo>
                  <a:pt x="26190" y="94500"/>
                </a:lnTo>
                <a:close/>
              </a:path>
            </a:pathLst>
          </a:custGeom>
          <a:solidFill>
            <a:srgbClr val="000000"/>
          </a:solidFill>
          <a:ln>
            <a:noFill/>
          </a:ln>
        </p:spPr>
        <p:txBody>
          <a:bodyPr rtlCol="0" anchor="ctr"/>
          <a:lstStyle/>
          <a:p>
            <a:pPr algn="ctr"/>
          </a:p>
        </p:txBody>
      </p:sp>
      <p:sp>
        <p:nvSpPr>
          <p:cNvPr id="26" name="OP"/>
          <p:cNvSpPr txBox="1"/>
          <p:nvPr/>
        </p:nvSpPr>
        <p:spPr>
          <a:xfrm>
            <a:off x="847344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OP</a:t>
            </a:r>
          </a:p>
        </p:txBody>
      </p:sp>
      <p:sp>
        <p:nvSpPr>
          <p:cNvPr id="27" name="𐰰"/>
          <p:cNvSpPr/>
          <p:nvPr/>
        </p:nvSpPr>
        <p:spPr>
          <a:xfrm>
            <a:off x="8701945" y="2404110"/>
            <a:ext cx="426910" cy="720090"/>
          </a:xfrm>
          <a:custGeom>
            <a:avLst/>
            <a:gdLst/>
            <a:ahLst/>
            <a:cxnLst/>
            <a:rect l="l" t="t" r="r" b="b"/>
            <a:pathLst>
              <a:path w="56025" h="94500" stroke="0">
                <a:moveTo>
                  <a:pt x="3375" y="88830"/>
                </a:moveTo>
                <a:lnTo>
                  <a:pt x="4050" y="86670"/>
                </a:lnTo>
                <a:lnTo>
                  <a:pt x="4050" y="7830"/>
                </a:lnTo>
                <a:lnTo>
                  <a:pt x="3375" y="5670"/>
                </a:lnTo>
                <a:lnTo>
                  <a:pt x="2295" y="3240"/>
                </a:lnTo>
                <a:lnTo>
                  <a:pt x="0" y="2700"/>
                </a:lnTo>
                <a:lnTo>
                  <a:pt x="0" y="0"/>
                </a:lnTo>
                <a:lnTo>
                  <a:pt x="20250" y="0"/>
                </a:lnTo>
                <a:lnTo>
                  <a:pt x="20250" y="2700"/>
                </a:lnTo>
                <a:lnTo>
                  <a:pt x="17955" y="3240"/>
                </a:lnTo>
                <a:lnTo>
                  <a:pt x="16875" y="5670"/>
                </a:lnTo>
                <a:lnTo>
                  <a:pt x="16200" y="7830"/>
                </a:lnTo>
                <a:lnTo>
                  <a:pt x="16200" y="14310"/>
                </a:lnTo>
                <a:lnTo>
                  <a:pt x="18360" y="12960"/>
                </a:lnTo>
                <a:lnTo>
                  <a:pt x="21060" y="11070"/>
                </a:lnTo>
                <a:lnTo>
                  <a:pt x="29025" y="4860"/>
                </a:lnTo>
                <a:lnTo>
                  <a:pt x="31725" y="2835"/>
                </a:lnTo>
                <a:lnTo>
                  <a:pt x="34290" y="1215"/>
                </a:lnTo>
                <a:lnTo>
                  <a:pt x="36585" y="0"/>
                </a:lnTo>
                <a:lnTo>
                  <a:pt x="51300" y="0"/>
                </a:lnTo>
                <a:lnTo>
                  <a:pt x="51435" y="405"/>
                </a:lnTo>
                <a:lnTo>
                  <a:pt x="51705" y="945"/>
                </a:lnTo>
                <a:lnTo>
                  <a:pt x="51975" y="1485"/>
                </a:lnTo>
                <a:lnTo>
                  <a:pt x="51975" y="2025"/>
                </a:lnTo>
                <a:lnTo>
                  <a:pt x="51975" y="27000"/>
                </a:lnTo>
                <a:lnTo>
                  <a:pt x="39825" y="27000"/>
                </a:lnTo>
                <a:lnTo>
                  <a:pt x="39825" y="9315"/>
                </a:lnTo>
                <a:lnTo>
                  <a:pt x="37665" y="10935"/>
                </a:lnTo>
                <a:lnTo>
                  <a:pt x="30780" y="16335"/>
                </a:lnTo>
                <a:lnTo>
                  <a:pt x="28485" y="18090"/>
                </a:lnTo>
                <a:lnTo>
                  <a:pt x="26325" y="19575"/>
                </a:lnTo>
                <a:lnTo>
                  <a:pt x="23625" y="21195"/>
                </a:lnTo>
                <a:lnTo>
                  <a:pt x="21060" y="22545"/>
                </a:lnTo>
                <a:lnTo>
                  <a:pt x="18765" y="23625"/>
                </a:lnTo>
                <a:lnTo>
                  <a:pt x="16200" y="24570"/>
                </a:lnTo>
                <a:lnTo>
                  <a:pt x="16200" y="56295"/>
                </a:lnTo>
                <a:lnTo>
                  <a:pt x="18630" y="54810"/>
                </a:lnTo>
                <a:lnTo>
                  <a:pt x="21060" y="53190"/>
                </a:lnTo>
                <a:lnTo>
                  <a:pt x="29160" y="47115"/>
                </a:lnTo>
                <a:lnTo>
                  <a:pt x="31995" y="45090"/>
                </a:lnTo>
                <a:lnTo>
                  <a:pt x="34965" y="43335"/>
                </a:lnTo>
                <a:lnTo>
                  <a:pt x="36315" y="42525"/>
                </a:lnTo>
                <a:lnTo>
                  <a:pt x="37665" y="41985"/>
                </a:lnTo>
                <a:lnTo>
                  <a:pt x="39690" y="41175"/>
                </a:lnTo>
                <a:lnTo>
                  <a:pt x="41580" y="40635"/>
                </a:lnTo>
                <a:lnTo>
                  <a:pt x="43740" y="40365"/>
                </a:lnTo>
                <a:lnTo>
                  <a:pt x="45765" y="40230"/>
                </a:lnTo>
                <a:lnTo>
                  <a:pt x="47385" y="40365"/>
                </a:lnTo>
                <a:lnTo>
                  <a:pt x="48870" y="40770"/>
                </a:lnTo>
                <a:lnTo>
                  <a:pt x="49545" y="41040"/>
                </a:lnTo>
                <a:lnTo>
                  <a:pt x="50220" y="41445"/>
                </a:lnTo>
                <a:lnTo>
                  <a:pt x="50625" y="41850"/>
                </a:lnTo>
                <a:lnTo>
                  <a:pt x="51165" y="42390"/>
                </a:lnTo>
                <a:lnTo>
                  <a:pt x="51435" y="42930"/>
                </a:lnTo>
                <a:lnTo>
                  <a:pt x="51705" y="43470"/>
                </a:lnTo>
                <a:lnTo>
                  <a:pt x="51975" y="44010"/>
                </a:lnTo>
                <a:lnTo>
                  <a:pt x="51975" y="44550"/>
                </a:lnTo>
                <a:lnTo>
                  <a:pt x="51975" y="86670"/>
                </a:lnTo>
                <a:lnTo>
                  <a:pt x="52650" y="88830"/>
                </a:lnTo>
                <a:lnTo>
                  <a:pt x="53730" y="91260"/>
                </a:lnTo>
                <a:lnTo>
                  <a:pt x="56025" y="91800"/>
                </a:lnTo>
                <a:lnTo>
                  <a:pt x="56025" y="94500"/>
                </a:lnTo>
                <a:lnTo>
                  <a:pt x="35775" y="94500"/>
                </a:lnTo>
                <a:lnTo>
                  <a:pt x="35775" y="91800"/>
                </a:lnTo>
                <a:lnTo>
                  <a:pt x="38070" y="91260"/>
                </a:lnTo>
                <a:lnTo>
                  <a:pt x="39150" y="88830"/>
                </a:lnTo>
                <a:lnTo>
                  <a:pt x="39825" y="86670"/>
                </a:lnTo>
                <a:lnTo>
                  <a:pt x="39825" y="51705"/>
                </a:lnTo>
                <a:lnTo>
                  <a:pt x="37665" y="53190"/>
                </a:lnTo>
                <a:lnTo>
                  <a:pt x="30375" y="58725"/>
                </a:lnTo>
                <a:lnTo>
                  <a:pt x="28215" y="60210"/>
                </a:lnTo>
                <a:lnTo>
                  <a:pt x="26055" y="61695"/>
                </a:lnTo>
                <a:lnTo>
                  <a:pt x="23625" y="63045"/>
                </a:lnTo>
                <a:lnTo>
                  <a:pt x="21195" y="64395"/>
                </a:lnTo>
                <a:lnTo>
                  <a:pt x="18495" y="65610"/>
                </a:lnTo>
                <a:lnTo>
                  <a:pt x="16200" y="66420"/>
                </a:lnTo>
                <a:lnTo>
                  <a:pt x="16200" y="86670"/>
                </a:lnTo>
                <a:lnTo>
                  <a:pt x="16875" y="88830"/>
                </a:lnTo>
                <a:lnTo>
                  <a:pt x="17955" y="91260"/>
                </a:lnTo>
                <a:lnTo>
                  <a:pt x="20250" y="91800"/>
                </a:lnTo>
                <a:lnTo>
                  <a:pt x="20250" y="94500"/>
                </a:lnTo>
                <a:lnTo>
                  <a:pt x="0" y="94500"/>
                </a:lnTo>
                <a:lnTo>
                  <a:pt x="0" y="91800"/>
                </a:lnTo>
                <a:lnTo>
                  <a:pt x="2295" y="91260"/>
                </a:lnTo>
                <a:close/>
              </a:path>
            </a:pathLst>
          </a:custGeom>
          <a:solidFill>
            <a:srgbClr val="000000"/>
          </a:solidFill>
          <a:ln>
            <a:noFill/>
          </a:ln>
        </p:spPr>
        <p:txBody>
          <a:bodyPr rtlCol="0" anchor="ctr"/>
          <a:lstStyle/>
          <a:p>
            <a:pPr algn="ctr"/>
          </a:p>
        </p:txBody>
      </p:sp>
      <p:sp>
        <p:nvSpPr>
          <p:cNvPr id="28" name="𐰰"/>
          <p:cNvSpPr/>
          <p:nvPr/>
        </p:nvSpPr>
        <p:spPr>
          <a:xfrm>
            <a:off x="9463107" y="2404110"/>
            <a:ext cx="398107" cy="720090"/>
          </a:xfrm>
          <a:custGeom>
            <a:avLst/>
            <a:gdLst/>
            <a:ahLst/>
            <a:cxnLst/>
            <a:rect l="l" t="t" r="r" b="b"/>
            <a:pathLst>
              <a:path w="52245" h="94500" stroke="0">
                <a:moveTo>
                  <a:pt x="3375" y="88830"/>
                </a:moveTo>
                <a:lnTo>
                  <a:pt x="4050" y="8667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24705"/>
                </a:lnTo>
                <a:lnTo>
                  <a:pt x="19305" y="24435"/>
                </a:lnTo>
                <a:lnTo>
                  <a:pt x="23220" y="24300"/>
                </a:lnTo>
                <a:lnTo>
                  <a:pt x="26730" y="24570"/>
                </a:lnTo>
                <a:lnTo>
                  <a:pt x="28485" y="24705"/>
                </a:lnTo>
                <a:lnTo>
                  <a:pt x="30240" y="25110"/>
                </a:lnTo>
                <a:lnTo>
                  <a:pt x="31860" y="25515"/>
                </a:lnTo>
                <a:lnTo>
                  <a:pt x="33480" y="25920"/>
                </a:lnTo>
                <a:lnTo>
                  <a:pt x="34830" y="26325"/>
                </a:lnTo>
                <a:lnTo>
                  <a:pt x="36315" y="27000"/>
                </a:lnTo>
                <a:lnTo>
                  <a:pt x="37665" y="27675"/>
                </a:lnTo>
                <a:lnTo>
                  <a:pt x="39015" y="28485"/>
                </a:lnTo>
                <a:lnTo>
                  <a:pt x="40095" y="29160"/>
                </a:lnTo>
                <a:lnTo>
                  <a:pt x="41445" y="30240"/>
                </a:lnTo>
                <a:lnTo>
                  <a:pt x="42390" y="31050"/>
                </a:lnTo>
                <a:lnTo>
                  <a:pt x="43605" y="32265"/>
                </a:lnTo>
                <a:lnTo>
                  <a:pt x="44415" y="33345"/>
                </a:lnTo>
                <a:lnTo>
                  <a:pt x="45360" y="34560"/>
                </a:lnTo>
                <a:lnTo>
                  <a:pt x="46035" y="35775"/>
                </a:lnTo>
                <a:lnTo>
                  <a:pt x="46845" y="37260"/>
                </a:lnTo>
                <a:lnTo>
                  <a:pt x="47385" y="38610"/>
                </a:lnTo>
                <a:lnTo>
                  <a:pt x="48060" y="40230"/>
                </a:lnTo>
                <a:lnTo>
                  <a:pt x="48195" y="41175"/>
                </a:lnTo>
                <a:lnTo>
                  <a:pt x="48195" y="52650"/>
                </a:lnTo>
                <a:lnTo>
                  <a:pt x="37125" y="52650"/>
                </a:lnTo>
                <a:lnTo>
                  <a:pt x="37125" y="41715"/>
                </a:lnTo>
                <a:lnTo>
                  <a:pt x="36720" y="40500"/>
                </a:lnTo>
                <a:lnTo>
                  <a:pt x="36045" y="39285"/>
                </a:lnTo>
                <a:lnTo>
                  <a:pt x="35505" y="38340"/>
                </a:lnTo>
                <a:lnTo>
                  <a:pt x="34830" y="37395"/>
                </a:lnTo>
                <a:lnTo>
                  <a:pt x="34290" y="36585"/>
                </a:lnTo>
                <a:lnTo>
                  <a:pt x="33345" y="35640"/>
                </a:lnTo>
                <a:lnTo>
                  <a:pt x="32535" y="34965"/>
                </a:lnTo>
                <a:lnTo>
                  <a:pt x="31590" y="34290"/>
                </a:lnTo>
                <a:lnTo>
                  <a:pt x="30240" y="33615"/>
                </a:lnTo>
                <a:lnTo>
                  <a:pt x="28620" y="33075"/>
                </a:lnTo>
                <a:lnTo>
                  <a:pt x="26730" y="32670"/>
                </a:lnTo>
                <a:lnTo>
                  <a:pt x="24840" y="32400"/>
                </a:lnTo>
                <a:lnTo>
                  <a:pt x="22950" y="32265"/>
                </a:lnTo>
                <a:lnTo>
                  <a:pt x="20385" y="32400"/>
                </a:lnTo>
                <a:lnTo>
                  <a:pt x="17820" y="32535"/>
                </a:lnTo>
                <a:lnTo>
                  <a:pt x="15120" y="32805"/>
                </a:lnTo>
                <a:lnTo>
                  <a:pt x="15120" y="60885"/>
                </a:lnTo>
                <a:lnTo>
                  <a:pt x="19305" y="60480"/>
                </a:lnTo>
                <a:lnTo>
                  <a:pt x="23220" y="60345"/>
                </a:lnTo>
                <a:lnTo>
                  <a:pt x="25380" y="60345"/>
                </a:lnTo>
                <a:lnTo>
                  <a:pt x="27135" y="60480"/>
                </a:lnTo>
                <a:lnTo>
                  <a:pt x="28755" y="60750"/>
                </a:lnTo>
                <a:lnTo>
                  <a:pt x="30510" y="61020"/>
                </a:lnTo>
                <a:lnTo>
                  <a:pt x="32265" y="61425"/>
                </a:lnTo>
                <a:lnTo>
                  <a:pt x="33885" y="61965"/>
                </a:lnTo>
                <a:lnTo>
                  <a:pt x="35235" y="62505"/>
                </a:lnTo>
                <a:lnTo>
                  <a:pt x="36720" y="63180"/>
                </a:lnTo>
                <a:lnTo>
                  <a:pt x="38205" y="63990"/>
                </a:lnTo>
                <a:lnTo>
                  <a:pt x="39420" y="64665"/>
                </a:lnTo>
                <a:lnTo>
                  <a:pt x="40635" y="65610"/>
                </a:lnTo>
                <a:lnTo>
                  <a:pt x="41715" y="66555"/>
                </a:lnTo>
                <a:lnTo>
                  <a:pt x="43470" y="68310"/>
                </a:lnTo>
                <a:lnTo>
                  <a:pt x="45090" y="70335"/>
                </a:lnTo>
                <a:lnTo>
                  <a:pt x="45900" y="71685"/>
                </a:lnTo>
                <a:lnTo>
                  <a:pt x="46575" y="72900"/>
                </a:lnTo>
                <a:lnTo>
                  <a:pt x="47655" y="75330"/>
                </a:lnTo>
                <a:lnTo>
                  <a:pt x="48060" y="76680"/>
                </a:lnTo>
                <a:lnTo>
                  <a:pt x="48195" y="77625"/>
                </a:lnTo>
                <a:lnTo>
                  <a:pt x="48195" y="86670"/>
                </a:lnTo>
                <a:lnTo>
                  <a:pt x="48870" y="88830"/>
                </a:lnTo>
                <a:lnTo>
                  <a:pt x="49950" y="91260"/>
                </a:lnTo>
                <a:lnTo>
                  <a:pt x="52245" y="91800"/>
                </a:lnTo>
                <a:lnTo>
                  <a:pt x="52245" y="94500"/>
                </a:lnTo>
                <a:lnTo>
                  <a:pt x="33075" y="94500"/>
                </a:lnTo>
                <a:lnTo>
                  <a:pt x="33075" y="91800"/>
                </a:lnTo>
                <a:lnTo>
                  <a:pt x="35370" y="91260"/>
                </a:lnTo>
                <a:lnTo>
                  <a:pt x="36450" y="88830"/>
                </a:lnTo>
                <a:lnTo>
                  <a:pt x="37125" y="86670"/>
                </a:lnTo>
                <a:lnTo>
                  <a:pt x="37125" y="78030"/>
                </a:lnTo>
                <a:lnTo>
                  <a:pt x="36180" y="75870"/>
                </a:lnTo>
                <a:lnTo>
                  <a:pt x="35235" y="73980"/>
                </a:lnTo>
                <a:lnTo>
                  <a:pt x="34560" y="73170"/>
                </a:lnTo>
                <a:lnTo>
                  <a:pt x="33885" y="72360"/>
                </a:lnTo>
                <a:lnTo>
                  <a:pt x="32535" y="71010"/>
                </a:lnTo>
                <a:lnTo>
                  <a:pt x="31860" y="70470"/>
                </a:lnTo>
                <a:lnTo>
                  <a:pt x="30915" y="69930"/>
                </a:lnTo>
                <a:lnTo>
                  <a:pt x="29160" y="69255"/>
                </a:lnTo>
                <a:lnTo>
                  <a:pt x="28080" y="68850"/>
                </a:lnTo>
                <a:lnTo>
                  <a:pt x="27000" y="68580"/>
                </a:lnTo>
                <a:lnTo>
                  <a:pt x="24705" y="68310"/>
                </a:lnTo>
                <a:lnTo>
                  <a:pt x="22815" y="68310"/>
                </a:lnTo>
                <a:lnTo>
                  <a:pt x="20520" y="68445"/>
                </a:lnTo>
                <a:lnTo>
                  <a:pt x="17955" y="68715"/>
                </a:lnTo>
                <a:lnTo>
                  <a:pt x="15120" y="69120"/>
                </a:lnTo>
                <a:lnTo>
                  <a:pt x="15120" y="86670"/>
                </a:lnTo>
                <a:lnTo>
                  <a:pt x="15795" y="88830"/>
                </a:lnTo>
                <a:lnTo>
                  <a:pt x="16875" y="91260"/>
                </a:lnTo>
                <a:lnTo>
                  <a:pt x="19170" y="91800"/>
                </a:lnTo>
                <a:lnTo>
                  <a:pt x="19170" y="94500"/>
                </a:lnTo>
                <a:lnTo>
                  <a:pt x="0" y="94500"/>
                </a:lnTo>
                <a:lnTo>
                  <a:pt x="0" y="91800"/>
                </a:lnTo>
                <a:lnTo>
                  <a:pt x="2295" y="91260"/>
                </a:lnTo>
                <a:close/>
              </a:path>
            </a:pathLst>
          </a:custGeom>
          <a:solidFill>
            <a:srgbClr val="000000"/>
          </a:solidFill>
          <a:ln>
            <a:noFill/>
          </a:ln>
        </p:spPr>
        <p:txBody>
          <a:bodyPr rtlCol="0" anchor="ctr"/>
          <a:lstStyle/>
          <a:p>
            <a:pPr algn="ctr"/>
          </a:p>
        </p:txBody>
      </p:sp>
      <p:sp>
        <p:nvSpPr>
          <p:cNvPr id="29" name="IC"/>
          <p:cNvSpPr txBox="1"/>
          <p:nvPr/>
        </p:nvSpPr>
        <p:spPr>
          <a:xfrm>
            <a:off x="10027920" y="219974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IC</a:t>
            </a:r>
          </a:p>
        </p:txBody>
      </p:sp>
      <p:sp>
        <p:nvSpPr>
          <p:cNvPr id="30" name="𐰱"/>
          <p:cNvSpPr/>
          <p:nvPr/>
        </p:nvSpPr>
        <p:spPr>
          <a:xfrm>
            <a:off x="10175672" y="2404110"/>
            <a:ext cx="550354" cy="720090"/>
          </a:xfrm>
          <a:custGeom>
            <a:avLst/>
            <a:gdLst/>
            <a:ahLst/>
            <a:cxnLst/>
            <a:rect l="l" t="t" r="r" b="b"/>
            <a:pathLst>
              <a:path w="72225" h="94500" stroke="0">
                <a:moveTo>
                  <a:pt x="54270" y="91260"/>
                </a:moveTo>
                <a:lnTo>
                  <a:pt x="55350" y="88830"/>
                </a:lnTo>
                <a:lnTo>
                  <a:pt x="56025" y="86670"/>
                </a:lnTo>
                <a:lnTo>
                  <a:pt x="56025" y="32265"/>
                </a:lnTo>
                <a:lnTo>
                  <a:pt x="55350" y="33750"/>
                </a:lnTo>
                <a:lnTo>
                  <a:pt x="54405" y="35100"/>
                </a:lnTo>
                <a:lnTo>
                  <a:pt x="53190" y="36315"/>
                </a:lnTo>
                <a:lnTo>
                  <a:pt x="52110" y="37260"/>
                </a:lnTo>
                <a:lnTo>
                  <a:pt x="50760" y="38070"/>
                </a:lnTo>
                <a:lnTo>
                  <a:pt x="49275" y="38745"/>
                </a:lnTo>
                <a:lnTo>
                  <a:pt x="47385" y="39285"/>
                </a:lnTo>
                <a:lnTo>
                  <a:pt x="45360" y="39690"/>
                </a:lnTo>
                <a:lnTo>
                  <a:pt x="43605" y="39690"/>
                </a:lnTo>
                <a:lnTo>
                  <a:pt x="41985" y="39690"/>
                </a:lnTo>
                <a:lnTo>
                  <a:pt x="40230" y="39420"/>
                </a:lnTo>
                <a:lnTo>
                  <a:pt x="38475" y="39015"/>
                </a:lnTo>
                <a:lnTo>
                  <a:pt x="36990" y="38610"/>
                </a:lnTo>
                <a:lnTo>
                  <a:pt x="35235" y="37800"/>
                </a:lnTo>
                <a:lnTo>
                  <a:pt x="33750" y="36990"/>
                </a:lnTo>
                <a:lnTo>
                  <a:pt x="32400" y="36045"/>
                </a:lnTo>
                <a:lnTo>
                  <a:pt x="31320" y="36720"/>
                </a:lnTo>
                <a:lnTo>
                  <a:pt x="30240" y="37395"/>
                </a:lnTo>
                <a:lnTo>
                  <a:pt x="29025" y="38070"/>
                </a:lnTo>
                <a:lnTo>
                  <a:pt x="27810" y="38610"/>
                </a:lnTo>
                <a:lnTo>
                  <a:pt x="26595" y="39015"/>
                </a:lnTo>
                <a:lnTo>
                  <a:pt x="25380" y="39285"/>
                </a:lnTo>
                <a:lnTo>
                  <a:pt x="23895" y="39555"/>
                </a:lnTo>
                <a:lnTo>
                  <a:pt x="22680" y="39690"/>
                </a:lnTo>
                <a:lnTo>
                  <a:pt x="21195" y="39690"/>
                </a:lnTo>
                <a:lnTo>
                  <a:pt x="19845" y="39690"/>
                </a:lnTo>
                <a:lnTo>
                  <a:pt x="18630" y="39555"/>
                </a:lnTo>
                <a:lnTo>
                  <a:pt x="17145" y="39285"/>
                </a:lnTo>
                <a:lnTo>
                  <a:pt x="15930" y="39015"/>
                </a:lnTo>
                <a:lnTo>
                  <a:pt x="14715" y="38610"/>
                </a:lnTo>
                <a:lnTo>
                  <a:pt x="13365" y="37935"/>
                </a:lnTo>
                <a:lnTo>
                  <a:pt x="12150" y="37395"/>
                </a:lnTo>
                <a:lnTo>
                  <a:pt x="11070" y="36585"/>
                </a:lnTo>
                <a:lnTo>
                  <a:pt x="9855" y="35775"/>
                </a:lnTo>
                <a:lnTo>
                  <a:pt x="8775" y="34695"/>
                </a:lnTo>
                <a:lnTo>
                  <a:pt x="7830" y="33615"/>
                </a:lnTo>
                <a:lnTo>
                  <a:pt x="6885" y="32535"/>
                </a:lnTo>
                <a:lnTo>
                  <a:pt x="6210" y="31185"/>
                </a:lnTo>
                <a:lnTo>
                  <a:pt x="5535" y="29970"/>
                </a:lnTo>
                <a:lnTo>
                  <a:pt x="4995" y="28485"/>
                </a:lnTo>
                <a:lnTo>
                  <a:pt x="4590" y="27135"/>
                </a:lnTo>
                <a:lnTo>
                  <a:pt x="4320" y="25920"/>
                </a:lnTo>
                <a:lnTo>
                  <a:pt x="4185" y="24435"/>
                </a:lnTo>
                <a:lnTo>
                  <a:pt x="4050" y="23085"/>
                </a:lnTo>
                <a:lnTo>
                  <a:pt x="4050" y="7830"/>
                </a:lnTo>
                <a:lnTo>
                  <a:pt x="3375" y="5670"/>
                </a:lnTo>
                <a:lnTo>
                  <a:pt x="2295" y="3240"/>
                </a:lnTo>
                <a:lnTo>
                  <a:pt x="0" y="2700"/>
                </a:lnTo>
                <a:lnTo>
                  <a:pt x="0" y="0"/>
                </a:lnTo>
                <a:lnTo>
                  <a:pt x="20250" y="0"/>
                </a:lnTo>
                <a:lnTo>
                  <a:pt x="20250" y="2700"/>
                </a:lnTo>
                <a:lnTo>
                  <a:pt x="17955" y="3240"/>
                </a:lnTo>
                <a:lnTo>
                  <a:pt x="16875" y="5670"/>
                </a:lnTo>
                <a:lnTo>
                  <a:pt x="16200" y="7830"/>
                </a:lnTo>
                <a:lnTo>
                  <a:pt x="16200" y="22950"/>
                </a:lnTo>
                <a:lnTo>
                  <a:pt x="16335" y="24300"/>
                </a:lnTo>
                <a:lnTo>
                  <a:pt x="16605" y="25920"/>
                </a:lnTo>
                <a:lnTo>
                  <a:pt x="17010" y="27135"/>
                </a:lnTo>
                <a:lnTo>
                  <a:pt x="17685" y="28485"/>
                </a:lnTo>
                <a:lnTo>
                  <a:pt x="18495" y="29565"/>
                </a:lnTo>
                <a:lnTo>
                  <a:pt x="19440" y="30375"/>
                </a:lnTo>
                <a:lnTo>
                  <a:pt x="20385" y="30915"/>
                </a:lnTo>
                <a:lnTo>
                  <a:pt x="20790" y="31050"/>
                </a:lnTo>
                <a:lnTo>
                  <a:pt x="21330" y="31050"/>
                </a:lnTo>
                <a:lnTo>
                  <a:pt x="21735" y="31050"/>
                </a:lnTo>
                <a:lnTo>
                  <a:pt x="22140" y="30915"/>
                </a:lnTo>
                <a:lnTo>
                  <a:pt x="23085" y="30375"/>
                </a:lnTo>
                <a:lnTo>
                  <a:pt x="24030" y="29565"/>
                </a:lnTo>
                <a:lnTo>
                  <a:pt x="24840" y="28485"/>
                </a:lnTo>
                <a:lnTo>
                  <a:pt x="25515" y="27135"/>
                </a:lnTo>
                <a:lnTo>
                  <a:pt x="25920" y="25920"/>
                </a:lnTo>
                <a:lnTo>
                  <a:pt x="26190" y="24300"/>
                </a:lnTo>
                <a:lnTo>
                  <a:pt x="26325" y="22950"/>
                </a:lnTo>
                <a:lnTo>
                  <a:pt x="26325" y="7830"/>
                </a:lnTo>
                <a:lnTo>
                  <a:pt x="25650" y="5670"/>
                </a:lnTo>
                <a:lnTo>
                  <a:pt x="24570" y="3240"/>
                </a:lnTo>
                <a:lnTo>
                  <a:pt x="22275" y="2700"/>
                </a:lnTo>
                <a:lnTo>
                  <a:pt x="22275" y="0"/>
                </a:lnTo>
                <a:lnTo>
                  <a:pt x="26325" y="0"/>
                </a:lnTo>
                <a:lnTo>
                  <a:pt x="38475" y="0"/>
                </a:lnTo>
                <a:lnTo>
                  <a:pt x="42525" y="0"/>
                </a:lnTo>
                <a:lnTo>
                  <a:pt x="42525" y="2700"/>
                </a:lnTo>
                <a:lnTo>
                  <a:pt x="40230" y="3240"/>
                </a:lnTo>
                <a:lnTo>
                  <a:pt x="39150" y="5670"/>
                </a:lnTo>
                <a:lnTo>
                  <a:pt x="38475" y="7830"/>
                </a:lnTo>
                <a:lnTo>
                  <a:pt x="38475" y="22950"/>
                </a:lnTo>
                <a:lnTo>
                  <a:pt x="38610" y="24570"/>
                </a:lnTo>
                <a:lnTo>
                  <a:pt x="39015" y="26055"/>
                </a:lnTo>
                <a:lnTo>
                  <a:pt x="39555" y="27540"/>
                </a:lnTo>
                <a:lnTo>
                  <a:pt x="40095" y="28755"/>
                </a:lnTo>
                <a:lnTo>
                  <a:pt x="40905" y="29835"/>
                </a:lnTo>
                <a:lnTo>
                  <a:pt x="41985" y="30645"/>
                </a:lnTo>
                <a:lnTo>
                  <a:pt x="42930" y="31050"/>
                </a:lnTo>
                <a:lnTo>
                  <a:pt x="43875" y="31185"/>
                </a:lnTo>
                <a:lnTo>
                  <a:pt x="45090" y="30915"/>
                </a:lnTo>
                <a:lnTo>
                  <a:pt x="46170" y="30645"/>
                </a:lnTo>
                <a:lnTo>
                  <a:pt x="47520" y="30105"/>
                </a:lnTo>
                <a:lnTo>
                  <a:pt x="48600" y="29430"/>
                </a:lnTo>
                <a:lnTo>
                  <a:pt x="49410" y="28620"/>
                </a:lnTo>
                <a:lnTo>
                  <a:pt x="50220" y="27675"/>
                </a:lnTo>
                <a:lnTo>
                  <a:pt x="51030" y="26460"/>
                </a:lnTo>
                <a:lnTo>
                  <a:pt x="51300" y="25380"/>
                </a:lnTo>
                <a:lnTo>
                  <a:pt x="51570" y="23895"/>
                </a:lnTo>
                <a:lnTo>
                  <a:pt x="51570" y="22005"/>
                </a:lnTo>
                <a:lnTo>
                  <a:pt x="51975" y="20250"/>
                </a:lnTo>
                <a:lnTo>
                  <a:pt x="52245" y="18090"/>
                </a:lnTo>
                <a:lnTo>
                  <a:pt x="52515" y="13095"/>
                </a:lnTo>
                <a:lnTo>
                  <a:pt x="52920" y="10260"/>
                </a:lnTo>
                <a:lnTo>
                  <a:pt x="53190" y="8640"/>
                </a:lnTo>
                <a:lnTo>
                  <a:pt x="53595" y="7020"/>
                </a:lnTo>
                <a:lnTo>
                  <a:pt x="54540" y="3915"/>
                </a:lnTo>
                <a:lnTo>
                  <a:pt x="54270" y="3240"/>
                </a:lnTo>
                <a:lnTo>
                  <a:pt x="51975" y="2700"/>
                </a:lnTo>
                <a:lnTo>
                  <a:pt x="51975" y="0"/>
                </a:lnTo>
                <a:lnTo>
                  <a:pt x="55890" y="0"/>
                </a:lnTo>
                <a:lnTo>
                  <a:pt x="62100" y="0"/>
                </a:lnTo>
                <a:lnTo>
                  <a:pt x="72225" y="0"/>
                </a:lnTo>
                <a:lnTo>
                  <a:pt x="72225" y="2700"/>
                </a:lnTo>
                <a:lnTo>
                  <a:pt x="69930" y="3240"/>
                </a:lnTo>
                <a:lnTo>
                  <a:pt x="68850" y="5670"/>
                </a:lnTo>
                <a:lnTo>
                  <a:pt x="68175" y="7830"/>
                </a:lnTo>
                <a:lnTo>
                  <a:pt x="68175" y="86670"/>
                </a:lnTo>
                <a:lnTo>
                  <a:pt x="68850" y="88830"/>
                </a:lnTo>
                <a:lnTo>
                  <a:pt x="69930" y="91260"/>
                </a:lnTo>
                <a:lnTo>
                  <a:pt x="72225" y="91800"/>
                </a:lnTo>
                <a:lnTo>
                  <a:pt x="72225" y="94500"/>
                </a:lnTo>
                <a:lnTo>
                  <a:pt x="51975" y="94500"/>
                </a:lnTo>
                <a:lnTo>
                  <a:pt x="51975" y="91800"/>
                </a:lnTo>
                <a:close/>
              </a:path>
            </a:pathLst>
          </a:custGeom>
          <a:solidFill>
            <a:srgbClr val="000000"/>
          </a:solidFill>
          <a:ln>
            <a:noFill/>
          </a:ln>
        </p:spPr>
        <p:txBody>
          <a:bodyPr rtlCol="0" anchor="ctr"/>
          <a:lstStyle/>
          <a:p>
            <a:pPr algn="ctr"/>
          </a:p>
        </p:txBody>
      </p:sp>
      <p:sp>
        <p:nvSpPr>
          <p:cNvPr id="31" name="𐰱"/>
          <p:cNvSpPr/>
          <p:nvPr/>
        </p:nvSpPr>
        <p:spPr>
          <a:xfrm>
            <a:off x="10903401" y="2599563"/>
            <a:ext cx="588416" cy="720090"/>
          </a:xfrm>
          <a:custGeom>
            <a:avLst/>
            <a:gdLst/>
            <a:ahLst/>
            <a:cxnLst/>
            <a:rect l="l" t="t" r="r" b="b"/>
            <a:pathLst>
              <a:path w="77220" h="94500" stroke="0">
                <a:moveTo>
                  <a:pt x="60345" y="91260"/>
                </a:moveTo>
                <a:lnTo>
                  <a:pt x="61425" y="88830"/>
                </a:lnTo>
                <a:lnTo>
                  <a:pt x="62100" y="86670"/>
                </a:lnTo>
                <a:lnTo>
                  <a:pt x="62100" y="66555"/>
                </a:lnTo>
                <a:lnTo>
                  <a:pt x="60615" y="67230"/>
                </a:lnTo>
                <a:lnTo>
                  <a:pt x="59130" y="67770"/>
                </a:lnTo>
                <a:lnTo>
                  <a:pt x="57510" y="68310"/>
                </a:lnTo>
                <a:lnTo>
                  <a:pt x="56025" y="68580"/>
                </a:lnTo>
                <a:lnTo>
                  <a:pt x="54405" y="68715"/>
                </a:lnTo>
                <a:lnTo>
                  <a:pt x="52920" y="68715"/>
                </a:lnTo>
                <a:lnTo>
                  <a:pt x="51300" y="68715"/>
                </a:lnTo>
                <a:lnTo>
                  <a:pt x="49545" y="68445"/>
                </a:lnTo>
                <a:lnTo>
                  <a:pt x="48060" y="68175"/>
                </a:lnTo>
                <a:lnTo>
                  <a:pt x="46440" y="67635"/>
                </a:lnTo>
                <a:lnTo>
                  <a:pt x="44955" y="66960"/>
                </a:lnTo>
                <a:lnTo>
                  <a:pt x="43470" y="66150"/>
                </a:lnTo>
                <a:lnTo>
                  <a:pt x="42120" y="65340"/>
                </a:lnTo>
                <a:lnTo>
                  <a:pt x="40905" y="64395"/>
                </a:lnTo>
                <a:lnTo>
                  <a:pt x="39690" y="63315"/>
                </a:lnTo>
                <a:lnTo>
                  <a:pt x="38610" y="62100"/>
                </a:lnTo>
                <a:lnTo>
                  <a:pt x="36990" y="63720"/>
                </a:lnTo>
                <a:lnTo>
                  <a:pt x="35235" y="65205"/>
                </a:lnTo>
                <a:lnTo>
                  <a:pt x="34155" y="65880"/>
                </a:lnTo>
                <a:lnTo>
                  <a:pt x="33210" y="66555"/>
                </a:lnTo>
                <a:lnTo>
                  <a:pt x="31050" y="67500"/>
                </a:lnTo>
                <a:lnTo>
                  <a:pt x="28755" y="68175"/>
                </a:lnTo>
                <a:lnTo>
                  <a:pt x="26460" y="68580"/>
                </a:lnTo>
                <a:lnTo>
                  <a:pt x="24030" y="68715"/>
                </a:lnTo>
                <a:lnTo>
                  <a:pt x="21735" y="68580"/>
                </a:lnTo>
                <a:lnTo>
                  <a:pt x="19710" y="68310"/>
                </a:lnTo>
                <a:lnTo>
                  <a:pt x="17685" y="67770"/>
                </a:lnTo>
                <a:lnTo>
                  <a:pt x="15660" y="66825"/>
                </a:lnTo>
                <a:lnTo>
                  <a:pt x="13905" y="65880"/>
                </a:lnTo>
                <a:lnTo>
                  <a:pt x="12150" y="64665"/>
                </a:lnTo>
                <a:lnTo>
                  <a:pt x="10665" y="63315"/>
                </a:lnTo>
                <a:lnTo>
                  <a:pt x="9315" y="61695"/>
                </a:lnTo>
                <a:lnTo>
                  <a:pt x="7965" y="59805"/>
                </a:lnTo>
                <a:lnTo>
                  <a:pt x="7155" y="58455"/>
                </a:lnTo>
                <a:lnTo>
                  <a:pt x="6480" y="56970"/>
                </a:lnTo>
                <a:lnTo>
                  <a:pt x="5940" y="55755"/>
                </a:lnTo>
                <a:lnTo>
                  <a:pt x="5400" y="54135"/>
                </a:lnTo>
                <a:lnTo>
                  <a:pt x="4860" y="52380"/>
                </a:lnTo>
                <a:lnTo>
                  <a:pt x="4590" y="50895"/>
                </a:lnTo>
                <a:lnTo>
                  <a:pt x="4320" y="49005"/>
                </a:lnTo>
                <a:lnTo>
                  <a:pt x="4185" y="47385"/>
                </a:lnTo>
                <a:lnTo>
                  <a:pt x="4050" y="4455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44550"/>
                </a:lnTo>
                <a:lnTo>
                  <a:pt x="15255" y="46980"/>
                </a:lnTo>
                <a:lnTo>
                  <a:pt x="15525" y="49815"/>
                </a:lnTo>
                <a:lnTo>
                  <a:pt x="16200" y="52380"/>
                </a:lnTo>
                <a:lnTo>
                  <a:pt x="17010" y="54540"/>
                </a:lnTo>
                <a:lnTo>
                  <a:pt x="17550" y="55620"/>
                </a:lnTo>
                <a:lnTo>
                  <a:pt x="18090" y="56565"/>
                </a:lnTo>
                <a:lnTo>
                  <a:pt x="18630" y="57375"/>
                </a:lnTo>
                <a:lnTo>
                  <a:pt x="19305" y="58320"/>
                </a:lnTo>
                <a:lnTo>
                  <a:pt x="20115" y="58995"/>
                </a:lnTo>
                <a:lnTo>
                  <a:pt x="20925" y="59670"/>
                </a:lnTo>
                <a:lnTo>
                  <a:pt x="21735" y="60210"/>
                </a:lnTo>
                <a:lnTo>
                  <a:pt x="22545" y="60480"/>
                </a:lnTo>
                <a:lnTo>
                  <a:pt x="23355" y="60750"/>
                </a:lnTo>
                <a:lnTo>
                  <a:pt x="24030" y="60750"/>
                </a:lnTo>
                <a:lnTo>
                  <a:pt x="24840" y="60750"/>
                </a:lnTo>
                <a:lnTo>
                  <a:pt x="25515" y="60615"/>
                </a:lnTo>
                <a:lnTo>
                  <a:pt x="26325" y="60210"/>
                </a:lnTo>
                <a:lnTo>
                  <a:pt x="27135" y="59805"/>
                </a:lnTo>
                <a:lnTo>
                  <a:pt x="27945" y="59130"/>
                </a:lnTo>
                <a:lnTo>
                  <a:pt x="28755" y="58455"/>
                </a:lnTo>
                <a:lnTo>
                  <a:pt x="29430" y="57510"/>
                </a:lnTo>
                <a:lnTo>
                  <a:pt x="29970" y="56700"/>
                </a:lnTo>
                <a:lnTo>
                  <a:pt x="30645" y="55755"/>
                </a:lnTo>
                <a:lnTo>
                  <a:pt x="31050" y="54810"/>
                </a:lnTo>
                <a:lnTo>
                  <a:pt x="31590" y="53595"/>
                </a:lnTo>
                <a:lnTo>
                  <a:pt x="31995" y="52380"/>
                </a:lnTo>
                <a:lnTo>
                  <a:pt x="32670" y="49815"/>
                </a:lnTo>
                <a:lnTo>
                  <a:pt x="32940" y="46980"/>
                </a:lnTo>
                <a:lnTo>
                  <a:pt x="33075" y="44550"/>
                </a:lnTo>
                <a:lnTo>
                  <a:pt x="33075" y="7830"/>
                </a:lnTo>
                <a:lnTo>
                  <a:pt x="32400" y="5670"/>
                </a:lnTo>
                <a:lnTo>
                  <a:pt x="31320" y="3240"/>
                </a:lnTo>
                <a:lnTo>
                  <a:pt x="29025" y="2700"/>
                </a:lnTo>
                <a:lnTo>
                  <a:pt x="29025" y="0"/>
                </a:lnTo>
                <a:lnTo>
                  <a:pt x="33075" y="0"/>
                </a:lnTo>
                <a:lnTo>
                  <a:pt x="44145" y="0"/>
                </a:lnTo>
                <a:lnTo>
                  <a:pt x="48195" y="0"/>
                </a:lnTo>
                <a:lnTo>
                  <a:pt x="48195" y="2700"/>
                </a:lnTo>
                <a:lnTo>
                  <a:pt x="45900" y="3240"/>
                </a:lnTo>
                <a:lnTo>
                  <a:pt x="44820" y="5670"/>
                </a:lnTo>
                <a:lnTo>
                  <a:pt x="44145" y="7830"/>
                </a:lnTo>
                <a:lnTo>
                  <a:pt x="44145" y="44550"/>
                </a:lnTo>
                <a:lnTo>
                  <a:pt x="44280" y="46980"/>
                </a:lnTo>
                <a:lnTo>
                  <a:pt x="44550" y="49815"/>
                </a:lnTo>
                <a:lnTo>
                  <a:pt x="45225" y="52380"/>
                </a:lnTo>
                <a:lnTo>
                  <a:pt x="46035" y="54540"/>
                </a:lnTo>
                <a:lnTo>
                  <a:pt x="46575" y="55620"/>
                </a:lnTo>
                <a:lnTo>
                  <a:pt x="47115" y="56565"/>
                </a:lnTo>
                <a:lnTo>
                  <a:pt x="47655" y="57375"/>
                </a:lnTo>
                <a:lnTo>
                  <a:pt x="48330" y="58320"/>
                </a:lnTo>
                <a:lnTo>
                  <a:pt x="49140" y="58995"/>
                </a:lnTo>
                <a:lnTo>
                  <a:pt x="49950" y="59670"/>
                </a:lnTo>
                <a:lnTo>
                  <a:pt x="50760" y="60210"/>
                </a:lnTo>
                <a:lnTo>
                  <a:pt x="51570" y="60480"/>
                </a:lnTo>
                <a:lnTo>
                  <a:pt x="52380" y="60750"/>
                </a:lnTo>
                <a:lnTo>
                  <a:pt x="53055" y="60750"/>
                </a:lnTo>
                <a:lnTo>
                  <a:pt x="53865" y="60750"/>
                </a:lnTo>
                <a:lnTo>
                  <a:pt x="54540" y="60615"/>
                </a:lnTo>
                <a:lnTo>
                  <a:pt x="55350" y="60210"/>
                </a:lnTo>
                <a:lnTo>
                  <a:pt x="56160" y="59805"/>
                </a:lnTo>
                <a:lnTo>
                  <a:pt x="56970" y="59130"/>
                </a:lnTo>
                <a:lnTo>
                  <a:pt x="57780" y="58455"/>
                </a:lnTo>
                <a:lnTo>
                  <a:pt x="58455" y="57510"/>
                </a:lnTo>
                <a:lnTo>
                  <a:pt x="58995" y="56700"/>
                </a:lnTo>
                <a:lnTo>
                  <a:pt x="59670" y="55755"/>
                </a:lnTo>
                <a:lnTo>
                  <a:pt x="60075" y="54810"/>
                </a:lnTo>
                <a:lnTo>
                  <a:pt x="60615" y="53595"/>
                </a:lnTo>
                <a:lnTo>
                  <a:pt x="61020" y="52380"/>
                </a:lnTo>
                <a:lnTo>
                  <a:pt x="61695" y="49815"/>
                </a:lnTo>
                <a:lnTo>
                  <a:pt x="61965" y="46980"/>
                </a:lnTo>
                <a:lnTo>
                  <a:pt x="62100" y="44550"/>
                </a:lnTo>
                <a:lnTo>
                  <a:pt x="62100" y="7830"/>
                </a:lnTo>
                <a:lnTo>
                  <a:pt x="61425" y="5670"/>
                </a:lnTo>
                <a:lnTo>
                  <a:pt x="60345" y="3240"/>
                </a:lnTo>
                <a:lnTo>
                  <a:pt x="58050" y="2700"/>
                </a:lnTo>
                <a:lnTo>
                  <a:pt x="58050" y="0"/>
                </a:lnTo>
                <a:lnTo>
                  <a:pt x="77220" y="0"/>
                </a:lnTo>
                <a:lnTo>
                  <a:pt x="77220" y="2700"/>
                </a:lnTo>
                <a:lnTo>
                  <a:pt x="74925" y="3240"/>
                </a:lnTo>
                <a:lnTo>
                  <a:pt x="73845" y="5670"/>
                </a:lnTo>
                <a:lnTo>
                  <a:pt x="73170" y="7830"/>
                </a:lnTo>
                <a:lnTo>
                  <a:pt x="73170" y="86670"/>
                </a:lnTo>
                <a:lnTo>
                  <a:pt x="73845" y="88830"/>
                </a:lnTo>
                <a:lnTo>
                  <a:pt x="74925" y="91260"/>
                </a:lnTo>
                <a:lnTo>
                  <a:pt x="77220" y="91800"/>
                </a:lnTo>
                <a:lnTo>
                  <a:pt x="77220" y="94500"/>
                </a:lnTo>
                <a:lnTo>
                  <a:pt x="58050" y="94500"/>
                </a:lnTo>
                <a:lnTo>
                  <a:pt x="58050" y="91800"/>
                </a:lnTo>
                <a:close/>
              </a:path>
            </a:pathLst>
          </a:custGeom>
          <a:solidFill>
            <a:srgbClr val="000000"/>
          </a:solidFill>
          <a:ln>
            <a:noFill/>
          </a:ln>
        </p:spPr>
        <p:txBody>
          <a:bodyPr rtlCol="0" anchor="ctr"/>
          <a:lstStyle/>
          <a:p>
            <a:pPr algn="ctr"/>
          </a:p>
        </p:txBody>
      </p:sp>
      <p:sp>
        <p:nvSpPr>
          <p:cNvPr id="32" name="EC"/>
          <p:cNvSpPr txBox="1"/>
          <p:nvPr/>
        </p:nvSpPr>
        <p:spPr>
          <a:xfrm>
            <a:off x="70104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EC</a:t>
            </a:r>
          </a:p>
        </p:txBody>
      </p:sp>
      <p:sp>
        <p:nvSpPr>
          <p:cNvPr id="33" name="𐰲"/>
          <p:cNvSpPr/>
          <p:nvPr/>
        </p:nvSpPr>
        <p:spPr>
          <a:xfrm>
            <a:off x="856507" y="3653790"/>
            <a:ext cx="572986" cy="720090"/>
          </a:xfrm>
          <a:custGeom>
            <a:avLst/>
            <a:gdLst/>
            <a:ahLst/>
            <a:cxnLst/>
            <a:rect l="l" t="t" r="r" b="b"/>
            <a:pathLst>
              <a:path w="75195" h="94500" stroke="0">
                <a:moveTo>
                  <a:pt x="18495" y="88965"/>
                </a:moveTo>
                <a:lnTo>
                  <a:pt x="18360" y="89910"/>
                </a:lnTo>
                <a:lnTo>
                  <a:pt x="18495" y="90585"/>
                </a:lnTo>
                <a:lnTo>
                  <a:pt x="18630" y="91395"/>
                </a:lnTo>
                <a:lnTo>
                  <a:pt x="19035" y="92340"/>
                </a:lnTo>
                <a:lnTo>
                  <a:pt x="19305" y="93015"/>
                </a:lnTo>
                <a:lnTo>
                  <a:pt x="19710" y="93555"/>
                </a:lnTo>
                <a:lnTo>
                  <a:pt x="20520" y="94500"/>
                </a:lnTo>
                <a:lnTo>
                  <a:pt x="16470" y="94500"/>
                </a:lnTo>
                <a:lnTo>
                  <a:pt x="10260" y="94500"/>
                </a:lnTo>
                <a:lnTo>
                  <a:pt x="0" y="94500"/>
                </a:lnTo>
                <a:lnTo>
                  <a:pt x="2295" y="93015"/>
                </a:lnTo>
                <a:lnTo>
                  <a:pt x="3105" y="92340"/>
                </a:lnTo>
                <a:lnTo>
                  <a:pt x="4050" y="91395"/>
                </a:lnTo>
                <a:lnTo>
                  <a:pt x="4725" y="90720"/>
                </a:lnTo>
                <a:lnTo>
                  <a:pt x="5400" y="89910"/>
                </a:lnTo>
                <a:lnTo>
                  <a:pt x="5940" y="88965"/>
                </a:lnTo>
                <a:lnTo>
                  <a:pt x="6210" y="88290"/>
                </a:lnTo>
                <a:lnTo>
                  <a:pt x="37530" y="0"/>
                </a:lnTo>
                <a:lnTo>
                  <a:pt x="68985" y="88290"/>
                </a:lnTo>
                <a:lnTo>
                  <a:pt x="69390" y="89235"/>
                </a:lnTo>
                <a:lnTo>
                  <a:pt x="69795" y="89910"/>
                </a:lnTo>
                <a:lnTo>
                  <a:pt x="70335" y="90585"/>
                </a:lnTo>
                <a:lnTo>
                  <a:pt x="71145" y="91395"/>
                </a:lnTo>
                <a:lnTo>
                  <a:pt x="71820" y="92070"/>
                </a:lnTo>
                <a:lnTo>
                  <a:pt x="72900" y="93015"/>
                </a:lnTo>
                <a:lnTo>
                  <a:pt x="75195" y="94500"/>
                </a:lnTo>
                <a:lnTo>
                  <a:pt x="64935" y="94500"/>
                </a:lnTo>
                <a:lnTo>
                  <a:pt x="58725" y="94500"/>
                </a:lnTo>
                <a:lnTo>
                  <a:pt x="54675" y="94500"/>
                </a:lnTo>
                <a:lnTo>
                  <a:pt x="55350" y="93555"/>
                </a:lnTo>
                <a:lnTo>
                  <a:pt x="55890" y="93015"/>
                </a:lnTo>
                <a:lnTo>
                  <a:pt x="56430" y="91665"/>
                </a:lnTo>
                <a:lnTo>
                  <a:pt x="56700" y="90990"/>
                </a:lnTo>
                <a:lnTo>
                  <a:pt x="56835" y="90045"/>
                </a:lnTo>
                <a:lnTo>
                  <a:pt x="56700" y="89235"/>
                </a:lnTo>
                <a:lnTo>
                  <a:pt x="56565" y="88560"/>
                </a:lnTo>
                <a:lnTo>
                  <a:pt x="37530" y="34965"/>
                </a:lnTo>
                <a:lnTo>
                  <a:pt x="18630" y="88290"/>
                </a:lnTo>
                <a:close/>
              </a:path>
            </a:pathLst>
          </a:custGeom>
          <a:solidFill>
            <a:srgbClr val="000000"/>
          </a:solidFill>
          <a:ln>
            <a:noFill/>
          </a:ln>
        </p:spPr>
        <p:txBody>
          <a:bodyPr rtlCol="0" anchor="ctr"/>
          <a:lstStyle/>
          <a:p>
            <a:pPr algn="ctr"/>
          </a:p>
        </p:txBody>
      </p:sp>
      <p:sp>
        <p:nvSpPr>
          <p:cNvPr id="34" name="𐰲"/>
          <p:cNvSpPr/>
          <p:nvPr/>
        </p:nvSpPr>
        <p:spPr>
          <a:xfrm>
            <a:off x="1650073" y="3653790"/>
            <a:ext cx="497891" cy="720090"/>
          </a:xfrm>
          <a:custGeom>
            <a:avLst/>
            <a:gdLst/>
            <a:ahLst/>
            <a:cxnLst/>
            <a:rect l="l" t="t" r="r" b="b"/>
            <a:pathLst>
              <a:path w="65340" h="94500" stroke="0">
                <a:moveTo>
                  <a:pt x="2430" y="92745"/>
                </a:moveTo>
                <a:lnTo>
                  <a:pt x="3240" y="91935"/>
                </a:lnTo>
                <a:lnTo>
                  <a:pt x="4320" y="90855"/>
                </a:lnTo>
                <a:lnTo>
                  <a:pt x="4995" y="90045"/>
                </a:lnTo>
                <a:lnTo>
                  <a:pt x="5805" y="89100"/>
                </a:lnTo>
                <a:lnTo>
                  <a:pt x="6615" y="87480"/>
                </a:lnTo>
                <a:lnTo>
                  <a:pt x="29025" y="27135"/>
                </a:lnTo>
                <a:lnTo>
                  <a:pt x="26460" y="20925"/>
                </a:lnTo>
                <a:lnTo>
                  <a:pt x="24975" y="17415"/>
                </a:lnTo>
                <a:lnTo>
                  <a:pt x="24030" y="15795"/>
                </a:lnTo>
                <a:lnTo>
                  <a:pt x="23220" y="14445"/>
                </a:lnTo>
                <a:lnTo>
                  <a:pt x="22275" y="13095"/>
                </a:lnTo>
                <a:lnTo>
                  <a:pt x="21330" y="12015"/>
                </a:lnTo>
                <a:lnTo>
                  <a:pt x="20520" y="11070"/>
                </a:lnTo>
                <a:lnTo>
                  <a:pt x="19305" y="9990"/>
                </a:lnTo>
                <a:lnTo>
                  <a:pt x="18225" y="9180"/>
                </a:lnTo>
                <a:lnTo>
                  <a:pt x="17010" y="8640"/>
                </a:lnTo>
                <a:lnTo>
                  <a:pt x="15660" y="8100"/>
                </a:lnTo>
                <a:lnTo>
                  <a:pt x="14580" y="7830"/>
                </a:lnTo>
                <a:lnTo>
                  <a:pt x="13230" y="7695"/>
                </a:lnTo>
                <a:lnTo>
                  <a:pt x="11745" y="7695"/>
                </a:lnTo>
                <a:lnTo>
                  <a:pt x="11880" y="0"/>
                </a:lnTo>
                <a:lnTo>
                  <a:pt x="14175" y="135"/>
                </a:lnTo>
                <a:lnTo>
                  <a:pt x="16875" y="405"/>
                </a:lnTo>
                <a:lnTo>
                  <a:pt x="19575" y="945"/>
                </a:lnTo>
                <a:lnTo>
                  <a:pt x="21060" y="1485"/>
                </a:lnTo>
                <a:lnTo>
                  <a:pt x="22545" y="2025"/>
                </a:lnTo>
                <a:lnTo>
                  <a:pt x="23895" y="2565"/>
                </a:lnTo>
                <a:lnTo>
                  <a:pt x="25110" y="3240"/>
                </a:lnTo>
                <a:lnTo>
                  <a:pt x="26190" y="3915"/>
                </a:lnTo>
                <a:lnTo>
                  <a:pt x="27540" y="4995"/>
                </a:lnTo>
                <a:lnTo>
                  <a:pt x="28620" y="5805"/>
                </a:lnTo>
                <a:lnTo>
                  <a:pt x="29700" y="6885"/>
                </a:lnTo>
                <a:lnTo>
                  <a:pt x="31590" y="8910"/>
                </a:lnTo>
                <a:lnTo>
                  <a:pt x="33345" y="11475"/>
                </a:lnTo>
                <a:lnTo>
                  <a:pt x="34290" y="12960"/>
                </a:lnTo>
                <a:lnTo>
                  <a:pt x="35235" y="14580"/>
                </a:lnTo>
                <a:lnTo>
                  <a:pt x="36180" y="16605"/>
                </a:lnTo>
                <a:lnTo>
                  <a:pt x="37125" y="18765"/>
                </a:lnTo>
                <a:lnTo>
                  <a:pt x="40095" y="26325"/>
                </a:lnTo>
                <a:lnTo>
                  <a:pt x="59130" y="87480"/>
                </a:lnTo>
                <a:lnTo>
                  <a:pt x="59940" y="89100"/>
                </a:lnTo>
                <a:lnTo>
                  <a:pt x="60480" y="89775"/>
                </a:lnTo>
                <a:lnTo>
                  <a:pt x="61290" y="90855"/>
                </a:lnTo>
                <a:lnTo>
                  <a:pt x="62235" y="91935"/>
                </a:lnTo>
                <a:lnTo>
                  <a:pt x="63045" y="92745"/>
                </a:lnTo>
                <a:lnTo>
                  <a:pt x="65340" y="94500"/>
                </a:lnTo>
                <a:lnTo>
                  <a:pt x="55620" y="94500"/>
                </a:lnTo>
                <a:lnTo>
                  <a:pt x="49950" y="94500"/>
                </a:lnTo>
                <a:lnTo>
                  <a:pt x="45900" y="94500"/>
                </a:lnTo>
                <a:lnTo>
                  <a:pt x="46710" y="93420"/>
                </a:lnTo>
                <a:lnTo>
                  <a:pt x="47115" y="92745"/>
                </a:lnTo>
                <a:lnTo>
                  <a:pt x="47520" y="91935"/>
                </a:lnTo>
                <a:lnTo>
                  <a:pt x="47790" y="90855"/>
                </a:lnTo>
                <a:lnTo>
                  <a:pt x="47925" y="90045"/>
                </a:lnTo>
                <a:lnTo>
                  <a:pt x="48060" y="89370"/>
                </a:lnTo>
                <a:lnTo>
                  <a:pt x="47925" y="88560"/>
                </a:lnTo>
                <a:lnTo>
                  <a:pt x="47790" y="87480"/>
                </a:lnTo>
                <a:lnTo>
                  <a:pt x="34290" y="43875"/>
                </a:lnTo>
                <a:lnTo>
                  <a:pt x="18090" y="87480"/>
                </a:lnTo>
                <a:lnTo>
                  <a:pt x="17955" y="88290"/>
                </a:lnTo>
                <a:lnTo>
                  <a:pt x="17820" y="89370"/>
                </a:lnTo>
                <a:lnTo>
                  <a:pt x="17820" y="90045"/>
                </a:lnTo>
                <a:lnTo>
                  <a:pt x="17955" y="91125"/>
                </a:lnTo>
                <a:lnTo>
                  <a:pt x="18225" y="91935"/>
                </a:lnTo>
                <a:lnTo>
                  <a:pt x="18495" y="92745"/>
                </a:lnTo>
                <a:lnTo>
                  <a:pt x="19035" y="93690"/>
                </a:lnTo>
                <a:lnTo>
                  <a:pt x="19575" y="94500"/>
                </a:lnTo>
                <a:lnTo>
                  <a:pt x="15525" y="94500"/>
                </a:lnTo>
                <a:lnTo>
                  <a:pt x="9720" y="94500"/>
                </a:lnTo>
                <a:lnTo>
                  <a:pt x="0" y="94500"/>
                </a:lnTo>
                <a:close/>
              </a:path>
            </a:pathLst>
          </a:custGeom>
          <a:solidFill>
            <a:srgbClr val="000000"/>
          </a:solidFill>
          <a:ln>
            <a:noFill/>
          </a:ln>
        </p:spPr>
        <p:txBody>
          <a:bodyPr rtlCol="0" anchor="ctr"/>
          <a:lstStyle/>
          <a:p>
            <a:pPr algn="ctr"/>
          </a:p>
        </p:txBody>
      </p:sp>
      <p:sp>
        <p:nvSpPr>
          <p:cNvPr id="35" name="AQ"/>
          <p:cNvSpPr txBox="1"/>
          <p:nvPr/>
        </p:nvSpPr>
        <p:spPr>
          <a:xfrm>
            <a:off x="225552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AQ</a:t>
            </a:r>
          </a:p>
        </p:txBody>
      </p:sp>
      <p:sp>
        <p:nvSpPr>
          <p:cNvPr id="36" name="𐰴"/>
          <p:cNvSpPr/>
          <p:nvPr/>
        </p:nvSpPr>
        <p:spPr>
          <a:xfrm>
            <a:off x="2471166" y="3653790"/>
            <a:ext cx="414566" cy="720090"/>
          </a:xfrm>
          <a:custGeom>
            <a:avLst/>
            <a:gdLst/>
            <a:ahLst/>
            <a:cxnLst/>
            <a:rect l="l" t="t" r="r" b="b"/>
            <a:pathLst>
              <a:path w="54405" h="94500" stroke="0">
                <a:moveTo>
                  <a:pt x="37530" y="88830"/>
                </a:moveTo>
                <a:lnTo>
                  <a:pt x="38205" y="86670"/>
                </a:lnTo>
                <a:lnTo>
                  <a:pt x="38205" y="53190"/>
                </a:lnTo>
                <a:lnTo>
                  <a:pt x="35370" y="52380"/>
                </a:lnTo>
                <a:lnTo>
                  <a:pt x="32940" y="51435"/>
                </a:lnTo>
                <a:lnTo>
                  <a:pt x="30645" y="50355"/>
                </a:lnTo>
                <a:lnTo>
                  <a:pt x="28080" y="49140"/>
                </a:lnTo>
                <a:lnTo>
                  <a:pt x="25245" y="47520"/>
                </a:lnTo>
                <a:lnTo>
                  <a:pt x="22680" y="45900"/>
                </a:lnTo>
                <a:lnTo>
                  <a:pt x="19980" y="44010"/>
                </a:lnTo>
                <a:lnTo>
                  <a:pt x="16335" y="41445"/>
                </a:lnTo>
                <a:lnTo>
                  <a:pt x="17010" y="44145"/>
                </a:lnTo>
                <a:lnTo>
                  <a:pt x="17685" y="47115"/>
                </a:lnTo>
                <a:lnTo>
                  <a:pt x="18090" y="49680"/>
                </a:lnTo>
                <a:lnTo>
                  <a:pt x="18630" y="52650"/>
                </a:lnTo>
                <a:lnTo>
                  <a:pt x="18900" y="55215"/>
                </a:lnTo>
                <a:lnTo>
                  <a:pt x="19035" y="58185"/>
                </a:lnTo>
                <a:lnTo>
                  <a:pt x="19170" y="61020"/>
                </a:lnTo>
                <a:lnTo>
                  <a:pt x="19170" y="63855"/>
                </a:lnTo>
                <a:lnTo>
                  <a:pt x="19035" y="66690"/>
                </a:lnTo>
                <a:lnTo>
                  <a:pt x="18900" y="69525"/>
                </a:lnTo>
                <a:lnTo>
                  <a:pt x="18495" y="72225"/>
                </a:lnTo>
                <a:lnTo>
                  <a:pt x="18090" y="74925"/>
                </a:lnTo>
                <a:lnTo>
                  <a:pt x="17685" y="77625"/>
                </a:lnTo>
                <a:lnTo>
                  <a:pt x="17010" y="80190"/>
                </a:lnTo>
                <a:lnTo>
                  <a:pt x="16470" y="82755"/>
                </a:lnTo>
                <a:lnTo>
                  <a:pt x="15525" y="85725"/>
                </a:lnTo>
                <a:lnTo>
                  <a:pt x="14715" y="88155"/>
                </a:lnTo>
                <a:lnTo>
                  <a:pt x="13635" y="90855"/>
                </a:lnTo>
                <a:lnTo>
                  <a:pt x="12690" y="93285"/>
                </a:lnTo>
                <a:lnTo>
                  <a:pt x="12150" y="94500"/>
                </a:lnTo>
                <a:lnTo>
                  <a:pt x="5805" y="94500"/>
                </a:lnTo>
                <a:lnTo>
                  <a:pt x="0" y="93150"/>
                </a:lnTo>
                <a:lnTo>
                  <a:pt x="1620" y="89505"/>
                </a:lnTo>
                <a:lnTo>
                  <a:pt x="2970" y="85995"/>
                </a:lnTo>
                <a:lnTo>
                  <a:pt x="4050" y="82485"/>
                </a:lnTo>
                <a:lnTo>
                  <a:pt x="5130" y="78840"/>
                </a:lnTo>
                <a:lnTo>
                  <a:pt x="5940" y="74925"/>
                </a:lnTo>
                <a:lnTo>
                  <a:pt x="6480" y="71415"/>
                </a:lnTo>
                <a:lnTo>
                  <a:pt x="6885" y="67500"/>
                </a:lnTo>
                <a:lnTo>
                  <a:pt x="7020" y="63855"/>
                </a:lnTo>
                <a:lnTo>
                  <a:pt x="7020" y="60075"/>
                </a:lnTo>
                <a:lnTo>
                  <a:pt x="6750" y="56565"/>
                </a:lnTo>
                <a:lnTo>
                  <a:pt x="6345" y="52650"/>
                </a:lnTo>
                <a:lnTo>
                  <a:pt x="5805" y="49140"/>
                </a:lnTo>
                <a:lnTo>
                  <a:pt x="5130" y="45900"/>
                </a:lnTo>
                <a:lnTo>
                  <a:pt x="4320" y="42660"/>
                </a:lnTo>
                <a:lnTo>
                  <a:pt x="2970" y="38205"/>
                </a:lnTo>
                <a:lnTo>
                  <a:pt x="1215" y="33615"/>
                </a:lnTo>
                <a:lnTo>
                  <a:pt x="1080" y="33075"/>
                </a:lnTo>
                <a:lnTo>
                  <a:pt x="1080" y="32535"/>
                </a:lnTo>
                <a:lnTo>
                  <a:pt x="1080" y="31860"/>
                </a:lnTo>
                <a:lnTo>
                  <a:pt x="1215" y="31320"/>
                </a:lnTo>
                <a:lnTo>
                  <a:pt x="1485" y="30915"/>
                </a:lnTo>
                <a:lnTo>
                  <a:pt x="1755" y="30375"/>
                </a:lnTo>
                <a:lnTo>
                  <a:pt x="2160" y="29835"/>
                </a:lnTo>
                <a:lnTo>
                  <a:pt x="2700" y="29430"/>
                </a:lnTo>
                <a:lnTo>
                  <a:pt x="3915" y="28755"/>
                </a:lnTo>
                <a:lnTo>
                  <a:pt x="5265" y="28215"/>
                </a:lnTo>
                <a:lnTo>
                  <a:pt x="7290" y="28080"/>
                </a:lnTo>
                <a:lnTo>
                  <a:pt x="9585" y="28080"/>
                </a:lnTo>
                <a:lnTo>
                  <a:pt x="11610" y="28350"/>
                </a:lnTo>
                <a:lnTo>
                  <a:pt x="13770" y="28890"/>
                </a:lnTo>
                <a:lnTo>
                  <a:pt x="14985" y="29295"/>
                </a:lnTo>
                <a:lnTo>
                  <a:pt x="16470" y="29970"/>
                </a:lnTo>
                <a:lnTo>
                  <a:pt x="17685" y="30645"/>
                </a:lnTo>
                <a:lnTo>
                  <a:pt x="19305" y="31455"/>
                </a:lnTo>
                <a:lnTo>
                  <a:pt x="22275" y="33480"/>
                </a:lnTo>
                <a:lnTo>
                  <a:pt x="28755" y="38070"/>
                </a:lnTo>
                <a:lnTo>
                  <a:pt x="31860" y="40230"/>
                </a:lnTo>
                <a:lnTo>
                  <a:pt x="34965" y="42120"/>
                </a:lnTo>
                <a:lnTo>
                  <a:pt x="38205" y="43605"/>
                </a:lnTo>
                <a:lnTo>
                  <a:pt x="38205" y="7830"/>
                </a:lnTo>
                <a:lnTo>
                  <a:pt x="37530" y="5670"/>
                </a:lnTo>
                <a:lnTo>
                  <a:pt x="36450" y="3240"/>
                </a:lnTo>
                <a:lnTo>
                  <a:pt x="34155" y="2700"/>
                </a:lnTo>
                <a:lnTo>
                  <a:pt x="34155" y="0"/>
                </a:lnTo>
                <a:lnTo>
                  <a:pt x="54405" y="0"/>
                </a:lnTo>
                <a:lnTo>
                  <a:pt x="54405" y="2700"/>
                </a:lnTo>
                <a:lnTo>
                  <a:pt x="52110" y="3240"/>
                </a:lnTo>
                <a:lnTo>
                  <a:pt x="51030" y="5670"/>
                </a:lnTo>
                <a:lnTo>
                  <a:pt x="50355" y="7830"/>
                </a:lnTo>
                <a:lnTo>
                  <a:pt x="50355" y="86670"/>
                </a:lnTo>
                <a:lnTo>
                  <a:pt x="51030" y="88830"/>
                </a:lnTo>
                <a:lnTo>
                  <a:pt x="52110" y="91260"/>
                </a:lnTo>
                <a:lnTo>
                  <a:pt x="54405" y="91800"/>
                </a:lnTo>
                <a:lnTo>
                  <a:pt x="54405" y="94500"/>
                </a:lnTo>
                <a:lnTo>
                  <a:pt x="34155" y="94500"/>
                </a:lnTo>
                <a:lnTo>
                  <a:pt x="34155" y="91800"/>
                </a:lnTo>
                <a:lnTo>
                  <a:pt x="36450" y="91260"/>
                </a:lnTo>
                <a:close/>
              </a:path>
            </a:pathLst>
          </a:custGeom>
          <a:solidFill>
            <a:srgbClr val="000000"/>
          </a:solidFill>
          <a:ln>
            <a:noFill/>
          </a:ln>
        </p:spPr>
        <p:txBody>
          <a:bodyPr rtlCol="0" anchor="ctr"/>
          <a:lstStyle/>
          <a:p>
            <a:pPr algn="ctr"/>
          </a:p>
        </p:txBody>
      </p:sp>
      <p:sp>
        <p:nvSpPr>
          <p:cNvPr id="37" name="𐰴"/>
          <p:cNvSpPr/>
          <p:nvPr/>
        </p:nvSpPr>
        <p:spPr>
          <a:xfrm>
            <a:off x="3217926" y="3653790"/>
            <a:ext cx="414566" cy="720090"/>
          </a:xfrm>
          <a:custGeom>
            <a:avLst/>
            <a:gdLst/>
            <a:ahLst/>
            <a:cxnLst/>
            <a:rect l="l" t="t" r="r" b="b"/>
            <a:pathLst>
              <a:path w="54405" h="94500" stroke="0">
                <a:moveTo>
                  <a:pt x="37530" y="88830"/>
                </a:moveTo>
                <a:lnTo>
                  <a:pt x="38205" y="86670"/>
                </a:lnTo>
                <a:lnTo>
                  <a:pt x="38205" y="53190"/>
                </a:lnTo>
                <a:lnTo>
                  <a:pt x="35370" y="52380"/>
                </a:lnTo>
                <a:lnTo>
                  <a:pt x="32940" y="51435"/>
                </a:lnTo>
                <a:lnTo>
                  <a:pt x="30645" y="50355"/>
                </a:lnTo>
                <a:lnTo>
                  <a:pt x="28080" y="49140"/>
                </a:lnTo>
                <a:lnTo>
                  <a:pt x="25245" y="47520"/>
                </a:lnTo>
                <a:lnTo>
                  <a:pt x="22680" y="45900"/>
                </a:lnTo>
                <a:lnTo>
                  <a:pt x="19980" y="44010"/>
                </a:lnTo>
                <a:lnTo>
                  <a:pt x="16335" y="41445"/>
                </a:lnTo>
                <a:lnTo>
                  <a:pt x="17010" y="44145"/>
                </a:lnTo>
                <a:lnTo>
                  <a:pt x="17685" y="47115"/>
                </a:lnTo>
                <a:lnTo>
                  <a:pt x="18090" y="49680"/>
                </a:lnTo>
                <a:lnTo>
                  <a:pt x="18630" y="52650"/>
                </a:lnTo>
                <a:lnTo>
                  <a:pt x="18900" y="55215"/>
                </a:lnTo>
                <a:lnTo>
                  <a:pt x="19035" y="58185"/>
                </a:lnTo>
                <a:lnTo>
                  <a:pt x="19170" y="61020"/>
                </a:lnTo>
                <a:lnTo>
                  <a:pt x="19170" y="63855"/>
                </a:lnTo>
                <a:lnTo>
                  <a:pt x="19035" y="66690"/>
                </a:lnTo>
                <a:lnTo>
                  <a:pt x="18900" y="69525"/>
                </a:lnTo>
                <a:lnTo>
                  <a:pt x="18495" y="72225"/>
                </a:lnTo>
                <a:lnTo>
                  <a:pt x="18090" y="74925"/>
                </a:lnTo>
                <a:lnTo>
                  <a:pt x="17685" y="77625"/>
                </a:lnTo>
                <a:lnTo>
                  <a:pt x="17010" y="80190"/>
                </a:lnTo>
                <a:lnTo>
                  <a:pt x="16470" y="82755"/>
                </a:lnTo>
                <a:lnTo>
                  <a:pt x="15525" y="85725"/>
                </a:lnTo>
                <a:lnTo>
                  <a:pt x="14715" y="88155"/>
                </a:lnTo>
                <a:lnTo>
                  <a:pt x="13635" y="90855"/>
                </a:lnTo>
                <a:lnTo>
                  <a:pt x="12690" y="93285"/>
                </a:lnTo>
                <a:lnTo>
                  <a:pt x="12150" y="94500"/>
                </a:lnTo>
                <a:lnTo>
                  <a:pt x="5805" y="94500"/>
                </a:lnTo>
                <a:lnTo>
                  <a:pt x="0" y="93150"/>
                </a:lnTo>
                <a:lnTo>
                  <a:pt x="1620" y="89505"/>
                </a:lnTo>
                <a:lnTo>
                  <a:pt x="2970" y="85995"/>
                </a:lnTo>
                <a:lnTo>
                  <a:pt x="4050" y="82485"/>
                </a:lnTo>
                <a:lnTo>
                  <a:pt x="5130" y="78840"/>
                </a:lnTo>
                <a:lnTo>
                  <a:pt x="5940" y="74925"/>
                </a:lnTo>
                <a:lnTo>
                  <a:pt x="6480" y="71415"/>
                </a:lnTo>
                <a:lnTo>
                  <a:pt x="6885" y="67500"/>
                </a:lnTo>
                <a:lnTo>
                  <a:pt x="7020" y="63855"/>
                </a:lnTo>
                <a:lnTo>
                  <a:pt x="7020" y="60075"/>
                </a:lnTo>
                <a:lnTo>
                  <a:pt x="6750" y="56565"/>
                </a:lnTo>
                <a:lnTo>
                  <a:pt x="6345" y="52650"/>
                </a:lnTo>
                <a:lnTo>
                  <a:pt x="5805" y="49140"/>
                </a:lnTo>
                <a:lnTo>
                  <a:pt x="5130" y="45900"/>
                </a:lnTo>
                <a:lnTo>
                  <a:pt x="4320" y="42660"/>
                </a:lnTo>
                <a:lnTo>
                  <a:pt x="2970" y="38205"/>
                </a:lnTo>
                <a:lnTo>
                  <a:pt x="1215" y="33615"/>
                </a:lnTo>
                <a:lnTo>
                  <a:pt x="1080" y="33075"/>
                </a:lnTo>
                <a:lnTo>
                  <a:pt x="1080" y="32535"/>
                </a:lnTo>
                <a:lnTo>
                  <a:pt x="1080" y="31860"/>
                </a:lnTo>
                <a:lnTo>
                  <a:pt x="1215" y="31320"/>
                </a:lnTo>
                <a:lnTo>
                  <a:pt x="1485" y="30915"/>
                </a:lnTo>
                <a:lnTo>
                  <a:pt x="1755" y="30375"/>
                </a:lnTo>
                <a:lnTo>
                  <a:pt x="2160" y="29835"/>
                </a:lnTo>
                <a:lnTo>
                  <a:pt x="2700" y="29430"/>
                </a:lnTo>
                <a:lnTo>
                  <a:pt x="3915" y="28755"/>
                </a:lnTo>
                <a:lnTo>
                  <a:pt x="5265" y="28215"/>
                </a:lnTo>
                <a:lnTo>
                  <a:pt x="7290" y="28080"/>
                </a:lnTo>
                <a:lnTo>
                  <a:pt x="9585" y="28080"/>
                </a:lnTo>
                <a:lnTo>
                  <a:pt x="11610" y="28350"/>
                </a:lnTo>
                <a:lnTo>
                  <a:pt x="13770" y="28890"/>
                </a:lnTo>
                <a:lnTo>
                  <a:pt x="14985" y="29295"/>
                </a:lnTo>
                <a:lnTo>
                  <a:pt x="16470" y="29970"/>
                </a:lnTo>
                <a:lnTo>
                  <a:pt x="17685" y="30645"/>
                </a:lnTo>
                <a:lnTo>
                  <a:pt x="19305" y="31455"/>
                </a:lnTo>
                <a:lnTo>
                  <a:pt x="22275" y="33480"/>
                </a:lnTo>
                <a:lnTo>
                  <a:pt x="28755" y="38070"/>
                </a:lnTo>
                <a:lnTo>
                  <a:pt x="31860" y="40230"/>
                </a:lnTo>
                <a:lnTo>
                  <a:pt x="34965" y="42120"/>
                </a:lnTo>
                <a:lnTo>
                  <a:pt x="38205" y="43605"/>
                </a:lnTo>
                <a:lnTo>
                  <a:pt x="38205" y="7830"/>
                </a:lnTo>
                <a:lnTo>
                  <a:pt x="37530" y="5670"/>
                </a:lnTo>
                <a:lnTo>
                  <a:pt x="36450" y="3240"/>
                </a:lnTo>
                <a:lnTo>
                  <a:pt x="34155" y="2700"/>
                </a:lnTo>
                <a:lnTo>
                  <a:pt x="34155" y="0"/>
                </a:lnTo>
                <a:lnTo>
                  <a:pt x="54405" y="0"/>
                </a:lnTo>
                <a:lnTo>
                  <a:pt x="54405" y="2700"/>
                </a:lnTo>
                <a:lnTo>
                  <a:pt x="52110" y="3240"/>
                </a:lnTo>
                <a:lnTo>
                  <a:pt x="51030" y="5670"/>
                </a:lnTo>
                <a:lnTo>
                  <a:pt x="50355" y="7830"/>
                </a:lnTo>
                <a:lnTo>
                  <a:pt x="50355" y="86670"/>
                </a:lnTo>
                <a:lnTo>
                  <a:pt x="51030" y="88830"/>
                </a:lnTo>
                <a:lnTo>
                  <a:pt x="52110" y="91260"/>
                </a:lnTo>
                <a:lnTo>
                  <a:pt x="54405" y="91800"/>
                </a:lnTo>
                <a:lnTo>
                  <a:pt x="54405" y="94500"/>
                </a:lnTo>
                <a:lnTo>
                  <a:pt x="34155" y="94500"/>
                </a:lnTo>
                <a:lnTo>
                  <a:pt x="34155" y="91800"/>
                </a:lnTo>
                <a:lnTo>
                  <a:pt x="36450" y="91260"/>
                </a:lnTo>
                <a:close/>
              </a:path>
            </a:pathLst>
          </a:custGeom>
          <a:solidFill>
            <a:srgbClr val="000000"/>
          </a:solidFill>
          <a:ln>
            <a:noFill/>
          </a:ln>
        </p:spPr>
        <p:txBody>
          <a:bodyPr rtlCol="0" anchor="ctr"/>
          <a:lstStyle/>
          <a:p>
            <a:pPr algn="ctr"/>
          </a:p>
        </p:txBody>
      </p:sp>
      <p:sp>
        <p:nvSpPr>
          <p:cNvPr id="38" name="IQ"/>
          <p:cNvSpPr txBox="1"/>
          <p:nvPr/>
        </p:nvSpPr>
        <p:spPr>
          <a:xfrm>
            <a:off x="381000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IQ</a:t>
            </a:r>
          </a:p>
        </p:txBody>
      </p:sp>
      <p:sp>
        <p:nvSpPr>
          <p:cNvPr id="39" name="𐰶"/>
          <p:cNvSpPr/>
          <p:nvPr/>
        </p:nvSpPr>
        <p:spPr>
          <a:xfrm>
            <a:off x="4031304" y="3653790"/>
            <a:ext cx="411480" cy="720090"/>
          </a:xfrm>
          <a:custGeom>
            <a:avLst/>
            <a:gdLst/>
            <a:ahLst/>
            <a:cxnLst/>
            <a:rect l="l" t="t" r="r" b="b"/>
            <a:pathLst>
              <a:path w="54000" h="94500" stroke="0">
                <a:moveTo>
                  <a:pt x="33750" y="94230"/>
                </a:moveTo>
                <a:lnTo>
                  <a:pt x="32265" y="93420"/>
                </a:lnTo>
                <a:lnTo>
                  <a:pt x="30780" y="92610"/>
                </a:lnTo>
                <a:lnTo>
                  <a:pt x="29430" y="91800"/>
                </a:lnTo>
                <a:lnTo>
                  <a:pt x="27810" y="90585"/>
                </a:lnTo>
                <a:lnTo>
                  <a:pt x="25515" y="88830"/>
                </a:lnTo>
                <a:lnTo>
                  <a:pt x="23355" y="86940"/>
                </a:lnTo>
                <a:lnTo>
                  <a:pt x="21060" y="84645"/>
                </a:lnTo>
                <a:lnTo>
                  <a:pt x="18495" y="81810"/>
                </a:lnTo>
                <a:lnTo>
                  <a:pt x="16335" y="79110"/>
                </a:lnTo>
                <a:lnTo>
                  <a:pt x="14040" y="76005"/>
                </a:lnTo>
                <a:lnTo>
                  <a:pt x="11610" y="72495"/>
                </a:lnTo>
                <a:lnTo>
                  <a:pt x="9315" y="68715"/>
                </a:lnTo>
                <a:lnTo>
                  <a:pt x="7290" y="64935"/>
                </a:lnTo>
                <a:lnTo>
                  <a:pt x="5265" y="61020"/>
                </a:lnTo>
                <a:lnTo>
                  <a:pt x="3375" y="56835"/>
                </a:lnTo>
                <a:lnTo>
                  <a:pt x="1620" y="52245"/>
                </a:lnTo>
                <a:lnTo>
                  <a:pt x="135" y="48195"/>
                </a:lnTo>
                <a:lnTo>
                  <a:pt x="0" y="47520"/>
                </a:lnTo>
                <a:lnTo>
                  <a:pt x="0" y="46980"/>
                </a:lnTo>
                <a:lnTo>
                  <a:pt x="135" y="46305"/>
                </a:lnTo>
                <a:lnTo>
                  <a:pt x="1215" y="42930"/>
                </a:lnTo>
                <a:lnTo>
                  <a:pt x="3375" y="37665"/>
                </a:lnTo>
                <a:lnTo>
                  <a:pt x="5670" y="32670"/>
                </a:lnTo>
                <a:lnTo>
                  <a:pt x="8235" y="27675"/>
                </a:lnTo>
                <a:lnTo>
                  <a:pt x="10935" y="23085"/>
                </a:lnTo>
                <a:lnTo>
                  <a:pt x="13770" y="18765"/>
                </a:lnTo>
                <a:lnTo>
                  <a:pt x="16875" y="14715"/>
                </a:lnTo>
                <a:lnTo>
                  <a:pt x="19845" y="11070"/>
                </a:lnTo>
                <a:lnTo>
                  <a:pt x="21600" y="9315"/>
                </a:lnTo>
                <a:lnTo>
                  <a:pt x="23085" y="7830"/>
                </a:lnTo>
                <a:lnTo>
                  <a:pt x="24570" y="6480"/>
                </a:lnTo>
                <a:lnTo>
                  <a:pt x="26190" y="5130"/>
                </a:lnTo>
                <a:lnTo>
                  <a:pt x="28080" y="3645"/>
                </a:lnTo>
                <a:lnTo>
                  <a:pt x="29835" y="2430"/>
                </a:lnTo>
                <a:lnTo>
                  <a:pt x="31860" y="1350"/>
                </a:lnTo>
                <a:lnTo>
                  <a:pt x="33750" y="270"/>
                </a:lnTo>
                <a:lnTo>
                  <a:pt x="33750" y="0"/>
                </a:lnTo>
                <a:lnTo>
                  <a:pt x="34425" y="0"/>
                </a:lnTo>
                <a:lnTo>
                  <a:pt x="49275" y="0"/>
                </a:lnTo>
                <a:lnTo>
                  <a:pt x="54000" y="0"/>
                </a:lnTo>
                <a:lnTo>
                  <a:pt x="54000" y="2700"/>
                </a:lnTo>
                <a:lnTo>
                  <a:pt x="51705" y="3240"/>
                </a:lnTo>
                <a:lnTo>
                  <a:pt x="50625" y="5670"/>
                </a:lnTo>
                <a:lnTo>
                  <a:pt x="49950" y="7830"/>
                </a:lnTo>
                <a:lnTo>
                  <a:pt x="49950" y="86670"/>
                </a:lnTo>
                <a:lnTo>
                  <a:pt x="50625" y="88830"/>
                </a:lnTo>
                <a:lnTo>
                  <a:pt x="51705" y="91260"/>
                </a:lnTo>
                <a:lnTo>
                  <a:pt x="54000" y="91800"/>
                </a:lnTo>
                <a:lnTo>
                  <a:pt x="54000" y="94500"/>
                </a:lnTo>
                <a:lnTo>
                  <a:pt x="49275" y="94500"/>
                </a:lnTo>
                <a:lnTo>
                  <a:pt x="34425" y="94500"/>
                </a:lnTo>
                <a:lnTo>
                  <a:pt x="33750" y="94500"/>
                </a:lnTo>
                <a:close/>
                <a:moveTo>
                  <a:pt x="13500" y="50760"/>
                </a:moveTo>
                <a:lnTo>
                  <a:pt x="14715" y="53595"/>
                </a:lnTo>
                <a:lnTo>
                  <a:pt x="15930" y="56430"/>
                </a:lnTo>
                <a:lnTo>
                  <a:pt x="17280" y="59400"/>
                </a:lnTo>
                <a:lnTo>
                  <a:pt x="18765" y="62235"/>
                </a:lnTo>
                <a:lnTo>
                  <a:pt x="20385" y="65070"/>
                </a:lnTo>
                <a:lnTo>
                  <a:pt x="22005" y="67905"/>
                </a:lnTo>
                <a:lnTo>
                  <a:pt x="23760" y="70605"/>
                </a:lnTo>
                <a:lnTo>
                  <a:pt x="25515" y="73170"/>
                </a:lnTo>
                <a:lnTo>
                  <a:pt x="27270" y="75330"/>
                </a:lnTo>
                <a:lnTo>
                  <a:pt x="29160" y="77625"/>
                </a:lnTo>
                <a:lnTo>
                  <a:pt x="30780" y="79515"/>
                </a:lnTo>
                <a:lnTo>
                  <a:pt x="32535" y="81270"/>
                </a:lnTo>
                <a:lnTo>
                  <a:pt x="34290" y="82890"/>
                </a:lnTo>
                <a:lnTo>
                  <a:pt x="36045" y="84240"/>
                </a:lnTo>
                <a:lnTo>
                  <a:pt x="37800" y="85455"/>
                </a:lnTo>
                <a:lnTo>
                  <a:pt x="37800" y="9045"/>
                </a:lnTo>
                <a:lnTo>
                  <a:pt x="36045" y="10260"/>
                </a:lnTo>
                <a:lnTo>
                  <a:pt x="34290" y="11610"/>
                </a:lnTo>
                <a:lnTo>
                  <a:pt x="32535" y="13230"/>
                </a:lnTo>
                <a:lnTo>
                  <a:pt x="30645" y="15255"/>
                </a:lnTo>
                <a:lnTo>
                  <a:pt x="28890" y="17145"/>
                </a:lnTo>
                <a:lnTo>
                  <a:pt x="27000" y="19440"/>
                </a:lnTo>
                <a:lnTo>
                  <a:pt x="25110" y="22005"/>
                </a:lnTo>
                <a:lnTo>
                  <a:pt x="23355" y="24570"/>
                </a:lnTo>
                <a:lnTo>
                  <a:pt x="21600" y="27270"/>
                </a:lnTo>
                <a:lnTo>
                  <a:pt x="19710" y="30510"/>
                </a:lnTo>
                <a:lnTo>
                  <a:pt x="18225" y="33345"/>
                </a:lnTo>
                <a:lnTo>
                  <a:pt x="16605" y="36585"/>
                </a:lnTo>
                <a:lnTo>
                  <a:pt x="14985" y="40230"/>
                </a:lnTo>
                <a:lnTo>
                  <a:pt x="13365" y="44145"/>
                </a:lnTo>
                <a:lnTo>
                  <a:pt x="12285" y="47250"/>
                </a:lnTo>
                <a:close/>
              </a:path>
            </a:pathLst>
          </a:custGeom>
          <a:solidFill>
            <a:srgbClr val="000000"/>
          </a:solidFill>
          <a:ln>
            <a:noFill/>
          </a:ln>
        </p:spPr>
        <p:txBody>
          <a:bodyPr rtlCol="0" anchor="ctr"/>
          <a:lstStyle/>
          <a:p>
            <a:pPr algn="ctr"/>
          </a:p>
        </p:txBody>
      </p:sp>
      <p:sp>
        <p:nvSpPr>
          <p:cNvPr id="40" name="𐰶"/>
          <p:cNvSpPr/>
          <p:nvPr/>
        </p:nvSpPr>
        <p:spPr>
          <a:xfrm>
            <a:off x="4792466" y="3849243"/>
            <a:ext cx="382676" cy="524637"/>
          </a:xfrm>
          <a:custGeom>
            <a:avLst/>
            <a:gdLst/>
            <a:ahLst/>
            <a:cxnLst/>
            <a:rect l="l" t="t" r="r" b="b"/>
            <a:pathLst>
              <a:path w="50220" h="68850" stroke="0">
                <a:moveTo>
                  <a:pt x="47925" y="65610"/>
                </a:moveTo>
                <a:lnTo>
                  <a:pt x="50220" y="66150"/>
                </a:lnTo>
                <a:lnTo>
                  <a:pt x="50220" y="68850"/>
                </a:lnTo>
                <a:lnTo>
                  <a:pt x="46170" y="68850"/>
                </a:lnTo>
                <a:lnTo>
                  <a:pt x="27000" y="68850"/>
                </a:lnTo>
                <a:lnTo>
                  <a:pt x="26595" y="68580"/>
                </a:lnTo>
                <a:lnTo>
                  <a:pt x="24840" y="67500"/>
                </a:lnTo>
                <a:lnTo>
                  <a:pt x="23085" y="66150"/>
                </a:lnTo>
                <a:lnTo>
                  <a:pt x="21465" y="64800"/>
                </a:lnTo>
                <a:lnTo>
                  <a:pt x="19575" y="63180"/>
                </a:lnTo>
                <a:lnTo>
                  <a:pt x="17685" y="61425"/>
                </a:lnTo>
                <a:lnTo>
                  <a:pt x="15930" y="59535"/>
                </a:lnTo>
                <a:lnTo>
                  <a:pt x="14175" y="57510"/>
                </a:lnTo>
                <a:lnTo>
                  <a:pt x="12555" y="55485"/>
                </a:lnTo>
                <a:lnTo>
                  <a:pt x="10800" y="53055"/>
                </a:lnTo>
                <a:lnTo>
                  <a:pt x="9045" y="50625"/>
                </a:lnTo>
                <a:lnTo>
                  <a:pt x="7155" y="47925"/>
                </a:lnTo>
                <a:lnTo>
                  <a:pt x="5400" y="45090"/>
                </a:lnTo>
                <a:lnTo>
                  <a:pt x="3375" y="41580"/>
                </a:lnTo>
                <a:lnTo>
                  <a:pt x="1485" y="37935"/>
                </a:lnTo>
                <a:lnTo>
                  <a:pt x="270" y="35775"/>
                </a:lnTo>
                <a:lnTo>
                  <a:pt x="135" y="35235"/>
                </a:lnTo>
                <a:lnTo>
                  <a:pt x="0" y="34695"/>
                </a:lnTo>
                <a:lnTo>
                  <a:pt x="0" y="34155"/>
                </a:lnTo>
                <a:lnTo>
                  <a:pt x="135" y="33615"/>
                </a:lnTo>
                <a:lnTo>
                  <a:pt x="270" y="33075"/>
                </a:lnTo>
                <a:lnTo>
                  <a:pt x="1620" y="30510"/>
                </a:lnTo>
                <a:lnTo>
                  <a:pt x="4455" y="25515"/>
                </a:lnTo>
                <a:lnTo>
                  <a:pt x="7425" y="20655"/>
                </a:lnTo>
                <a:lnTo>
                  <a:pt x="9990" y="16740"/>
                </a:lnTo>
                <a:lnTo>
                  <a:pt x="12555" y="13365"/>
                </a:lnTo>
                <a:lnTo>
                  <a:pt x="15120" y="10395"/>
                </a:lnTo>
                <a:lnTo>
                  <a:pt x="17685" y="7560"/>
                </a:lnTo>
                <a:lnTo>
                  <a:pt x="20115" y="5130"/>
                </a:lnTo>
                <a:lnTo>
                  <a:pt x="22410" y="3240"/>
                </a:lnTo>
                <a:lnTo>
                  <a:pt x="24840" y="1350"/>
                </a:lnTo>
                <a:lnTo>
                  <a:pt x="27000" y="0"/>
                </a:lnTo>
                <a:lnTo>
                  <a:pt x="46170" y="0"/>
                </a:lnTo>
                <a:lnTo>
                  <a:pt x="50220" y="0"/>
                </a:lnTo>
                <a:lnTo>
                  <a:pt x="50220" y="2700"/>
                </a:lnTo>
                <a:lnTo>
                  <a:pt x="47925" y="3240"/>
                </a:lnTo>
                <a:lnTo>
                  <a:pt x="46845" y="5670"/>
                </a:lnTo>
                <a:lnTo>
                  <a:pt x="46170" y="7830"/>
                </a:lnTo>
                <a:lnTo>
                  <a:pt x="46170" y="61020"/>
                </a:lnTo>
                <a:lnTo>
                  <a:pt x="46845" y="63180"/>
                </a:lnTo>
                <a:close/>
                <a:moveTo>
                  <a:pt x="35100" y="7830"/>
                </a:moveTo>
                <a:lnTo>
                  <a:pt x="34425" y="5940"/>
                </a:lnTo>
                <a:lnTo>
                  <a:pt x="33210" y="6615"/>
                </a:lnTo>
                <a:lnTo>
                  <a:pt x="31725" y="7695"/>
                </a:lnTo>
                <a:lnTo>
                  <a:pt x="30375" y="8775"/>
                </a:lnTo>
                <a:lnTo>
                  <a:pt x="28890" y="10125"/>
                </a:lnTo>
                <a:lnTo>
                  <a:pt x="25920" y="12825"/>
                </a:lnTo>
                <a:lnTo>
                  <a:pt x="24435" y="14580"/>
                </a:lnTo>
                <a:lnTo>
                  <a:pt x="22950" y="16335"/>
                </a:lnTo>
                <a:lnTo>
                  <a:pt x="19845" y="20385"/>
                </a:lnTo>
                <a:lnTo>
                  <a:pt x="17010" y="24705"/>
                </a:lnTo>
                <a:lnTo>
                  <a:pt x="14175" y="29295"/>
                </a:lnTo>
                <a:lnTo>
                  <a:pt x="11475" y="34425"/>
                </a:lnTo>
                <a:lnTo>
                  <a:pt x="12960" y="37395"/>
                </a:lnTo>
                <a:lnTo>
                  <a:pt x="14580" y="40230"/>
                </a:lnTo>
                <a:lnTo>
                  <a:pt x="16335" y="43200"/>
                </a:lnTo>
                <a:lnTo>
                  <a:pt x="18090" y="45765"/>
                </a:lnTo>
                <a:lnTo>
                  <a:pt x="19845" y="48465"/>
                </a:lnTo>
                <a:lnTo>
                  <a:pt x="21465" y="50625"/>
                </a:lnTo>
                <a:lnTo>
                  <a:pt x="23220" y="52785"/>
                </a:lnTo>
                <a:lnTo>
                  <a:pt x="24975" y="54810"/>
                </a:lnTo>
                <a:lnTo>
                  <a:pt x="27540" y="57510"/>
                </a:lnTo>
                <a:lnTo>
                  <a:pt x="29835" y="59670"/>
                </a:lnTo>
                <a:lnTo>
                  <a:pt x="32130" y="61560"/>
                </a:lnTo>
                <a:lnTo>
                  <a:pt x="34425" y="62910"/>
                </a:lnTo>
                <a:lnTo>
                  <a:pt x="35100" y="61020"/>
                </a:lnTo>
                <a:close/>
              </a:path>
            </a:pathLst>
          </a:custGeom>
          <a:solidFill>
            <a:srgbClr val="000000"/>
          </a:solidFill>
          <a:ln>
            <a:noFill/>
          </a:ln>
        </p:spPr>
        <p:txBody>
          <a:bodyPr rtlCol="0" anchor="ctr"/>
          <a:lstStyle/>
          <a:p>
            <a:pPr algn="ctr"/>
          </a:p>
        </p:txBody>
      </p:sp>
      <p:sp>
        <p:nvSpPr>
          <p:cNvPr id="41" name="OQ"/>
          <p:cNvSpPr txBox="1"/>
          <p:nvPr/>
        </p:nvSpPr>
        <p:spPr>
          <a:xfrm>
            <a:off x="536448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OQ</a:t>
            </a:r>
          </a:p>
        </p:txBody>
      </p:sp>
      <p:sp>
        <p:nvSpPr>
          <p:cNvPr id="42" name="𐰸"/>
          <p:cNvSpPr/>
          <p:nvPr/>
        </p:nvSpPr>
        <p:spPr>
          <a:xfrm>
            <a:off x="5610473" y="3653790"/>
            <a:ext cx="391935" cy="720090"/>
          </a:xfrm>
          <a:custGeom>
            <a:avLst/>
            <a:gdLst/>
            <a:ahLst/>
            <a:cxnLst/>
            <a:rect l="l" t="t" r="r" b="b"/>
            <a:pathLst>
              <a:path w="51435" h="94500" stroke="0">
                <a:moveTo>
                  <a:pt x="3645" y="58455"/>
                </a:moveTo>
                <a:lnTo>
                  <a:pt x="2430" y="58050"/>
                </a:lnTo>
                <a:lnTo>
                  <a:pt x="1215" y="57915"/>
                </a:lnTo>
                <a:lnTo>
                  <a:pt x="0" y="57780"/>
                </a:lnTo>
                <a:lnTo>
                  <a:pt x="135" y="49545"/>
                </a:lnTo>
                <a:lnTo>
                  <a:pt x="1755" y="49545"/>
                </a:lnTo>
                <a:lnTo>
                  <a:pt x="3240" y="49680"/>
                </a:lnTo>
                <a:lnTo>
                  <a:pt x="4995" y="50085"/>
                </a:lnTo>
                <a:lnTo>
                  <a:pt x="6210" y="50355"/>
                </a:lnTo>
                <a:lnTo>
                  <a:pt x="7695" y="50895"/>
                </a:lnTo>
                <a:lnTo>
                  <a:pt x="9315" y="51570"/>
                </a:lnTo>
                <a:lnTo>
                  <a:pt x="10800" y="52515"/>
                </a:lnTo>
                <a:lnTo>
                  <a:pt x="11745" y="53055"/>
                </a:lnTo>
                <a:lnTo>
                  <a:pt x="13095" y="54135"/>
                </a:lnTo>
                <a:lnTo>
                  <a:pt x="14175" y="55215"/>
                </a:lnTo>
                <a:lnTo>
                  <a:pt x="15120" y="56295"/>
                </a:lnTo>
                <a:lnTo>
                  <a:pt x="16065" y="57510"/>
                </a:lnTo>
                <a:lnTo>
                  <a:pt x="16875" y="58725"/>
                </a:lnTo>
                <a:lnTo>
                  <a:pt x="17820" y="60345"/>
                </a:lnTo>
                <a:lnTo>
                  <a:pt x="19710" y="64260"/>
                </a:lnTo>
                <a:lnTo>
                  <a:pt x="19710" y="7560"/>
                </a:lnTo>
                <a:lnTo>
                  <a:pt x="19035" y="5400"/>
                </a:lnTo>
                <a:lnTo>
                  <a:pt x="17955" y="3105"/>
                </a:lnTo>
                <a:lnTo>
                  <a:pt x="15660" y="2565"/>
                </a:lnTo>
                <a:lnTo>
                  <a:pt x="15660" y="0"/>
                </a:lnTo>
                <a:lnTo>
                  <a:pt x="35910" y="0"/>
                </a:lnTo>
                <a:lnTo>
                  <a:pt x="35910" y="2565"/>
                </a:lnTo>
                <a:lnTo>
                  <a:pt x="33615" y="3105"/>
                </a:lnTo>
                <a:lnTo>
                  <a:pt x="32535" y="5400"/>
                </a:lnTo>
                <a:lnTo>
                  <a:pt x="31860" y="7560"/>
                </a:lnTo>
                <a:lnTo>
                  <a:pt x="31860" y="64260"/>
                </a:lnTo>
                <a:lnTo>
                  <a:pt x="33210" y="61155"/>
                </a:lnTo>
                <a:lnTo>
                  <a:pt x="34425" y="58995"/>
                </a:lnTo>
                <a:lnTo>
                  <a:pt x="35775" y="56970"/>
                </a:lnTo>
                <a:lnTo>
                  <a:pt x="36990" y="55485"/>
                </a:lnTo>
                <a:lnTo>
                  <a:pt x="38610" y="54000"/>
                </a:lnTo>
                <a:lnTo>
                  <a:pt x="40365" y="52650"/>
                </a:lnTo>
                <a:lnTo>
                  <a:pt x="42390" y="51570"/>
                </a:lnTo>
                <a:lnTo>
                  <a:pt x="43740" y="50895"/>
                </a:lnTo>
                <a:lnTo>
                  <a:pt x="44820" y="50490"/>
                </a:lnTo>
                <a:lnTo>
                  <a:pt x="46440" y="50085"/>
                </a:lnTo>
                <a:lnTo>
                  <a:pt x="48195" y="49680"/>
                </a:lnTo>
                <a:lnTo>
                  <a:pt x="49680" y="49545"/>
                </a:lnTo>
                <a:lnTo>
                  <a:pt x="51300" y="49545"/>
                </a:lnTo>
                <a:lnTo>
                  <a:pt x="51435" y="57780"/>
                </a:lnTo>
                <a:lnTo>
                  <a:pt x="50490" y="57915"/>
                </a:lnTo>
                <a:lnTo>
                  <a:pt x="49545" y="58050"/>
                </a:lnTo>
                <a:lnTo>
                  <a:pt x="48330" y="58320"/>
                </a:lnTo>
                <a:lnTo>
                  <a:pt x="47250" y="58590"/>
                </a:lnTo>
                <a:lnTo>
                  <a:pt x="46170" y="59130"/>
                </a:lnTo>
                <a:lnTo>
                  <a:pt x="44955" y="59670"/>
                </a:lnTo>
                <a:lnTo>
                  <a:pt x="42795" y="61020"/>
                </a:lnTo>
                <a:lnTo>
                  <a:pt x="40365" y="62910"/>
                </a:lnTo>
                <a:lnTo>
                  <a:pt x="38610" y="64665"/>
                </a:lnTo>
                <a:lnTo>
                  <a:pt x="37125" y="66420"/>
                </a:lnTo>
                <a:lnTo>
                  <a:pt x="35640" y="68445"/>
                </a:lnTo>
                <a:lnTo>
                  <a:pt x="34560" y="70470"/>
                </a:lnTo>
                <a:lnTo>
                  <a:pt x="33885" y="72225"/>
                </a:lnTo>
                <a:lnTo>
                  <a:pt x="33075" y="74520"/>
                </a:lnTo>
                <a:lnTo>
                  <a:pt x="32670" y="76815"/>
                </a:lnTo>
                <a:lnTo>
                  <a:pt x="32265" y="79245"/>
                </a:lnTo>
                <a:lnTo>
                  <a:pt x="31995" y="82215"/>
                </a:lnTo>
                <a:lnTo>
                  <a:pt x="31860" y="87615"/>
                </a:lnTo>
                <a:lnTo>
                  <a:pt x="31860" y="90585"/>
                </a:lnTo>
                <a:lnTo>
                  <a:pt x="31590" y="90585"/>
                </a:lnTo>
                <a:lnTo>
                  <a:pt x="31590" y="90990"/>
                </a:lnTo>
                <a:lnTo>
                  <a:pt x="31455" y="91530"/>
                </a:lnTo>
                <a:lnTo>
                  <a:pt x="31185" y="92070"/>
                </a:lnTo>
                <a:lnTo>
                  <a:pt x="30780" y="92475"/>
                </a:lnTo>
                <a:lnTo>
                  <a:pt x="30375" y="93015"/>
                </a:lnTo>
                <a:lnTo>
                  <a:pt x="29835" y="93420"/>
                </a:lnTo>
                <a:lnTo>
                  <a:pt x="29295" y="93690"/>
                </a:lnTo>
                <a:lnTo>
                  <a:pt x="27945" y="94230"/>
                </a:lnTo>
                <a:lnTo>
                  <a:pt x="26460" y="94500"/>
                </a:lnTo>
                <a:lnTo>
                  <a:pt x="24975" y="94500"/>
                </a:lnTo>
                <a:lnTo>
                  <a:pt x="23490" y="94230"/>
                </a:lnTo>
                <a:lnTo>
                  <a:pt x="22140" y="93690"/>
                </a:lnTo>
                <a:lnTo>
                  <a:pt x="21600" y="93420"/>
                </a:lnTo>
                <a:lnTo>
                  <a:pt x="21060" y="93015"/>
                </a:lnTo>
                <a:lnTo>
                  <a:pt x="20655" y="92475"/>
                </a:lnTo>
                <a:lnTo>
                  <a:pt x="20250" y="92070"/>
                </a:lnTo>
                <a:lnTo>
                  <a:pt x="20115" y="91530"/>
                </a:lnTo>
                <a:lnTo>
                  <a:pt x="19845" y="90990"/>
                </a:lnTo>
                <a:lnTo>
                  <a:pt x="19845" y="90585"/>
                </a:lnTo>
                <a:lnTo>
                  <a:pt x="19710" y="90585"/>
                </a:lnTo>
                <a:lnTo>
                  <a:pt x="19710" y="87615"/>
                </a:lnTo>
                <a:lnTo>
                  <a:pt x="19440" y="82215"/>
                </a:lnTo>
                <a:lnTo>
                  <a:pt x="19170" y="79650"/>
                </a:lnTo>
                <a:lnTo>
                  <a:pt x="18900" y="77220"/>
                </a:lnTo>
                <a:lnTo>
                  <a:pt x="18495" y="75330"/>
                </a:lnTo>
                <a:lnTo>
                  <a:pt x="18090" y="73710"/>
                </a:lnTo>
                <a:lnTo>
                  <a:pt x="17685" y="72225"/>
                </a:lnTo>
                <a:lnTo>
                  <a:pt x="17010" y="70875"/>
                </a:lnTo>
                <a:lnTo>
                  <a:pt x="16200" y="69120"/>
                </a:lnTo>
                <a:lnTo>
                  <a:pt x="14985" y="67230"/>
                </a:lnTo>
                <a:lnTo>
                  <a:pt x="13770" y="65610"/>
                </a:lnTo>
                <a:lnTo>
                  <a:pt x="12150" y="63990"/>
                </a:lnTo>
                <a:lnTo>
                  <a:pt x="10530" y="62505"/>
                </a:lnTo>
                <a:lnTo>
                  <a:pt x="8775" y="61020"/>
                </a:lnTo>
                <a:lnTo>
                  <a:pt x="7020" y="59940"/>
                </a:lnTo>
                <a:lnTo>
                  <a:pt x="5130" y="58995"/>
                </a:lnTo>
                <a:close/>
              </a:path>
            </a:pathLst>
          </a:custGeom>
          <a:solidFill>
            <a:srgbClr val="000000"/>
          </a:solidFill>
          <a:ln>
            <a:noFill/>
          </a:ln>
        </p:spPr>
        <p:txBody>
          <a:bodyPr rtlCol="0" anchor="ctr"/>
          <a:lstStyle/>
          <a:p>
            <a:pPr algn="ctr"/>
          </a:p>
        </p:txBody>
      </p:sp>
      <p:sp>
        <p:nvSpPr>
          <p:cNvPr id="43" name="𐰸"/>
          <p:cNvSpPr/>
          <p:nvPr/>
        </p:nvSpPr>
        <p:spPr>
          <a:xfrm>
            <a:off x="6287795" y="3849243"/>
            <a:ext cx="545211" cy="524637"/>
          </a:xfrm>
          <a:custGeom>
            <a:avLst/>
            <a:gdLst/>
            <a:ahLst/>
            <a:cxnLst/>
            <a:rect l="l" t="t" r="r" b="b"/>
            <a:pathLst>
              <a:path w="71550" h="68850" stroke="0">
                <a:moveTo>
                  <a:pt x="5940" y="38340"/>
                </a:moveTo>
                <a:lnTo>
                  <a:pt x="5400" y="38340"/>
                </a:lnTo>
                <a:lnTo>
                  <a:pt x="4050" y="38205"/>
                </a:lnTo>
                <a:lnTo>
                  <a:pt x="3375" y="38070"/>
                </a:lnTo>
                <a:lnTo>
                  <a:pt x="2160" y="37530"/>
                </a:lnTo>
                <a:lnTo>
                  <a:pt x="1080" y="36855"/>
                </a:lnTo>
                <a:lnTo>
                  <a:pt x="675" y="36315"/>
                </a:lnTo>
                <a:lnTo>
                  <a:pt x="405" y="35910"/>
                </a:lnTo>
                <a:lnTo>
                  <a:pt x="135" y="35370"/>
                </a:lnTo>
                <a:lnTo>
                  <a:pt x="0" y="34965"/>
                </a:lnTo>
                <a:lnTo>
                  <a:pt x="0" y="34425"/>
                </a:lnTo>
                <a:lnTo>
                  <a:pt x="0" y="33885"/>
                </a:lnTo>
                <a:lnTo>
                  <a:pt x="135" y="33480"/>
                </a:lnTo>
                <a:lnTo>
                  <a:pt x="405" y="32940"/>
                </a:lnTo>
                <a:lnTo>
                  <a:pt x="675" y="32535"/>
                </a:lnTo>
                <a:lnTo>
                  <a:pt x="1080" y="31995"/>
                </a:lnTo>
                <a:lnTo>
                  <a:pt x="1620" y="31725"/>
                </a:lnTo>
                <a:lnTo>
                  <a:pt x="2700" y="31050"/>
                </a:lnTo>
                <a:lnTo>
                  <a:pt x="3375" y="30780"/>
                </a:lnTo>
                <a:lnTo>
                  <a:pt x="4050" y="30645"/>
                </a:lnTo>
                <a:lnTo>
                  <a:pt x="5400" y="30510"/>
                </a:lnTo>
                <a:lnTo>
                  <a:pt x="5940" y="30510"/>
                </a:lnTo>
                <a:lnTo>
                  <a:pt x="10800" y="29970"/>
                </a:lnTo>
                <a:lnTo>
                  <a:pt x="14175" y="29565"/>
                </a:lnTo>
                <a:lnTo>
                  <a:pt x="16740" y="29025"/>
                </a:lnTo>
                <a:lnTo>
                  <a:pt x="18495" y="28485"/>
                </a:lnTo>
                <a:lnTo>
                  <a:pt x="20250" y="27810"/>
                </a:lnTo>
                <a:lnTo>
                  <a:pt x="22005" y="26865"/>
                </a:lnTo>
                <a:lnTo>
                  <a:pt x="23760" y="25650"/>
                </a:lnTo>
                <a:lnTo>
                  <a:pt x="25245" y="24300"/>
                </a:lnTo>
                <a:lnTo>
                  <a:pt x="26460" y="23220"/>
                </a:lnTo>
                <a:lnTo>
                  <a:pt x="27405" y="22140"/>
                </a:lnTo>
                <a:lnTo>
                  <a:pt x="29430" y="19305"/>
                </a:lnTo>
                <a:lnTo>
                  <a:pt x="31725" y="15795"/>
                </a:lnTo>
                <a:lnTo>
                  <a:pt x="32535" y="14310"/>
                </a:lnTo>
                <a:lnTo>
                  <a:pt x="33075" y="13095"/>
                </a:lnTo>
                <a:lnTo>
                  <a:pt x="33615" y="11475"/>
                </a:lnTo>
                <a:lnTo>
                  <a:pt x="34155" y="9990"/>
                </a:lnTo>
                <a:lnTo>
                  <a:pt x="34830" y="6885"/>
                </a:lnTo>
                <a:lnTo>
                  <a:pt x="35100" y="3645"/>
                </a:lnTo>
                <a:lnTo>
                  <a:pt x="35235" y="0"/>
                </a:lnTo>
                <a:lnTo>
                  <a:pt x="46305" y="0"/>
                </a:lnTo>
                <a:lnTo>
                  <a:pt x="46305" y="3240"/>
                </a:lnTo>
                <a:lnTo>
                  <a:pt x="46035" y="6345"/>
                </a:lnTo>
                <a:lnTo>
                  <a:pt x="45495" y="9450"/>
                </a:lnTo>
                <a:lnTo>
                  <a:pt x="44685" y="12285"/>
                </a:lnTo>
                <a:lnTo>
                  <a:pt x="44145" y="13905"/>
                </a:lnTo>
                <a:lnTo>
                  <a:pt x="43470" y="15660"/>
                </a:lnTo>
                <a:lnTo>
                  <a:pt x="42795" y="17280"/>
                </a:lnTo>
                <a:lnTo>
                  <a:pt x="42120" y="18495"/>
                </a:lnTo>
                <a:lnTo>
                  <a:pt x="41175" y="20115"/>
                </a:lnTo>
                <a:lnTo>
                  <a:pt x="40365" y="21195"/>
                </a:lnTo>
                <a:lnTo>
                  <a:pt x="39555" y="22140"/>
                </a:lnTo>
                <a:lnTo>
                  <a:pt x="38475" y="23220"/>
                </a:lnTo>
                <a:lnTo>
                  <a:pt x="37530" y="24165"/>
                </a:lnTo>
                <a:lnTo>
                  <a:pt x="36045" y="25380"/>
                </a:lnTo>
                <a:lnTo>
                  <a:pt x="33615" y="27000"/>
                </a:lnTo>
                <a:lnTo>
                  <a:pt x="31995" y="27810"/>
                </a:lnTo>
                <a:lnTo>
                  <a:pt x="30375" y="28620"/>
                </a:lnTo>
                <a:lnTo>
                  <a:pt x="26325" y="30510"/>
                </a:lnTo>
                <a:lnTo>
                  <a:pt x="71550" y="30510"/>
                </a:lnTo>
                <a:lnTo>
                  <a:pt x="71550" y="38340"/>
                </a:lnTo>
                <a:lnTo>
                  <a:pt x="26325" y="38340"/>
                </a:lnTo>
                <a:lnTo>
                  <a:pt x="29430" y="39690"/>
                </a:lnTo>
                <a:lnTo>
                  <a:pt x="31725" y="40905"/>
                </a:lnTo>
                <a:lnTo>
                  <a:pt x="33615" y="41850"/>
                </a:lnTo>
                <a:lnTo>
                  <a:pt x="35505" y="43065"/>
                </a:lnTo>
                <a:lnTo>
                  <a:pt x="37260" y="44550"/>
                </a:lnTo>
                <a:lnTo>
                  <a:pt x="38475" y="45630"/>
                </a:lnTo>
                <a:lnTo>
                  <a:pt x="39960" y="47250"/>
                </a:lnTo>
                <a:lnTo>
                  <a:pt x="41175" y="48735"/>
                </a:lnTo>
                <a:lnTo>
                  <a:pt x="42255" y="50625"/>
                </a:lnTo>
                <a:lnTo>
                  <a:pt x="43335" y="52920"/>
                </a:lnTo>
                <a:lnTo>
                  <a:pt x="44280" y="55215"/>
                </a:lnTo>
                <a:lnTo>
                  <a:pt x="45090" y="57645"/>
                </a:lnTo>
                <a:lnTo>
                  <a:pt x="45630" y="60210"/>
                </a:lnTo>
                <a:lnTo>
                  <a:pt x="46035" y="62910"/>
                </a:lnTo>
                <a:lnTo>
                  <a:pt x="46305" y="65610"/>
                </a:lnTo>
                <a:lnTo>
                  <a:pt x="46305" y="68850"/>
                </a:lnTo>
                <a:lnTo>
                  <a:pt x="35235" y="68850"/>
                </a:lnTo>
                <a:lnTo>
                  <a:pt x="35235" y="65610"/>
                </a:lnTo>
                <a:lnTo>
                  <a:pt x="34830" y="62505"/>
                </a:lnTo>
                <a:lnTo>
                  <a:pt x="34290" y="59805"/>
                </a:lnTo>
                <a:lnTo>
                  <a:pt x="33615" y="57105"/>
                </a:lnTo>
                <a:lnTo>
                  <a:pt x="32670" y="55080"/>
                </a:lnTo>
                <a:lnTo>
                  <a:pt x="31725" y="53055"/>
                </a:lnTo>
                <a:lnTo>
                  <a:pt x="29835" y="50085"/>
                </a:lnTo>
                <a:lnTo>
                  <a:pt x="27945" y="47385"/>
                </a:lnTo>
                <a:lnTo>
                  <a:pt x="26460" y="45630"/>
                </a:lnTo>
                <a:lnTo>
                  <a:pt x="24840" y="44145"/>
                </a:lnTo>
                <a:lnTo>
                  <a:pt x="23355" y="42930"/>
                </a:lnTo>
                <a:lnTo>
                  <a:pt x="21465" y="41715"/>
                </a:lnTo>
                <a:lnTo>
                  <a:pt x="19575" y="40770"/>
                </a:lnTo>
                <a:lnTo>
                  <a:pt x="17415" y="40095"/>
                </a:lnTo>
                <a:lnTo>
                  <a:pt x="14850" y="39420"/>
                </a:lnTo>
                <a:lnTo>
                  <a:pt x="12150" y="39015"/>
                </a:lnTo>
                <a:close/>
              </a:path>
            </a:pathLst>
          </a:custGeom>
          <a:solidFill>
            <a:srgbClr val="000000"/>
          </a:solidFill>
          <a:ln>
            <a:noFill/>
          </a:ln>
        </p:spPr>
        <p:txBody>
          <a:bodyPr rtlCol="0" anchor="ctr"/>
          <a:lstStyle/>
          <a:p>
            <a:pPr algn="ctr"/>
          </a:p>
        </p:txBody>
      </p:sp>
      <p:sp>
        <p:nvSpPr>
          <p:cNvPr id="44" name="AR"/>
          <p:cNvSpPr txBox="1"/>
          <p:nvPr/>
        </p:nvSpPr>
        <p:spPr>
          <a:xfrm>
            <a:off x="691896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AR</a:t>
            </a:r>
          </a:p>
        </p:txBody>
      </p:sp>
      <p:sp>
        <p:nvSpPr>
          <p:cNvPr id="45" name="𐰺"/>
          <p:cNvSpPr/>
          <p:nvPr/>
        </p:nvSpPr>
        <p:spPr>
          <a:xfrm>
            <a:off x="7136149" y="3653790"/>
            <a:ext cx="411480" cy="720090"/>
          </a:xfrm>
          <a:custGeom>
            <a:avLst/>
            <a:gdLst/>
            <a:ahLst/>
            <a:cxnLst/>
            <a:rect l="l" t="t" r="r" b="b"/>
            <a:pathLst>
              <a:path w="54000" h="94500" stroke="0">
                <a:moveTo>
                  <a:pt x="36045" y="91260"/>
                </a:moveTo>
                <a:lnTo>
                  <a:pt x="37125" y="88830"/>
                </a:lnTo>
                <a:lnTo>
                  <a:pt x="37800" y="86670"/>
                </a:lnTo>
                <a:lnTo>
                  <a:pt x="37800" y="53730"/>
                </a:lnTo>
                <a:lnTo>
                  <a:pt x="35505" y="55350"/>
                </a:lnTo>
                <a:lnTo>
                  <a:pt x="32670" y="57780"/>
                </a:lnTo>
                <a:lnTo>
                  <a:pt x="29970" y="60210"/>
                </a:lnTo>
                <a:lnTo>
                  <a:pt x="23490" y="66555"/>
                </a:lnTo>
                <a:lnTo>
                  <a:pt x="19440" y="70065"/>
                </a:lnTo>
                <a:lnTo>
                  <a:pt x="17550" y="71685"/>
                </a:lnTo>
                <a:lnTo>
                  <a:pt x="15795" y="72900"/>
                </a:lnTo>
                <a:lnTo>
                  <a:pt x="13905" y="74115"/>
                </a:lnTo>
                <a:lnTo>
                  <a:pt x="12015" y="75195"/>
                </a:lnTo>
                <a:lnTo>
                  <a:pt x="10125" y="76140"/>
                </a:lnTo>
                <a:lnTo>
                  <a:pt x="8505" y="76815"/>
                </a:lnTo>
                <a:lnTo>
                  <a:pt x="7020" y="77220"/>
                </a:lnTo>
                <a:lnTo>
                  <a:pt x="5535" y="77220"/>
                </a:lnTo>
                <a:lnTo>
                  <a:pt x="4725" y="77085"/>
                </a:lnTo>
                <a:lnTo>
                  <a:pt x="3240" y="76680"/>
                </a:lnTo>
                <a:lnTo>
                  <a:pt x="1890" y="76005"/>
                </a:lnTo>
                <a:lnTo>
                  <a:pt x="1350" y="75600"/>
                </a:lnTo>
                <a:lnTo>
                  <a:pt x="945" y="75195"/>
                </a:lnTo>
                <a:lnTo>
                  <a:pt x="540" y="74655"/>
                </a:lnTo>
                <a:lnTo>
                  <a:pt x="270" y="74250"/>
                </a:lnTo>
                <a:lnTo>
                  <a:pt x="135" y="73575"/>
                </a:lnTo>
                <a:lnTo>
                  <a:pt x="0" y="73035"/>
                </a:lnTo>
                <a:lnTo>
                  <a:pt x="0" y="72495"/>
                </a:lnTo>
                <a:lnTo>
                  <a:pt x="135" y="71955"/>
                </a:lnTo>
                <a:lnTo>
                  <a:pt x="2295" y="67365"/>
                </a:lnTo>
                <a:lnTo>
                  <a:pt x="3780" y="63450"/>
                </a:lnTo>
                <a:lnTo>
                  <a:pt x="5265" y="59130"/>
                </a:lnTo>
                <a:lnTo>
                  <a:pt x="6345" y="54810"/>
                </a:lnTo>
                <a:lnTo>
                  <a:pt x="7020" y="51165"/>
                </a:lnTo>
                <a:lnTo>
                  <a:pt x="7560" y="47250"/>
                </a:lnTo>
                <a:lnTo>
                  <a:pt x="7965" y="43335"/>
                </a:lnTo>
                <a:lnTo>
                  <a:pt x="8100" y="39420"/>
                </a:lnTo>
                <a:lnTo>
                  <a:pt x="7965" y="35235"/>
                </a:lnTo>
                <a:lnTo>
                  <a:pt x="7695" y="31320"/>
                </a:lnTo>
                <a:lnTo>
                  <a:pt x="7020" y="27405"/>
                </a:lnTo>
                <a:lnTo>
                  <a:pt x="6210" y="23760"/>
                </a:lnTo>
                <a:lnTo>
                  <a:pt x="5265" y="20385"/>
                </a:lnTo>
                <a:lnTo>
                  <a:pt x="4590" y="18630"/>
                </a:lnTo>
                <a:lnTo>
                  <a:pt x="3915" y="16875"/>
                </a:lnTo>
                <a:lnTo>
                  <a:pt x="2430" y="14175"/>
                </a:lnTo>
                <a:lnTo>
                  <a:pt x="1620" y="12690"/>
                </a:lnTo>
                <a:lnTo>
                  <a:pt x="675" y="11475"/>
                </a:lnTo>
                <a:lnTo>
                  <a:pt x="11475" y="7425"/>
                </a:lnTo>
                <a:lnTo>
                  <a:pt x="12825" y="9450"/>
                </a:lnTo>
                <a:lnTo>
                  <a:pt x="14175" y="11745"/>
                </a:lnTo>
                <a:lnTo>
                  <a:pt x="15390" y="14175"/>
                </a:lnTo>
                <a:lnTo>
                  <a:pt x="16470" y="16875"/>
                </a:lnTo>
                <a:lnTo>
                  <a:pt x="17280" y="18900"/>
                </a:lnTo>
                <a:lnTo>
                  <a:pt x="17955" y="21060"/>
                </a:lnTo>
                <a:lnTo>
                  <a:pt x="18630" y="23625"/>
                </a:lnTo>
                <a:lnTo>
                  <a:pt x="19035" y="25920"/>
                </a:lnTo>
                <a:lnTo>
                  <a:pt x="19440" y="28620"/>
                </a:lnTo>
                <a:lnTo>
                  <a:pt x="19845" y="30915"/>
                </a:lnTo>
                <a:lnTo>
                  <a:pt x="20115" y="33750"/>
                </a:lnTo>
                <a:lnTo>
                  <a:pt x="20250" y="36180"/>
                </a:lnTo>
                <a:lnTo>
                  <a:pt x="20250" y="38745"/>
                </a:lnTo>
                <a:lnTo>
                  <a:pt x="20250" y="41580"/>
                </a:lnTo>
                <a:lnTo>
                  <a:pt x="20115" y="44145"/>
                </a:lnTo>
                <a:lnTo>
                  <a:pt x="19845" y="46710"/>
                </a:lnTo>
                <a:lnTo>
                  <a:pt x="19575" y="49275"/>
                </a:lnTo>
                <a:lnTo>
                  <a:pt x="19170" y="51840"/>
                </a:lnTo>
                <a:lnTo>
                  <a:pt x="18765" y="54405"/>
                </a:lnTo>
                <a:lnTo>
                  <a:pt x="18090" y="57105"/>
                </a:lnTo>
                <a:lnTo>
                  <a:pt x="21330" y="54000"/>
                </a:lnTo>
                <a:lnTo>
                  <a:pt x="24030" y="51570"/>
                </a:lnTo>
                <a:lnTo>
                  <a:pt x="26190" y="49815"/>
                </a:lnTo>
                <a:lnTo>
                  <a:pt x="28485" y="48060"/>
                </a:lnTo>
                <a:lnTo>
                  <a:pt x="30915" y="46575"/>
                </a:lnTo>
                <a:lnTo>
                  <a:pt x="33210" y="45360"/>
                </a:lnTo>
                <a:lnTo>
                  <a:pt x="35370" y="44550"/>
                </a:lnTo>
                <a:lnTo>
                  <a:pt x="37800" y="43740"/>
                </a:lnTo>
                <a:lnTo>
                  <a:pt x="37800" y="7830"/>
                </a:lnTo>
                <a:lnTo>
                  <a:pt x="37125" y="5670"/>
                </a:lnTo>
                <a:lnTo>
                  <a:pt x="36045" y="3240"/>
                </a:lnTo>
                <a:lnTo>
                  <a:pt x="33750" y="2700"/>
                </a:lnTo>
                <a:lnTo>
                  <a:pt x="33750" y="0"/>
                </a:lnTo>
                <a:lnTo>
                  <a:pt x="54000" y="0"/>
                </a:lnTo>
                <a:lnTo>
                  <a:pt x="54000" y="2700"/>
                </a:lnTo>
                <a:lnTo>
                  <a:pt x="51705" y="3240"/>
                </a:lnTo>
                <a:lnTo>
                  <a:pt x="50625" y="5670"/>
                </a:lnTo>
                <a:lnTo>
                  <a:pt x="49950" y="7830"/>
                </a:lnTo>
                <a:lnTo>
                  <a:pt x="49950" y="86670"/>
                </a:lnTo>
                <a:lnTo>
                  <a:pt x="50625" y="88830"/>
                </a:lnTo>
                <a:lnTo>
                  <a:pt x="51705" y="91260"/>
                </a:lnTo>
                <a:lnTo>
                  <a:pt x="54000" y="91800"/>
                </a:lnTo>
                <a:lnTo>
                  <a:pt x="54000" y="94500"/>
                </a:lnTo>
                <a:lnTo>
                  <a:pt x="33750" y="94500"/>
                </a:lnTo>
                <a:lnTo>
                  <a:pt x="33750" y="91800"/>
                </a:lnTo>
                <a:close/>
              </a:path>
            </a:pathLst>
          </a:custGeom>
          <a:solidFill>
            <a:srgbClr val="000000"/>
          </a:solidFill>
          <a:ln>
            <a:noFill/>
          </a:ln>
        </p:spPr>
        <p:txBody>
          <a:bodyPr rtlCol="0" anchor="ctr"/>
          <a:lstStyle/>
          <a:p>
            <a:pPr algn="ctr"/>
          </a:p>
        </p:txBody>
      </p:sp>
      <p:sp>
        <p:nvSpPr>
          <p:cNvPr id="46" name="𐰺"/>
          <p:cNvSpPr/>
          <p:nvPr/>
        </p:nvSpPr>
        <p:spPr>
          <a:xfrm>
            <a:off x="7905026" y="3849243"/>
            <a:ext cx="367246" cy="720090"/>
          </a:xfrm>
          <a:custGeom>
            <a:avLst/>
            <a:gdLst/>
            <a:ahLst/>
            <a:cxnLst/>
            <a:rect l="l" t="t" r="r" b="b"/>
            <a:pathLst>
              <a:path w="48195" h="94500" stroke="0">
                <a:moveTo>
                  <a:pt x="31320" y="91260"/>
                </a:moveTo>
                <a:lnTo>
                  <a:pt x="32400" y="88830"/>
                </a:lnTo>
                <a:lnTo>
                  <a:pt x="33075" y="86670"/>
                </a:lnTo>
                <a:lnTo>
                  <a:pt x="33075" y="38475"/>
                </a:lnTo>
                <a:lnTo>
                  <a:pt x="31050" y="39690"/>
                </a:lnTo>
                <a:lnTo>
                  <a:pt x="29970" y="40500"/>
                </a:lnTo>
                <a:lnTo>
                  <a:pt x="28755" y="41580"/>
                </a:lnTo>
                <a:lnTo>
                  <a:pt x="26460" y="43740"/>
                </a:lnTo>
                <a:lnTo>
                  <a:pt x="24030" y="46575"/>
                </a:lnTo>
                <a:lnTo>
                  <a:pt x="22005" y="49275"/>
                </a:lnTo>
                <a:lnTo>
                  <a:pt x="19845" y="52380"/>
                </a:lnTo>
                <a:lnTo>
                  <a:pt x="17685" y="55485"/>
                </a:lnTo>
                <a:lnTo>
                  <a:pt x="13905" y="61830"/>
                </a:lnTo>
                <a:lnTo>
                  <a:pt x="12420" y="64125"/>
                </a:lnTo>
                <a:lnTo>
                  <a:pt x="10935" y="66150"/>
                </a:lnTo>
                <a:lnTo>
                  <a:pt x="9720" y="67365"/>
                </a:lnTo>
                <a:lnTo>
                  <a:pt x="9315" y="67770"/>
                </a:lnTo>
                <a:lnTo>
                  <a:pt x="8100" y="68445"/>
                </a:lnTo>
                <a:lnTo>
                  <a:pt x="6750" y="68715"/>
                </a:lnTo>
                <a:lnTo>
                  <a:pt x="5265" y="68850"/>
                </a:lnTo>
                <a:lnTo>
                  <a:pt x="3780" y="68715"/>
                </a:lnTo>
                <a:lnTo>
                  <a:pt x="2565" y="68175"/>
                </a:lnTo>
                <a:lnTo>
                  <a:pt x="1890" y="67905"/>
                </a:lnTo>
                <a:lnTo>
                  <a:pt x="945" y="67095"/>
                </a:lnTo>
                <a:lnTo>
                  <a:pt x="540" y="66690"/>
                </a:lnTo>
                <a:lnTo>
                  <a:pt x="270" y="66150"/>
                </a:lnTo>
                <a:lnTo>
                  <a:pt x="135" y="65745"/>
                </a:lnTo>
                <a:lnTo>
                  <a:pt x="0" y="65205"/>
                </a:lnTo>
                <a:lnTo>
                  <a:pt x="0" y="64665"/>
                </a:lnTo>
                <a:lnTo>
                  <a:pt x="1485" y="58590"/>
                </a:lnTo>
                <a:lnTo>
                  <a:pt x="2295" y="54405"/>
                </a:lnTo>
                <a:lnTo>
                  <a:pt x="3240" y="49815"/>
                </a:lnTo>
                <a:lnTo>
                  <a:pt x="3915" y="44685"/>
                </a:lnTo>
                <a:lnTo>
                  <a:pt x="4455" y="40095"/>
                </a:lnTo>
                <a:lnTo>
                  <a:pt x="4995" y="35235"/>
                </a:lnTo>
                <a:lnTo>
                  <a:pt x="5265" y="30510"/>
                </a:lnTo>
                <a:lnTo>
                  <a:pt x="5265" y="26055"/>
                </a:lnTo>
                <a:lnTo>
                  <a:pt x="5265" y="22140"/>
                </a:lnTo>
                <a:lnTo>
                  <a:pt x="4995" y="18495"/>
                </a:lnTo>
                <a:lnTo>
                  <a:pt x="4590" y="15255"/>
                </a:lnTo>
                <a:lnTo>
                  <a:pt x="4050" y="12420"/>
                </a:lnTo>
                <a:lnTo>
                  <a:pt x="3510" y="9720"/>
                </a:lnTo>
                <a:lnTo>
                  <a:pt x="2700" y="7425"/>
                </a:lnTo>
                <a:lnTo>
                  <a:pt x="1755" y="5535"/>
                </a:lnTo>
                <a:lnTo>
                  <a:pt x="1350" y="4860"/>
                </a:lnTo>
                <a:lnTo>
                  <a:pt x="810" y="4050"/>
                </a:lnTo>
                <a:lnTo>
                  <a:pt x="10260" y="0"/>
                </a:lnTo>
                <a:lnTo>
                  <a:pt x="11205" y="1080"/>
                </a:lnTo>
                <a:lnTo>
                  <a:pt x="12015" y="2565"/>
                </a:lnTo>
                <a:lnTo>
                  <a:pt x="12690" y="3780"/>
                </a:lnTo>
                <a:lnTo>
                  <a:pt x="13365" y="5400"/>
                </a:lnTo>
                <a:lnTo>
                  <a:pt x="14310" y="8370"/>
                </a:lnTo>
                <a:lnTo>
                  <a:pt x="15255" y="12015"/>
                </a:lnTo>
                <a:lnTo>
                  <a:pt x="15795" y="15795"/>
                </a:lnTo>
                <a:lnTo>
                  <a:pt x="16200" y="20385"/>
                </a:lnTo>
                <a:lnTo>
                  <a:pt x="16335" y="25245"/>
                </a:lnTo>
                <a:lnTo>
                  <a:pt x="16335" y="30375"/>
                </a:lnTo>
                <a:lnTo>
                  <a:pt x="16065" y="35640"/>
                </a:lnTo>
                <a:lnTo>
                  <a:pt x="15525" y="41310"/>
                </a:lnTo>
                <a:lnTo>
                  <a:pt x="17550" y="38880"/>
                </a:lnTo>
                <a:lnTo>
                  <a:pt x="19575" y="36990"/>
                </a:lnTo>
                <a:lnTo>
                  <a:pt x="21600" y="35370"/>
                </a:lnTo>
                <a:lnTo>
                  <a:pt x="23760" y="33750"/>
                </a:lnTo>
                <a:lnTo>
                  <a:pt x="26055" y="32265"/>
                </a:lnTo>
                <a:lnTo>
                  <a:pt x="28350" y="31185"/>
                </a:lnTo>
                <a:lnTo>
                  <a:pt x="30780" y="30375"/>
                </a:lnTo>
                <a:lnTo>
                  <a:pt x="33075" y="29700"/>
                </a:lnTo>
                <a:lnTo>
                  <a:pt x="33075" y="7830"/>
                </a:lnTo>
                <a:lnTo>
                  <a:pt x="32400" y="5670"/>
                </a:lnTo>
                <a:lnTo>
                  <a:pt x="31320" y="3240"/>
                </a:lnTo>
                <a:lnTo>
                  <a:pt x="29025" y="2700"/>
                </a:lnTo>
                <a:lnTo>
                  <a:pt x="29025" y="0"/>
                </a:lnTo>
                <a:lnTo>
                  <a:pt x="48195" y="0"/>
                </a:lnTo>
                <a:lnTo>
                  <a:pt x="48195" y="2700"/>
                </a:lnTo>
                <a:lnTo>
                  <a:pt x="45900" y="3240"/>
                </a:lnTo>
                <a:lnTo>
                  <a:pt x="44820" y="5670"/>
                </a:lnTo>
                <a:lnTo>
                  <a:pt x="44145" y="7830"/>
                </a:lnTo>
                <a:lnTo>
                  <a:pt x="44145" y="86670"/>
                </a:lnTo>
                <a:lnTo>
                  <a:pt x="44820" y="88830"/>
                </a:lnTo>
                <a:lnTo>
                  <a:pt x="45900" y="91260"/>
                </a:lnTo>
                <a:lnTo>
                  <a:pt x="48195" y="91800"/>
                </a:lnTo>
                <a:lnTo>
                  <a:pt x="48195" y="94500"/>
                </a:lnTo>
                <a:lnTo>
                  <a:pt x="29025" y="94500"/>
                </a:lnTo>
                <a:lnTo>
                  <a:pt x="29025" y="91800"/>
                </a:lnTo>
                <a:close/>
              </a:path>
            </a:pathLst>
          </a:custGeom>
          <a:solidFill>
            <a:srgbClr val="000000"/>
          </a:solidFill>
          <a:ln>
            <a:noFill/>
          </a:ln>
        </p:spPr>
        <p:txBody>
          <a:bodyPr rtlCol="0" anchor="ctr"/>
          <a:lstStyle/>
          <a:p>
            <a:pPr algn="ctr"/>
          </a:p>
        </p:txBody>
      </p:sp>
      <p:sp>
        <p:nvSpPr>
          <p:cNvPr id="47" name="AER"/>
          <p:cNvSpPr txBox="1"/>
          <p:nvPr/>
        </p:nvSpPr>
        <p:spPr>
          <a:xfrm>
            <a:off x="8473440" y="344942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AER</a:t>
            </a:r>
          </a:p>
        </p:txBody>
      </p:sp>
      <p:sp>
        <p:nvSpPr>
          <p:cNvPr id="48" name="𐰼"/>
          <p:cNvSpPr/>
          <p:nvPr/>
        </p:nvSpPr>
        <p:spPr>
          <a:xfrm>
            <a:off x="8677256" y="3653790"/>
            <a:ext cx="476288" cy="720090"/>
          </a:xfrm>
          <a:custGeom>
            <a:avLst/>
            <a:gdLst/>
            <a:ahLst/>
            <a:cxnLst/>
            <a:rect l="l" t="t" r="r" b="b"/>
            <a:pathLst>
              <a:path w="62505" h="94500" stroke="0">
                <a:moveTo>
                  <a:pt x="21195" y="91800"/>
                </a:moveTo>
                <a:lnTo>
                  <a:pt x="23490" y="91395"/>
                </a:lnTo>
                <a:lnTo>
                  <a:pt x="24570" y="88965"/>
                </a:lnTo>
                <a:lnTo>
                  <a:pt x="25245" y="86805"/>
                </a:lnTo>
                <a:lnTo>
                  <a:pt x="25245" y="24840"/>
                </a:lnTo>
                <a:lnTo>
                  <a:pt x="24030" y="23895"/>
                </a:lnTo>
                <a:lnTo>
                  <a:pt x="22950" y="22815"/>
                </a:lnTo>
                <a:lnTo>
                  <a:pt x="21870" y="21600"/>
                </a:lnTo>
                <a:lnTo>
                  <a:pt x="20925" y="20250"/>
                </a:lnTo>
                <a:lnTo>
                  <a:pt x="20115" y="18765"/>
                </a:lnTo>
                <a:lnTo>
                  <a:pt x="19440" y="17415"/>
                </a:lnTo>
                <a:lnTo>
                  <a:pt x="16875" y="12015"/>
                </a:lnTo>
                <a:lnTo>
                  <a:pt x="16065" y="10260"/>
                </a:lnTo>
                <a:lnTo>
                  <a:pt x="14985" y="12555"/>
                </a:lnTo>
                <a:lnTo>
                  <a:pt x="12690" y="17955"/>
                </a:lnTo>
                <a:lnTo>
                  <a:pt x="12015" y="19305"/>
                </a:lnTo>
                <a:lnTo>
                  <a:pt x="11475" y="20250"/>
                </a:lnTo>
                <a:lnTo>
                  <a:pt x="10530" y="21600"/>
                </a:lnTo>
                <a:lnTo>
                  <a:pt x="9585" y="22545"/>
                </a:lnTo>
                <a:lnTo>
                  <a:pt x="8505" y="23355"/>
                </a:lnTo>
                <a:lnTo>
                  <a:pt x="7425" y="23895"/>
                </a:lnTo>
                <a:lnTo>
                  <a:pt x="6075" y="24435"/>
                </a:lnTo>
                <a:lnTo>
                  <a:pt x="5265" y="24705"/>
                </a:lnTo>
                <a:lnTo>
                  <a:pt x="4185" y="24840"/>
                </a:lnTo>
                <a:lnTo>
                  <a:pt x="3240" y="24840"/>
                </a:lnTo>
                <a:lnTo>
                  <a:pt x="2565" y="16605"/>
                </a:lnTo>
                <a:lnTo>
                  <a:pt x="1215" y="16740"/>
                </a:lnTo>
                <a:lnTo>
                  <a:pt x="270" y="17145"/>
                </a:lnTo>
                <a:lnTo>
                  <a:pt x="0" y="17280"/>
                </a:lnTo>
                <a:lnTo>
                  <a:pt x="540" y="16470"/>
                </a:lnTo>
                <a:lnTo>
                  <a:pt x="1080" y="15390"/>
                </a:lnTo>
                <a:lnTo>
                  <a:pt x="3240" y="10395"/>
                </a:lnTo>
                <a:lnTo>
                  <a:pt x="4185" y="8370"/>
                </a:lnTo>
                <a:lnTo>
                  <a:pt x="5130" y="6615"/>
                </a:lnTo>
                <a:lnTo>
                  <a:pt x="5940" y="5265"/>
                </a:lnTo>
                <a:lnTo>
                  <a:pt x="7155" y="3780"/>
                </a:lnTo>
                <a:lnTo>
                  <a:pt x="7965" y="3105"/>
                </a:lnTo>
                <a:lnTo>
                  <a:pt x="8775" y="2430"/>
                </a:lnTo>
                <a:lnTo>
                  <a:pt x="10260" y="1485"/>
                </a:lnTo>
                <a:lnTo>
                  <a:pt x="11070" y="1080"/>
                </a:lnTo>
                <a:lnTo>
                  <a:pt x="12150" y="675"/>
                </a:lnTo>
                <a:lnTo>
                  <a:pt x="13500" y="270"/>
                </a:lnTo>
                <a:lnTo>
                  <a:pt x="15120" y="0"/>
                </a:lnTo>
                <a:lnTo>
                  <a:pt x="16740" y="0"/>
                </a:lnTo>
                <a:lnTo>
                  <a:pt x="18360" y="135"/>
                </a:lnTo>
                <a:lnTo>
                  <a:pt x="19845" y="405"/>
                </a:lnTo>
                <a:lnTo>
                  <a:pt x="21060" y="945"/>
                </a:lnTo>
                <a:lnTo>
                  <a:pt x="22410" y="1620"/>
                </a:lnTo>
                <a:lnTo>
                  <a:pt x="23490" y="2295"/>
                </a:lnTo>
                <a:lnTo>
                  <a:pt x="24435" y="3105"/>
                </a:lnTo>
                <a:lnTo>
                  <a:pt x="25380" y="4050"/>
                </a:lnTo>
                <a:lnTo>
                  <a:pt x="26190" y="5130"/>
                </a:lnTo>
                <a:lnTo>
                  <a:pt x="26865" y="6345"/>
                </a:lnTo>
                <a:lnTo>
                  <a:pt x="28215" y="8775"/>
                </a:lnTo>
                <a:lnTo>
                  <a:pt x="30375" y="13770"/>
                </a:lnTo>
                <a:lnTo>
                  <a:pt x="31320" y="15390"/>
                </a:lnTo>
                <a:lnTo>
                  <a:pt x="32130" y="13770"/>
                </a:lnTo>
                <a:lnTo>
                  <a:pt x="34425" y="8775"/>
                </a:lnTo>
                <a:lnTo>
                  <a:pt x="35640" y="6345"/>
                </a:lnTo>
                <a:lnTo>
                  <a:pt x="36450" y="5130"/>
                </a:lnTo>
                <a:lnTo>
                  <a:pt x="37260" y="4050"/>
                </a:lnTo>
                <a:lnTo>
                  <a:pt x="38070" y="3105"/>
                </a:lnTo>
                <a:lnTo>
                  <a:pt x="39015" y="2295"/>
                </a:lnTo>
                <a:lnTo>
                  <a:pt x="40095" y="1620"/>
                </a:lnTo>
                <a:lnTo>
                  <a:pt x="41445" y="945"/>
                </a:lnTo>
                <a:lnTo>
                  <a:pt x="42795" y="405"/>
                </a:lnTo>
                <a:lnTo>
                  <a:pt x="44280" y="135"/>
                </a:lnTo>
                <a:lnTo>
                  <a:pt x="45630" y="0"/>
                </a:lnTo>
                <a:lnTo>
                  <a:pt x="47115" y="0"/>
                </a:lnTo>
                <a:lnTo>
                  <a:pt x="48735" y="270"/>
                </a:lnTo>
                <a:lnTo>
                  <a:pt x="50220" y="540"/>
                </a:lnTo>
                <a:lnTo>
                  <a:pt x="51165" y="945"/>
                </a:lnTo>
                <a:lnTo>
                  <a:pt x="52110" y="1350"/>
                </a:lnTo>
                <a:lnTo>
                  <a:pt x="53595" y="2295"/>
                </a:lnTo>
                <a:lnTo>
                  <a:pt x="54405" y="2835"/>
                </a:lnTo>
                <a:lnTo>
                  <a:pt x="55080" y="3510"/>
                </a:lnTo>
                <a:lnTo>
                  <a:pt x="56565" y="5130"/>
                </a:lnTo>
                <a:lnTo>
                  <a:pt x="57510" y="6615"/>
                </a:lnTo>
                <a:lnTo>
                  <a:pt x="58455" y="8370"/>
                </a:lnTo>
                <a:lnTo>
                  <a:pt x="59400" y="10395"/>
                </a:lnTo>
                <a:lnTo>
                  <a:pt x="61425" y="15390"/>
                </a:lnTo>
                <a:lnTo>
                  <a:pt x="61965" y="16470"/>
                </a:lnTo>
                <a:lnTo>
                  <a:pt x="62505" y="17280"/>
                </a:lnTo>
                <a:lnTo>
                  <a:pt x="62235" y="17145"/>
                </a:lnTo>
                <a:lnTo>
                  <a:pt x="61290" y="16740"/>
                </a:lnTo>
                <a:lnTo>
                  <a:pt x="59940" y="16605"/>
                </a:lnTo>
                <a:lnTo>
                  <a:pt x="59265" y="24840"/>
                </a:lnTo>
                <a:lnTo>
                  <a:pt x="58320" y="24840"/>
                </a:lnTo>
                <a:lnTo>
                  <a:pt x="57240" y="24705"/>
                </a:lnTo>
                <a:lnTo>
                  <a:pt x="56430" y="24435"/>
                </a:lnTo>
                <a:lnTo>
                  <a:pt x="55215" y="23895"/>
                </a:lnTo>
                <a:lnTo>
                  <a:pt x="54000" y="23355"/>
                </a:lnTo>
                <a:lnTo>
                  <a:pt x="53055" y="22545"/>
                </a:lnTo>
                <a:lnTo>
                  <a:pt x="51975" y="21600"/>
                </a:lnTo>
                <a:lnTo>
                  <a:pt x="51030" y="20250"/>
                </a:lnTo>
                <a:lnTo>
                  <a:pt x="50490" y="19305"/>
                </a:lnTo>
                <a:lnTo>
                  <a:pt x="49815" y="17955"/>
                </a:lnTo>
                <a:lnTo>
                  <a:pt x="47520" y="12555"/>
                </a:lnTo>
                <a:lnTo>
                  <a:pt x="46440" y="10260"/>
                </a:lnTo>
                <a:lnTo>
                  <a:pt x="45630" y="12015"/>
                </a:lnTo>
                <a:lnTo>
                  <a:pt x="43200" y="17415"/>
                </a:lnTo>
                <a:lnTo>
                  <a:pt x="42390" y="18765"/>
                </a:lnTo>
                <a:lnTo>
                  <a:pt x="41580" y="20250"/>
                </a:lnTo>
                <a:lnTo>
                  <a:pt x="40635" y="21600"/>
                </a:lnTo>
                <a:lnTo>
                  <a:pt x="39690" y="22815"/>
                </a:lnTo>
                <a:lnTo>
                  <a:pt x="38475" y="23895"/>
                </a:lnTo>
                <a:lnTo>
                  <a:pt x="37395" y="24840"/>
                </a:lnTo>
                <a:lnTo>
                  <a:pt x="37395" y="86805"/>
                </a:lnTo>
                <a:lnTo>
                  <a:pt x="38070" y="88965"/>
                </a:lnTo>
                <a:lnTo>
                  <a:pt x="39150" y="91395"/>
                </a:lnTo>
                <a:lnTo>
                  <a:pt x="41445" y="91800"/>
                </a:lnTo>
                <a:lnTo>
                  <a:pt x="41445" y="94500"/>
                </a:lnTo>
                <a:lnTo>
                  <a:pt x="21195" y="94500"/>
                </a:lnTo>
                <a:close/>
              </a:path>
            </a:pathLst>
          </a:custGeom>
          <a:solidFill>
            <a:srgbClr val="000000"/>
          </a:solidFill>
          <a:ln>
            <a:noFill/>
          </a:ln>
        </p:spPr>
        <p:txBody>
          <a:bodyPr rtlCol="0" anchor="ctr"/>
          <a:lstStyle/>
          <a:p>
            <a:pPr algn="ctr"/>
          </a:p>
        </p:txBody>
      </p:sp>
      <p:sp>
        <p:nvSpPr>
          <p:cNvPr id="49" name="𐰼"/>
          <p:cNvSpPr/>
          <p:nvPr/>
        </p:nvSpPr>
        <p:spPr>
          <a:xfrm>
            <a:off x="9337091" y="3849243"/>
            <a:ext cx="650138" cy="720090"/>
          </a:xfrm>
          <a:custGeom>
            <a:avLst/>
            <a:gdLst/>
            <a:ahLst/>
            <a:cxnLst/>
            <a:rect l="l" t="t" r="r" b="b"/>
            <a:pathLst>
              <a:path w="85320" h="94500" stroke="0">
                <a:moveTo>
                  <a:pt x="36450" y="88830"/>
                </a:moveTo>
                <a:lnTo>
                  <a:pt x="37125" y="86670"/>
                </a:lnTo>
                <a:lnTo>
                  <a:pt x="37125" y="24300"/>
                </a:lnTo>
                <a:lnTo>
                  <a:pt x="37260" y="21600"/>
                </a:lnTo>
                <a:lnTo>
                  <a:pt x="37125" y="21600"/>
                </a:lnTo>
                <a:lnTo>
                  <a:pt x="36990" y="19845"/>
                </a:lnTo>
                <a:lnTo>
                  <a:pt x="36855" y="18225"/>
                </a:lnTo>
                <a:lnTo>
                  <a:pt x="36585" y="16875"/>
                </a:lnTo>
                <a:lnTo>
                  <a:pt x="36180" y="15525"/>
                </a:lnTo>
                <a:lnTo>
                  <a:pt x="35505" y="14040"/>
                </a:lnTo>
                <a:lnTo>
                  <a:pt x="34830" y="12825"/>
                </a:lnTo>
                <a:lnTo>
                  <a:pt x="33885" y="11610"/>
                </a:lnTo>
                <a:lnTo>
                  <a:pt x="32940" y="10530"/>
                </a:lnTo>
                <a:lnTo>
                  <a:pt x="31725" y="9720"/>
                </a:lnTo>
                <a:lnTo>
                  <a:pt x="30510" y="9045"/>
                </a:lnTo>
                <a:lnTo>
                  <a:pt x="29160" y="8505"/>
                </a:lnTo>
                <a:lnTo>
                  <a:pt x="27945" y="8235"/>
                </a:lnTo>
                <a:lnTo>
                  <a:pt x="26460" y="8235"/>
                </a:lnTo>
                <a:lnTo>
                  <a:pt x="25245" y="8370"/>
                </a:lnTo>
                <a:lnTo>
                  <a:pt x="23895" y="8640"/>
                </a:lnTo>
                <a:lnTo>
                  <a:pt x="22545" y="9180"/>
                </a:lnTo>
                <a:lnTo>
                  <a:pt x="21330" y="9990"/>
                </a:lnTo>
                <a:lnTo>
                  <a:pt x="20115" y="10935"/>
                </a:lnTo>
                <a:lnTo>
                  <a:pt x="19035" y="12015"/>
                </a:lnTo>
                <a:lnTo>
                  <a:pt x="18090" y="13230"/>
                </a:lnTo>
                <a:lnTo>
                  <a:pt x="17550" y="14175"/>
                </a:lnTo>
                <a:lnTo>
                  <a:pt x="17010" y="15120"/>
                </a:lnTo>
                <a:lnTo>
                  <a:pt x="16200" y="17280"/>
                </a:lnTo>
                <a:lnTo>
                  <a:pt x="15795" y="18630"/>
                </a:lnTo>
                <a:lnTo>
                  <a:pt x="15525" y="19845"/>
                </a:lnTo>
                <a:lnTo>
                  <a:pt x="15255" y="21330"/>
                </a:lnTo>
                <a:lnTo>
                  <a:pt x="15120" y="22545"/>
                </a:lnTo>
                <a:lnTo>
                  <a:pt x="15120" y="24300"/>
                </a:lnTo>
                <a:lnTo>
                  <a:pt x="15120" y="61020"/>
                </a:lnTo>
                <a:lnTo>
                  <a:pt x="15795" y="63180"/>
                </a:lnTo>
                <a:lnTo>
                  <a:pt x="16875" y="65610"/>
                </a:lnTo>
                <a:lnTo>
                  <a:pt x="19170" y="66150"/>
                </a:lnTo>
                <a:lnTo>
                  <a:pt x="19170" y="68850"/>
                </a:lnTo>
                <a:lnTo>
                  <a:pt x="0" y="68850"/>
                </a:lnTo>
                <a:lnTo>
                  <a:pt x="0" y="66150"/>
                </a:lnTo>
                <a:lnTo>
                  <a:pt x="2295" y="65610"/>
                </a:lnTo>
                <a:lnTo>
                  <a:pt x="3375" y="63180"/>
                </a:lnTo>
                <a:lnTo>
                  <a:pt x="4050" y="61020"/>
                </a:lnTo>
                <a:lnTo>
                  <a:pt x="4050" y="24300"/>
                </a:lnTo>
                <a:lnTo>
                  <a:pt x="4050" y="22275"/>
                </a:lnTo>
                <a:lnTo>
                  <a:pt x="4455" y="19440"/>
                </a:lnTo>
                <a:lnTo>
                  <a:pt x="4725" y="18090"/>
                </a:lnTo>
                <a:lnTo>
                  <a:pt x="4995" y="16605"/>
                </a:lnTo>
                <a:lnTo>
                  <a:pt x="5805" y="14175"/>
                </a:lnTo>
                <a:lnTo>
                  <a:pt x="6345" y="12825"/>
                </a:lnTo>
                <a:lnTo>
                  <a:pt x="7020" y="11610"/>
                </a:lnTo>
                <a:lnTo>
                  <a:pt x="7695" y="10530"/>
                </a:lnTo>
                <a:lnTo>
                  <a:pt x="8370" y="9450"/>
                </a:lnTo>
                <a:lnTo>
                  <a:pt x="9855" y="7560"/>
                </a:lnTo>
                <a:lnTo>
                  <a:pt x="11745" y="5670"/>
                </a:lnTo>
                <a:lnTo>
                  <a:pt x="13635" y="4185"/>
                </a:lnTo>
                <a:lnTo>
                  <a:pt x="15930" y="2835"/>
                </a:lnTo>
                <a:lnTo>
                  <a:pt x="18090" y="1890"/>
                </a:lnTo>
                <a:lnTo>
                  <a:pt x="20655" y="945"/>
                </a:lnTo>
                <a:lnTo>
                  <a:pt x="23220" y="540"/>
                </a:lnTo>
                <a:lnTo>
                  <a:pt x="24570" y="270"/>
                </a:lnTo>
                <a:lnTo>
                  <a:pt x="26055" y="270"/>
                </a:lnTo>
                <a:lnTo>
                  <a:pt x="27405" y="270"/>
                </a:lnTo>
                <a:lnTo>
                  <a:pt x="28890" y="270"/>
                </a:lnTo>
                <a:lnTo>
                  <a:pt x="30240" y="540"/>
                </a:lnTo>
                <a:lnTo>
                  <a:pt x="31725" y="675"/>
                </a:lnTo>
                <a:lnTo>
                  <a:pt x="33075" y="1080"/>
                </a:lnTo>
                <a:lnTo>
                  <a:pt x="34290" y="1485"/>
                </a:lnTo>
                <a:lnTo>
                  <a:pt x="35640" y="1890"/>
                </a:lnTo>
                <a:lnTo>
                  <a:pt x="36855" y="2430"/>
                </a:lnTo>
                <a:lnTo>
                  <a:pt x="38070" y="3105"/>
                </a:lnTo>
                <a:lnTo>
                  <a:pt x="39150" y="3780"/>
                </a:lnTo>
                <a:lnTo>
                  <a:pt x="40230" y="4590"/>
                </a:lnTo>
                <a:lnTo>
                  <a:pt x="41310" y="5400"/>
                </a:lnTo>
                <a:lnTo>
                  <a:pt x="42255" y="6210"/>
                </a:lnTo>
                <a:lnTo>
                  <a:pt x="43200" y="7290"/>
                </a:lnTo>
                <a:lnTo>
                  <a:pt x="44415" y="6075"/>
                </a:lnTo>
                <a:lnTo>
                  <a:pt x="45900" y="4860"/>
                </a:lnTo>
                <a:lnTo>
                  <a:pt x="47250" y="3780"/>
                </a:lnTo>
                <a:lnTo>
                  <a:pt x="49005" y="2835"/>
                </a:lnTo>
                <a:lnTo>
                  <a:pt x="50625" y="2160"/>
                </a:lnTo>
                <a:lnTo>
                  <a:pt x="52245" y="1485"/>
                </a:lnTo>
                <a:lnTo>
                  <a:pt x="54135" y="945"/>
                </a:lnTo>
                <a:lnTo>
                  <a:pt x="55890" y="540"/>
                </a:lnTo>
                <a:lnTo>
                  <a:pt x="58455" y="270"/>
                </a:lnTo>
                <a:lnTo>
                  <a:pt x="61155" y="270"/>
                </a:lnTo>
                <a:lnTo>
                  <a:pt x="63720" y="540"/>
                </a:lnTo>
                <a:lnTo>
                  <a:pt x="66150" y="1080"/>
                </a:lnTo>
                <a:lnTo>
                  <a:pt x="66150" y="0"/>
                </a:lnTo>
                <a:lnTo>
                  <a:pt x="85320" y="0"/>
                </a:lnTo>
                <a:lnTo>
                  <a:pt x="85320" y="2700"/>
                </a:lnTo>
                <a:lnTo>
                  <a:pt x="83025" y="3240"/>
                </a:lnTo>
                <a:lnTo>
                  <a:pt x="81945" y="5670"/>
                </a:lnTo>
                <a:lnTo>
                  <a:pt x="81270" y="7830"/>
                </a:lnTo>
                <a:lnTo>
                  <a:pt x="81270" y="61020"/>
                </a:lnTo>
                <a:lnTo>
                  <a:pt x="81945" y="63180"/>
                </a:lnTo>
                <a:lnTo>
                  <a:pt x="83025" y="65610"/>
                </a:lnTo>
                <a:lnTo>
                  <a:pt x="85320" y="66150"/>
                </a:lnTo>
                <a:lnTo>
                  <a:pt x="85320" y="68850"/>
                </a:lnTo>
                <a:lnTo>
                  <a:pt x="66150" y="68850"/>
                </a:lnTo>
                <a:lnTo>
                  <a:pt x="66150" y="66150"/>
                </a:lnTo>
                <a:lnTo>
                  <a:pt x="68445" y="65610"/>
                </a:lnTo>
                <a:lnTo>
                  <a:pt x="69525" y="63180"/>
                </a:lnTo>
                <a:lnTo>
                  <a:pt x="70200" y="61020"/>
                </a:lnTo>
                <a:lnTo>
                  <a:pt x="70200" y="21600"/>
                </a:lnTo>
                <a:lnTo>
                  <a:pt x="70065" y="19845"/>
                </a:lnTo>
                <a:lnTo>
                  <a:pt x="69930" y="18225"/>
                </a:lnTo>
                <a:lnTo>
                  <a:pt x="69660" y="16875"/>
                </a:lnTo>
                <a:lnTo>
                  <a:pt x="69255" y="15525"/>
                </a:lnTo>
                <a:lnTo>
                  <a:pt x="68715" y="14310"/>
                </a:lnTo>
                <a:lnTo>
                  <a:pt x="68040" y="13230"/>
                </a:lnTo>
                <a:lnTo>
                  <a:pt x="67365" y="12150"/>
                </a:lnTo>
                <a:lnTo>
                  <a:pt x="66555" y="11205"/>
                </a:lnTo>
                <a:lnTo>
                  <a:pt x="65745" y="10395"/>
                </a:lnTo>
                <a:lnTo>
                  <a:pt x="64800" y="9720"/>
                </a:lnTo>
                <a:lnTo>
                  <a:pt x="63720" y="9045"/>
                </a:lnTo>
                <a:lnTo>
                  <a:pt x="62640" y="8640"/>
                </a:lnTo>
                <a:lnTo>
                  <a:pt x="61695" y="8370"/>
                </a:lnTo>
                <a:lnTo>
                  <a:pt x="60480" y="8235"/>
                </a:lnTo>
                <a:lnTo>
                  <a:pt x="59265" y="8235"/>
                </a:lnTo>
                <a:lnTo>
                  <a:pt x="58320" y="8370"/>
                </a:lnTo>
                <a:lnTo>
                  <a:pt x="57240" y="8640"/>
                </a:lnTo>
                <a:lnTo>
                  <a:pt x="56025" y="9045"/>
                </a:lnTo>
                <a:lnTo>
                  <a:pt x="54540" y="9855"/>
                </a:lnTo>
                <a:lnTo>
                  <a:pt x="53595" y="10530"/>
                </a:lnTo>
                <a:lnTo>
                  <a:pt x="52920" y="11205"/>
                </a:lnTo>
                <a:lnTo>
                  <a:pt x="51570" y="12690"/>
                </a:lnTo>
                <a:lnTo>
                  <a:pt x="50490" y="14310"/>
                </a:lnTo>
                <a:lnTo>
                  <a:pt x="49545" y="16335"/>
                </a:lnTo>
                <a:lnTo>
                  <a:pt x="48870" y="18360"/>
                </a:lnTo>
                <a:lnTo>
                  <a:pt x="48465" y="20655"/>
                </a:lnTo>
                <a:lnTo>
                  <a:pt x="48195" y="22950"/>
                </a:lnTo>
                <a:lnTo>
                  <a:pt x="48195" y="86670"/>
                </a:lnTo>
                <a:lnTo>
                  <a:pt x="48870" y="88830"/>
                </a:lnTo>
                <a:lnTo>
                  <a:pt x="49950" y="91260"/>
                </a:lnTo>
                <a:lnTo>
                  <a:pt x="52245" y="91800"/>
                </a:lnTo>
                <a:lnTo>
                  <a:pt x="52245" y="94500"/>
                </a:lnTo>
                <a:lnTo>
                  <a:pt x="33075" y="94500"/>
                </a:lnTo>
                <a:lnTo>
                  <a:pt x="33075" y="91800"/>
                </a:lnTo>
                <a:lnTo>
                  <a:pt x="35370" y="91260"/>
                </a:lnTo>
                <a:close/>
              </a:path>
            </a:pathLst>
          </a:custGeom>
          <a:solidFill>
            <a:srgbClr val="000000"/>
          </a:solidFill>
          <a:ln>
            <a:noFill/>
          </a:ln>
        </p:spPr>
        <p:txBody>
          <a:bodyPr rtlCol="0" anchor="ctr"/>
          <a:lstStyle/>
          <a:p>
            <a:pPr algn="ctr"/>
          </a:p>
        </p:txBody>
      </p:sp>
      <p:sp>
        <p:nvSpPr>
          <p:cNvPr id="50" name="AS"/>
          <p:cNvSpPr txBox="1"/>
          <p:nvPr/>
        </p:nvSpPr>
        <p:spPr>
          <a:xfrm>
            <a:off x="10027920" y="344942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AS</a:t>
            </a:r>
          </a:p>
        </p:txBody>
      </p:sp>
      <p:sp>
        <p:nvSpPr>
          <p:cNvPr id="51" name="𐰽"/>
          <p:cNvSpPr/>
          <p:nvPr/>
        </p:nvSpPr>
        <p:spPr>
          <a:xfrm>
            <a:off x="10191102" y="3653790"/>
            <a:ext cx="519494" cy="720090"/>
          </a:xfrm>
          <a:custGeom>
            <a:avLst/>
            <a:gdLst/>
            <a:ahLst/>
            <a:cxnLst/>
            <a:rect l="l" t="t" r="r" b="b"/>
            <a:pathLst>
              <a:path w="68175" h="94500" stroke="0">
                <a:moveTo>
                  <a:pt x="50220" y="91260"/>
                </a:moveTo>
                <a:lnTo>
                  <a:pt x="51300" y="88830"/>
                </a:lnTo>
                <a:lnTo>
                  <a:pt x="51975" y="86670"/>
                </a:lnTo>
                <a:lnTo>
                  <a:pt x="51975" y="37530"/>
                </a:lnTo>
                <a:lnTo>
                  <a:pt x="49680" y="38340"/>
                </a:lnTo>
                <a:lnTo>
                  <a:pt x="47115" y="39150"/>
                </a:lnTo>
                <a:lnTo>
                  <a:pt x="44280" y="39690"/>
                </a:lnTo>
                <a:lnTo>
                  <a:pt x="41445" y="40095"/>
                </a:lnTo>
                <a:lnTo>
                  <a:pt x="38610" y="40365"/>
                </a:lnTo>
                <a:lnTo>
                  <a:pt x="35775" y="40635"/>
                </a:lnTo>
                <a:lnTo>
                  <a:pt x="32400" y="40635"/>
                </a:lnTo>
                <a:lnTo>
                  <a:pt x="29565" y="40365"/>
                </a:lnTo>
                <a:lnTo>
                  <a:pt x="26730" y="40095"/>
                </a:lnTo>
                <a:lnTo>
                  <a:pt x="23895" y="39690"/>
                </a:lnTo>
                <a:lnTo>
                  <a:pt x="21060" y="39150"/>
                </a:lnTo>
                <a:lnTo>
                  <a:pt x="18765" y="38475"/>
                </a:lnTo>
                <a:lnTo>
                  <a:pt x="16200" y="37530"/>
                </a:lnTo>
                <a:lnTo>
                  <a:pt x="14040" y="36585"/>
                </a:lnTo>
                <a:lnTo>
                  <a:pt x="12015" y="35505"/>
                </a:lnTo>
                <a:lnTo>
                  <a:pt x="10260" y="34425"/>
                </a:lnTo>
                <a:lnTo>
                  <a:pt x="9180" y="33480"/>
                </a:lnTo>
                <a:lnTo>
                  <a:pt x="8235" y="32805"/>
                </a:lnTo>
                <a:lnTo>
                  <a:pt x="7425" y="31860"/>
                </a:lnTo>
                <a:lnTo>
                  <a:pt x="6615" y="30915"/>
                </a:lnTo>
                <a:lnTo>
                  <a:pt x="5940" y="29970"/>
                </a:lnTo>
                <a:lnTo>
                  <a:pt x="5400" y="29025"/>
                </a:lnTo>
                <a:lnTo>
                  <a:pt x="4860" y="27945"/>
                </a:lnTo>
                <a:lnTo>
                  <a:pt x="4590" y="27000"/>
                </a:lnTo>
                <a:lnTo>
                  <a:pt x="4185" y="25380"/>
                </a:lnTo>
                <a:lnTo>
                  <a:pt x="4050" y="23895"/>
                </a:lnTo>
                <a:lnTo>
                  <a:pt x="4050" y="7830"/>
                </a:lnTo>
                <a:lnTo>
                  <a:pt x="3375" y="5670"/>
                </a:lnTo>
                <a:lnTo>
                  <a:pt x="2295" y="3240"/>
                </a:lnTo>
                <a:lnTo>
                  <a:pt x="0" y="2700"/>
                </a:lnTo>
                <a:lnTo>
                  <a:pt x="0" y="0"/>
                </a:lnTo>
                <a:lnTo>
                  <a:pt x="20250" y="0"/>
                </a:lnTo>
                <a:lnTo>
                  <a:pt x="20250" y="2700"/>
                </a:lnTo>
                <a:lnTo>
                  <a:pt x="17955" y="3240"/>
                </a:lnTo>
                <a:lnTo>
                  <a:pt x="16875" y="5670"/>
                </a:lnTo>
                <a:lnTo>
                  <a:pt x="16200" y="7830"/>
                </a:lnTo>
                <a:lnTo>
                  <a:pt x="16200" y="23760"/>
                </a:lnTo>
                <a:lnTo>
                  <a:pt x="16335" y="24705"/>
                </a:lnTo>
                <a:lnTo>
                  <a:pt x="16605" y="25650"/>
                </a:lnTo>
                <a:lnTo>
                  <a:pt x="16875" y="26190"/>
                </a:lnTo>
                <a:lnTo>
                  <a:pt x="17415" y="27000"/>
                </a:lnTo>
                <a:lnTo>
                  <a:pt x="17955" y="27540"/>
                </a:lnTo>
                <a:lnTo>
                  <a:pt x="18630" y="28080"/>
                </a:lnTo>
                <a:lnTo>
                  <a:pt x="19440" y="28755"/>
                </a:lnTo>
                <a:lnTo>
                  <a:pt x="20385" y="29160"/>
                </a:lnTo>
                <a:lnTo>
                  <a:pt x="22545" y="30105"/>
                </a:lnTo>
                <a:lnTo>
                  <a:pt x="25110" y="30915"/>
                </a:lnTo>
                <a:lnTo>
                  <a:pt x="27945" y="31455"/>
                </a:lnTo>
                <a:lnTo>
                  <a:pt x="31185" y="31860"/>
                </a:lnTo>
                <a:lnTo>
                  <a:pt x="34155" y="31995"/>
                </a:lnTo>
                <a:lnTo>
                  <a:pt x="36990" y="31860"/>
                </a:lnTo>
                <a:lnTo>
                  <a:pt x="40230" y="31455"/>
                </a:lnTo>
                <a:lnTo>
                  <a:pt x="43065" y="30915"/>
                </a:lnTo>
                <a:lnTo>
                  <a:pt x="45630" y="30105"/>
                </a:lnTo>
                <a:lnTo>
                  <a:pt x="47790" y="29160"/>
                </a:lnTo>
                <a:lnTo>
                  <a:pt x="48735" y="28755"/>
                </a:lnTo>
                <a:lnTo>
                  <a:pt x="49545" y="28080"/>
                </a:lnTo>
                <a:lnTo>
                  <a:pt x="50220" y="27540"/>
                </a:lnTo>
                <a:lnTo>
                  <a:pt x="50760" y="27000"/>
                </a:lnTo>
                <a:lnTo>
                  <a:pt x="51300" y="26190"/>
                </a:lnTo>
                <a:lnTo>
                  <a:pt x="51570" y="25650"/>
                </a:lnTo>
                <a:lnTo>
                  <a:pt x="51840" y="24705"/>
                </a:lnTo>
                <a:lnTo>
                  <a:pt x="51975" y="23760"/>
                </a:lnTo>
                <a:lnTo>
                  <a:pt x="51975" y="7830"/>
                </a:lnTo>
                <a:lnTo>
                  <a:pt x="51300" y="5670"/>
                </a:lnTo>
                <a:lnTo>
                  <a:pt x="50220" y="3240"/>
                </a:lnTo>
                <a:lnTo>
                  <a:pt x="47925" y="2700"/>
                </a:lnTo>
                <a:lnTo>
                  <a:pt x="47925" y="0"/>
                </a:lnTo>
                <a:lnTo>
                  <a:pt x="68175" y="0"/>
                </a:lnTo>
                <a:lnTo>
                  <a:pt x="68175" y="2700"/>
                </a:lnTo>
                <a:lnTo>
                  <a:pt x="65880" y="3240"/>
                </a:lnTo>
                <a:lnTo>
                  <a:pt x="64800" y="5670"/>
                </a:lnTo>
                <a:lnTo>
                  <a:pt x="64125" y="7830"/>
                </a:lnTo>
                <a:lnTo>
                  <a:pt x="64125" y="86670"/>
                </a:lnTo>
                <a:lnTo>
                  <a:pt x="64800" y="88830"/>
                </a:lnTo>
                <a:lnTo>
                  <a:pt x="65880" y="91260"/>
                </a:lnTo>
                <a:lnTo>
                  <a:pt x="68175" y="91800"/>
                </a:lnTo>
                <a:lnTo>
                  <a:pt x="68175" y="94500"/>
                </a:lnTo>
                <a:lnTo>
                  <a:pt x="47925" y="94500"/>
                </a:lnTo>
                <a:lnTo>
                  <a:pt x="47925" y="91800"/>
                </a:lnTo>
                <a:close/>
              </a:path>
            </a:pathLst>
          </a:custGeom>
          <a:solidFill>
            <a:srgbClr val="000000"/>
          </a:solidFill>
          <a:ln>
            <a:noFill/>
          </a:ln>
        </p:spPr>
        <p:txBody>
          <a:bodyPr rtlCol="0" anchor="ctr"/>
          <a:lstStyle/>
          <a:p>
            <a:pPr algn="ctr"/>
          </a:p>
        </p:txBody>
      </p:sp>
      <p:sp>
        <p:nvSpPr>
          <p:cNvPr id="52" name="𐰽"/>
          <p:cNvSpPr/>
          <p:nvPr/>
        </p:nvSpPr>
        <p:spPr>
          <a:xfrm>
            <a:off x="10975410" y="3849243"/>
            <a:ext cx="444398" cy="720090"/>
          </a:xfrm>
          <a:custGeom>
            <a:avLst/>
            <a:gdLst/>
            <a:ahLst/>
            <a:cxnLst/>
            <a:rect l="l" t="t" r="r" b="b"/>
            <a:pathLst>
              <a:path w="58320" h="94500" stroke="0">
                <a:moveTo>
                  <a:pt x="41445" y="91260"/>
                </a:moveTo>
                <a:lnTo>
                  <a:pt x="42525" y="88830"/>
                </a:lnTo>
                <a:lnTo>
                  <a:pt x="43200" y="86670"/>
                </a:lnTo>
                <a:lnTo>
                  <a:pt x="43200" y="65070"/>
                </a:lnTo>
                <a:lnTo>
                  <a:pt x="40905" y="66285"/>
                </a:lnTo>
                <a:lnTo>
                  <a:pt x="38340" y="67230"/>
                </a:lnTo>
                <a:lnTo>
                  <a:pt x="35775" y="68040"/>
                </a:lnTo>
                <a:lnTo>
                  <a:pt x="32940" y="68580"/>
                </a:lnTo>
                <a:lnTo>
                  <a:pt x="30105" y="68715"/>
                </a:lnTo>
                <a:lnTo>
                  <a:pt x="27135" y="68715"/>
                </a:lnTo>
                <a:lnTo>
                  <a:pt x="24300" y="68310"/>
                </a:lnTo>
                <a:lnTo>
                  <a:pt x="21600" y="67770"/>
                </a:lnTo>
                <a:lnTo>
                  <a:pt x="19035" y="66960"/>
                </a:lnTo>
                <a:lnTo>
                  <a:pt x="16605" y="65880"/>
                </a:lnTo>
                <a:lnTo>
                  <a:pt x="14310" y="64530"/>
                </a:lnTo>
                <a:lnTo>
                  <a:pt x="12150" y="62910"/>
                </a:lnTo>
                <a:lnTo>
                  <a:pt x="10260" y="61155"/>
                </a:lnTo>
                <a:lnTo>
                  <a:pt x="8640" y="59130"/>
                </a:lnTo>
                <a:lnTo>
                  <a:pt x="7155" y="56970"/>
                </a:lnTo>
                <a:lnTo>
                  <a:pt x="5940" y="54675"/>
                </a:lnTo>
                <a:lnTo>
                  <a:pt x="5130" y="52380"/>
                </a:lnTo>
                <a:lnTo>
                  <a:pt x="4590" y="50355"/>
                </a:lnTo>
                <a:lnTo>
                  <a:pt x="4185" y="47925"/>
                </a:lnTo>
                <a:lnTo>
                  <a:pt x="4050" y="45765"/>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44820"/>
                </a:lnTo>
                <a:lnTo>
                  <a:pt x="15255" y="46440"/>
                </a:lnTo>
                <a:lnTo>
                  <a:pt x="15390" y="48060"/>
                </a:lnTo>
                <a:lnTo>
                  <a:pt x="15660" y="49410"/>
                </a:lnTo>
                <a:lnTo>
                  <a:pt x="15930" y="50625"/>
                </a:lnTo>
                <a:lnTo>
                  <a:pt x="16470" y="51840"/>
                </a:lnTo>
                <a:lnTo>
                  <a:pt x="17010" y="53190"/>
                </a:lnTo>
                <a:lnTo>
                  <a:pt x="17685" y="54405"/>
                </a:lnTo>
                <a:lnTo>
                  <a:pt x="18360" y="55350"/>
                </a:lnTo>
                <a:lnTo>
                  <a:pt x="19170" y="56430"/>
                </a:lnTo>
                <a:lnTo>
                  <a:pt x="19980" y="57240"/>
                </a:lnTo>
                <a:lnTo>
                  <a:pt x="21060" y="58050"/>
                </a:lnTo>
                <a:lnTo>
                  <a:pt x="22140" y="58860"/>
                </a:lnTo>
                <a:lnTo>
                  <a:pt x="23220" y="59400"/>
                </a:lnTo>
                <a:lnTo>
                  <a:pt x="24300" y="59940"/>
                </a:lnTo>
                <a:lnTo>
                  <a:pt x="25380" y="60345"/>
                </a:lnTo>
                <a:lnTo>
                  <a:pt x="26730" y="60615"/>
                </a:lnTo>
                <a:lnTo>
                  <a:pt x="27810" y="60750"/>
                </a:lnTo>
                <a:lnTo>
                  <a:pt x="29160" y="60750"/>
                </a:lnTo>
                <a:lnTo>
                  <a:pt x="30510" y="60750"/>
                </a:lnTo>
                <a:lnTo>
                  <a:pt x="31590" y="60615"/>
                </a:lnTo>
                <a:lnTo>
                  <a:pt x="32940" y="60345"/>
                </a:lnTo>
                <a:lnTo>
                  <a:pt x="34020" y="59940"/>
                </a:lnTo>
                <a:lnTo>
                  <a:pt x="35100" y="59400"/>
                </a:lnTo>
                <a:lnTo>
                  <a:pt x="36180" y="58860"/>
                </a:lnTo>
                <a:lnTo>
                  <a:pt x="37260" y="58050"/>
                </a:lnTo>
                <a:lnTo>
                  <a:pt x="38340" y="57240"/>
                </a:lnTo>
                <a:lnTo>
                  <a:pt x="39150" y="56430"/>
                </a:lnTo>
                <a:lnTo>
                  <a:pt x="39960" y="55350"/>
                </a:lnTo>
                <a:lnTo>
                  <a:pt x="40635" y="54405"/>
                </a:lnTo>
                <a:lnTo>
                  <a:pt x="41310" y="53190"/>
                </a:lnTo>
                <a:lnTo>
                  <a:pt x="41850" y="51840"/>
                </a:lnTo>
                <a:lnTo>
                  <a:pt x="42390" y="50625"/>
                </a:lnTo>
                <a:lnTo>
                  <a:pt x="42660" y="49410"/>
                </a:lnTo>
                <a:lnTo>
                  <a:pt x="42930" y="48060"/>
                </a:lnTo>
                <a:lnTo>
                  <a:pt x="43065" y="46440"/>
                </a:lnTo>
                <a:lnTo>
                  <a:pt x="43200" y="44820"/>
                </a:lnTo>
                <a:lnTo>
                  <a:pt x="43200" y="7830"/>
                </a:lnTo>
                <a:lnTo>
                  <a:pt x="42525" y="5670"/>
                </a:lnTo>
                <a:lnTo>
                  <a:pt x="41445" y="3240"/>
                </a:lnTo>
                <a:lnTo>
                  <a:pt x="39150" y="2700"/>
                </a:lnTo>
                <a:lnTo>
                  <a:pt x="39150" y="0"/>
                </a:lnTo>
                <a:lnTo>
                  <a:pt x="58320" y="0"/>
                </a:lnTo>
                <a:lnTo>
                  <a:pt x="58320" y="2700"/>
                </a:lnTo>
                <a:lnTo>
                  <a:pt x="56025" y="3240"/>
                </a:lnTo>
                <a:lnTo>
                  <a:pt x="54945" y="5670"/>
                </a:lnTo>
                <a:lnTo>
                  <a:pt x="54270" y="7830"/>
                </a:lnTo>
                <a:lnTo>
                  <a:pt x="54270" y="86670"/>
                </a:lnTo>
                <a:lnTo>
                  <a:pt x="54945" y="88830"/>
                </a:lnTo>
                <a:lnTo>
                  <a:pt x="56025" y="91260"/>
                </a:lnTo>
                <a:lnTo>
                  <a:pt x="58320" y="91800"/>
                </a:lnTo>
                <a:lnTo>
                  <a:pt x="58320" y="94500"/>
                </a:lnTo>
                <a:lnTo>
                  <a:pt x="39150" y="94500"/>
                </a:lnTo>
                <a:lnTo>
                  <a:pt x="39150" y="91800"/>
                </a:lnTo>
                <a:close/>
              </a:path>
            </a:pathLst>
          </a:custGeom>
          <a:solidFill>
            <a:srgbClr val="000000"/>
          </a:solidFill>
          <a:ln>
            <a:noFill/>
          </a:ln>
        </p:spPr>
        <p:txBody>
          <a:bodyPr rtlCol="0" anchor="ctr"/>
          <a:lstStyle/>
          <a:p>
            <a:pPr algn="ctr"/>
          </a:p>
        </p:txBody>
      </p:sp>
      <p:sp>
        <p:nvSpPr>
          <p:cNvPr id="53" name="AES"/>
          <p:cNvSpPr txBox="1"/>
          <p:nvPr/>
        </p:nvSpPr>
        <p:spPr>
          <a:xfrm>
            <a:off x="70104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AES</a:t>
            </a:r>
          </a:p>
        </p:txBody>
      </p:sp>
      <p:sp>
        <p:nvSpPr>
          <p:cNvPr id="54" name="𐰾"/>
          <p:cNvSpPr/>
          <p:nvPr/>
        </p:nvSpPr>
        <p:spPr>
          <a:xfrm>
            <a:off x="1065848" y="4903470"/>
            <a:ext cx="154305" cy="720090"/>
          </a:xfrm>
          <a:custGeom>
            <a:avLst/>
            <a:gdLst/>
            <a:ahLst/>
            <a:cxnLst/>
            <a:rect l="l" t="t" r="r" b="b"/>
            <a:pathLst>
              <a:path w="20250" h="94500" stroke="0">
                <a:moveTo>
                  <a:pt x="0" y="91800"/>
                </a:moveTo>
                <a:lnTo>
                  <a:pt x="2295" y="91260"/>
                </a:lnTo>
                <a:lnTo>
                  <a:pt x="3375" y="88830"/>
                </a:lnTo>
                <a:lnTo>
                  <a:pt x="4050" y="86670"/>
                </a:lnTo>
                <a:lnTo>
                  <a:pt x="4050" y="7830"/>
                </a:lnTo>
                <a:lnTo>
                  <a:pt x="3375" y="5670"/>
                </a:lnTo>
                <a:lnTo>
                  <a:pt x="2295" y="3240"/>
                </a:lnTo>
                <a:lnTo>
                  <a:pt x="0" y="2700"/>
                </a:lnTo>
                <a:lnTo>
                  <a:pt x="0" y="0"/>
                </a:lnTo>
                <a:lnTo>
                  <a:pt x="20250" y="0"/>
                </a:lnTo>
                <a:lnTo>
                  <a:pt x="20250" y="2700"/>
                </a:lnTo>
                <a:lnTo>
                  <a:pt x="17955" y="3240"/>
                </a:lnTo>
                <a:lnTo>
                  <a:pt x="16875" y="5670"/>
                </a:lnTo>
                <a:lnTo>
                  <a:pt x="16200" y="7830"/>
                </a:lnTo>
                <a:lnTo>
                  <a:pt x="16200" y="86670"/>
                </a:lnTo>
                <a:lnTo>
                  <a:pt x="16875" y="88830"/>
                </a:lnTo>
                <a:lnTo>
                  <a:pt x="17955" y="91260"/>
                </a:lnTo>
                <a:lnTo>
                  <a:pt x="20250" y="91800"/>
                </a:lnTo>
                <a:lnTo>
                  <a:pt x="20250" y="94500"/>
                </a:lnTo>
                <a:lnTo>
                  <a:pt x="0" y="94500"/>
                </a:lnTo>
                <a:close/>
              </a:path>
            </a:pathLst>
          </a:custGeom>
          <a:solidFill>
            <a:srgbClr val="000000"/>
          </a:solidFill>
          <a:ln>
            <a:noFill/>
          </a:ln>
        </p:spPr>
        <p:txBody>
          <a:bodyPr rtlCol="0" anchor="ctr"/>
          <a:lstStyle/>
          <a:p>
            <a:pPr algn="ctr"/>
          </a:p>
        </p:txBody>
      </p:sp>
      <p:sp>
        <p:nvSpPr>
          <p:cNvPr id="55" name="𐰾"/>
          <p:cNvSpPr/>
          <p:nvPr/>
        </p:nvSpPr>
        <p:spPr>
          <a:xfrm>
            <a:off x="1816722" y="5098923"/>
            <a:ext cx="146075" cy="524637"/>
          </a:xfrm>
          <a:custGeom>
            <a:avLst/>
            <a:gdLst/>
            <a:ahLst/>
            <a:cxnLst/>
            <a:rect l="l" t="t" r="r" b="b"/>
            <a:pathLst>
              <a:path w="19170" h="68850" stroke="0">
                <a:moveTo>
                  <a:pt x="0" y="66150"/>
                </a:moveTo>
                <a:lnTo>
                  <a:pt x="2295" y="65610"/>
                </a:lnTo>
                <a:lnTo>
                  <a:pt x="3375" y="63180"/>
                </a:lnTo>
                <a:lnTo>
                  <a:pt x="4050" y="6102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61020"/>
                </a:lnTo>
                <a:lnTo>
                  <a:pt x="15795" y="63180"/>
                </a:lnTo>
                <a:lnTo>
                  <a:pt x="16875" y="65610"/>
                </a:lnTo>
                <a:lnTo>
                  <a:pt x="19170" y="66150"/>
                </a:lnTo>
                <a:lnTo>
                  <a:pt x="19170" y="68850"/>
                </a:lnTo>
                <a:lnTo>
                  <a:pt x="0" y="68850"/>
                </a:lnTo>
                <a:close/>
              </a:path>
            </a:pathLst>
          </a:custGeom>
          <a:solidFill>
            <a:srgbClr val="000000"/>
          </a:solidFill>
          <a:ln>
            <a:noFill/>
          </a:ln>
        </p:spPr>
        <p:txBody>
          <a:bodyPr rtlCol="0" anchor="ctr"/>
          <a:lstStyle/>
          <a:p>
            <a:pPr algn="ctr"/>
          </a:p>
        </p:txBody>
      </p:sp>
      <p:sp>
        <p:nvSpPr>
          <p:cNvPr id="56" name="ASH"/>
          <p:cNvSpPr txBox="1"/>
          <p:nvPr/>
        </p:nvSpPr>
        <p:spPr>
          <a:xfrm>
            <a:off x="225552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ASH</a:t>
            </a:r>
          </a:p>
        </p:txBody>
      </p:sp>
      <p:sp>
        <p:nvSpPr>
          <p:cNvPr id="57" name="𐰿"/>
          <p:cNvSpPr/>
          <p:nvPr/>
        </p:nvSpPr>
        <p:spPr>
          <a:xfrm>
            <a:off x="2458307" y="4893183"/>
            <a:ext cx="478346" cy="740664"/>
          </a:xfrm>
          <a:custGeom>
            <a:avLst/>
            <a:gdLst/>
            <a:ahLst/>
            <a:cxnLst/>
            <a:rect l="l" t="t" r="r" b="b"/>
            <a:pathLst>
              <a:path w="62775" h="97200" stroke="0">
                <a:moveTo>
                  <a:pt x="33210" y="0"/>
                </a:moveTo>
                <a:lnTo>
                  <a:pt x="34695" y="270"/>
                </a:lnTo>
                <a:lnTo>
                  <a:pt x="36450" y="405"/>
                </a:lnTo>
                <a:lnTo>
                  <a:pt x="38205" y="810"/>
                </a:lnTo>
                <a:lnTo>
                  <a:pt x="39825" y="1350"/>
                </a:lnTo>
                <a:lnTo>
                  <a:pt x="41310" y="1890"/>
                </a:lnTo>
                <a:lnTo>
                  <a:pt x="42795" y="2565"/>
                </a:lnTo>
                <a:lnTo>
                  <a:pt x="44280" y="3375"/>
                </a:lnTo>
                <a:lnTo>
                  <a:pt x="45630" y="4185"/>
                </a:lnTo>
                <a:lnTo>
                  <a:pt x="46980" y="5265"/>
                </a:lnTo>
                <a:lnTo>
                  <a:pt x="48195" y="6210"/>
                </a:lnTo>
                <a:lnTo>
                  <a:pt x="49545" y="7425"/>
                </a:lnTo>
                <a:lnTo>
                  <a:pt x="50760" y="8640"/>
                </a:lnTo>
                <a:lnTo>
                  <a:pt x="51840" y="9990"/>
                </a:lnTo>
                <a:lnTo>
                  <a:pt x="52920" y="11340"/>
                </a:lnTo>
                <a:lnTo>
                  <a:pt x="54000" y="13095"/>
                </a:lnTo>
                <a:lnTo>
                  <a:pt x="54945" y="14580"/>
                </a:lnTo>
                <a:lnTo>
                  <a:pt x="56025" y="16470"/>
                </a:lnTo>
                <a:lnTo>
                  <a:pt x="56970" y="18360"/>
                </a:lnTo>
                <a:lnTo>
                  <a:pt x="57780" y="20250"/>
                </a:lnTo>
                <a:lnTo>
                  <a:pt x="58590" y="22410"/>
                </a:lnTo>
                <a:lnTo>
                  <a:pt x="59265" y="24435"/>
                </a:lnTo>
                <a:lnTo>
                  <a:pt x="60480" y="28755"/>
                </a:lnTo>
                <a:lnTo>
                  <a:pt x="61425" y="33345"/>
                </a:lnTo>
                <a:lnTo>
                  <a:pt x="62235" y="38340"/>
                </a:lnTo>
                <a:lnTo>
                  <a:pt x="62640" y="43470"/>
                </a:lnTo>
                <a:lnTo>
                  <a:pt x="62775" y="48600"/>
                </a:lnTo>
                <a:lnTo>
                  <a:pt x="62640" y="53730"/>
                </a:lnTo>
                <a:lnTo>
                  <a:pt x="62235" y="58860"/>
                </a:lnTo>
                <a:lnTo>
                  <a:pt x="61425" y="63855"/>
                </a:lnTo>
                <a:lnTo>
                  <a:pt x="60885" y="66420"/>
                </a:lnTo>
                <a:lnTo>
                  <a:pt x="60480" y="68715"/>
                </a:lnTo>
                <a:lnTo>
                  <a:pt x="59130" y="73035"/>
                </a:lnTo>
                <a:lnTo>
                  <a:pt x="58455" y="75195"/>
                </a:lnTo>
                <a:lnTo>
                  <a:pt x="57645" y="77220"/>
                </a:lnTo>
                <a:lnTo>
                  <a:pt x="56835" y="79110"/>
                </a:lnTo>
                <a:lnTo>
                  <a:pt x="55890" y="81000"/>
                </a:lnTo>
                <a:lnTo>
                  <a:pt x="54810" y="82890"/>
                </a:lnTo>
                <a:lnTo>
                  <a:pt x="53865" y="84375"/>
                </a:lnTo>
                <a:lnTo>
                  <a:pt x="52785" y="86130"/>
                </a:lnTo>
                <a:lnTo>
                  <a:pt x="51705" y="87480"/>
                </a:lnTo>
                <a:lnTo>
                  <a:pt x="50490" y="88830"/>
                </a:lnTo>
                <a:lnTo>
                  <a:pt x="49275" y="90045"/>
                </a:lnTo>
                <a:lnTo>
                  <a:pt x="47925" y="91260"/>
                </a:lnTo>
                <a:lnTo>
                  <a:pt x="46845" y="92205"/>
                </a:lnTo>
                <a:lnTo>
                  <a:pt x="45360" y="93150"/>
                </a:lnTo>
                <a:lnTo>
                  <a:pt x="44010" y="93960"/>
                </a:lnTo>
                <a:lnTo>
                  <a:pt x="42525" y="94770"/>
                </a:lnTo>
                <a:lnTo>
                  <a:pt x="41040" y="95445"/>
                </a:lnTo>
                <a:lnTo>
                  <a:pt x="39420" y="95985"/>
                </a:lnTo>
                <a:lnTo>
                  <a:pt x="37935" y="96390"/>
                </a:lnTo>
                <a:lnTo>
                  <a:pt x="36180" y="96795"/>
                </a:lnTo>
                <a:lnTo>
                  <a:pt x="34695" y="97065"/>
                </a:lnTo>
                <a:lnTo>
                  <a:pt x="32940" y="97200"/>
                </a:lnTo>
                <a:lnTo>
                  <a:pt x="31320" y="97200"/>
                </a:lnTo>
                <a:lnTo>
                  <a:pt x="29565" y="97200"/>
                </a:lnTo>
                <a:lnTo>
                  <a:pt x="28080" y="96930"/>
                </a:lnTo>
                <a:lnTo>
                  <a:pt x="26325" y="96795"/>
                </a:lnTo>
                <a:lnTo>
                  <a:pt x="24570" y="96390"/>
                </a:lnTo>
                <a:lnTo>
                  <a:pt x="22950" y="95850"/>
                </a:lnTo>
                <a:lnTo>
                  <a:pt x="21465" y="95310"/>
                </a:lnTo>
                <a:lnTo>
                  <a:pt x="19980" y="94635"/>
                </a:lnTo>
                <a:lnTo>
                  <a:pt x="18495" y="93825"/>
                </a:lnTo>
                <a:lnTo>
                  <a:pt x="17145" y="93015"/>
                </a:lnTo>
                <a:lnTo>
                  <a:pt x="15795" y="91935"/>
                </a:lnTo>
                <a:lnTo>
                  <a:pt x="14580" y="90990"/>
                </a:lnTo>
                <a:lnTo>
                  <a:pt x="13230" y="89775"/>
                </a:lnTo>
                <a:lnTo>
                  <a:pt x="12015" y="88560"/>
                </a:lnTo>
                <a:lnTo>
                  <a:pt x="10935" y="87210"/>
                </a:lnTo>
                <a:lnTo>
                  <a:pt x="9855" y="85860"/>
                </a:lnTo>
                <a:lnTo>
                  <a:pt x="8775" y="84105"/>
                </a:lnTo>
                <a:lnTo>
                  <a:pt x="7830" y="82620"/>
                </a:lnTo>
                <a:lnTo>
                  <a:pt x="6750" y="80730"/>
                </a:lnTo>
                <a:lnTo>
                  <a:pt x="5805" y="78840"/>
                </a:lnTo>
                <a:lnTo>
                  <a:pt x="4995" y="76950"/>
                </a:lnTo>
                <a:lnTo>
                  <a:pt x="4185" y="74790"/>
                </a:lnTo>
                <a:lnTo>
                  <a:pt x="3510" y="72765"/>
                </a:lnTo>
                <a:lnTo>
                  <a:pt x="2295" y="68445"/>
                </a:lnTo>
                <a:lnTo>
                  <a:pt x="1350" y="63855"/>
                </a:lnTo>
                <a:lnTo>
                  <a:pt x="540" y="58860"/>
                </a:lnTo>
                <a:lnTo>
                  <a:pt x="135" y="53730"/>
                </a:lnTo>
                <a:lnTo>
                  <a:pt x="0" y="48600"/>
                </a:lnTo>
                <a:lnTo>
                  <a:pt x="135" y="43470"/>
                </a:lnTo>
                <a:lnTo>
                  <a:pt x="540" y="38340"/>
                </a:lnTo>
                <a:lnTo>
                  <a:pt x="1350" y="33345"/>
                </a:lnTo>
                <a:lnTo>
                  <a:pt x="1890" y="30780"/>
                </a:lnTo>
                <a:lnTo>
                  <a:pt x="2295" y="28485"/>
                </a:lnTo>
                <a:lnTo>
                  <a:pt x="3645" y="24165"/>
                </a:lnTo>
                <a:lnTo>
                  <a:pt x="4320" y="22005"/>
                </a:lnTo>
                <a:lnTo>
                  <a:pt x="5130" y="19980"/>
                </a:lnTo>
                <a:lnTo>
                  <a:pt x="5940" y="18090"/>
                </a:lnTo>
                <a:lnTo>
                  <a:pt x="6885" y="16200"/>
                </a:lnTo>
                <a:lnTo>
                  <a:pt x="7965" y="14310"/>
                </a:lnTo>
                <a:lnTo>
                  <a:pt x="8910" y="12825"/>
                </a:lnTo>
                <a:lnTo>
                  <a:pt x="9990" y="11070"/>
                </a:lnTo>
                <a:lnTo>
                  <a:pt x="11070" y="9720"/>
                </a:lnTo>
                <a:lnTo>
                  <a:pt x="12285" y="8370"/>
                </a:lnTo>
                <a:lnTo>
                  <a:pt x="13500" y="7155"/>
                </a:lnTo>
                <a:lnTo>
                  <a:pt x="14850" y="5940"/>
                </a:lnTo>
                <a:lnTo>
                  <a:pt x="15930" y="4995"/>
                </a:lnTo>
                <a:lnTo>
                  <a:pt x="17415" y="4050"/>
                </a:lnTo>
                <a:lnTo>
                  <a:pt x="18765" y="3240"/>
                </a:lnTo>
                <a:lnTo>
                  <a:pt x="20250" y="2430"/>
                </a:lnTo>
                <a:lnTo>
                  <a:pt x="21735" y="1755"/>
                </a:lnTo>
                <a:lnTo>
                  <a:pt x="23355" y="1215"/>
                </a:lnTo>
                <a:lnTo>
                  <a:pt x="24840" y="810"/>
                </a:lnTo>
                <a:lnTo>
                  <a:pt x="26595" y="405"/>
                </a:lnTo>
                <a:lnTo>
                  <a:pt x="28080" y="135"/>
                </a:lnTo>
                <a:lnTo>
                  <a:pt x="29835" y="0"/>
                </a:lnTo>
                <a:lnTo>
                  <a:pt x="31455" y="0"/>
                </a:lnTo>
                <a:close/>
                <a:moveTo>
                  <a:pt x="30510" y="8235"/>
                </a:moveTo>
                <a:lnTo>
                  <a:pt x="29565" y="8370"/>
                </a:lnTo>
                <a:lnTo>
                  <a:pt x="28485" y="8640"/>
                </a:lnTo>
                <a:lnTo>
                  <a:pt x="27675" y="8910"/>
                </a:lnTo>
                <a:lnTo>
                  <a:pt x="26730" y="9315"/>
                </a:lnTo>
                <a:lnTo>
                  <a:pt x="25920" y="9855"/>
                </a:lnTo>
                <a:lnTo>
                  <a:pt x="24840" y="10530"/>
                </a:lnTo>
                <a:lnTo>
                  <a:pt x="24030" y="11340"/>
                </a:lnTo>
                <a:lnTo>
                  <a:pt x="22275" y="12960"/>
                </a:lnTo>
                <a:lnTo>
                  <a:pt x="20655" y="15120"/>
                </a:lnTo>
                <a:lnTo>
                  <a:pt x="19170" y="17550"/>
                </a:lnTo>
                <a:lnTo>
                  <a:pt x="17685" y="20250"/>
                </a:lnTo>
                <a:lnTo>
                  <a:pt x="16470" y="22950"/>
                </a:lnTo>
                <a:lnTo>
                  <a:pt x="15390" y="26190"/>
                </a:lnTo>
                <a:lnTo>
                  <a:pt x="14445" y="29565"/>
                </a:lnTo>
                <a:lnTo>
                  <a:pt x="13635" y="33075"/>
                </a:lnTo>
                <a:lnTo>
                  <a:pt x="12960" y="36720"/>
                </a:lnTo>
                <a:lnTo>
                  <a:pt x="12555" y="40500"/>
                </a:lnTo>
                <a:lnTo>
                  <a:pt x="12285" y="44415"/>
                </a:lnTo>
                <a:lnTo>
                  <a:pt x="12150" y="48600"/>
                </a:lnTo>
                <a:lnTo>
                  <a:pt x="12285" y="52785"/>
                </a:lnTo>
                <a:lnTo>
                  <a:pt x="12555" y="56700"/>
                </a:lnTo>
                <a:lnTo>
                  <a:pt x="12960" y="60480"/>
                </a:lnTo>
                <a:lnTo>
                  <a:pt x="13635" y="64125"/>
                </a:lnTo>
                <a:lnTo>
                  <a:pt x="14445" y="67635"/>
                </a:lnTo>
                <a:lnTo>
                  <a:pt x="15390" y="71010"/>
                </a:lnTo>
                <a:lnTo>
                  <a:pt x="16470" y="74250"/>
                </a:lnTo>
                <a:lnTo>
                  <a:pt x="17685" y="76950"/>
                </a:lnTo>
                <a:lnTo>
                  <a:pt x="19170" y="79650"/>
                </a:lnTo>
                <a:lnTo>
                  <a:pt x="20655" y="82080"/>
                </a:lnTo>
                <a:lnTo>
                  <a:pt x="22275" y="84240"/>
                </a:lnTo>
                <a:lnTo>
                  <a:pt x="24030" y="85860"/>
                </a:lnTo>
                <a:lnTo>
                  <a:pt x="24840" y="86670"/>
                </a:lnTo>
                <a:lnTo>
                  <a:pt x="25920" y="87345"/>
                </a:lnTo>
                <a:lnTo>
                  <a:pt x="26730" y="87885"/>
                </a:lnTo>
                <a:lnTo>
                  <a:pt x="27675" y="88290"/>
                </a:lnTo>
                <a:lnTo>
                  <a:pt x="28485" y="88560"/>
                </a:lnTo>
                <a:lnTo>
                  <a:pt x="29565" y="88830"/>
                </a:lnTo>
                <a:lnTo>
                  <a:pt x="30510" y="88965"/>
                </a:lnTo>
                <a:lnTo>
                  <a:pt x="31320" y="89100"/>
                </a:lnTo>
                <a:lnTo>
                  <a:pt x="32265" y="88965"/>
                </a:lnTo>
                <a:lnTo>
                  <a:pt x="33210" y="88830"/>
                </a:lnTo>
                <a:lnTo>
                  <a:pt x="34290" y="88560"/>
                </a:lnTo>
                <a:lnTo>
                  <a:pt x="35100" y="88290"/>
                </a:lnTo>
                <a:lnTo>
                  <a:pt x="36045" y="87885"/>
                </a:lnTo>
                <a:lnTo>
                  <a:pt x="36855" y="87345"/>
                </a:lnTo>
                <a:lnTo>
                  <a:pt x="37935" y="86670"/>
                </a:lnTo>
                <a:lnTo>
                  <a:pt x="38745" y="85860"/>
                </a:lnTo>
                <a:lnTo>
                  <a:pt x="40500" y="84240"/>
                </a:lnTo>
                <a:lnTo>
                  <a:pt x="42120" y="82080"/>
                </a:lnTo>
                <a:lnTo>
                  <a:pt x="43605" y="79650"/>
                </a:lnTo>
                <a:lnTo>
                  <a:pt x="45090" y="76950"/>
                </a:lnTo>
                <a:lnTo>
                  <a:pt x="46305" y="74250"/>
                </a:lnTo>
                <a:lnTo>
                  <a:pt x="47385" y="71010"/>
                </a:lnTo>
                <a:lnTo>
                  <a:pt x="48330" y="67635"/>
                </a:lnTo>
                <a:lnTo>
                  <a:pt x="49140" y="64125"/>
                </a:lnTo>
                <a:lnTo>
                  <a:pt x="49815" y="60480"/>
                </a:lnTo>
                <a:lnTo>
                  <a:pt x="50220" y="56700"/>
                </a:lnTo>
                <a:lnTo>
                  <a:pt x="50490" y="52785"/>
                </a:lnTo>
                <a:lnTo>
                  <a:pt x="50625" y="48600"/>
                </a:lnTo>
                <a:lnTo>
                  <a:pt x="50490" y="44415"/>
                </a:lnTo>
                <a:lnTo>
                  <a:pt x="50220" y="40500"/>
                </a:lnTo>
                <a:lnTo>
                  <a:pt x="49815" y="36720"/>
                </a:lnTo>
                <a:lnTo>
                  <a:pt x="49140" y="33075"/>
                </a:lnTo>
                <a:lnTo>
                  <a:pt x="48330" y="29565"/>
                </a:lnTo>
                <a:lnTo>
                  <a:pt x="47385" y="26190"/>
                </a:lnTo>
                <a:lnTo>
                  <a:pt x="46305" y="22950"/>
                </a:lnTo>
                <a:lnTo>
                  <a:pt x="45090" y="20250"/>
                </a:lnTo>
                <a:lnTo>
                  <a:pt x="43605" y="17550"/>
                </a:lnTo>
                <a:lnTo>
                  <a:pt x="42120" y="15120"/>
                </a:lnTo>
                <a:lnTo>
                  <a:pt x="40500" y="12960"/>
                </a:lnTo>
                <a:lnTo>
                  <a:pt x="38745" y="11340"/>
                </a:lnTo>
                <a:lnTo>
                  <a:pt x="37935" y="10530"/>
                </a:lnTo>
                <a:lnTo>
                  <a:pt x="36855" y="9855"/>
                </a:lnTo>
                <a:lnTo>
                  <a:pt x="36045" y="9315"/>
                </a:lnTo>
                <a:lnTo>
                  <a:pt x="35100" y="8910"/>
                </a:lnTo>
                <a:lnTo>
                  <a:pt x="34290" y="8640"/>
                </a:lnTo>
                <a:lnTo>
                  <a:pt x="33210" y="8370"/>
                </a:lnTo>
                <a:lnTo>
                  <a:pt x="32265" y="8235"/>
                </a:lnTo>
                <a:lnTo>
                  <a:pt x="31320" y="8100"/>
                </a:lnTo>
                <a:close/>
              </a:path>
            </a:pathLst>
          </a:custGeom>
          <a:solidFill>
            <a:srgbClr val="000000"/>
          </a:solidFill>
          <a:ln>
            <a:noFill/>
          </a:ln>
        </p:spPr>
        <p:txBody>
          <a:bodyPr rtlCol="0" anchor="ctr"/>
          <a:lstStyle/>
          <a:p>
            <a:pPr algn="ctr"/>
          </a:p>
        </p:txBody>
      </p:sp>
      <p:sp>
        <p:nvSpPr>
          <p:cNvPr id="58" name="𐰿"/>
          <p:cNvSpPr/>
          <p:nvPr/>
        </p:nvSpPr>
        <p:spPr>
          <a:xfrm>
            <a:off x="3244158" y="5088636"/>
            <a:ext cx="400164" cy="545211"/>
          </a:xfrm>
          <a:custGeom>
            <a:avLst/>
            <a:gdLst/>
            <a:ahLst/>
            <a:cxnLst/>
            <a:rect l="l" t="t" r="r" b="b"/>
            <a:pathLst>
              <a:path w="52515" h="71550" stroke="0">
                <a:moveTo>
                  <a:pt x="29025" y="135"/>
                </a:moveTo>
                <a:lnTo>
                  <a:pt x="30510" y="405"/>
                </a:lnTo>
                <a:lnTo>
                  <a:pt x="31995" y="675"/>
                </a:lnTo>
                <a:lnTo>
                  <a:pt x="33075" y="945"/>
                </a:lnTo>
                <a:lnTo>
                  <a:pt x="34425" y="1350"/>
                </a:lnTo>
                <a:lnTo>
                  <a:pt x="35775" y="1890"/>
                </a:lnTo>
                <a:lnTo>
                  <a:pt x="36990" y="2430"/>
                </a:lnTo>
                <a:lnTo>
                  <a:pt x="38205" y="3105"/>
                </a:lnTo>
                <a:lnTo>
                  <a:pt x="39285" y="3780"/>
                </a:lnTo>
                <a:lnTo>
                  <a:pt x="40500" y="4725"/>
                </a:lnTo>
                <a:lnTo>
                  <a:pt x="41445" y="5535"/>
                </a:lnTo>
                <a:lnTo>
                  <a:pt x="43335" y="7425"/>
                </a:lnTo>
                <a:lnTo>
                  <a:pt x="44415" y="8505"/>
                </a:lnTo>
                <a:lnTo>
                  <a:pt x="45225" y="9720"/>
                </a:lnTo>
                <a:lnTo>
                  <a:pt x="46845" y="12150"/>
                </a:lnTo>
                <a:lnTo>
                  <a:pt x="48330" y="14850"/>
                </a:lnTo>
                <a:lnTo>
                  <a:pt x="49545" y="17955"/>
                </a:lnTo>
                <a:lnTo>
                  <a:pt x="50625" y="21195"/>
                </a:lnTo>
                <a:lnTo>
                  <a:pt x="51435" y="24705"/>
                </a:lnTo>
                <a:lnTo>
                  <a:pt x="52110" y="28485"/>
                </a:lnTo>
                <a:lnTo>
                  <a:pt x="52515" y="31995"/>
                </a:lnTo>
                <a:lnTo>
                  <a:pt x="52515" y="35910"/>
                </a:lnTo>
                <a:lnTo>
                  <a:pt x="52380" y="39825"/>
                </a:lnTo>
                <a:lnTo>
                  <a:pt x="52110" y="43470"/>
                </a:lnTo>
                <a:lnTo>
                  <a:pt x="51435" y="47250"/>
                </a:lnTo>
                <a:lnTo>
                  <a:pt x="50625" y="50625"/>
                </a:lnTo>
                <a:lnTo>
                  <a:pt x="49545" y="53865"/>
                </a:lnTo>
                <a:lnTo>
                  <a:pt x="48195" y="56970"/>
                </a:lnTo>
                <a:lnTo>
                  <a:pt x="46710" y="59670"/>
                </a:lnTo>
                <a:lnTo>
                  <a:pt x="45090" y="62100"/>
                </a:lnTo>
                <a:lnTo>
                  <a:pt x="43335" y="64125"/>
                </a:lnTo>
                <a:lnTo>
                  <a:pt x="41445" y="66015"/>
                </a:lnTo>
                <a:lnTo>
                  <a:pt x="40230" y="66960"/>
                </a:lnTo>
                <a:lnTo>
                  <a:pt x="39285" y="67770"/>
                </a:lnTo>
                <a:lnTo>
                  <a:pt x="38070" y="68445"/>
                </a:lnTo>
                <a:lnTo>
                  <a:pt x="36855" y="69120"/>
                </a:lnTo>
                <a:lnTo>
                  <a:pt x="35640" y="69660"/>
                </a:lnTo>
                <a:lnTo>
                  <a:pt x="34425" y="70200"/>
                </a:lnTo>
                <a:lnTo>
                  <a:pt x="33075" y="70605"/>
                </a:lnTo>
                <a:lnTo>
                  <a:pt x="31725" y="71010"/>
                </a:lnTo>
                <a:lnTo>
                  <a:pt x="30240" y="71280"/>
                </a:lnTo>
                <a:lnTo>
                  <a:pt x="29025" y="71415"/>
                </a:lnTo>
                <a:lnTo>
                  <a:pt x="26190" y="71550"/>
                </a:lnTo>
                <a:lnTo>
                  <a:pt x="23490" y="71415"/>
                </a:lnTo>
                <a:lnTo>
                  <a:pt x="22140" y="71145"/>
                </a:lnTo>
                <a:lnTo>
                  <a:pt x="20655" y="70875"/>
                </a:lnTo>
                <a:lnTo>
                  <a:pt x="19440" y="70605"/>
                </a:lnTo>
                <a:lnTo>
                  <a:pt x="18090" y="70200"/>
                </a:lnTo>
                <a:lnTo>
                  <a:pt x="16875" y="69660"/>
                </a:lnTo>
                <a:lnTo>
                  <a:pt x="15525" y="69120"/>
                </a:lnTo>
                <a:lnTo>
                  <a:pt x="14445" y="68445"/>
                </a:lnTo>
                <a:lnTo>
                  <a:pt x="13365" y="67770"/>
                </a:lnTo>
                <a:lnTo>
                  <a:pt x="12150" y="66825"/>
                </a:lnTo>
                <a:lnTo>
                  <a:pt x="11070" y="66015"/>
                </a:lnTo>
                <a:lnTo>
                  <a:pt x="9180" y="64125"/>
                </a:lnTo>
                <a:lnTo>
                  <a:pt x="8235" y="63045"/>
                </a:lnTo>
                <a:lnTo>
                  <a:pt x="7290" y="61830"/>
                </a:lnTo>
                <a:lnTo>
                  <a:pt x="5670" y="59400"/>
                </a:lnTo>
                <a:lnTo>
                  <a:pt x="4320" y="56700"/>
                </a:lnTo>
                <a:lnTo>
                  <a:pt x="2970" y="53595"/>
                </a:lnTo>
                <a:lnTo>
                  <a:pt x="1890" y="50355"/>
                </a:lnTo>
                <a:lnTo>
                  <a:pt x="1080" y="46845"/>
                </a:lnTo>
                <a:lnTo>
                  <a:pt x="405" y="43065"/>
                </a:lnTo>
                <a:lnTo>
                  <a:pt x="135" y="39555"/>
                </a:lnTo>
                <a:lnTo>
                  <a:pt x="0" y="35640"/>
                </a:lnTo>
                <a:lnTo>
                  <a:pt x="135" y="31725"/>
                </a:lnTo>
                <a:lnTo>
                  <a:pt x="540" y="28080"/>
                </a:lnTo>
                <a:lnTo>
                  <a:pt x="1215" y="24300"/>
                </a:lnTo>
                <a:lnTo>
                  <a:pt x="2025" y="20925"/>
                </a:lnTo>
                <a:lnTo>
                  <a:pt x="3105" y="17685"/>
                </a:lnTo>
                <a:lnTo>
                  <a:pt x="4455" y="14580"/>
                </a:lnTo>
                <a:lnTo>
                  <a:pt x="5805" y="11880"/>
                </a:lnTo>
                <a:lnTo>
                  <a:pt x="7425" y="9450"/>
                </a:lnTo>
                <a:lnTo>
                  <a:pt x="9180" y="7425"/>
                </a:lnTo>
                <a:lnTo>
                  <a:pt x="11205" y="5535"/>
                </a:lnTo>
                <a:lnTo>
                  <a:pt x="12285" y="4590"/>
                </a:lnTo>
                <a:lnTo>
                  <a:pt x="13365" y="3780"/>
                </a:lnTo>
                <a:lnTo>
                  <a:pt x="14445" y="3105"/>
                </a:lnTo>
                <a:lnTo>
                  <a:pt x="15660" y="2430"/>
                </a:lnTo>
                <a:lnTo>
                  <a:pt x="16875" y="1890"/>
                </a:lnTo>
                <a:lnTo>
                  <a:pt x="18225" y="1350"/>
                </a:lnTo>
                <a:lnTo>
                  <a:pt x="19575" y="945"/>
                </a:lnTo>
                <a:lnTo>
                  <a:pt x="20925" y="540"/>
                </a:lnTo>
                <a:lnTo>
                  <a:pt x="22410" y="270"/>
                </a:lnTo>
                <a:lnTo>
                  <a:pt x="23625" y="135"/>
                </a:lnTo>
                <a:lnTo>
                  <a:pt x="26325" y="0"/>
                </a:lnTo>
                <a:close/>
                <a:moveTo>
                  <a:pt x="24840" y="7560"/>
                </a:moveTo>
                <a:lnTo>
                  <a:pt x="23355" y="7965"/>
                </a:lnTo>
                <a:lnTo>
                  <a:pt x="21870" y="8640"/>
                </a:lnTo>
                <a:lnTo>
                  <a:pt x="20520" y="9585"/>
                </a:lnTo>
                <a:lnTo>
                  <a:pt x="19035" y="10800"/>
                </a:lnTo>
                <a:lnTo>
                  <a:pt x="17820" y="12285"/>
                </a:lnTo>
                <a:lnTo>
                  <a:pt x="16605" y="13905"/>
                </a:lnTo>
                <a:lnTo>
                  <a:pt x="15525" y="15795"/>
                </a:lnTo>
                <a:lnTo>
                  <a:pt x="14445" y="17820"/>
                </a:lnTo>
                <a:lnTo>
                  <a:pt x="13635" y="19980"/>
                </a:lnTo>
                <a:lnTo>
                  <a:pt x="12825" y="22410"/>
                </a:lnTo>
                <a:lnTo>
                  <a:pt x="12285" y="24840"/>
                </a:lnTo>
                <a:lnTo>
                  <a:pt x="11745" y="27405"/>
                </a:lnTo>
                <a:lnTo>
                  <a:pt x="11340" y="29970"/>
                </a:lnTo>
                <a:lnTo>
                  <a:pt x="11205" y="32670"/>
                </a:lnTo>
                <a:lnTo>
                  <a:pt x="11070" y="35640"/>
                </a:lnTo>
                <a:lnTo>
                  <a:pt x="11205" y="38610"/>
                </a:lnTo>
                <a:lnTo>
                  <a:pt x="11340" y="41310"/>
                </a:lnTo>
                <a:lnTo>
                  <a:pt x="11745" y="43875"/>
                </a:lnTo>
                <a:lnTo>
                  <a:pt x="12150" y="46440"/>
                </a:lnTo>
                <a:lnTo>
                  <a:pt x="12825" y="49140"/>
                </a:lnTo>
                <a:lnTo>
                  <a:pt x="13635" y="51570"/>
                </a:lnTo>
                <a:lnTo>
                  <a:pt x="14445" y="53730"/>
                </a:lnTo>
                <a:lnTo>
                  <a:pt x="15525" y="55755"/>
                </a:lnTo>
                <a:lnTo>
                  <a:pt x="16605" y="57645"/>
                </a:lnTo>
                <a:lnTo>
                  <a:pt x="17820" y="59265"/>
                </a:lnTo>
                <a:lnTo>
                  <a:pt x="19035" y="60750"/>
                </a:lnTo>
                <a:lnTo>
                  <a:pt x="20520" y="61965"/>
                </a:lnTo>
                <a:lnTo>
                  <a:pt x="21870" y="62910"/>
                </a:lnTo>
                <a:lnTo>
                  <a:pt x="23355" y="63585"/>
                </a:lnTo>
                <a:lnTo>
                  <a:pt x="24840" y="63990"/>
                </a:lnTo>
                <a:lnTo>
                  <a:pt x="26325" y="64125"/>
                </a:lnTo>
                <a:lnTo>
                  <a:pt x="27810" y="63990"/>
                </a:lnTo>
                <a:lnTo>
                  <a:pt x="29160" y="63585"/>
                </a:lnTo>
                <a:lnTo>
                  <a:pt x="30645" y="62910"/>
                </a:lnTo>
                <a:lnTo>
                  <a:pt x="32130" y="61965"/>
                </a:lnTo>
                <a:lnTo>
                  <a:pt x="33480" y="60750"/>
                </a:lnTo>
                <a:lnTo>
                  <a:pt x="34830" y="59265"/>
                </a:lnTo>
                <a:lnTo>
                  <a:pt x="36045" y="57645"/>
                </a:lnTo>
                <a:lnTo>
                  <a:pt x="37125" y="55755"/>
                </a:lnTo>
                <a:lnTo>
                  <a:pt x="38070" y="53730"/>
                </a:lnTo>
                <a:lnTo>
                  <a:pt x="39015" y="51570"/>
                </a:lnTo>
                <a:lnTo>
                  <a:pt x="39690" y="49140"/>
                </a:lnTo>
                <a:lnTo>
                  <a:pt x="40365" y="46710"/>
                </a:lnTo>
                <a:lnTo>
                  <a:pt x="40770" y="44145"/>
                </a:lnTo>
                <a:lnTo>
                  <a:pt x="41175" y="41580"/>
                </a:lnTo>
                <a:lnTo>
                  <a:pt x="41445" y="38880"/>
                </a:lnTo>
                <a:lnTo>
                  <a:pt x="41445" y="35910"/>
                </a:lnTo>
                <a:lnTo>
                  <a:pt x="41445" y="32940"/>
                </a:lnTo>
                <a:lnTo>
                  <a:pt x="41175" y="30240"/>
                </a:lnTo>
                <a:lnTo>
                  <a:pt x="40905" y="27675"/>
                </a:lnTo>
                <a:lnTo>
                  <a:pt x="40365" y="25110"/>
                </a:lnTo>
                <a:lnTo>
                  <a:pt x="39690" y="22410"/>
                </a:lnTo>
                <a:lnTo>
                  <a:pt x="39015" y="19980"/>
                </a:lnTo>
                <a:lnTo>
                  <a:pt x="38070" y="17820"/>
                </a:lnTo>
                <a:lnTo>
                  <a:pt x="37125" y="15795"/>
                </a:lnTo>
                <a:lnTo>
                  <a:pt x="36045" y="13905"/>
                </a:lnTo>
                <a:lnTo>
                  <a:pt x="34830" y="12285"/>
                </a:lnTo>
                <a:lnTo>
                  <a:pt x="33480" y="10800"/>
                </a:lnTo>
                <a:lnTo>
                  <a:pt x="32130" y="9585"/>
                </a:lnTo>
                <a:lnTo>
                  <a:pt x="30645" y="8640"/>
                </a:lnTo>
                <a:lnTo>
                  <a:pt x="29160" y="7965"/>
                </a:lnTo>
                <a:lnTo>
                  <a:pt x="27810" y="7560"/>
                </a:lnTo>
                <a:lnTo>
                  <a:pt x="26325" y="7425"/>
                </a:lnTo>
                <a:close/>
              </a:path>
            </a:pathLst>
          </a:custGeom>
          <a:solidFill>
            <a:srgbClr val="000000"/>
          </a:solidFill>
          <a:ln>
            <a:noFill/>
          </a:ln>
        </p:spPr>
        <p:txBody>
          <a:bodyPr rtlCol="0" anchor="ctr"/>
          <a:lstStyle/>
          <a:p>
            <a:pPr algn="ctr"/>
          </a:p>
        </p:txBody>
      </p:sp>
      <p:sp>
        <p:nvSpPr>
          <p:cNvPr id="59" name="ESH"/>
          <p:cNvSpPr txBox="1"/>
          <p:nvPr/>
        </p:nvSpPr>
        <p:spPr>
          <a:xfrm>
            <a:off x="381000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ESH</a:t>
            </a:r>
          </a:p>
        </p:txBody>
      </p:sp>
      <p:sp>
        <p:nvSpPr>
          <p:cNvPr id="60" name="𐱁"/>
          <p:cNvSpPr/>
          <p:nvPr/>
        </p:nvSpPr>
        <p:spPr>
          <a:xfrm>
            <a:off x="4030790" y="4903470"/>
            <a:ext cx="442341" cy="720090"/>
          </a:xfrm>
          <a:custGeom>
            <a:avLst/>
            <a:gdLst/>
            <a:ahLst/>
            <a:cxnLst/>
            <a:rect l="l" t="t" r="r" b="b"/>
            <a:pathLst>
              <a:path w="58050" h="94500" stroke="0">
                <a:moveTo>
                  <a:pt x="18900" y="91935"/>
                </a:moveTo>
                <a:lnTo>
                  <a:pt x="21195" y="91395"/>
                </a:lnTo>
                <a:lnTo>
                  <a:pt x="22275" y="88965"/>
                </a:lnTo>
                <a:lnTo>
                  <a:pt x="22950" y="86940"/>
                </a:lnTo>
                <a:lnTo>
                  <a:pt x="22950" y="56025"/>
                </a:lnTo>
                <a:lnTo>
                  <a:pt x="270" y="8640"/>
                </a:lnTo>
                <a:lnTo>
                  <a:pt x="135" y="8100"/>
                </a:lnTo>
                <a:lnTo>
                  <a:pt x="0" y="7560"/>
                </a:lnTo>
                <a:lnTo>
                  <a:pt x="0" y="7020"/>
                </a:lnTo>
                <a:lnTo>
                  <a:pt x="135" y="6480"/>
                </a:lnTo>
                <a:lnTo>
                  <a:pt x="270" y="5940"/>
                </a:lnTo>
                <a:lnTo>
                  <a:pt x="675" y="5400"/>
                </a:lnTo>
                <a:lnTo>
                  <a:pt x="1080" y="4995"/>
                </a:lnTo>
                <a:lnTo>
                  <a:pt x="1485" y="4590"/>
                </a:lnTo>
                <a:lnTo>
                  <a:pt x="2025" y="4185"/>
                </a:lnTo>
                <a:lnTo>
                  <a:pt x="3375" y="3510"/>
                </a:lnTo>
                <a:lnTo>
                  <a:pt x="6075" y="2700"/>
                </a:lnTo>
                <a:lnTo>
                  <a:pt x="9720" y="1890"/>
                </a:lnTo>
                <a:lnTo>
                  <a:pt x="14040" y="1080"/>
                </a:lnTo>
                <a:lnTo>
                  <a:pt x="18360" y="540"/>
                </a:lnTo>
                <a:lnTo>
                  <a:pt x="22950" y="135"/>
                </a:lnTo>
                <a:lnTo>
                  <a:pt x="27135" y="0"/>
                </a:lnTo>
                <a:lnTo>
                  <a:pt x="31725" y="0"/>
                </a:lnTo>
                <a:lnTo>
                  <a:pt x="36045" y="270"/>
                </a:lnTo>
                <a:lnTo>
                  <a:pt x="40095" y="540"/>
                </a:lnTo>
                <a:lnTo>
                  <a:pt x="44145" y="1080"/>
                </a:lnTo>
                <a:lnTo>
                  <a:pt x="47925" y="1755"/>
                </a:lnTo>
                <a:lnTo>
                  <a:pt x="51570" y="2565"/>
                </a:lnTo>
                <a:lnTo>
                  <a:pt x="54675" y="3510"/>
                </a:lnTo>
                <a:lnTo>
                  <a:pt x="55350" y="3780"/>
                </a:lnTo>
                <a:lnTo>
                  <a:pt x="56025" y="4185"/>
                </a:lnTo>
                <a:lnTo>
                  <a:pt x="56565" y="4590"/>
                </a:lnTo>
                <a:lnTo>
                  <a:pt x="56970" y="4995"/>
                </a:lnTo>
                <a:lnTo>
                  <a:pt x="57375" y="5400"/>
                </a:lnTo>
                <a:lnTo>
                  <a:pt x="57645" y="5940"/>
                </a:lnTo>
                <a:lnTo>
                  <a:pt x="57915" y="6480"/>
                </a:lnTo>
                <a:lnTo>
                  <a:pt x="58050" y="7020"/>
                </a:lnTo>
                <a:lnTo>
                  <a:pt x="58050" y="7560"/>
                </a:lnTo>
                <a:lnTo>
                  <a:pt x="57915" y="8100"/>
                </a:lnTo>
                <a:lnTo>
                  <a:pt x="57780" y="8640"/>
                </a:lnTo>
                <a:lnTo>
                  <a:pt x="35100" y="56025"/>
                </a:lnTo>
                <a:lnTo>
                  <a:pt x="35100" y="86940"/>
                </a:lnTo>
                <a:lnTo>
                  <a:pt x="35775" y="88965"/>
                </a:lnTo>
                <a:lnTo>
                  <a:pt x="36855" y="91395"/>
                </a:lnTo>
                <a:lnTo>
                  <a:pt x="39150" y="91935"/>
                </a:lnTo>
                <a:lnTo>
                  <a:pt x="39150" y="94500"/>
                </a:lnTo>
                <a:lnTo>
                  <a:pt x="18900" y="94500"/>
                </a:lnTo>
                <a:close/>
                <a:moveTo>
                  <a:pt x="15390" y="13365"/>
                </a:moveTo>
                <a:lnTo>
                  <a:pt x="29025" y="41985"/>
                </a:lnTo>
                <a:lnTo>
                  <a:pt x="44415" y="9720"/>
                </a:lnTo>
                <a:lnTo>
                  <a:pt x="40770" y="9180"/>
                </a:lnTo>
                <a:lnTo>
                  <a:pt x="36720" y="8640"/>
                </a:lnTo>
                <a:lnTo>
                  <a:pt x="32940" y="8370"/>
                </a:lnTo>
                <a:lnTo>
                  <a:pt x="28620" y="8370"/>
                </a:lnTo>
                <a:lnTo>
                  <a:pt x="24300" y="8505"/>
                </a:lnTo>
                <a:lnTo>
                  <a:pt x="20115" y="8775"/>
                </a:lnTo>
                <a:lnTo>
                  <a:pt x="15525" y="9450"/>
                </a:lnTo>
                <a:lnTo>
                  <a:pt x="13635" y="9720"/>
                </a:lnTo>
                <a:close/>
              </a:path>
            </a:pathLst>
          </a:custGeom>
          <a:solidFill>
            <a:srgbClr val="000000"/>
          </a:solidFill>
          <a:ln>
            <a:noFill/>
          </a:ln>
        </p:spPr>
        <p:txBody>
          <a:bodyPr rtlCol="0" anchor="ctr"/>
          <a:lstStyle/>
          <a:p>
            <a:pPr algn="ctr"/>
          </a:p>
        </p:txBody>
      </p:sp>
      <p:sp>
        <p:nvSpPr>
          <p:cNvPr id="61" name="𐱁"/>
          <p:cNvSpPr/>
          <p:nvPr/>
        </p:nvSpPr>
        <p:spPr>
          <a:xfrm>
            <a:off x="4781664" y="5098923"/>
            <a:ext cx="434111" cy="720090"/>
          </a:xfrm>
          <a:custGeom>
            <a:avLst/>
            <a:gdLst/>
            <a:ahLst/>
            <a:cxnLst/>
            <a:rect l="l" t="t" r="r" b="b"/>
            <a:pathLst>
              <a:path w="56970" h="94500" stroke="0">
                <a:moveTo>
                  <a:pt x="18900" y="91935"/>
                </a:moveTo>
                <a:lnTo>
                  <a:pt x="21195" y="91395"/>
                </a:lnTo>
                <a:lnTo>
                  <a:pt x="22275" y="89100"/>
                </a:lnTo>
                <a:lnTo>
                  <a:pt x="22950" y="86940"/>
                </a:lnTo>
                <a:lnTo>
                  <a:pt x="22950" y="66960"/>
                </a:lnTo>
                <a:lnTo>
                  <a:pt x="21600" y="65205"/>
                </a:lnTo>
                <a:lnTo>
                  <a:pt x="20115" y="62910"/>
                </a:lnTo>
                <a:lnTo>
                  <a:pt x="18630" y="60210"/>
                </a:lnTo>
                <a:lnTo>
                  <a:pt x="17145" y="57240"/>
                </a:lnTo>
                <a:lnTo>
                  <a:pt x="15660" y="54000"/>
                </a:lnTo>
                <a:lnTo>
                  <a:pt x="13905" y="50220"/>
                </a:lnTo>
                <a:lnTo>
                  <a:pt x="12285" y="46035"/>
                </a:lnTo>
                <a:lnTo>
                  <a:pt x="10530" y="41715"/>
                </a:lnTo>
                <a:lnTo>
                  <a:pt x="8775" y="36720"/>
                </a:lnTo>
                <a:lnTo>
                  <a:pt x="6885" y="31590"/>
                </a:lnTo>
                <a:lnTo>
                  <a:pt x="5265" y="26325"/>
                </a:lnTo>
                <a:lnTo>
                  <a:pt x="3510" y="20925"/>
                </a:lnTo>
                <a:lnTo>
                  <a:pt x="1755" y="14580"/>
                </a:lnTo>
                <a:lnTo>
                  <a:pt x="135" y="8370"/>
                </a:lnTo>
                <a:lnTo>
                  <a:pt x="0" y="7830"/>
                </a:lnTo>
                <a:lnTo>
                  <a:pt x="0" y="7290"/>
                </a:lnTo>
                <a:lnTo>
                  <a:pt x="135" y="6750"/>
                </a:lnTo>
                <a:lnTo>
                  <a:pt x="405" y="6345"/>
                </a:lnTo>
                <a:lnTo>
                  <a:pt x="675" y="5805"/>
                </a:lnTo>
                <a:lnTo>
                  <a:pt x="1080" y="5400"/>
                </a:lnTo>
                <a:lnTo>
                  <a:pt x="1620" y="4995"/>
                </a:lnTo>
                <a:lnTo>
                  <a:pt x="2160" y="4725"/>
                </a:lnTo>
                <a:lnTo>
                  <a:pt x="4320" y="3780"/>
                </a:lnTo>
                <a:lnTo>
                  <a:pt x="7020" y="2835"/>
                </a:lnTo>
                <a:lnTo>
                  <a:pt x="10395" y="2025"/>
                </a:lnTo>
                <a:lnTo>
                  <a:pt x="14310" y="1215"/>
                </a:lnTo>
                <a:lnTo>
                  <a:pt x="18225" y="540"/>
                </a:lnTo>
                <a:lnTo>
                  <a:pt x="22275" y="270"/>
                </a:lnTo>
                <a:lnTo>
                  <a:pt x="25920" y="0"/>
                </a:lnTo>
                <a:lnTo>
                  <a:pt x="30105" y="0"/>
                </a:lnTo>
                <a:lnTo>
                  <a:pt x="33750" y="135"/>
                </a:lnTo>
                <a:lnTo>
                  <a:pt x="37395" y="405"/>
                </a:lnTo>
                <a:lnTo>
                  <a:pt x="41040" y="945"/>
                </a:lnTo>
                <a:lnTo>
                  <a:pt x="44415" y="1485"/>
                </a:lnTo>
                <a:lnTo>
                  <a:pt x="47925" y="2295"/>
                </a:lnTo>
                <a:lnTo>
                  <a:pt x="51030" y="3240"/>
                </a:lnTo>
                <a:lnTo>
                  <a:pt x="53460" y="4050"/>
                </a:lnTo>
                <a:lnTo>
                  <a:pt x="54810" y="4725"/>
                </a:lnTo>
                <a:lnTo>
                  <a:pt x="55350" y="4995"/>
                </a:lnTo>
                <a:lnTo>
                  <a:pt x="55890" y="5400"/>
                </a:lnTo>
                <a:lnTo>
                  <a:pt x="56295" y="5805"/>
                </a:lnTo>
                <a:lnTo>
                  <a:pt x="56565" y="6345"/>
                </a:lnTo>
                <a:lnTo>
                  <a:pt x="56835" y="6750"/>
                </a:lnTo>
                <a:lnTo>
                  <a:pt x="56970" y="7290"/>
                </a:lnTo>
                <a:lnTo>
                  <a:pt x="56970" y="7830"/>
                </a:lnTo>
                <a:lnTo>
                  <a:pt x="56835" y="8370"/>
                </a:lnTo>
                <a:lnTo>
                  <a:pt x="55890" y="11880"/>
                </a:lnTo>
                <a:lnTo>
                  <a:pt x="53595" y="20520"/>
                </a:lnTo>
                <a:lnTo>
                  <a:pt x="50760" y="29430"/>
                </a:lnTo>
                <a:lnTo>
                  <a:pt x="47790" y="38070"/>
                </a:lnTo>
                <a:lnTo>
                  <a:pt x="44820" y="45630"/>
                </a:lnTo>
                <a:lnTo>
                  <a:pt x="41985" y="52650"/>
                </a:lnTo>
                <a:lnTo>
                  <a:pt x="39150" y="58455"/>
                </a:lnTo>
                <a:lnTo>
                  <a:pt x="37800" y="61020"/>
                </a:lnTo>
                <a:lnTo>
                  <a:pt x="36450" y="63315"/>
                </a:lnTo>
                <a:lnTo>
                  <a:pt x="35235" y="65340"/>
                </a:lnTo>
                <a:lnTo>
                  <a:pt x="34020" y="66960"/>
                </a:lnTo>
                <a:lnTo>
                  <a:pt x="34020" y="86940"/>
                </a:lnTo>
                <a:lnTo>
                  <a:pt x="34695" y="89100"/>
                </a:lnTo>
                <a:lnTo>
                  <a:pt x="35775" y="91395"/>
                </a:lnTo>
                <a:lnTo>
                  <a:pt x="38070" y="91935"/>
                </a:lnTo>
                <a:lnTo>
                  <a:pt x="38070" y="94500"/>
                </a:lnTo>
                <a:lnTo>
                  <a:pt x="18900" y="94500"/>
                </a:lnTo>
                <a:close/>
                <a:moveTo>
                  <a:pt x="13500" y="16335"/>
                </a:moveTo>
                <a:lnTo>
                  <a:pt x="15525" y="22950"/>
                </a:lnTo>
                <a:lnTo>
                  <a:pt x="17550" y="29430"/>
                </a:lnTo>
                <a:lnTo>
                  <a:pt x="19845" y="35775"/>
                </a:lnTo>
                <a:lnTo>
                  <a:pt x="22005" y="41715"/>
                </a:lnTo>
                <a:lnTo>
                  <a:pt x="24300" y="47250"/>
                </a:lnTo>
                <a:lnTo>
                  <a:pt x="26325" y="51975"/>
                </a:lnTo>
                <a:lnTo>
                  <a:pt x="28485" y="56430"/>
                </a:lnTo>
                <a:lnTo>
                  <a:pt x="30645" y="51975"/>
                </a:lnTo>
                <a:lnTo>
                  <a:pt x="32670" y="47250"/>
                </a:lnTo>
                <a:lnTo>
                  <a:pt x="34965" y="41715"/>
                </a:lnTo>
                <a:lnTo>
                  <a:pt x="37125" y="35775"/>
                </a:lnTo>
                <a:lnTo>
                  <a:pt x="39420" y="29430"/>
                </a:lnTo>
                <a:lnTo>
                  <a:pt x="41445" y="22950"/>
                </a:lnTo>
                <a:lnTo>
                  <a:pt x="43470" y="16335"/>
                </a:lnTo>
                <a:lnTo>
                  <a:pt x="45225" y="9855"/>
                </a:lnTo>
                <a:lnTo>
                  <a:pt x="43335" y="9315"/>
                </a:lnTo>
                <a:lnTo>
                  <a:pt x="41310" y="8910"/>
                </a:lnTo>
                <a:lnTo>
                  <a:pt x="37125" y="8235"/>
                </a:lnTo>
                <a:lnTo>
                  <a:pt x="32805" y="7695"/>
                </a:lnTo>
                <a:lnTo>
                  <a:pt x="30510" y="7695"/>
                </a:lnTo>
                <a:lnTo>
                  <a:pt x="27945" y="7695"/>
                </a:lnTo>
                <a:lnTo>
                  <a:pt x="25245" y="7695"/>
                </a:lnTo>
                <a:lnTo>
                  <a:pt x="23085" y="7830"/>
                </a:lnTo>
                <a:lnTo>
                  <a:pt x="20520" y="8100"/>
                </a:lnTo>
                <a:lnTo>
                  <a:pt x="18360" y="8370"/>
                </a:lnTo>
                <a:lnTo>
                  <a:pt x="15660" y="8910"/>
                </a:lnTo>
                <a:lnTo>
                  <a:pt x="12960" y="9450"/>
                </a:lnTo>
                <a:lnTo>
                  <a:pt x="11745" y="9855"/>
                </a:lnTo>
                <a:close/>
              </a:path>
            </a:pathLst>
          </a:custGeom>
          <a:solidFill>
            <a:srgbClr val="000000"/>
          </a:solidFill>
          <a:ln>
            <a:noFill/>
          </a:ln>
        </p:spPr>
        <p:txBody>
          <a:bodyPr rtlCol="0" anchor="ctr"/>
          <a:lstStyle/>
          <a:p>
            <a:pPr algn="ctr"/>
          </a:p>
        </p:txBody>
      </p:sp>
      <p:sp>
        <p:nvSpPr>
          <p:cNvPr id="62" name="AT"/>
          <p:cNvSpPr txBox="1"/>
          <p:nvPr/>
        </p:nvSpPr>
        <p:spPr>
          <a:xfrm>
            <a:off x="5364480" y="469910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AT</a:t>
            </a:r>
          </a:p>
        </p:txBody>
      </p:sp>
      <p:sp>
        <p:nvSpPr>
          <p:cNvPr id="63" name="𐱃"/>
          <p:cNvSpPr/>
          <p:nvPr/>
        </p:nvSpPr>
        <p:spPr>
          <a:xfrm>
            <a:off x="5558523" y="4903470"/>
            <a:ext cx="519494" cy="720090"/>
          </a:xfrm>
          <a:custGeom>
            <a:avLst/>
            <a:gdLst/>
            <a:ahLst/>
            <a:cxnLst/>
            <a:rect l="l" t="t" r="r" b="b"/>
            <a:pathLst>
              <a:path w="68175" h="94500" stroke="0">
                <a:moveTo>
                  <a:pt x="11745" y="91260"/>
                </a:moveTo>
                <a:lnTo>
                  <a:pt x="12825" y="88830"/>
                </a:lnTo>
                <a:lnTo>
                  <a:pt x="13500" y="86670"/>
                </a:lnTo>
                <a:lnTo>
                  <a:pt x="13500" y="8640"/>
                </a:lnTo>
                <a:lnTo>
                  <a:pt x="0" y="8640"/>
                </a:lnTo>
                <a:lnTo>
                  <a:pt x="0" y="0"/>
                </a:lnTo>
                <a:lnTo>
                  <a:pt x="62100" y="0"/>
                </a:lnTo>
                <a:lnTo>
                  <a:pt x="62100" y="8640"/>
                </a:lnTo>
                <a:lnTo>
                  <a:pt x="25650" y="8640"/>
                </a:lnTo>
                <a:lnTo>
                  <a:pt x="25650" y="14310"/>
                </a:lnTo>
                <a:lnTo>
                  <a:pt x="28485" y="14445"/>
                </a:lnTo>
                <a:lnTo>
                  <a:pt x="31455" y="14715"/>
                </a:lnTo>
                <a:lnTo>
                  <a:pt x="34290" y="15120"/>
                </a:lnTo>
                <a:lnTo>
                  <a:pt x="36990" y="15660"/>
                </a:lnTo>
                <a:lnTo>
                  <a:pt x="39690" y="16335"/>
                </a:lnTo>
                <a:lnTo>
                  <a:pt x="42120" y="17145"/>
                </a:lnTo>
                <a:lnTo>
                  <a:pt x="44820" y="18225"/>
                </a:lnTo>
                <a:lnTo>
                  <a:pt x="47115" y="19305"/>
                </a:lnTo>
                <a:lnTo>
                  <a:pt x="49545" y="20655"/>
                </a:lnTo>
                <a:lnTo>
                  <a:pt x="51570" y="22005"/>
                </a:lnTo>
                <a:lnTo>
                  <a:pt x="53595" y="23490"/>
                </a:lnTo>
                <a:lnTo>
                  <a:pt x="55620" y="25245"/>
                </a:lnTo>
                <a:lnTo>
                  <a:pt x="57375" y="27000"/>
                </a:lnTo>
                <a:lnTo>
                  <a:pt x="59265" y="29025"/>
                </a:lnTo>
                <a:lnTo>
                  <a:pt x="60750" y="30915"/>
                </a:lnTo>
                <a:lnTo>
                  <a:pt x="62235" y="33075"/>
                </a:lnTo>
                <a:lnTo>
                  <a:pt x="63450" y="35370"/>
                </a:lnTo>
                <a:lnTo>
                  <a:pt x="64665" y="37800"/>
                </a:lnTo>
                <a:lnTo>
                  <a:pt x="65610" y="40230"/>
                </a:lnTo>
                <a:lnTo>
                  <a:pt x="66555" y="42930"/>
                </a:lnTo>
                <a:lnTo>
                  <a:pt x="67230" y="45630"/>
                </a:lnTo>
                <a:lnTo>
                  <a:pt x="67770" y="48195"/>
                </a:lnTo>
                <a:lnTo>
                  <a:pt x="68040" y="50895"/>
                </a:lnTo>
                <a:lnTo>
                  <a:pt x="68175" y="53730"/>
                </a:lnTo>
                <a:lnTo>
                  <a:pt x="68175" y="56565"/>
                </a:lnTo>
                <a:lnTo>
                  <a:pt x="67905" y="59400"/>
                </a:lnTo>
                <a:lnTo>
                  <a:pt x="67500" y="61965"/>
                </a:lnTo>
                <a:lnTo>
                  <a:pt x="66825" y="64665"/>
                </a:lnTo>
                <a:lnTo>
                  <a:pt x="66015" y="67365"/>
                </a:lnTo>
                <a:lnTo>
                  <a:pt x="65205" y="69795"/>
                </a:lnTo>
                <a:lnTo>
                  <a:pt x="64125" y="72225"/>
                </a:lnTo>
                <a:lnTo>
                  <a:pt x="62910" y="74520"/>
                </a:lnTo>
                <a:lnTo>
                  <a:pt x="61965" y="76140"/>
                </a:lnTo>
                <a:lnTo>
                  <a:pt x="60885" y="77625"/>
                </a:lnTo>
                <a:lnTo>
                  <a:pt x="59940" y="78975"/>
                </a:lnTo>
                <a:lnTo>
                  <a:pt x="58725" y="80460"/>
                </a:lnTo>
                <a:lnTo>
                  <a:pt x="57645" y="81675"/>
                </a:lnTo>
                <a:lnTo>
                  <a:pt x="56295" y="83025"/>
                </a:lnTo>
                <a:lnTo>
                  <a:pt x="53595" y="85320"/>
                </a:lnTo>
                <a:lnTo>
                  <a:pt x="51975" y="86535"/>
                </a:lnTo>
                <a:lnTo>
                  <a:pt x="50625" y="87615"/>
                </a:lnTo>
                <a:lnTo>
                  <a:pt x="49005" y="88560"/>
                </a:lnTo>
                <a:lnTo>
                  <a:pt x="47385" y="89370"/>
                </a:lnTo>
                <a:lnTo>
                  <a:pt x="45765" y="90315"/>
                </a:lnTo>
                <a:lnTo>
                  <a:pt x="44010" y="90990"/>
                </a:lnTo>
                <a:lnTo>
                  <a:pt x="40635" y="92340"/>
                </a:lnTo>
                <a:lnTo>
                  <a:pt x="37935" y="93015"/>
                </a:lnTo>
                <a:lnTo>
                  <a:pt x="35370" y="93690"/>
                </a:lnTo>
                <a:lnTo>
                  <a:pt x="32535" y="94095"/>
                </a:lnTo>
                <a:lnTo>
                  <a:pt x="29700" y="94500"/>
                </a:lnTo>
                <a:lnTo>
                  <a:pt x="19170" y="94500"/>
                </a:lnTo>
                <a:lnTo>
                  <a:pt x="9450" y="94500"/>
                </a:lnTo>
                <a:lnTo>
                  <a:pt x="9450" y="91800"/>
                </a:lnTo>
                <a:close/>
                <a:moveTo>
                  <a:pt x="28890" y="85860"/>
                </a:moveTo>
                <a:lnTo>
                  <a:pt x="31995" y="85320"/>
                </a:lnTo>
                <a:lnTo>
                  <a:pt x="34965" y="84645"/>
                </a:lnTo>
                <a:lnTo>
                  <a:pt x="37800" y="83565"/>
                </a:lnTo>
                <a:lnTo>
                  <a:pt x="40365" y="82350"/>
                </a:lnTo>
                <a:lnTo>
                  <a:pt x="42930" y="80865"/>
                </a:lnTo>
                <a:lnTo>
                  <a:pt x="45225" y="79110"/>
                </a:lnTo>
                <a:lnTo>
                  <a:pt x="47385" y="77085"/>
                </a:lnTo>
                <a:lnTo>
                  <a:pt x="49275" y="74790"/>
                </a:lnTo>
                <a:lnTo>
                  <a:pt x="51030" y="72360"/>
                </a:lnTo>
                <a:lnTo>
                  <a:pt x="52380" y="69795"/>
                </a:lnTo>
                <a:lnTo>
                  <a:pt x="53730" y="66825"/>
                </a:lnTo>
                <a:lnTo>
                  <a:pt x="54675" y="63990"/>
                </a:lnTo>
                <a:lnTo>
                  <a:pt x="55485" y="60750"/>
                </a:lnTo>
                <a:lnTo>
                  <a:pt x="55890" y="57510"/>
                </a:lnTo>
                <a:lnTo>
                  <a:pt x="56025" y="54270"/>
                </a:lnTo>
                <a:lnTo>
                  <a:pt x="55890" y="51030"/>
                </a:lnTo>
                <a:lnTo>
                  <a:pt x="55350" y="47790"/>
                </a:lnTo>
                <a:lnTo>
                  <a:pt x="54675" y="44550"/>
                </a:lnTo>
                <a:lnTo>
                  <a:pt x="53730" y="41715"/>
                </a:lnTo>
                <a:lnTo>
                  <a:pt x="52380" y="38880"/>
                </a:lnTo>
                <a:lnTo>
                  <a:pt x="50895" y="36315"/>
                </a:lnTo>
                <a:lnTo>
                  <a:pt x="49140" y="33885"/>
                </a:lnTo>
                <a:lnTo>
                  <a:pt x="47250" y="31590"/>
                </a:lnTo>
                <a:lnTo>
                  <a:pt x="45090" y="29700"/>
                </a:lnTo>
                <a:lnTo>
                  <a:pt x="42660" y="27945"/>
                </a:lnTo>
                <a:lnTo>
                  <a:pt x="40230" y="26460"/>
                </a:lnTo>
                <a:lnTo>
                  <a:pt x="37665" y="25245"/>
                </a:lnTo>
                <a:lnTo>
                  <a:pt x="34965" y="24300"/>
                </a:lnTo>
                <a:lnTo>
                  <a:pt x="31995" y="23625"/>
                </a:lnTo>
                <a:lnTo>
                  <a:pt x="28890" y="23220"/>
                </a:lnTo>
                <a:lnTo>
                  <a:pt x="25650" y="22950"/>
                </a:lnTo>
                <a:lnTo>
                  <a:pt x="25650" y="86130"/>
                </a:lnTo>
                <a:close/>
              </a:path>
            </a:pathLst>
          </a:custGeom>
          <a:solidFill>
            <a:srgbClr val="000000"/>
          </a:solidFill>
          <a:ln>
            <a:noFill/>
          </a:ln>
        </p:spPr>
        <p:txBody>
          <a:bodyPr rtlCol="0" anchor="ctr"/>
          <a:lstStyle/>
          <a:p>
            <a:pPr algn="ctr"/>
          </a:p>
        </p:txBody>
      </p:sp>
      <p:sp>
        <p:nvSpPr>
          <p:cNvPr id="64" name="𐱃"/>
          <p:cNvSpPr/>
          <p:nvPr/>
        </p:nvSpPr>
        <p:spPr>
          <a:xfrm>
            <a:off x="6340773" y="4903470"/>
            <a:ext cx="448513" cy="720090"/>
          </a:xfrm>
          <a:custGeom>
            <a:avLst/>
            <a:gdLst/>
            <a:ahLst/>
            <a:cxnLst/>
            <a:rect l="l" t="t" r="r" b="b"/>
            <a:pathLst>
              <a:path w="58860" h="94500" stroke="0">
                <a:moveTo>
                  <a:pt x="9585" y="91260"/>
                </a:moveTo>
                <a:lnTo>
                  <a:pt x="10665" y="88830"/>
                </a:lnTo>
                <a:lnTo>
                  <a:pt x="11340" y="86670"/>
                </a:lnTo>
                <a:lnTo>
                  <a:pt x="11340" y="7965"/>
                </a:lnTo>
                <a:lnTo>
                  <a:pt x="0" y="7965"/>
                </a:lnTo>
                <a:lnTo>
                  <a:pt x="0" y="0"/>
                </a:lnTo>
                <a:lnTo>
                  <a:pt x="56700" y="0"/>
                </a:lnTo>
                <a:lnTo>
                  <a:pt x="56700" y="7965"/>
                </a:lnTo>
                <a:lnTo>
                  <a:pt x="22410" y="7965"/>
                </a:lnTo>
                <a:lnTo>
                  <a:pt x="22410" y="25515"/>
                </a:lnTo>
                <a:lnTo>
                  <a:pt x="25245" y="25785"/>
                </a:lnTo>
                <a:lnTo>
                  <a:pt x="28080" y="26055"/>
                </a:lnTo>
                <a:lnTo>
                  <a:pt x="30645" y="26460"/>
                </a:lnTo>
                <a:lnTo>
                  <a:pt x="33345" y="27135"/>
                </a:lnTo>
                <a:lnTo>
                  <a:pt x="35640" y="27810"/>
                </a:lnTo>
                <a:lnTo>
                  <a:pt x="38070" y="28755"/>
                </a:lnTo>
                <a:lnTo>
                  <a:pt x="40365" y="29835"/>
                </a:lnTo>
                <a:lnTo>
                  <a:pt x="42525" y="31050"/>
                </a:lnTo>
                <a:lnTo>
                  <a:pt x="44685" y="32400"/>
                </a:lnTo>
                <a:lnTo>
                  <a:pt x="46710" y="34020"/>
                </a:lnTo>
                <a:lnTo>
                  <a:pt x="48465" y="35505"/>
                </a:lnTo>
                <a:lnTo>
                  <a:pt x="50220" y="37260"/>
                </a:lnTo>
                <a:lnTo>
                  <a:pt x="51840" y="39150"/>
                </a:lnTo>
                <a:lnTo>
                  <a:pt x="53325" y="41175"/>
                </a:lnTo>
                <a:lnTo>
                  <a:pt x="54540" y="43200"/>
                </a:lnTo>
                <a:lnTo>
                  <a:pt x="55620" y="45360"/>
                </a:lnTo>
                <a:lnTo>
                  <a:pt x="56295" y="47115"/>
                </a:lnTo>
                <a:lnTo>
                  <a:pt x="57105" y="49005"/>
                </a:lnTo>
                <a:lnTo>
                  <a:pt x="57645" y="51030"/>
                </a:lnTo>
                <a:lnTo>
                  <a:pt x="58185" y="53055"/>
                </a:lnTo>
                <a:lnTo>
                  <a:pt x="58455" y="54810"/>
                </a:lnTo>
                <a:lnTo>
                  <a:pt x="58725" y="56835"/>
                </a:lnTo>
                <a:lnTo>
                  <a:pt x="58860" y="58860"/>
                </a:lnTo>
                <a:lnTo>
                  <a:pt x="58860" y="61020"/>
                </a:lnTo>
                <a:lnTo>
                  <a:pt x="58725" y="63045"/>
                </a:lnTo>
                <a:lnTo>
                  <a:pt x="58455" y="65070"/>
                </a:lnTo>
                <a:lnTo>
                  <a:pt x="58185" y="67095"/>
                </a:lnTo>
                <a:lnTo>
                  <a:pt x="57780" y="68850"/>
                </a:lnTo>
                <a:lnTo>
                  <a:pt x="57105" y="70875"/>
                </a:lnTo>
                <a:lnTo>
                  <a:pt x="56430" y="72765"/>
                </a:lnTo>
                <a:lnTo>
                  <a:pt x="55755" y="74520"/>
                </a:lnTo>
                <a:lnTo>
                  <a:pt x="54810" y="76410"/>
                </a:lnTo>
                <a:lnTo>
                  <a:pt x="53055" y="79110"/>
                </a:lnTo>
                <a:lnTo>
                  <a:pt x="51165" y="81810"/>
                </a:lnTo>
                <a:lnTo>
                  <a:pt x="50085" y="83025"/>
                </a:lnTo>
                <a:lnTo>
                  <a:pt x="48870" y="84240"/>
                </a:lnTo>
                <a:lnTo>
                  <a:pt x="46575" y="86265"/>
                </a:lnTo>
                <a:lnTo>
                  <a:pt x="43875" y="88290"/>
                </a:lnTo>
                <a:lnTo>
                  <a:pt x="41175" y="89910"/>
                </a:lnTo>
                <a:lnTo>
                  <a:pt x="39555" y="90720"/>
                </a:lnTo>
                <a:lnTo>
                  <a:pt x="38070" y="91395"/>
                </a:lnTo>
                <a:lnTo>
                  <a:pt x="34965" y="92475"/>
                </a:lnTo>
                <a:lnTo>
                  <a:pt x="32940" y="93150"/>
                </a:lnTo>
                <a:lnTo>
                  <a:pt x="30915" y="93555"/>
                </a:lnTo>
                <a:lnTo>
                  <a:pt x="28890" y="93960"/>
                </a:lnTo>
                <a:lnTo>
                  <a:pt x="26460" y="94365"/>
                </a:lnTo>
                <a:lnTo>
                  <a:pt x="26460" y="94500"/>
                </a:lnTo>
                <a:lnTo>
                  <a:pt x="24165" y="94500"/>
                </a:lnTo>
                <a:lnTo>
                  <a:pt x="17550" y="94500"/>
                </a:lnTo>
                <a:lnTo>
                  <a:pt x="7290" y="94500"/>
                </a:lnTo>
                <a:lnTo>
                  <a:pt x="7290" y="91800"/>
                </a:lnTo>
                <a:close/>
                <a:moveTo>
                  <a:pt x="25245" y="86400"/>
                </a:moveTo>
                <a:lnTo>
                  <a:pt x="27810" y="85995"/>
                </a:lnTo>
                <a:lnTo>
                  <a:pt x="30240" y="85320"/>
                </a:lnTo>
                <a:lnTo>
                  <a:pt x="32670" y="84375"/>
                </a:lnTo>
                <a:lnTo>
                  <a:pt x="34830" y="83295"/>
                </a:lnTo>
                <a:lnTo>
                  <a:pt x="36990" y="82080"/>
                </a:lnTo>
                <a:lnTo>
                  <a:pt x="38745" y="80595"/>
                </a:lnTo>
                <a:lnTo>
                  <a:pt x="40500" y="78975"/>
                </a:lnTo>
                <a:lnTo>
                  <a:pt x="42120" y="77085"/>
                </a:lnTo>
                <a:lnTo>
                  <a:pt x="43605" y="74925"/>
                </a:lnTo>
                <a:lnTo>
                  <a:pt x="44820" y="72765"/>
                </a:lnTo>
                <a:lnTo>
                  <a:pt x="45900" y="70200"/>
                </a:lnTo>
                <a:lnTo>
                  <a:pt x="46710" y="67770"/>
                </a:lnTo>
                <a:lnTo>
                  <a:pt x="47385" y="65340"/>
                </a:lnTo>
                <a:lnTo>
                  <a:pt x="47655" y="62775"/>
                </a:lnTo>
                <a:lnTo>
                  <a:pt x="47790" y="59940"/>
                </a:lnTo>
                <a:lnTo>
                  <a:pt x="47655" y="57105"/>
                </a:lnTo>
                <a:lnTo>
                  <a:pt x="47250" y="54675"/>
                </a:lnTo>
                <a:lnTo>
                  <a:pt x="46710" y="52110"/>
                </a:lnTo>
                <a:lnTo>
                  <a:pt x="45900" y="49680"/>
                </a:lnTo>
                <a:lnTo>
                  <a:pt x="44820" y="47385"/>
                </a:lnTo>
                <a:lnTo>
                  <a:pt x="43605" y="45225"/>
                </a:lnTo>
                <a:lnTo>
                  <a:pt x="42120" y="43065"/>
                </a:lnTo>
                <a:lnTo>
                  <a:pt x="40500" y="41175"/>
                </a:lnTo>
                <a:lnTo>
                  <a:pt x="38745" y="39555"/>
                </a:lnTo>
                <a:lnTo>
                  <a:pt x="36720" y="37935"/>
                </a:lnTo>
                <a:lnTo>
                  <a:pt x="34560" y="36720"/>
                </a:lnTo>
                <a:lnTo>
                  <a:pt x="32535" y="35640"/>
                </a:lnTo>
                <a:lnTo>
                  <a:pt x="30240" y="34830"/>
                </a:lnTo>
                <a:lnTo>
                  <a:pt x="27810" y="34155"/>
                </a:lnTo>
                <a:lnTo>
                  <a:pt x="25245" y="33750"/>
                </a:lnTo>
                <a:lnTo>
                  <a:pt x="22410" y="33480"/>
                </a:lnTo>
                <a:lnTo>
                  <a:pt x="22410" y="86670"/>
                </a:lnTo>
                <a:close/>
              </a:path>
            </a:pathLst>
          </a:custGeom>
          <a:solidFill>
            <a:srgbClr val="000000"/>
          </a:solidFill>
          <a:ln>
            <a:noFill/>
          </a:ln>
        </p:spPr>
        <p:txBody>
          <a:bodyPr rtlCol="0" anchor="ctr"/>
          <a:lstStyle/>
          <a:p>
            <a:pPr algn="ctr"/>
          </a:p>
        </p:txBody>
      </p:sp>
      <p:sp>
        <p:nvSpPr>
          <p:cNvPr id="65" name="AET"/>
          <p:cNvSpPr txBox="1"/>
          <p:nvPr/>
        </p:nvSpPr>
        <p:spPr>
          <a:xfrm>
            <a:off x="6918960" y="4699102"/>
            <a:ext cx="268224"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AET</a:t>
            </a:r>
          </a:p>
        </p:txBody>
      </p:sp>
      <p:sp>
        <p:nvSpPr>
          <p:cNvPr id="66" name="𐱅"/>
          <p:cNvSpPr/>
          <p:nvPr/>
        </p:nvSpPr>
        <p:spPr>
          <a:xfrm>
            <a:off x="7153123" y="4903470"/>
            <a:ext cx="453657" cy="720090"/>
          </a:xfrm>
          <a:custGeom>
            <a:avLst/>
            <a:gdLst/>
            <a:ahLst/>
            <a:cxnLst/>
            <a:rect l="l" t="t" r="r" b="b"/>
            <a:pathLst>
              <a:path w="59535" h="94500" stroke="0">
                <a:moveTo>
                  <a:pt x="3375" y="88830"/>
                </a:moveTo>
                <a:lnTo>
                  <a:pt x="4050" y="86670"/>
                </a:lnTo>
                <a:lnTo>
                  <a:pt x="4050" y="7830"/>
                </a:lnTo>
                <a:lnTo>
                  <a:pt x="3375" y="5670"/>
                </a:lnTo>
                <a:lnTo>
                  <a:pt x="2295" y="3240"/>
                </a:lnTo>
                <a:lnTo>
                  <a:pt x="0" y="2700"/>
                </a:lnTo>
                <a:lnTo>
                  <a:pt x="0" y="0"/>
                </a:lnTo>
                <a:lnTo>
                  <a:pt x="20250" y="0"/>
                </a:lnTo>
                <a:lnTo>
                  <a:pt x="20250" y="2700"/>
                </a:lnTo>
                <a:lnTo>
                  <a:pt x="17955" y="3240"/>
                </a:lnTo>
                <a:lnTo>
                  <a:pt x="16875" y="5670"/>
                </a:lnTo>
                <a:lnTo>
                  <a:pt x="16200" y="7830"/>
                </a:lnTo>
                <a:lnTo>
                  <a:pt x="16200" y="42255"/>
                </a:lnTo>
                <a:lnTo>
                  <a:pt x="17685" y="41310"/>
                </a:lnTo>
                <a:lnTo>
                  <a:pt x="18900" y="40365"/>
                </a:lnTo>
                <a:lnTo>
                  <a:pt x="21870" y="38070"/>
                </a:lnTo>
                <a:lnTo>
                  <a:pt x="24840" y="35235"/>
                </a:lnTo>
                <a:lnTo>
                  <a:pt x="31320" y="28890"/>
                </a:lnTo>
                <a:lnTo>
                  <a:pt x="34560" y="26055"/>
                </a:lnTo>
                <a:lnTo>
                  <a:pt x="35910" y="24840"/>
                </a:lnTo>
                <a:lnTo>
                  <a:pt x="37395" y="23760"/>
                </a:lnTo>
                <a:lnTo>
                  <a:pt x="38880" y="22950"/>
                </a:lnTo>
                <a:lnTo>
                  <a:pt x="40230" y="22140"/>
                </a:lnTo>
                <a:lnTo>
                  <a:pt x="42525" y="21060"/>
                </a:lnTo>
                <a:lnTo>
                  <a:pt x="44685" y="20385"/>
                </a:lnTo>
                <a:lnTo>
                  <a:pt x="46980" y="20115"/>
                </a:lnTo>
                <a:lnTo>
                  <a:pt x="48195" y="19980"/>
                </a:lnTo>
                <a:lnTo>
                  <a:pt x="49275" y="19980"/>
                </a:lnTo>
                <a:lnTo>
                  <a:pt x="49950" y="20115"/>
                </a:lnTo>
                <a:lnTo>
                  <a:pt x="51435" y="20520"/>
                </a:lnTo>
                <a:lnTo>
                  <a:pt x="52650" y="21060"/>
                </a:lnTo>
                <a:lnTo>
                  <a:pt x="53190" y="21465"/>
                </a:lnTo>
                <a:lnTo>
                  <a:pt x="53730" y="21870"/>
                </a:lnTo>
                <a:lnTo>
                  <a:pt x="54000" y="22410"/>
                </a:lnTo>
                <a:lnTo>
                  <a:pt x="54405" y="22950"/>
                </a:lnTo>
                <a:lnTo>
                  <a:pt x="54540" y="23490"/>
                </a:lnTo>
                <a:lnTo>
                  <a:pt x="54675" y="24030"/>
                </a:lnTo>
                <a:lnTo>
                  <a:pt x="54675" y="24570"/>
                </a:lnTo>
                <a:lnTo>
                  <a:pt x="54540" y="25110"/>
                </a:lnTo>
                <a:lnTo>
                  <a:pt x="52920" y="29160"/>
                </a:lnTo>
                <a:lnTo>
                  <a:pt x="52245" y="31185"/>
                </a:lnTo>
                <a:lnTo>
                  <a:pt x="51705" y="33210"/>
                </a:lnTo>
                <a:lnTo>
                  <a:pt x="50625" y="37665"/>
                </a:lnTo>
                <a:lnTo>
                  <a:pt x="49950" y="42120"/>
                </a:lnTo>
                <a:lnTo>
                  <a:pt x="49410" y="46440"/>
                </a:lnTo>
                <a:lnTo>
                  <a:pt x="49275" y="50760"/>
                </a:lnTo>
                <a:lnTo>
                  <a:pt x="49275" y="55080"/>
                </a:lnTo>
                <a:lnTo>
                  <a:pt x="49410" y="59535"/>
                </a:lnTo>
                <a:lnTo>
                  <a:pt x="49950" y="64260"/>
                </a:lnTo>
                <a:lnTo>
                  <a:pt x="50625" y="68850"/>
                </a:lnTo>
                <a:lnTo>
                  <a:pt x="51570" y="73710"/>
                </a:lnTo>
                <a:lnTo>
                  <a:pt x="52785" y="78030"/>
                </a:lnTo>
                <a:lnTo>
                  <a:pt x="54135" y="82215"/>
                </a:lnTo>
                <a:lnTo>
                  <a:pt x="55755" y="85995"/>
                </a:lnTo>
                <a:lnTo>
                  <a:pt x="57510" y="89505"/>
                </a:lnTo>
                <a:lnTo>
                  <a:pt x="58455" y="91125"/>
                </a:lnTo>
                <a:lnTo>
                  <a:pt x="59535" y="92610"/>
                </a:lnTo>
                <a:lnTo>
                  <a:pt x="54000" y="94500"/>
                </a:lnTo>
                <a:lnTo>
                  <a:pt x="47385" y="94500"/>
                </a:lnTo>
                <a:lnTo>
                  <a:pt x="46845" y="93690"/>
                </a:lnTo>
                <a:lnTo>
                  <a:pt x="45225" y="90720"/>
                </a:lnTo>
                <a:lnTo>
                  <a:pt x="43740" y="87615"/>
                </a:lnTo>
                <a:lnTo>
                  <a:pt x="42390" y="84105"/>
                </a:lnTo>
                <a:lnTo>
                  <a:pt x="41445" y="81405"/>
                </a:lnTo>
                <a:lnTo>
                  <a:pt x="40635" y="78705"/>
                </a:lnTo>
                <a:lnTo>
                  <a:pt x="39690" y="75600"/>
                </a:lnTo>
                <a:lnTo>
                  <a:pt x="39150" y="72765"/>
                </a:lnTo>
                <a:lnTo>
                  <a:pt x="38475" y="69525"/>
                </a:lnTo>
                <a:lnTo>
                  <a:pt x="38070" y="66690"/>
                </a:lnTo>
                <a:lnTo>
                  <a:pt x="37530" y="63315"/>
                </a:lnTo>
                <a:lnTo>
                  <a:pt x="37260" y="60345"/>
                </a:lnTo>
                <a:lnTo>
                  <a:pt x="37125" y="56970"/>
                </a:lnTo>
                <a:lnTo>
                  <a:pt x="36990" y="54000"/>
                </a:lnTo>
                <a:lnTo>
                  <a:pt x="37125" y="51030"/>
                </a:lnTo>
                <a:lnTo>
                  <a:pt x="37125" y="48060"/>
                </a:lnTo>
                <a:lnTo>
                  <a:pt x="37395" y="45090"/>
                </a:lnTo>
                <a:lnTo>
                  <a:pt x="37665" y="42120"/>
                </a:lnTo>
                <a:lnTo>
                  <a:pt x="38070" y="39285"/>
                </a:lnTo>
                <a:lnTo>
                  <a:pt x="38610" y="36450"/>
                </a:lnTo>
                <a:lnTo>
                  <a:pt x="34695" y="40365"/>
                </a:lnTo>
                <a:lnTo>
                  <a:pt x="31725" y="43200"/>
                </a:lnTo>
                <a:lnTo>
                  <a:pt x="29025" y="45360"/>
                </a:lnTo>
                <a:lnTo>
                  <a:pt x="26460" y="47385"/>
                </a:lnTo>
                <a:lnTo>
                  <a:pt x="23895" y="49005"/>
                </a:lnTo>
                <a:lnTo>
                  <a:pt x="21330" y="50355"/>
                </a:lnTo>
                <a:lnTo>
                  <a:pt x="18765" y="51435"/>
                </a:lnTo>
                <a:lnTo>
                  <a:pt x="16200" y="52110"/>
                </a:lnTo>
                <a:lnTo>
                  <a:pt x="16200" y="86670"/>
                </a:lnTo>
                <a:lnTo>
                  <a:pt x="16875" y="88830"/>
                </a:lnTo>
                <a:lnTo>
                  <a:pt x="17955" y="91260"/>
                </a:lnTo>
                <a:lnTo>
                  <a:pt x="20250" y="91800"/>
                </a:lnTo>
                <a:lnTo>
                  <a:pt x="20250" y="94500"/>
                </a:lnTo>
                <a:lnTo>
                  <a:pt x="0" y="94500"/>
                </a:lnTo>
                <a:lnTo>
                  <a:pt x="0" y="91800"/>
                </a:lnTo>
                <a:lnTo>
                  <a:pt x="2295" y="91260"/>
                </a:lnTo>
                <a:close/>
              </a:path>
            </a:pathLst>
          </a:custGeom>
          <a:solidFill>
            <a:srgbClr val="000000"/>
          </a:solidFill>
          <a:ln>
            <a:noFill/>
          </a:ln>
        </p:spPr>
        <p:txBody>
          <a:bodyPr rtlCol="0" anchor="ctr"/>
          <a:lstStyle/>
          <a:p>
            <a:pPr algn="ctr"/>
          </a:p>
        </p:txBody>
      </p:sp>
      <p:sp>
        <p:nvSpPr>
          <p:cNvPr id="67" name="𐱅"/>
          <p:cNvSpPr/>
          <p:nvPr/>
        </p:nvSpPr>
        <p:spPr>
          <a:xfrm>
            <a:off x="7926629" y="4903470"/>
            <a:ext cx="400164" cy="720090"/>
          </a:xfrm>
          <a:custGeom>
            <a:avLst/>
            <a:gdLst/>
            <a:ahLst/>
            <a:cxnLst/>
            <a:rect l="l" t="t" r="r" b="b"/>
            <a:pathLst>
              <a:path w="52515" h="94500" stroke="0">
                <a:moveTo>
                  <a:pt x="3375" y="88830"/>
                </a:moveTo>
                <a:lnTo>
                  <a:pt x="4050" y="86670"/>
                </a:lnTo>
                <a:lnTo>
                  <a:pt x="4050" y="7830"/>
                </a:lnTo>
                <a:lnTo>
                  <a:pt x="3375" y="5670"/>
                </a:lnTo>
                <a:lnTo>
                  <a:pt x="2295" y="3240"/>
                </a:lnTo>
                <a:lnTo>
                  <a:pt x="0" y="2700"/>
                </a:lnTo>
                <a:lnTo>
                  <a:pt x="0" y="0"/>
                </a:lnTo>
                <a:lnTo>
                  <a:pt x="19170" y="0"/>
                </a:lnTo>
                <a:lnTo>
                  <a:pt x="19170" y="2700"/>
                </a:lnTo>
                <a:lnTo>
                  <a:pt x="16875" y="3240"/>
                </a:lnTo>
                <a:lnTo>
                  <a:pt x="15795" y="5670"/>
                </a:lnTo>
                <a:lnTo>
                  <a:pt x="15120" y="7830"/>
                </a:lnTo>
                <a:lnTo>
                  <a:pt x="15120" y="49545"/>
                </a:lnTo>
                <a:lnTo>
                  <a:pt x="17550" y="48060"/>
                </a:lnTo>
                <a:lnTo>
                  <a:pt x="20250" y="46170"/>
                </a:lnTo>
                <a:lnTo>
                  <a:pt x="22815" y="44145"/>
                </a:lnTo>
                <a:lnTo>
                  <a:pt x="28350" y="39420"/>
                </a:lnTo>
                <a:lnTo>
                  <a:pt x="31320" y="37125"/>
                </a:lnTo>
                <a:lnTo>
                  <a:pt x="33885" y="35370"/>
                </a:lnTo>
                <a:lnTo>
                  <a:pt x="36315" y="34155"/>
                </a:lnTo>
                <a:lnTo>
                  <a:pt x="38340" y="33345"/>
                </a:lnTo>
                <a:lnTo>
                  <a:pt x="40095" y="32940"/>
                </a:lnTo>
                <a:lnTo>
                  <a:pt x="41850" y="32535"/>
                </a:lnTo>
                <a:lnTo>
                  <a:pt x="43875" y="32535"/>
                </a:lnTo>
                <a:lnTo>
                  <a:pt x="45360" y="32535"/>
                </a:lnTo>
                <a:lnTo>
                  <a:pt x="46710" y="32940"/>
                </a:lnTo>
                <a:lnTo>
                  <a:pt x="47790" y="33615"/>
                </a:lnTo>
                <a:lnTo>
                  <a:pt x="48330" y="34020"/>
                </a:lnTo>
                <a:lnTo>
                  <a:pt x="48735" y="34425"/>
                </a:lnTo>
                <a:lnTo>
                  <a:pt x="49140" y="34830"/>
                </a:lnTo>
                <a:lnTo>
                  <a:pt x="49275" y="35370"/>
                </a:lnTo>
                <a:lnTo>
                  <a:pt x="49545" y="35910"/>
                </a:lnTo>
                <a:lnTo>
                  <a:pt x="49545" y="36315"/>
                </a:lnTo>
                <a:lnTo>
                  <a:pt x="49545" y="36855"/>
                </a:lnTo>
                <a:lnTo>
                  <a:pt x="48195" y="41445"/>
                </a:lnTo>
                <a:lnTo>
                  <a:pt x="47250" y="45360"/>
                </a:lnTo>
                <a:lnTo>
                  <a:pt x="46440" y="49410"/>
                </a:lnTo>
                <a:lnTo>
                  <a:pt x="45900" y="54000"/>
                </a:lnTo>
                <a:lnTo>
                  <a:pt x="45630" y="57375"/>
                </a:lnTo>
                <a:lnTo>
                  <a:pt x="45630" y="60480"/>
                </a:lnTo>
                <a:lnTo>
                  <a:pt x="45630" y="63585"/>
                </a:lnTo>
                <a:lnTo>
                  <a:pt x="45765" y="66690"/>
                </a:lnTo>
                <a:lnTo>
                  <a:pt x="46035" y="70605"/>
                </a:lnTo>
                <a:lnTo>
                  <a:pt x="46575" y="74115"/>
                </a:lnTo>
                <a:lnTo>
                  <a:pt x="47115" y="77490"/>
                </a:lnTo>
                <a:lnTo>
                  <a:pt x="47925" y="80865"/>
                </a:lnTo>
                <a:lnTo>
                  <a:pt x="48870" y="84105"/>
                </a:lnTo>
                <a:lnTo>
                  <a:pt x="49950" y="87210"/>
                </a:lnTo>
                <a:lnTo>
                  <a:pt x="51165" y="90180"/>
                </a:lnTo>
                <a:lnTo>
                  <a:pt x="52515" y="93150"/>
                </a:lnTo>
                <a:lnTo>
                  <a:pt x="47385" y="94500"/>
                </a:lnTo>
                <a:lnTo>
                  <a:pt x="41445" y="94500"/>
                </a:lnTo>
                <a:lnTo>
                  <a:pt x="41310" y="94095"/>
                </a:lnTo>
                <a:lnTo>
                  <a:pt x="40365" y="91935"/>
                </a:lnTo>
                <a:lnTo>
                  <a:pt x="38745" y="87750"/>
                </a:lnTo>
                <a:lnTo>
                  <a:pt x="37935" y="85455"/>
                </a:lnTo>
                <a:lnTo>
                  <a:pt x="37260" y="83025"/>
                </a:lnTo>
                <a:lnTo>
                  <a:pt x="36720" y="80730"/>
                </a:lnTo>
                <a:lnTo>
                  <a:pt x="36045" y="77895"/>
                </a:lnTo>
                <a:lnTo>
                  <a:pt x="35640" y="75330"/>
                </a:lnTo>
                <a:lnTo>
                  <a:pt x="35235" y="72495"/>
                </a:lnTo>
                <a:lnTo>
                  <a:pt x="34965" y="70065"/>
                </a:lnTo>
                <a:lnTo>
                  <a:pt x="34695" y="67095"/>
                </a:lnTo>
                <a:lnTo>
                  <a:pt x="34560" y="64260"/>
                </a:lnTo>
                <a:lnTo>
                  <a:pt x="34425" y="61695"/>
                </a:lnTo>
                <a:lnTo>
                  <a:pt x="34560" y="58860"/>
                </a:lnTo>
                <a:lnTo>
                  <a:pt x="34695" y="55890"/>
                </a:lnTo>
                <a:lnTo>
                  <a:pt x="34965" y="53055"/>
                </a:lnTo>
                <a:lnTo>
                  <a:pt x="35235" y="50625"/>
                </a:lnTo>
                <a:lnTo>
                  <a:pt x="35640" y="47790"/>
                </a:lnTo>
                <a:lnTo>
                  <a:pt x="36045" y="45225"/>
                </a:lnTo>
                <a:lnTo>
                  <a:pt x="29295" y="50895"/>
                </a:lnTo>
                <a:lnTo>
                  <a:pt x="27000" y="52650"/>
                </a:lnTo>
                <a:lnTo>
                  <a:pt x="24570" y="54270"/>
                </a:lnTo>
                <a:lnTo>
                  <a:pt x="22140" y="55620"/>
                </a:lnTo>
                <a:lnTo>
                  <a:pt x="19710" y="56835"/>
                </a:lnTo>
                <a:lnTo>
                  <a:pt x="17415" y="57780"/>
                </a:lnTo>
                <a:lnTo>
                  <a:pt x="15120" y="58455"/>
                </a:lnTo>
                <a:lnTo>
                  <a:pt x="15120" y="86670"/>
                </a:lnTo>
                <a:lnTo>
                  <a:pt x="15795" y="88830"/>
                </a:lnTo>
                <a:lnTo>
                  <a:pt x="16875" y="91260"/>
                </a:lnTo>
                <a:lnTo>
                  <a:pt x="19170" y="91800"/>
                </a:lnTo>
                <a:lnTo>
                  <a:pt x="19170" y="94500"/>
                </a:lnTo>
                <a:lnTo>
                  <a:pt x="0" y="94500"/>
                </a:lnTo>
                <a:lnTo>
                  <a:pt x="0" y="91800"/>
                </a:lnTo>
                <a:lnTo>
                  <a:pt x="2295" y="91260"/>
                </a:lnTo>
                <a:close/>
              </a:path>
            </a:pathLst>
          </a:custGeom>
          <a:solidFill>
            <a:srgbClr val="000000"/>
          </a:solidFill>
          <a:ln>
            <a:noFill/>
          </a:ln>
        </p:spPr>
        <p:txBody>
          <a:bodyPr rtlCol="0" anchor="ctr"/>
          <a:lstStyle/>
          <a:p>
            <a:pPr algn="ctr"/>
          </a:p>
        </p:txBody>
      </p:sp>
      <p:sp>
        <p:nvSpPr>
          <p:cNvPr id="68" name="OT"/>
          <p:cNvSpPr txBox="1"/>
          <p:nvPr/>
        </p:nvSpPr>
        <p:spPr>
          <a:xfrm>
            <a:off x="8473440" y="4699102"/>
            <a:ext cx="19507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OT</a:t>
            </a:r>
          </a:p>
        </p:txBody>
      </p:sp>
      <p:sp>
        <p:nvSpPr>
          <p:cNvPr id="69" name="𐱇"/>
          <p:cNvSpPr/>
          <p:nvPr/>
        </p:nvSpPr>
        <p:spPr>
          <a:xfrm>
            <a:off x="8637651" y="4903470"/>
            <a:ext cx="555498" cy="720090"/>
          </a:xfrm>
          <a:custGeom>
            <a:avLst/>
            <a:gdLst/>
            <a:ahLst/>
            <a:cxnLst/>
            <a:rect l="l" t="t" r="r" b="b"/>
            <a:pathLst>
              <a:path w="72900" h="94500" stroke="0">
                <a:moveTo>
                  <a:pt x="3375" y="88965"/>
                </a:moveTo>
                <a:lnTo>
                  <a:pt x="4050" y="86805"/>
                </a:lnTo>
                <a:lnTo>
                  <a:pt x="4050" y="47655"/>
                </a:lnTo>
                <a:lnTo>
                  <a:pt x="4185" y="44145"/>
                </a:lnTo>
                <a:lnTo>
                  <a:pt x="4455" y="40770"/>
                </a:lnTo>
                <a:lnTo>
                  <a:pt x="4860" y="37665"/>
                </a:lnTo>
                <a:lnTo>
                  <a:pt x="5400" y="34560"/>
                </a:lnTo>
                <a:lnTo>
                  <a:pt x="5940" y="32130"/>
                </a:lnTo>
                <a:lnTo>
                  <a:pt x="6480" y="29835"/>
                </a:lnTo>
                <a:lnTo>
                  <a:pt x="7155" y="27945"/>
                </a:lnTo>
                <a:lnTo>
                  <a:pt x="7965" y="25785"/>
                </a:lnTo>
                <a:lnTo>
                  <a:pt x="8910" y="23760"/>
                </a:lnTo>
                <a:lnTo>
                  <a:pt x="9855" y="22005"/>
                </a:lnTo>
                <a:lnTo>
                  <a:pt x="10935" y="20250"/>
                </a:lnTo>
                <a:lnTo>
                  <a:pt x="12015" y="18765"/>
                </a:lnTo>
                <a:lnTo>
                  <a:pt x="13230" y="17280"/>
                </a:lnTo>
                <a:lnTo>
                  <a:pt x="14580" y="16065"/>
                </a:lnTo>
                <a:lnTo>
                  <a:pt x="15930" y="14850"/>
                </a:lnTo>
                <a:lnTo>
                  <a:pt x="17415" y="13635"/>
                </a:lnTo>
                <a:lnTo>
                  <a:pt x="19035" y="12690"/>
                </a:lnTo>
                <a:lnTo>
                  <a:pt x="20790" y="11745"/>
                </a:lnTo>
                <a:lnTo>
                  <a:pt x="22545" y="10935"/>
                </a:lnTo>
                <a:lnTo>
                  <a:pt x="24435" y="10125"/>
                </a:lnTo>
                <a:lnTo>
                  <a:pt x="21870" y="7425"/>
                </a:lnTo>
                <a:lnTo>
                  <a:pt x="19035" y="4050"/>
                </a:lnTo>
                <a:lnTo>
                  <a:pt x="29565" y="0"/>
                </a:lnTo>
                <a:lnTo>
                  <a:pt x="31185" y="1890"/>
                </a:lnTo>
                <a:lnTo>
                  <a:pt x="33075" y="3915"/>
                </a:lnTo>
                <a:lnTo>
                  <a:pt x="34695" y="5535"/>
                </a:lnTo>
                <a:lnTo>
                  <a:pt x="36450" y="7155"/>
                </a:lnTo>
                <a:lnTo>
                  <a:pt x="38205" y="5535"/>
                </a:lnTo>
                <a:lnTo>
                  <a:pt x="39825" y="3915"/>
                </a:lnTo>
                <a:lnTo>
                  <a:pt x="41715" y="1890"/>
                </a:lnTo>
                <a:lnTo>
                  <a:pt x="43335" y="0"/>
                </a:lnTo>
                <a:lnTo>
                  <a:pt x="53865" y="4050"/>
                </a:lnTo>
                <a:lnTo>
                  <a:pt x="51030" y="7425"/>
                </a:lnTo>
                <a:lnTo>
                  <a:pt x="48465" y="10125"/>
                </a:lnTo>
                <a:lnTo>
                  <a:pt x="50355" y="10935"/>
                </a:lnTo>
                <a:lnTo>
                  <a:pt x="51840" y="11610"/>
                </a:lnTo>
                <a:lnTo>
                  <a:pt x="53595" y="12555"/>
                </a:lnTo>
                <a:lnTo>
                  <a:pt x="55215" y="13500"/>
                </a:lnTo>
                <a:lnTo>
                  <a:pt x="56700" y="14580"/>
                </a:lnTo>
                <a:lnTo>
                  <a:pt x="58050" y="15795"/>
                </a:lnTo>
                <a:lnTo>
                  <a:pt x="59400" y="17010"/>
                </a:lnTo>
                <a:lnTo>
                  <a:pt x="60615" y="18495"/>
                </a:lnTo>
                <a:lnTo>
                  <a:pt x="61695" y="19980"/>
                </a:lnTo>
                <a:lnTo>
                  <a:pt x="62910" y="21735"/>
                </a:lnTo>
                <a:lnTo>
                  <a:pt x="63855" y="23355"/>
                </a:lnTo>
                <a:lnTo>
                  <a:pt x="64800" y="25380"/>
                </a:lnTo>
                <a:lnTo>
                  <a:pt x="65475" y="27135"/>
                </a:lnTo>
                <a:lnTo>
                  <a:pt x="66285" y="29430"/>
                </a:lnTo>
                <a:lnTo>
                  <a:pt x="66825" y="31320"/>
                </a:lnTo>
                <a:lnTo>
                  <a:pt x="67365" y="33750"/>
                </a:lnTo>
                <a:lnTo>
                  <a:pt x="67905" y="36720"/>
                </a:lnTo>
                <a:lnTo>
                  <a:pt x="68310" y="39960"/>
                </a:lnTo>
                <a:lnTo>
                  <a:pt x="68580" y="43200"/>
                </a:lnTo>
                <a:lnTo>
                  <a:pt x="68850" y="47115"/>
                </a:lnTo>
                <a:lnTo>
                  <a:pt x="68850" y="86805"/>
                </a:lnTo>
                <a:lnTo>
                  <a:pt x="69525" y="88965"/>
                </a:lnTo>
                <a:lnTo>
                  <a:pt x="70605" y="91395"/>
                </a:lnTo>
                <a:lnTo>
                  <a:pt x="72900" y="91800"/>
                </a:lnTo>
                <a:lnTo>
                  <a:pt x="72900" y="94500"/>
                </a:lnTo>
                <a:lnTo>
                  <a:pt x="52650" y="94500"/>
                </a:lnTo>
                <a:lnTo>
                  <a:pt x="52650" y="91800"/>
                </a:lnTo>
                <a:lnTo>
                  <a:pt x="54945" y="91395"/>
                </a:lnTo>
                <a:lnTo>
                  <a:pt x="56025" y="88965"/>
                </a:lnTo>
                <a:lnTo>
                  <a:pt x="56700" y="86805"/>
                </a:lnTo>
                <a:lnTo>
                  <a:pt x="56700" y="47790"/>
                </a:lnTo>
                <a:lnTo>
                  <a:pt x="56565" y="44550"/>
                </a:lnTo>
                <a:lnTo>
                  <a:pt x="56295" y="41445"/>
                </a:lnTo>
                <a:lnTo>
                  <a:pt x="55890" y="38475"/>
                </a:lnTo>
                <a:lnTo>
                  <a:pt x="55485" y="35775"/>
                </a:lnTo>
                <a:lnTo>
                  <a:pt x="55080" y="33480"/>
                </a:lnTo>
                <a:lnTo>
                  <a:pt x="54405" y="31455"/>
                </a:lnTo>
                <a:lnTo>
                  <a:pt x="53865" y="29565"/>
                </a:lnTo>
                <a:lnTo>
                  <a:pt x="53055" y="27540"/>
                </a:lnTo>
                <a:lnTo>
                  <a:pt x="52245" y="25920"/>
                </a:lnTo>
                <a:lnTo>
                  <a:pt x="51300" y="24300"/>
                </a:lnTo>
                <a:lnTo>
                  <a:pt x="50355" y="23085"/>
                </a:lnTo>
                <a:lnTo>
                  <a:pt x="49275" y="21735"/>
                </a:lnTo>
                <a:lnTo>
                  <a:pt x="48060" y="20655"/>
                </a:lnTo>
                <a:lnTo>
                  <a:pt x="46845" y="19710"/>
                </a:lnTo>
                <a:lnTo>
                  <a:pt x="45630" y="18900"/>
                </a:lnTo>
                <a:lnTo>
                  <a:pt x="44415" y="18225"/>
                </a:lnTo>
                <a:lnTo>
                  <a:pt x="42795" y="17685"/>
                </a:lnTo>
                <a:lnTo>
                  <a:pt x="41310" y="17280"/>
                </a:lnTo>
                <a:lnTo>
                  <a:pt x="39690" y="17010"/>
                </a:lnTo>
                <a:lnTo>
                  <a:pt x="37800" y="16875"/>
                </a:lnTo>
                <a:lnTo>
                  <a:pt x="35910" y="16875"/>
                </a:lnTo>
                <a:lnTo>
                  <a:pt x="33750" y="17010"/>
                </a:lnTo>
                <a:lnTo>
                  <a:pt x="31995" y="17280"/>
                </a:lnTo>
                <a:lnTo>
                  <a:pt x="30240" y="17685"/>
                </a:lnTo>
                <a:lnTo>
                  <a:pt x="28755" y="18225"/>
                </a:lnTo>
                <a:lnTo>
                  <a:pt x="27405" y="18765"/>
                </a:lnTo>
                <a:lnTo>
                  <a:pt x="26055" y="19710"/>
                </a:lnTo>
                <a:lnTo>
                  <a:pt x="24840" y="20655"/>
                </a:lnTo>
                <a:lnTo>
                  <a:pt x="23625" y="21735"/>
                </a:lnTo>
                <a:lnTo>
                  <a:pt x="22545" y="23085"/>
                </a:lnTo>
                <a:lnTo>
                  <a:pt x="21465" y="24570"/>
                </a:lnTo>
                <a:lnTo>
                  <a:pt x="20520" y="26190"/>
                </a:lnTo>
                <a:lnTo>
                  <a:pt x="19710" y="28080"/>
                </a:lnTo>
                <a:lnTo>
                  <a:pt x="18900" y="29835"/>
                </a:lnTo>
                <a:lnTo>
                  <a:pt x="18225" y="32130"/>
                </a:lnTo>
                <a:lnTo>
                  <a:pt x="17685" y="34290"/>
                </a:lnTo>
                <a:lnTo>
                  <a:pt x="17145" y="37260"/>
                </a:lnTo>
                <a:lnTo>
                  <a:pt x="16740" y="40500"/>
                </a:lnTo>
                <a:lnTo>
                  <a:pt x="16335" y="44010"/>
                </a:lnTo>
                <a:lnTo>
                  <a:pt x="16200" y="47250"/>
                </a:lnTo>
                <a:lnTo>
                  <a:pt x="16200" y="86805"/>
                </a:lnTo>
                <a:lnTo>
                  <a:pt x="16875" y="88965"/>
                </a:lnTo>
                <a:lnTo>
                  <a:pt x="17955" y="91395"/>
                </a:lnTo>
                <a:lnTo>
                  <a:pt x="20250" y="91800"/>
                </a:lnTo>
                <a:lnTo>
                  <a:pt x="20250" y="94500"/>
                </a:lnTo>
                <a:lnTo>
                  <a:pt x="0" y="94500"/>
                </a:lnTo>
                <a:lnTo>
                  <a:pt x="0" y="91800"/>
                </a:lnTo>
                <a:lnTo>
                  <a:pt x="2295" y="91395"/>
                </a:lnTo>
                <a:close/>
              </a:path>
            </a:pathLst>
          </a:custGeom>
          <a:solidFill>
            <a:srgbClr val="000000"/>
          </a:solidFill>
          <a:ln>
            <a:noFill/>
          </a:ln>
        </p:spPr>
        <p:txBody>
          <a:bodyPr rtlCol="0" anchor="ctr"/>
          <a:lstStyle/>
          <a:p>
            <a:pPr algn="ctr"/>
          </a:p>
        </p:txBody>
      </p:sp>
      <p:sp>
        <p:nvSpPr>
          <p:cNvPr id="70" name="𐱇"/>
          <p:cNvSpPr/>
          <p:nvPr/>
        </p:nvSpPr>
        <p:spPr>
          <a:xfrm>
            <a:off x="9414243" y="5098923"/>
            <a:ext cx="495833" cy="524637"/>
          </a:xfrm>
          <a:custGeom>
            <a:avLst/>
            <a:gdLst/>
            <a:ahLst/>
            <a:cxnLst/>
            <a:rect l="l" t="t" r="r" b="b"/>
            <a:pathLst>
              <a:path w="65070" h="68850" stroke="0">
                <a:moveTo>
                  <a:pt x="3375" y="63315"/>
                </a:moveTo>
                <a:lnTo>
                  <a:pt x="4050" y="61290"/>
                </a:lnTo>
                <a:lnTo>
                  <a:pt x="4050" y="38745"/>
                </a:lnTo>
                <a:lnTo>
                  <a:pt x="4050" y="35775"/>
                </a:lnTo>
                <a:lnTo>
                  <a:pt x="4320" y="32805"/>
                </a:lnTo>
                <a:lnTo>
                  <a:pt x="4590" y="30105"/>
                </a:lnTo>
                <a:lnTo>
                  <a:pt x="4995" y="27945"/>
                </a:lnTo>
                <a:lnTo>
                  <a:pt x="5400" y="25515"/>
                </a:lnTo>
                <a:lnTo>
                  <a:pt x="5940" y="23895"/>
                </a:lnTo>
                <a:lnTo>
                  <a:pt x="6480" y="22140"/>
                </a:lnTo>
                <a:lnTo>
                  <a:pt x="7020" y="20655"/>
                </a:lnTo>
                <a:lnTo>
                  <a:pt x="7695" y="19305"/>
                </a:lnTo>
                <a:lnTo>
                  <a:pt x="8505" y="17955"/>
                </a:lnTo>
                <a:lnTo>
                  <a:pt x="9180" y="16740"/>
                </a:lnTo>
                <a:lnTo>
                  <a:pt x="10125" y="15525"/>
                </a:lnTo>
                <a:lnTo>
                  <a:pt x="11070" y="14310"/>
                </a:lnTo>
                <a:lnTo>
                  <a:pt x="12015" y="13230"/>
                </a:lnTo>
                <a:lnTo>
                  <a:pt x="13095" y="12150"/>
                </a:lnTo>
                <a:lnTo>
                  <a:pt x="14310" y="11205"/>
                </a:lnTo>
                <a:lnTo>
                  <a:pt x="15525" y="10395"/>
                </a:lnTo>
                <a:lnTo>
                  <a:pt x="16875" y="9585"/>
                </a:lnTo>
                <a:lnTo>
                  <a:pt x="18090" y="9045"/>
                </a:lnTo>
                <a:lnTo>
                  <a:pt x="19575" y="8370"/>
                </a:lnTo>
                <a:lnTo>
                  <a:pt x="21060" y="7695"/>
                </a:lnTo>
                <a:lnTo>
                  <a:pt x="17685" y="4050"/>
                </a:lnTo>
                <a:lnTo>
                  <a:pt x="27135" y="0"/>
                </a:lnTo>
                <a:lnTo>
                  <a:pt x="30240" y="3375"/>
                </a:lnTo>
                <a:lnTo>
                  <a:pt x="31455" y="4590"/>
                </a:lnTo>
                <a:lnTo>
                  <a:pt x="32535" y="5400"/>
                </a:lnTo>
                <a:lnTo>
                  <a:pt x="33615" y="4590"/>
                </a:lnTo>
                <a:lnTo>
                  <a:pt x="34830" y="3375"/>
                </a:lnTo>
                <a:lnTo>
                  <a:pt x="37935" y="0"/>
                </a:lnTo>
                <a:lnTo>
                  <a:pt x="47385" y="4050"/>
                </a:lnTo>
                <a:lnTo>
                  <a:pt x="44010" y="7695"/>
                </a:lnTo>
                <a:lnTo>
                  <a:pt x="45495" y="8370"/>
                </a:lnTo>
                <a:lnTo>
                  <a:pt x="46710" y="8910"/>
                </a:lnTo>
                <a:lnTo>
                  <a:pt x="48060" y="9585"/>
                </a:lnTo>
                <a:lnTo>
                  <a:pt x="49410" y="10395"/>
                </a:lnTo>
                <a:lnTo>
                  <a:pt x="50490" y="11070"/>
                </a:lnTo>
                <a:lnTo>
                  <a:pt x="51705" y="12015"/>
                </a:lnTo>
                <a:lnTo>
                  <a:pt x="52785" y="12960"/>
                </a:lnTo>
                <a:lnTo>
                  <a:pt x="53865" y="14040"/>
                </a:lnTo>
                <a:lnTo>
                  <a:pt x="54810" y="15120"/>
                </a:lnTo>
                <a:lnTo>
                  <a:pt x="55620" y="16335"/>
                </a:lnTo>
                <a:lnTo>
                  <a:pt x="56430" y="17550"/>
                </a:lnTo>
                <a:lnTo>
                  <a:pt x="57105" y="18900"/>
                </a:lnTo>
                <a:lnTo>
                  <a:pt x="57780" y="20250"/>
                </a:lnTo>
                <a:lnTo>
                  <a:pt x="58455" y="21735"/>
                </a:lnTo>
                <a:lnTo>
                  <a:pt x="59400" y="24705"/>
                </a:lnTo>
                <a:lnTo>
                  <a:pt x="59940" y="27135"/>
                </a:lnTo>
                <a:lnTo>
                  <a:pt x="60480" y="29700"/>
                </a:lnTo>
                <a:lnTo>
                  <a:pt x="60750" y="32400"/>
                </a:lnTo>
                <a:lnTo>
                  <a:pt x="60885" y="35235"/>
                </a:lnTo>
                <a:lnTo>
                  <a:pt x="61020" y="38745"/>
                </a:lnTo>
                <a:lnTo>
                  <a:pt x="61020" y="61290"/>
                </a:lnTo>
                <a:lnTo>
                  <a:pt x="61695" y="63315"/>
                </a:lnTo>
                <a:lnTo>
                  <a:pt x="62775" y="65745"/>
                </a:lnTo>
                <a:lnTo>
                  <a:pt x="65070" y="66285"/>
                </a:lnTo>
                <a:lnTo>
                  <a:pt x="65070" y="68850"/>
                </a:lnTo>
                <a:lnTo>
                  <a:pt x="45900" y="68850"/>
                </a:lnTo>
                <a:lnTo>
                  <a:pt x="45900" y="66285"/>
                </a:lnTo>
                <a:lnTo>
                  <a:pt x="48195" y="65745"/>
                </a:lnTo>
                <a:lnTo>
                  <a:pt x="49275" y="63315"/>
                </a:lnTo>
                <a:lnTo>
                  <a:pt x="49950" y="61290"/>
                </a:lnTo>
                <a:lnTo>
                  <a:pt x="49950" y="36450"/>
                </a:lnTo>
                <a:lnTo>
                  <a:pt x="49815" y="34155"/>
                </a:lnTo>
                <a:lnTo>
                  <a:pt x="49545" y="32130"/>
                </a:lnTo>
                <a:lnTo>
                  <a:pt x="49410" y="30105"/>
                </a:lnTo>
                <a:lnTo>
                  <a:pt x="49005" y="27945"/>
                </a:lnTo>
                <a:lnTo>
                  <a:pt x="48465" y="26190"/>
                </a:lnTo>
                <a:lnTo>
                  <a:pt x="48060" y="24570"/>
                </a:lnTo>
                <a:lnTo>
                  <a:pt x="47520" y="23220"/>
                </a:lnTo>
                <a:lnTo>
                  <a:pt x="46845" y="21870"/>
                </a:lnTo>
                <a:lnTo>
                  <a:pt x="46170" y="20655"/>
                </a:lnTo>
                <a:lnTo>
                  <a:pt x="45360" y="19305"/>
                </a:lnTo>
                <a:lnTo>
                  <a:pt x="44550" y="18360"/>
                </a:lnTo>
                <a:lnTo>
                  <a:pt x="43605" y="17415"/>
                </a:lnTo>
                <a:lnTo>
                  <a:pt x="42795" y="16605"/>
                </a:lnTo>
                <a:lnTo>
                  <a:pt x="41850" y="15930"/>
                </a:lnTo>
                <a:lnTo>
                  <a:pt x="40635" y="15390"/>
                </a:lnTo>
                <a:lnTo>
                  <a:pt x="39555" y="14850"/>
                </a:lnTo>
                <a:lnTo>
                  <a:pt x="38340" y="14445"/>
                </a:lnTo>
                <a:lnTo>
                  <a:pt x="36990" y="14175"/>
                </a:lnTo>
                <a:lnTo>
                  <a:pt x="35370" y="13905"/>
                </a:lnTo>
                <a:lnTo>
                  <a:pt x="34020" y="13770"/>
                </a:lnTo>
                <a:lnTo>
                  <a:pt x="32265" y="13770"/>
                </a:lnTo>
                <a:lnTo>
                  <a:pt x="30780" y="13770"/>
                </a:lnTo>
                <a:lnTo>
                  <a:pt x="29160" y="13905"/>
                </a:lnTo>
                <a:lnTo>
                  <a:pt x="27675" y="14175"/>
                </a:lnTo>
                <a:lnTo>
                  <a:pt x="26325" y="14580"/>
                </a:lnTo>
                <a:lnTo>
                  <a:pt x="24975" y="15120"/>
                </a:lnTo>
                <a:lnTo>
                  <a:pt x="23760" y="15660"/>
                </a:lnTo>
                <a:lnTo>
                  <a:pt x="22815" y="16335"/>
                </a:lnTo>
                <a:lnTo>
                  <a:pt x="21735" y="17010"/>
                </a:lnTo>
                <a:lnTo>
                  <a:pt x="20790" y="17955"/>
                </a:lnTo>
                <a:lnTo>
                  <a:pt x="19845" y="19170"/>
                </a:lnTo>
                <a:lnTo>
                  <a:pt x="19035" y="20385"/>
                </a:lnTo>
                <a:lnTo>
                  <a:pt x="18225" y="21870"/>
                </a:lnTo>
                <a:lnTo>
                  <a:pt x="17550" y="23220"/>
                </a:lnTo>
                <a:lnTo>
                  <a:pt x="17010" y="24570"/>
                </a:lnTo>
                <a:lnTo>
                  <a:pt x="16605" y="26190"/>
                </a:lnTo>
                <a:lnTo>
                  <a:pt x="15930" y="28620"/>
                </a:lnTo>
                <a:lnTo>
                  <a:pt x="15660" y="30915"/>
                </a:lnTo>
                <a:lnTo>
                  <a:pt x="15390" y="33345"/>
                </a:lnTo>
                <a:lnTo>
                  <a:pt x="15120" y="35910"/>
                </a:lnTo>
                <a:lnTo>
                  <a:pt x="15120" y="38745"/>
                </a:lnTo>
                <a:lnTo>
                  <a:pt x="15120" y="61290"/>
                </a:lnTo>
                <a:lnTo>
                  <a:pt x="15795" y="63315"/>
                </a:lnTo>
                <a:lnTo>
                  <a:pt x="16875" y="65745"/>
                </a:lnTo>
                <a:lnTo>
                  <a:pt x="19170" y="66285"/>
                </a:lnTo>
                <a:lnTo>
                  <a:pt x="19170" y="68850"/>
                </a:lnTo>
                <a:lnTo>
                  <a:pt x="0" y="68850"/>
                </a:lnTo>
                <a:lnTo>
                  <a:pt x="0" y="66285"/>
                </a:lnTo>
                <a:lnTo>
                  <a:pt x="2295" y="65745"/>
                </a:lnTo>
                <a:close/>
              </a:path>
            </a:pathLst>
          </a:custGeom>
          <a:solidFill>
            <a:srgbClr val="000000"/>
          </a:solidFill>
          <a:ln>
            <a:noFill/>
          </a:ln>
        </p:spPr>
        <p:txBody>
          <a:bodyPr rtlCol="0" anchor="ctr"/>
          <a:lstStyle/>
          <a:p>
            <a:pPr algn="ctr"/>
          </a:p>
        </p:txBody>
      </p:sp>
      <p:sp>
        <p:nvSpPr>
          <p:cNvPr id="71" name="BASH"/>
          <p:cNvSpPr txBox="1"/>
          <p:nvPr/>
        </p:nvSpPr>
        <p:spPr>
          <a:xfrm>
            <a:off x="10027920" y="4699102"/>
            <a:ext cx="341376"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000000"/>
                </a:solidFill>
                <a:latin typeface="JetBrains Mono"/>
              </a:rPr>
              <a:t>BASH</a:t>
            </a:r>
          </a:p>
        </p:txBody>
      </p:sp>
      <p:sp>
        <p:nvSpPr>
          <p:cNvPr id="72" name="𐱈"/>
          <p:cNvSpPr/>
          <p:nvPr/>
        </p:nvSpPr>
        <p:spPr>
          <a:xfrm>
            <a:off x="10200875" y="4903470"/>
            <a:ext cx="538010" cy="720090"/>
          </a:xfrm>
          <a:custGeom>
            <a:avLst/>
            <a:gdLst/>
            <a:ahLst/>
            <a:cxnLst/>
            <a:rect l="l" t="t" r="r" b="b"/>
            <a:pathLst>
              <a:path w="70605" h="94500" stroke="0">
                <a:moveTo>
                  <a:pt x="19305" y="45225"/>
                </a:moveTo>
                <a:lnTo>
                  <a:pt x="15930" y="43200"/>
                </a:lnTo>
                <a:lnTo>
                  <a:pt x="12960" y="41175"/>
                </a:lnTo>
                <a:lnTo>
                  <a:pt x="9990" y="38880"/>
                </a:lnTo>
                <a:lnTo>
                  <a:pt x="7695" y="36585"/>
                </a:lnTo>
                <a:lnTo>
                  <a:pt x="6480" y="35370"/>
                </a:lnTo>
                <a:lnTo>
                  <a:pt x="5400" y="34155"/>
                </a:lnTo>
                <a:lnTo>
                  <a:pt x="4455" y="32805"/>
                </a:lnTo>
                <a:lnTo>
                  <a:pt x="3645" y="31590"/>
                </a:lnTo>
                <a:lnTo>
                  <a:pt x="2970" y="30240"/>
                </a:lnTo>
                <a:lnTo>
                  <a:pt x="2295" y="29025"/>
                </a:lnTo>
                <a:lnTo>
                  <a:pt x="1755" y="27675"/>
                </a:lnTo>
                <a:lnTo>
                  <a:pt x="1350" y="26460"/>
                </a:lnTo>
                <a:lnTo>
                  <a:pt x="1080" y="25110"/>
                </a:lnTo>
                <a:lnTo>
                  <a:pt x="810" y="23895"/>
                </a:lnTo>
                <a:lnTo>
                  <a:pt x="675" y="22545"/>
                </a:lnTo>
                <a:lnTo>
                  <a:pt x="675" y="21330"/>
                </a:lnTo>
                <a:lnTo>
                  <a:pt x="810" y="20115"/>
                </a:lnTo>
                <a:lnTo>
                  <a:pt x="1080" y="18630"/>
                </a:lnTo>
                <a:lnTo>
                  <a:pt x="1350" y="17415"/>
                </a:lnTo>
                <a:lnTo>
                  <a:pt x="1755" y="16200"/>
                </a:lnTo>
                <a:lnTo>
                  <a:pt x="2295" y="15120"/>
                </a:lnTo>
                <a:lnTo>
                  <a:pt x="2835" y="13905"/>
                </a:lnTo>
                <a:lnTo>
                  <a:pt x="3510" y="12690"/>
                </a:lnTo>
                <a:lnTo>
                  <a:pt x="4320" y="11610"/>
                </a:lnTo>
                <a:lnTo>
                  <a:pt x="5265" y="10665"/>
                </a:lnTo>
                <a:lnTo>
                  <a:pt x="6345" y="9450"/>
                </a:lnTo>
                <a:lnTo>
                  <a:pt x="7425" y="8505"/>
                </a:lnTo>
                <a:lnTo>
                  <a:pt x="8775" y="7425"/>
                </a:lnTo>
                <a:lnTo>
                  <a:pt x="10125" y="6480"/>
                </a:lnTo>
                <a:lnTo>
                  <a:pt x="11610" y="5535"/>
                </a:lnTo>
                <a:lnTo>
                  <a:pt x="13095" y="4725"/>
                </a:lnTo>
                <a:lnTo>
                  <a:pt x="14850" y="3915"/>
                </a:lnTo>
                <a:lnTo>
                  <a:pt x="17955" y="2700"/>
                </a:lnTo>
                <a:lnTo>
                  <a:pt x="19980" y="2025"/>
                </a:lnTo>
                <a:lnTo>
                  <a:pt x="21735" y="1485"/>
                </a:lnTo>
                <a:lnTo>
                  <a:pt x="23895" y="1080"/>
                </a:lnTo>
                <a:lnTo>
                  <a:pt x="25650" y="675"/>
                </a:lnTo>
                <a:lnTo>
                  <a:pt x="27675" y="405"/>
                </a:lnTo>
                <a:lnTo>
                  <a:pt x="29970" y="270"/>
                </a:lnTo>
                <a:lnTo>
                  <a:pt x="34020" y="0"/>
                </a:lnTo>
                <a:lnTo>
                  <a:pt x="38475" y="135"/>
                </a:lnTo>
                <a:lnTo>
                  <a:pt x="42525" y="405"/>
                </a:lnTo>
                <a:lnTo>
                  <a:pt x="44820" y="675"/>
                </a:lnTo>
                <a:lnTo>
                  <a:pt x="46710" y="1080"/>
                </a:lnTo>
                <a:lnTo>
                  <a:pt x="48870" y="1485"/>
                </a:lnTo>
                <a:lnTo>
                  <a:pt x="50625" y="2025"/>
                </a:lnTo>
                <a:lnTo>
                  <a:pt x="52515" y="2700"/>
                </a:lnTo>
                <a:lnTo>
                  <a:pt x="54270" y="3240"/>
                </a:lnTo>
                <a:lnTo>
                  <a:pt x="56025" y="4050"/>
                </a:lnTo>
                <a:lnTo>
                  <a:pt x="57510" y="4725"/>
                </a:lnTo>
                <a:lnTo>
                  <a:pt x="59130" y="5670"/>
                </a:lnTo>
                <a:lnTo>
                  <a:pt x="60480" y="6480"/>
                </a:lnTo>
                <a:lnTo>
                  <a:pt x="61965" y="7560"/>
                </a:lnTo>
                <a:lnTo>
                  <a:pt x="63180" y="8505"/>
                </a:lnTo>
                <a:lnTo>
                  <a:pt x="64395" y="9585"/>
                </a:lnTo>
                <a:lnTo>
                  <a:pt x="65340" y="10665"/>
                </a:lnTo>
                <a:lnTo>
                  <a:pt x="66285" y="11880"/>
                </a:lnTo>
                <a:lnTo>
                  <a:pt x="67095" y="12960"/>
                </a:lnTo>
                <a:lnTo>
                  <a:pt x="67770" y="14175"/>
                </a:lnTo>
                <a:lnTo>
                  <a:pt x="68445" y="15255"/>
                </a:lnTo>
                <a:lnTo>
                  <a:pt x="68985" y="16605"/>
                </a:lnTo>
                <a:lnTo>
                  <a:pt x="69390" y="17820"/>
                </a:lnTo>
                <a:lnTo>
                  <a:pt x="69660" y="19170"/>
                </a:lnTo>
                <a:lnTo>
                  <a:pt x="69795" y="20655"/>
                </a:lnTo>
                <a:lnTo>
                  <a:pt x="69795" y="21870"/>
                </a:lnTo>
                <a:lnTo>
                  <a:pt x="69795" y="23220"/>
                </a:lnTo>
                <a:lnTo>
                  <a:pt x="69660" y="24705"/>
                </a:lnTo>
                <a:lnTo>
                  <a:pt x="69255" y="25920"/>
                </a:lnTo>
                <a:lnTo>
                  <a:pt x="68985" y="27270"/>
                </a:lnTo>
                <a:lnTo>
                  <a:pt x="68445" y="28485"/>
                </a:lnTo>
                <a:lnTo>
                  <a:pt x="67905" y="29835"/>
                </a:lnTo>
                <a:lnTo>
                  <a:pt x="67095" y="31050"/>
                </a:lnTo>
                <a:lnTo>
                  <a:pt x="66420" y="32400"/>
                </a:lnTo>
                <a:lnTo>
                  <a:pt x="65475" y="33615"/>
                </a:lnTo>
                <a:lnTo>
                  <a:pt x="64395" y="34965"/>
                </a:lnTo>
                <a:lnTo>
                  <a:pt x="63315" y="36180"/>
                </a:lnTo>
                <a:lnTo>
                  <a:pt x="62100" y="37395"/>
                </a:lnTo>
                <a:lnTo>
                  <a:pt x="60885" y="38610"/>
                </a:lnTo>
                <a:lnTo>
                  <a:pt x="57915" y="40905"/>
                </a:lnTo>
                <a:lnTo>
                  <a:pt x="54540" y="43200"/>
                </a:lnTo>
                <a:lnTo>
                  <a:pt x="51165" y="45225"/>
                </a:lnTo>
                <a:lnTo>
                  <a:pt x="47115" y="47385"/>
                </a:lnTo>
                <a:lnTo>
                  <a:pt x="50625" y="49275"/>
                </a:lnTo>
                <a:lnTo>
                  <a:pt x="54000" y="51165"/>
                </a:lnTo>
                <a:lnTo>
                  <a:pt x="57240" y="53595"/>
                </a:lnTo>
                <a:lnTo>
                  <a:pt x="59940" y="55755"/>
                </a:lnTo>
                <a:lnTo>
                  <a:pt x="62640" y="58185"/>
                </a:lnTo>
                <a:lnTo>
                  <a:pt x="64665" y="60615"/>
                </a:lnTo>
                <a:lnTo>
                  <a:pt x="66690" y="63180"/>
                </a:lnTo>
                <a:lnTo>
                  <a:pt x="68175" y="65610"/>
                </a:lnTo>
                <a:lnTo>
                  <a:pt x="68850" y="67095"/>
                </a:lnTo>
                <a:lnTo>
                  <a:pt x="69390" y="68310"/>
                </a:lnTo>
                <a:lnTo>
                  <a:pt x="69795" y="69525"/>
                </a:lnTo>
                <a:lnTo>
                  <a:pt x="70065" y="70740"/>
                </a:lnTo>
                <a:lnTo>
                  <a:pt x="70335" y="71955"/>
                </a:lnTo>
                <a:lnTo>
                  <a:pt x="70470" y="73305"/>
                </a:lnTo>
                <a:lnTo>
                  <a:pt x="70605" y="74520"/>
                </a:lnTo>
                <a:lnTo>
                  <a:pt x="70470" y="75735"/>
                </a:lnTo>
                <a:lnTo>
                  <a:pt x="70335" y="76950"/>
                </a:lnTo>
                <a:lnTo>
                  <a:pt x="70200" y="78165"/>
                </a:lnTo>
                <a:lnTo>
                  <a:pt x="69795" y="79380"/>
                </a:lnTo>
                <a:lnTo>
                  <a:pt x="69390" y="80325"/>
                </a:lnTo>
                <a:lnTo>
                  <a:pt x="68850" y="81540"/>
                </a:lnTo>
                <a:lnTo>
                  <a:pt x="68310" y="82620"/>
                </a:lnTo>
                <a:lnTo>
                  <a:pt x="67635" y="83565"/>
                </a:lnTo>
                <a:lnTo>
                  <a:pt x="66825" y="84510"/>
                </a:lnTo>
                <a:lnTo>
                  <a:pt x="65745" y="85590"/>
                </a:lnTo>
                <a:lnTo>
                  <a:pt x="64665" y="86670"/>
                </a:lnTo>
                <a:lnTo>
                  <a:pt x="63315" y="87750"/>
                </a:lnTo>
                <a:lnTo>
                  <a:pt x="61965" y="88560"/>
                </a:lnTo>
                <a:lnTo>
                  <a:pt x="60615" y="89370"/>
                </a:lnTo>
                <a:lnTo>
                  <a:pt x="58995" y="90180"/>
                </a:lnTo>
                <a:lnTo>
                  <a:pt x="57105" y="90990"/>
                </a:lnTo>
                <a:lnTo>
                  <a:pt x="55485" y="91665"/>
                </a:lnTo>
                <a:lnTo>
                  <a:pt x="53595" y="92205"/>
                </a:lnTo>
                <a:lnTo>
                  <a:pt x="51705" y="92745"/>
                </a:lnTo>
                <a:lnTo>
                  <a:pt x="49815" y="93150"/>
                </a:lnTo>
                <a:lnTo>
                  <a:pt x="47655" y="93555"/>
                </a:lnTo>
                <a:lnTo>
                  <a:pt x="45225" y="93960"/>
                </a:lnTo>
                <a:lnTo>
                  <a:pt x="42930" y="94230"/>
                </a:lnTo>
                <a:lnTo>
                  <a:pt x="38340" y="94500"/>
                </a:lnTo>
                <a:lnTo>
                  <a:pt x="32805" y="94500"/>
                </a:lnTo>
                <a:lnTo>
                  <a:pt x="28080" y="94230"/>
                </a:lnTo>
                <a:lnTo>
                  <a:pt x="25785" y="93960"/>
                </a:lnTo>
                <a:lnTo>
                  <a:pt x="23220" y="93690"/>
                </a:lnTo>
                <a:lnTo>
                  <a:pt x="21195" y="93285"/>
                </a:lnTo>
                <a:lnTo>
                  <a:pt x="18900" y="92745"/>
                </a:lnTo>
                <a:lnTo>
                  <a:pt x="16875" y="92205"/>
                </a:lnTo>
                <a:lnTo>
                  <a:pt x="14850" y="91530"/>
                </a:lnTo>
                <a:lnTo>
                  <a:pt x="13095" y="90855"/>
                </a:lnTo>
                <a:lnTo>
                  <a:pt x="11475" y="90180"/>
                </a:lnTo>
                <a:lnTo>
                  <a:pt x="9990" y="89370"/>
                </a:lnTo>
                <a:lnTo>
                  <a:pt x="8370" y="88425"/>
                </a:lnTo>
                <a:lnTo>
                  <a:pt x="7020" y="87615"/>
                </a:lnTo>
                <a:lnTo>
                  <a:pt x="5805" y="86535"/>
                </a:lnTo>
                <a:lnTo>
                  <a:pt x="4725" y="85590"/>
                </a:lnTo>
                <a:lnTo>
                  <a:pt x="3780" y="84645"/>
                </a:lnTo>
                <a:lnTo>
                  <a:pt x="2970" y="83565"/>
                </a:lnTo>
                <a:lnTo>
                  <a:pt x="2160" y="82350"/>
                </a:lnTo>
                <a:lnTo>
                  <a:pt x="1485" y="81270"/>
                </a:lnTo>
                <a:lnTo>
                  <a:pt x="1080" y="80055"/>
                </a:lnTo>
                <a:lnTo>
                  <a:pt x="675" y="78975"/>
                </a:lnTo>
                <a:lnTo>
                  <a:pt x="270" y="77760"/>
                </a:lnTo>
                <a:lnTo>
                  <a:pt x="135" y="76545"/>
                </a:lnTo>
                <a:lnTo>
                  <a:pt x="0" y="75195"/>
                </a:lnTo>
                <a:lnTo>
                  <a:pt x="0" y="73980"/>
                </a:lnTo>
                <a:lnTo>
                  <a:pt x="135" y="72495"/>
                </a:lnTo>
                <a:lnTo>
                  <a:pt x="405" y="71280"/>
                </a:lnTo>
                <a:lnTo>
                  <a:pt x="675" y="69795"/>
                </a:lnTo>
                <a:lnTo>
                  <a:pt x="1080" y="68580"/>
                </a:lnTo>
                <a:lnTo>
                  <a:pt x="1755" y="67095"/>
                </a:lnTo>
                <a:lnTo>
                  <a:pt x="2295" y="65880"/>
                </a:lnTo>
                <a:lnTo>
                  <a:pt x="3105" y="64395"/>
                </a:lnTo>
                <a:lnTo>
                  <a:pt x="3915" y="63180"/>
                </a:lnTo>
                <a:lnTo>
                  <a:pt x="4995" y="61695"/>
                </a:lnTo>
                <a:lnTo>
                  <a:pt x="6075" y="60345"/>
                </a:lnTo>
                <a:lnTo>
                  <a:pt x="7290" y="58995"/>
                </a:lnTo>
                <a:lnTo>
                  <a:pt x="9855" y="56430"/>
                </a:lnTo>
                <a:lnTo>
                  <a:pt x="12825" y="54000"/>
                </a:lnTo>
                <a:lnTo>
                  <a:pt x="15930" y="51570"/>
                </a:lnTo>
                <a:lnTo>
                  <a:pt x="19575" y="49410"/>
                </a:lnTo>
                <a:lnTo>
                  <a:pt x="23355" y="47385"/>
                </a:lnTo>
                <a:close/>
                <a:moveTo>
                  <a:pt x="31725" y="53730"/>
                </a:moveTo>
                <a:lnTo>
                  <a:pt x="28350" y="55485"/>
                </a:lnTo>
                <a:lnTo>
                  <a:pt x="25380" y="57240"/>
                </a:lnTo>
                <a:lnTo>
                  <a:pt x="22680" y="59130"/>
                </a:lnTo>
                <a:lnTo>
                  <a:pt x="20250" y="61020"/>
                </a:lnTo>
                <a:lnTo>
                  <a:pt x="17955" y="63180"/>
                </a:lnTo>
                <a:lnTo>
                  <a:pt x="16065" y="65340"/>
                </a:lnTo>
                <a:lnTo>
                  <a:pt x="14580" y="67500"/>
                </a:lnTo>
                <a:lnTo>
                  <a:pt x="13365" y="69525"/>
                </a:lnTo>
                <a:lnTo>
                  <a:pt x="12960" y="70605"/>
                </a:lnTo>
                <a:lnTo>
                  <a:pt x="12555" y="71820"/>
                </a:lnTo>
                <a:lnTo>
                  <a:pt x="12285" y="72765"/>
                </a:lnTo>
                <a:lnTo>
                  <a:pt x="12150" y="73845"/>
                </a:lnTo>
                <a:lnTo>
                  <a:pt x="12150" y="74925"/>
                </a:lnTo>
                <a:lnTo>
                  <a:pt x="12285" y="75870"/>
                </a:lnTo>
                <a:lnTo>
                  <a:pt x="12420" y="76815"/>
                </a:lnTo>
                <a:lnTo>
                  <a:pt x="12690" y="77760"/>
                </a:lnTo>
                <a:lnTo>
                  <a:pt x="13095" y="78570"/>
                </a:lnTo>
                <a:lnTo>
                  <a:pt x="13635" y="79380"/>
                </a:lnTo>
                <a:lnTo>
                  <a:pt x="14175" y="80190"/>
                </a:lnTo>
                <a:lnTo>
                  <a:pt x="14985" y="80865"/>
                </a:lnTo>
                <a:lnTo>
                  <a:pt x="15795" y="81540"/>
                </a:lnTo>
                <a:lnTo>
                  <a:pt x="16605" y="82080"/>
                </a:lnTo>
                <a:lnTo>
                  <a:pt x="18630" y="83160"/>
                </a:lnTo>
                <a:lnTo>
                  <a:pt x="20925" y="84105"/>
                </a:lnTo>
                <a:lnTo>
                  <a:pt x="23625" y="84780"/>
                </a:lnTo>
                <a:lnTo>
                  <a:pt x="26595" y="85320"/>
                </a:lnTo>
                <a:lnTo>
                  <a:pt x="29835" y="85725"/>
                </a:lnTo>
                <a:lnTo>
                  <a:pt x="33210" y="85860"/>
                </a:lnTo>
                <a:lnTo>
                  <a:pt x="36855" y="85860"/>
                </a:lnTo>
                <a:lnTo>
                  <a:pt x="40635" y="85725"/>
                </a:lnTo>
                <a:lnTo>
                  <a:pt x="43740" y="85320"/>
                </a:lnTo>
                <a:lnTo>
                  <a:pt x="46710" y="84780"/>
                </a:lnTo>
                <a:lnTo>
                  <a:pt x="49275" y="84240"/>
                </a:lnTo>
                <a:lnTo>
                  <a:pt x="51300" y="83430"/>
                </a:lnTo>
                <a:lnTo>
                  <a:pt x="53325" y="82485"/>
                </a:lnTo>
                <a:lnTo>
                  <a:pt x="54945" y="81405"/>
                </a:lnTo>
                <a:lnTo>
                  <a:pt x="56295" y="80190"/>
                </a:lnTo>
                <a:lnTo>
                  <a:pt x="56835" y="79650"/>
                </a:lnTo>
                <a:lnTo>
                  <a:pt x="57240" y="78975"/>
                </a:lnTo>
                <a:lnTo>
                  <a:pt x="57645" y="78165"/>
                </a:lnTo>
                <a:lnTo>
                  <a:pt x="57915" y="77490"/>
                </a:lnTo>
                <a:lnTo>
                  <a:pt x="58185" y="76680"/>
                </a:lnTo>
                <a:lnTo>
                  <a:pt x="58320" y="75870"/>
                </a:lnTo>
                <a:lnTo>
                  <a:pt x="58455" y="75060"/>
                </a:lnTo>
                <a:lnTo>
                  <a:pt x="58455" y="74115"/>
                </a:lnTo>
                <a:lnTo>
                  <a:pt x="58185" y="72360"/>
                </a:lnTo>
                <a:lnTo>
                  <a:pt x="57645" y="70605"/>
                </a:lnTo>
                <a:lnTo>
                  <a:pt x="56700" y="68715"/>
                </a:lnTo>
                <a:lnTo>
                  <a:pt x="55620" y="66690"/>
                </a:lnTo>
                <a:lnTo>
                  <a:pt x="54270" y="64935"/>
                </a:lnTo>
                <a:lnTo>
                  <a:pt x="52650" y="63180"/>
                </a:lnTo>
                <a:lnTo>
                  <a:pt x="50760" y="61425"/>
                </a:lnTo>
                <a:lnTo>
                  <a:pt x="48600" y="59670"/>
                </a:lnTo>
                <a:lnTo>
                  <a:pt x="46170" y="57915"/>
                </a:lnTo>
                <a:lnTo>
                  <a:pt x="43605" y="56295"/>
                </a:lnTo>
                <a:lnTo>
                  <a:pt x="41040" y="54810"/>
                </a:lnTo>
                <a:lnTo>
                  <a:pt x="38205" y="53460"/>
                </a:lnTo>
                <a:lnTo>
                  <a:pt x="35235" y="52110"/>
                </a:lnTo>
                <a:close/>
                <a:moveTo>
                  <a:pt x="39150" y="40770"/>
                </a:moveTo>
                <a:lnTo>
                  <a:pt x="42795" y="39015"/>
                </a:lnTo>
                <a:lnTo>
                  <a:pt x="46170" y="36990"/>
                </a:lnTo>
                <a:lnTo>
                  <a:pt x="49140" y="34965"/>
                </a:lnTo>
                <a:lnTo>
                  <a:pt x="51570" y="32940"/>
                </a:lnTo>
                <a:lnTo>
                  <a:pt x="52785" y="31860"/>
                </a:lnTo>
                <a:lnTo>
                  <a:pt x="53730" y="30780"/>
                </a:lnTo>
                <a:lnTo>
                  <a:pt x="54675" y="29700"/>
                </a:lnTo>
                <a:lnTo>
                  <a:pt x="55350" y="28620"/>
                </a:lnTo>
                <a:lnTo>
                  <a:pt x="56025" y="27675"/>
                </a:lnTo>
                <a:lnTo>
                  <a:pt x="56700" y="26460"/>
                </a:lnTo>
                <a:lnTo>
                  <a:pt x="57105" y="25380"/>
                </a:lnTo>
                <a:lnTo>
                  <a:pt x="57375" y="24300"/>
                </a:lnTo>
                <a:lnTo>
                  <a:pt x="57645" y="23085"/>
                </a:lnTo>
                <a:lnTo>
                  <a:pt x="57645" y="22005"/>
                </a:lnTo>
                <a:lnTo>
                  <a:pt x="57645" y="20925"/>
                </a:lnTo>
                <a:lnTo>
                  <a:pt x="57510" y="19980"/>
                </a:lnTo>
                <a:lnTo>
                  <a:pt x="57240" y="18900"/>
                </a:lnTo>
                <a:lnTo>
                  <a:pt x="56835" y="17820"/>
                </a:lnTo>
                <a:lnTo>
                  <a:pt x="56295" y="16875"/>
                </a:lnTo>
                <a:lnTo>
                  <a:pt x="55620" y="15930"/>
                </a:lnTo>
                <a:lnTo>
                  <a:pt x="54810" y="14985"/>
                </a:lnTo>
                <a:lnTo>
                  <a:pt x="54000" y="14175"/>
                </a:lnTo>
                <a:lnTo>
                  <a:pt x="52920" y="13365"/>
                </a:lnTo>
                <a:lnTo>
                  <a:pt x="51840" y="12555"/>
                </a:lnTo>
                <a:lnTo>
                  <a:pt x="50760" y="11880"/>
                </a:lnTo>
                <a:lnTo>
                  <a:pt x="49410" y="11340"/>
                </a:lnTo>
                <a:lnTo>
                  <a:pt x="47250" y="10395"/>
                </a:lnTo>
                <a:lnTo>
                  <a:pt x="44820" y="9720"/>
                </a:lnTo>
                <a:lnTo>
                  <a:pt x="42120" y="9180"/>
                </a:lnTo>
                <a:lnTo>
                  <a:pt x="39420" y="8775"/>
                </a:lnTo>
                <a:lnTo>
                  <a:pt x="36450" y="8640"/>
                </a:lnTo>
                <a:lnTo>
                  <a:pt x="33480" y="8640"/>
                </a:lnTo>
                <a:lnTo>
                  <a:pt x="30645" y="8910"/>
                </a:lnTo>
                <a:lnTo>
                  <a:pt x="27675" y="9315"/>
                </a:lnTo>
                <a:lnTo>
                  <a:pt x="25245" y="9855"/>
                </a:lnTo>
                <a:lnTo>
                  <a:pt x="22815" y="10530"/>
                </a:lnTo>
                <a:lnTo>
                  <a:pt x="20655" y="11475"/>
                </a:lnTo>
                <a:lnTo>
                  <a:pt x="18765" y="12555"/>
                </a:lnTo>
                <a:lnTo>
                  <a:pt x="17145" y="13635"/>
                </a:lnTo>
                <a:lnTo>
                  <a:pt x="15660" y="14985"/>
                </a:lnTo>
                <a:lnTo>
                  <a:pt x="14580" y="16470"/>
                </a:lnTo>
                <a:lnTo>
                  <a:pt x="13770" y="17955"/>
                </a:lnTo>
                <a:lnTo>
                  <a:pt x="13095" y="19440"/>
                </a:lnTo>
                <a:lnTo>
                  <a:pt x="12960" y="20925"/>
                </a:lnTo>
                <a:lnTo>
                  <a:pt x="12825" y="22680"/>
                </a:lnTo>
                <a:lnTo>
                  <a:pt x="13095" y="24300"/>
                </a:lnTo>
                <a:lnTo>
                  <a:pt x="13635" y="25920"/>
                </a:lnTo>
                <a:lnTo>
                  <a:pt x="14445" y="27675"/>
                </a:lnTo>
                <a:lnTo>
                  <a:pt x="15525" y="29160"/>
                </a:lnTo>
                <a:lnTo>
                  <a:pt x="16875" y="30780"/>
                </a:lnTo>
                <a:lnTo>
                  <a:pt x="18360" y="32400"/>
                </a:lnTo>
                <a:lnTo>
                  <a:pt x="19980" y="33885"/>
                </a:lnTo>
                <a:lnTo>
                  <a:pt x="22140" y="35505"/>
                </a:lnTo>
                <a:lnTo>
                  <a:pt x="24300" y="36990"/>
                </a:lnTo>
                <a:lnTo>
                  <a:pt x="26865" y="38475"/>
                </a:lnTo>
                <a:lnTo>
                  <a:pt x="29565" y="39825"/>
                </a:lnTo>
                <a:lnTo>
                  <a:pt x="32130" y="41040"/>
                </a:lnTo>
                <a:lnTo>
                  <a:pt x="35235" y="42390"/>
                </a:lnTo>
                <a:close/>
              </a:path>
            </a:pathLst>
          </a:custGeom>
          <a:solidFill>
            <a:srgbClr val="000000"/>
          </a:solidFill>
          <a:ln>
            <a:noFill/>
          </a:ln>
        </p:spPr>
        <p:txBody>
          <a:bodyPr rtlCol="0" anchor="ctr"/>
          <a:lstStyle/>
          <a:p>
            <a:pPr algn="ctr"/>
          </a:p>
        </p:txBody>
      </p:sp>
      <p:sp>
        <p:nvSpPr>
          <p:cNvPr id="73" name="𐱈"/>
          <p:cNvSpPr/>
          <p:nvPr/>
        </p:nvSpPr>
        <p:spPr>
          <a:xfrm>
            <a:off x="10949178" y="5098923"/>
            <a:ext cx="534924" cy="524637"/>
          </a:xfrm>
          <a:custGeom>
            <a:avLst/>
            <a:gdLst/>
            <a:ahLst/>
            <a:cxnLst/>
            <a:rect l="l" t="t" r="r" b="b"/>
            <a:pathLst>
              <a:path w="70200" h="68850" stroke="0">
                <a:moveTo>
                  <a:pt x="18900" y="32940"/>
                </a:moveTo>
                <a:lnTo>
                  <a:pt x="15795" y="31455"/>
                </a:lnTo>
                <a:lnTo>
                  <a:pt x="13095" y="29835"/>
                </a:lnTo>
                <a:lnTo>
                  <a:pt x="10395" y="28080"/>
                </a:lnTo>
                <a:lnTo>
                  <a:pt x="8235" y="26460"/>
                </a:lnTo>
                <a:lnTo>
                  <a:pt x="6210" y="24570"/>
                </a:lnTo>
                <a:lnTo>
                  <a:pt x="4725" y="22815"/>
                </a:lnTo>
                <a:lnTo>
                  <a:pt x="3510" y="21060"/>
                </a:lnTo>
                <a:lnTo>
                  <a:pt x="2970" y="20115"/>
                </a:lnTo>
                <a:lnTo>
                  <a:pt x="2565" y="19170"/>
                </a:lnTo>
                <a:lnTo>
                  <a:pt x="2295" y="18225"/>
                </a:lnTo>
                <a:lnTo>
                  <a:pt x="2160" y="17280"/>
                </a:lnTo>
                <a:lnTo>
                  <a:pt x="2025" y="16470"/>
                </a:lnTo>
                <a:lnTo>
                  <a:pt x="2025" y="15525"/>
                </a:lnTo>
                <a:lnTo>
                  <a:pt x="2025" y="14580"/>
                </a:lnTo>
                <a:lnTo>
                  <a:pt x="2160" y="13770"/>
                </a:lnTo>
                <a:lnTo>
                  <a:pt x="2430" y="12825"/>
                </a:lnTo>
                <a:lnTo>
                  <a:pt x="2835" y="11880"/>
                </a:lnTo>
                <a:lnTo>
                  <a:pt x="3240" y="11070"/>
                </a:lnTo>
                <a:lnTo>
                  <a:pt x="3780" y="10260"/>
                </a:lnTo>
                <a:lnTo>
                  <a:pt x="4995" y="8640"/>
                </a:lnTo>
                <a:lnTo>
                  <a:pt x="6615" y="7155"/>
                </a:lnTo>
                <a:lnTo>
                  <a:pt x="8640" y="5670"/>
                </a:lnTo>
                <a:lnTo>
                  <a:pt x="11070" y="4455"/>
                </a:lnTo>
                <a:lnTo>
                  <a:pt x="13635" y="3240"/>
                </a:lnTo>
                <a:lnTo>
                  <a:pt x="16740" y="2295"/>
                </a:lnTo>
                <a:lnTo>
                  <a:pt x="19845" y="1485"/>
                </a:lnTo>
                <a:lnTo>
                  <a:pt x="23490" y="810"/>
                </a:lnTo>
                <a:lnTo>
                  <a:pt x="27000" y="405"/>
                </a:lnTo>
                <a:lnTo>
                  <a:pt x="30780" y="135"/>
                </a:lnTo>
                <a:lnTo>
                  <a:pt x="35100" y="0"/>
                </a:lnTo>
                <a:lnTo>
                  <a:pt x="39150" y="135"/>
                </a:lnTo>
                <a:lnTo>
                  <a:pt x="43200" y="405"/>
                </a:lnTo>
                <a:lnTo>
                  <a:pt x="47115" y="810"/>
                </a:lnTo>
                <a:lnTo>
                  <a:pt x="50760" y="1620"/>
                </a:lnTo>
                <a:lnTo>
                  <a:pt x="53865" y="2430"/>
                </a:lnTo>
                <a:lnTo>
                  <a:pt x="56970" y="3375"/>
                </a:lnTo>
                <a:lnTo>
                  <a:pt x="59535" y="4590"/>
                </a:lnTo>
                <a:lnTo>
                  <a:pt x="60885" y="5265"/>
                </a:lnTo>
                <a:lnTo>
                  <a:pt x="62100" y="6075"/>
                </a:lnTo>
                <a:lnTo>
                  <a:pt x="63180" y="6885"/>
                </a:lnTo>
                <a:lnTo>
                  <a:pt x="64125" y="7560"/>
                </a:lnTo>
                <a:lnTo>
                  <a:pt x="65070" y="8505"/>
                </a:lnTo>
                <a:lnTo>
                  <a:pt x="65880" y="9315"/>
                </a:lnTo>
                <a:lnTo>
                  <a:pt x="66555" y="10260"/>
                </a:lnTo>
                <a:lnTo>
                  <a:pt x="67095" y="11205"/>
                </a:lnTo>
                <a:lnTo>
                  <a:pt x="67635" y="12150"/>
                </a:lnTo>
                <a:lnTo>
                  <a:pt x="67905" y="13230"/>
                </a:lnTo>
                <a:lnTo>
                  <a:pt x="68175" y="14175"/>
                </a:lnTo>
                <a:lnTo>
                  <a:pt x="68310" y="15255"/>
                </a:lnTo>
                <a:lnTo>
                  <a:pt x="68310" y="16200"/>
                </a:lnTo>
                <a:lnTo>
                  <a:pt x="68175" y="17280"/>
                </a:lnTo>
                <a:lnTo>
                  <a:pt x="67905" y="18360"/>
                </a:lnTo>
                <a:lnTo>
                  <a:pt x="67500" y="19440"/>
                </a:lnTo>
                <a:lnTo>
                  <a:pt x="67095" y="20385"/>
                </a:lnTo>
                <a:lnTo>
                  <a:pt x="66555" y="21465"/>
                </a:lnTo>
                <a:lnTo>
                  <a:pt x="65880" y="22410"/>
                </a:lnTo>
                <a:lnTo>
                  <a:pt x="65070" y="23490"/>
                </a:lnTo>
                <a:lnTo>
                  <a:pt x="63315" y="25380"/>
                </a:lnTo>
                <a:lnTo>
                  <a:pt x="61020" y="27270"/>
                </a:lnTo>
                <a:lnTo>
                  <a:pt x="58185" y="29295"/>
                </a:lnTo>
                <a:lnTo>
                  <a:pt x="55215" y="31050"/>
                </a:lnTo>
                <a:lnTo>
                  <a:pt x="51840" y="32670"/>
                </a:lnTo>
                <a:lnTo>
                  <a:pt x="47925" y="34425"/>
                </a:lnTo>
                <a:lnTo>
                  <a:pt x="50895" y="35775"/>
                </a:lnTo>
                <a:lnTo>
                  <a:pt x="53730" y="37125"/>
                </a:lnTo>
                <a:lnTo>
                  <a:pt x="56430" y="38475"/>
                </a:lnTo>
                <a:lnTo>
                  <a:pt x="58860" y="39825"/>
                </a:lnTo>
                <a:lnTo>
                  <a:pt x="61020" y="41310"/>
                </a:lnTo>
                <a:lnTo>
                  <a:pt x="63045" y="42795"/>
                </a:lnTo>
                <a:lnTo>
                  <a:pt x="64800" y="44415"/>
                </a:lnTo>
                <a:lnTo>
                  <a:pt x="66420" y="45900"/>
                </a:lnTo>
                <a:lnTo>
                  <a:pt x="67770" y="47520"/>
                </a:lnTo>
                <a:lnTo>
                  <a:pt x="68715" y="49140"/>
                </a:lnTo>
                <a:lnTo>
                  <a:pt x="69525" y="50625"/>
                </a:lnTo>
                <a:lnTo>
                  <a:pt x="70065" y="52245"/>
                </a:lnTo>
                <a:lnTo>
                  <a:pt x="70200" y="53730"/>
                </a:lnTo>
                <a:lnTo>
                  <a:pt x="70200" y="55215"/>
                </a:lnTo>
                <a:lnTo>
                  <a:pt x="69930" y="56835"/>
                </a:lnTo>
                <a:lnTo>
                  <a:pt x="69390" y="58185"/>
                </a:lnTo>
                <a:lnTo>
                  <a:pt x="68850" y="59130"/>
                </a:lnTo>
                <a:lnTo>
                  <a:pt x="68040" y="60210"/>
                </a:lnTo>
                <a:lnTo>
                  <a:pt x="67365" y="61020"/>
                </a:lnTo>
                <a:lnTo>
                  <a:pt x="66285" y="61830"/>
                </a:lnTo>
                <a:lnTo>
                  <a:pt x="65340" y="62640"/>
                </a:lnTo>
                <a:lnTo>
                  <a:pt x="64125" y="63450"/>
                </a:lnTo>
                <a:lnTo>
                  <a:pt x="62775" y="64125"/>
                </a:lnTo>
                <a:lnTo>
                  <a:pt x="61290" y="64935"/>
                </a:lnTo>
                <a:lnTo>
                  <a:pt x="59805" y="65475"/>
                </a:lnTo>
                <a:lnTo>
                  <a:pt x="58185" y="66015"/>
                </a:lnTo>
                <a:lnTo>
                  <a:pt x="56565" y="66555"/>
                </a:lnTo>
                <a:lnTo>
                  <a:pt x="54405" y="67095"/>
                </a:lnTo>
                <a:lnTo>
                  <a:pt x="50625" y="67770"/>
                </a:lnTo>
                <a:lnTo>
                  <a:pt x="45900" y="68310"/>
                </a:lnTo>
                <a:lnTo>
                  <a:pt x="40230" y="68715"/>
                </a:lnTo>
                <a:lnTo>
                  <a:pt x="34560" y="68850"/>
                </a:lnTo>
                <a:lnTo>
                  <a:pt x="29025" y="68715"/>
                </a:lnTo>
                <a:lnTo>
                  <a:pt x="23490" y="68310"/>
                </a:lnTo>
                <a:lnTo>
                  <a:pt x="20925" y="68040"/>
                </a:lnTo>
                <a:lnTo>
                  <a:pt x="18495" y="67635"/>
                </a:lnTo>
                <a:lnTo>
                  <a:pt x="14445" y="66690"/>
                </a:lnTo>
                <a:lnTo>
                  <a:pt x="12420" y="66150"/>
                </a:lnTo>
                <a:lnTo>
                  <a:pt x="10665" y="65610"/>
                </a:lnTo>
                <a:lnTo>
                  <a:pt x="8910" y="64935"/>
                </a:lnTo>
                <a:lnTo>
                  <a:pt x="7560" y="64260"/>
                </a:lnTo>
                <a:lnTo>
                  <a:pt x="6210" y="63450"/>
                </a:lnTo>
                <a:lnTo>
                  <a:pt x="5130" y="62775"/>
                </a:lnTo>
                <a:lnTo>
                  <a:pt x="4185" y="62100"/>
                </a:lnTo>
                <a:lnTo>
                  <a:pt x="3240" y="61290"/>
                </a:lnTo>
                <a:lnTo>
                  <a:pt x="2430" y="60345"/>
                </a:lnTo>
                <a:lnTo>
                  <a:pt x="1755" y="59535"/>
                </a:lnTo>
                <a:lnTo>
                  <a:pt x="1215" y="58725"/>
                </a:lnTo>
                <a:lnTo>
                  <a:pt x="675" y="57780"/>
                </a:lnTo>
                <a:lnTo>
                  <a:pt x="405" y="56835"/>
                </a:lnTo>
                <a:lnTo>
                  <a:pt x="135" y="55890"/>
                </a:lnTo>
                <a:lnTo>
                  <a:pt x="0" y="54810"/>
                </a:lnTo>
                <a:lnTo>
                  <a:pt x="0" y="53865"/>
                </a:lnTo>
                <a:lnTo>
                  <a:pt x="135" y="52920"/>
                </a:lnTo>
                <a:lnTo>
                  <a:pt x="270" y="51975"/>
                </a:lnTo>
                <a:lnTo>
                  <a:pt x="675" y="50895"/>
                </a:lnTo>
                <a:lnTo>
                  <a:pt x="1080" y="49815"/>
                </a:lnTo>
                <a:lnTo>
                  <a:pt x="1755" y="48735"/>
                </a:lnTo>
                <a:lnTo>
                  <a:pt x="2430" y="47790"/>
                </a:lnTo>
                <a:lnTo>
                  <a:pt x="3105" y="46710"/>
                </a:lnTo>
                <a:lnTo>
                  <a:pt x="4050" y="45765"/>
                </a:lnTo>
                <a:lnTo>
                  <a:pt x="6075" y="43740"/>
                </a:lnTo>
                <a:lnTo>
                  <a:pt x="8640" y="41715"/>
                </a:lnTo>
                <a:lnTo>
                  <a:pt x="11475" y="39825"/>
                </a:lnTo>
                <a:lnTo>
                  <a:pt x="14850" y="37935"/>
                </a:lnTo>
                <a:lnTo>
                  <a:pt x="18495" y="36045"/>
                </a:lnTo>
                <a:lnTo>
                  <a:pt x="22410" y="34425"/>
                </a:lnTo>
                <a:close/>
                <a:moveTo>
                  <a:pt x="32400" y="39690"/>
                </a:moveTo>
                <a:lnTo>
                  <a:pt x="29430" y="40770"/>
                </a:lnTo>
                <a:lnTo>
                  <a:pt x="27135" y="41715"/>
                </a:lnTo>
                <a:lnTo>
                  <a:pt x="24570" y="42795"/>
                </a:lnTo>
                <a:lnTo>
                  <a:pt x="22140" y="43875"/>
                </a:lnTo>
                <a:lnTo>
                  <a:pt x="20115" y="45090"/>
                </a:lnTo>
                <a:lnTo>
                  <a:pt x="18225" y="46170"/>
                </a:lnTo>
                <a:lnTo>
                  <a:pt x="16335" y="47520"/>
                </a:lnTo>
                <a:lnTo>
                  <a:pt x="14715" y="48735"/>
                </a:lnTo>
                <a:lnTo>
                  <a:pt x="13500" y="49950"/>
                </a:lnTo>
                <a:lnTo>
                  <a:pt x="12555" y="51030"/>
                </a:lnTo>
                <a:lnTo>
                  <a:pt x="11745" y="52110"/>
                </a:lnTo>
                <a:lnTo>
                  <a:pt x="11205" y="53190"/>
                </a:lnTo>
                <a:lnTo>
                  <a:pt x="11070" y="54270"/>
                </a:lnTo>
                <a:lnTo>
                  <a:pt x="11205" y="55080"/>
                </a:lnTo>
                <a:lnTo>
                  <a:pt x="11610" y="55890"/>
                </a:lnTo>
                <a:lnTo>
                  <a:pt x="12015" y="56430"/>
                </a:lnTo>
                <a:lnTo>
                  <a:pt x="12690" y="56970"/>
                </a:lnTo>
                <a:lnTo>
                  <a:pt x="13500" y="57510"/>
                </a:lnTo>
                <a:lnTo>
                  <a:pt x="14445" y="57915"/>
                </a:lnTo>
                <a:lnTo>
                  <a:pt x="16740" y="58860"/>
                </a:lnTo>
                <a:lnTo>
                  <a:pt x="19710" y="59535"/>
                </a:lnTo>
                <a:lnTo>
                  <a:pt x="22950" y="60075"/>
                </a:lnTo>
                <a:lnTo>
                  <a:pt x="26595" y="60480"/>
                </a:lnTo>
                <a:lnTo>
                  <a:pt x="30645" y="60750"/>
                </a:lnTo>
                <a:lnTo>
                  <a:pt x="35100" y="60885"/>
                </a:lnTo>
                <a:lnTo>
                  <a:pt x="39690" y="60750"/>
                </a:lnTo>
                <a:lnTo>
                  <a:pt x="43740" y="60480"/>
                </a:lnTo>
                <a:lnTo>
                  <a:pt x="47250" y="60075"/>
                </a:lnTo>
                <a:lnTo>
                  <a:pt x="50625" y="59535"/>
                </a:lnTo>
                <a:lnTo>
                  <a:pt x="53460" y="58860"/>
                </a:lnTo>
                <a:lnTo>
                  <a:pt x="55755" y="57915"/>
                </a:lnTo>
                <a:lnTo>
                  <a:pt x="56700" y="57510"/>
                </a:lnTo>
                <a:lnTo>
                  <a:pt x="57510" y="56970"/>
                </a:lnTo>
                <a:lnTo>
                  <a:pt x="58185" y="56430"/>
                </a:lnTo>
                <a:lnTo>
                  <a:pt x="58725" y="55890"/>
                </a:lnTo>
                <a:lnTo>
                  <a:pt x="59130" y="55080"/>
                </a:lnTo>
                <a:lnTo>
                  <a:pt x="59130" y="54270"/>
                </a:lnTo>
                <a:lnTo>
                  <a:pt x="58995" y="53190"/>
                </a:lnTo>
                <a:lnTo>
                  <a:pt x="58590" y="52110"/>
                </a:lnTo>
                <a:lnTo>
                  <a:pt x="57780" y="51030"/>
                </a:lnTo>
                <a:lnTo>
                  <a:pt x="56700" y="49950"/>
                </a:lnTo>
                <a:lnTo>
                  <a:pt x="55485" y="48735"/>
                </a:lnTo>
                <a:lnTo>
                  <a:pt x="53865" y="47520"/>
                </a:lnTo>
                <a:lnTo>
                  <a:pt x="52110" y="46170"/>
                </a:lnTo>
                <a:lnTo>
                  <a:pt x="50220" y="45090"/>
                </a:lnTo>
                <a:lnTo>
                  <a:pt x="48060" y="43875"/>
                </a:lnTo>
                <a:lnTo>
                  <a:pt x="45765" y="42795"/>
                </a:lnTo>
                <a:lnTo>
                  <a:pt x="43200" y="41715"/>
                </a:lnTo>
                <a:lnTo>
                  <a:pt x="40770" y="40770"/>
                </a:lnTo>
                <a:lnTo>
                  <a:pt x="37800" y="39690"/>
                </a:lnTo>
                <a:lnTo>
                  <a:pt x="35100" y="38745"/>
                </a:lnTo>
                <a:close/>
                <a:moveTo>
                  <a:pt x="38070" y="29025"/>
                </a:moveTo>
                <a:lnTo>
                  <a:pt x="40635" y="28215"/>
                </a:lnTo>
                <a:lnTo>
                  <a:pt x="43335" y="27135"/>
                </a:lnTo>
                <a:lnTo>
                  <a:pt x="45765" y="26055"/>
                </a:lnTo>
                <a:lnTo>
                  <a:pt x="47925" y="24975"/>
                </a:lnTo>
                <a:lnTo>
                  <a:pt x="49815" y="23895"/>
                </a:lnTo>
                <a:lnTo>
                  <a:pt x="51570" y="22815"/>
                </a:lnTo>
                <a:lnTo>
                  <a:pt x="53190" y="21600"/>
                </a:lnTo>
                <a:lnTo>
                  <a:pt x="54405" y="20520"/>
                </a:lnTo>
                <a:lnTo>
                  <a:pt x="55485" y="19440"/>
                </a:lnTo>
                <a:lnTo>
                  <a:pt x="56295" y="18360"/>
                </a:lnTo>
                <a:lnTo>
                  <a:pt x="56970" y="17280"/>
                </a:lnTo>
                <a:lnTo>
                  <a:pt x="57240" y="16200"/>
                </a:lnTo>
                <a:lnTo>
                  <a:pt x="57240" y="15255"/>
                </a:lnTo>
                <a:lnTo>
                  <a:pt x="56970" y="14310"/>
                </a:lnTo>
                <a:lnTo>
                  <a:pt x="56430" y="13500"/>
                </a:lnTo>
                <a:lnTo>
                  <a:pt x="55890" y="12825"/>
                </a:lnTo>
                <a:lnTo>
                  <a:pt x="55215" y="12285"/>
                </a:lnTo>
                <a:lnTo>
                  <a:pt x="53595" y="11340"/>
                </a:lnTo>
                <a:lnTo>
                  <a:pt x="51300" y="10260"/>
                </a:lnTo>
                <a:lnTo>
                  <a:pt x="48735" y="9450"/>
                </a:lnTo>
                <a:lnTo>
                  <a:pt x="45630" y="8775"/>
                </a:lnTo>
                <a:lnTo>
                  <a:pt x="42390" y="8370"/>
                </a:lnTo>
                <a:lnTo>
                  <a:pt x="38745" y="8100"/>
                </a:lnTo>
                <a:lnTo>
                  <a:pt x="35100" y="7965"/>
                </a:lnTo>
                <a:lnTo>
                  <a:pt x="31455" y="8100"/>
                </a:lnTo>
                <a:lnTo>
                  <a:pt x="27945" y="8370"/>
                </a:lnTo>
                <a:lnTo>
                  <a:pt x="24705" y="8775"/>
                </a:lnTo>
                <a:lnTo>
                  <a:pt x="21600" y="9450"/>
                </a:lnTo>
                <a:lnTo>
                  <a:pt x="18900" y="10260"/>
                </a:lnTo>
                <a:lnTo>
                  <a:pt x="16740" y="11340"/>
                </a:lnTo>
                <a:lnTo>
                  <a:pt x="15120" y="12285"/>
                </a:lnTo>
                <a:lnTo>
                  <a:pt x="14445" y="12825"/>
                </a:lnTo>
                <a:lnTo>
                  <a:pt x="13905" y="13500"/>
                </a:lnTo>
                <a:lnTo>
                  <a:pt x="13365" y="14310"/>
                </a:lnTo>
                <a:lnTo>
                  <a:pt x="13095" y="15255"/>
                </a:lnTo>
                <a:lnTo>
                  <a:pt x="13095" y="16200"/>
                </a:lnTo>
                <a:lnTo>
                  <a:pt x="13365" y="17280"/>
                </a:lnTo>
                <a:lnTo>
                  <a:pt x="13905" y="18360"/>
                </a:lnTo>
                <a:lnTo>
                  <a:pt x="14715" y="19440"/>
                </a:lnTo>
                <a:lnTo>
                  <a:pt x="15795" y="20520"/>
                </a:lnTo>
                <a:lnTo>
                  <a:pt x="17145" y="21600"/>
                </a:lnTo>
                <a:lnTo>
                  <a:pt x="18765" y="22815"/>
                </a:lnTo>
                <a:lnTo>
                  <a:pt x="20385" y="23895"/>
                </a:lnTo>
                <a:lnTo>
                  <a:pt x="22275" y="24975"/>
                </a:lnTo>
                <a:lnTo>
                  <a:pt x="24435" y="26055"/>
                </a:lnTo>
                <a:lnTo>
                  <a:pt x="26865" y="27135"/>
                </a:lnTo>
                <a:lnTo>
                  <a:pt x="29565" y="28215"/>
                </a:lnTo>
                <a:lnTo>
                  <a:pt x="32130" y="29025"/>
                </a:lnTo>
                <a:lnTo>
                  <a:pt x="35100" y="30105"/>
                </a:lnTo>
                <a:close/>
              </a:path>
            </a:pathLst>
          </a:custGeom>
          <a:solidFill>
            <a:srgbClr val="000000"/>
          </a:solidFill>
          <a:ln>
            <a:noFill/>
          </a:ln>
        </p:spPr>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NEW ORKHON"/>
          <p:cNvSpPr txBox="1"/>
          <p:nvPr/>
        </p:nvSpPr>
        <p:spPr>
          <a:xfrm>
            <a:off x="670560" y="338938"/>
            <a:ext cx="9087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FFFFFF"/>
                </a:solidFill>
                <a:latin typeface="Instrument Sans Medium"/>
              </a:rPr>
              <a:t>NEW ORKHON</a:t>
            </a:r>
          </a:p>
        </p:txBody>
      </p:sp>
      <p:sp>
        <p:nvSpPr>
          <p:cNvPr id="3" name="RELEASE 0.16.2"/>
          <p:cNvSpPr txBox="1"/>
          <p:nvPr/>
        </p:nvSpPr>
        <p:spPr>
          <a:xfrm>
            <a:off x="10625328" y="348386"/>
            <a:ext cx="938784" cy="160020"/>
          </a:xfrm>
          <a:prstGeom prst="rect">
            <a:avLst/>
          </a:prstGeom>
          <a:noFill/>
        </p:spPr>
        <p:txBody>
          <a:bodyPr wrap="none" tIns="0" bIns="0" lIns="0" rIns="0" anchor="t">
            <a:spAutoFit/>
          </a:bodyPr>
          <a:lstStyle/>
          <a:p>
            <a:pPr>
              <a:lnSpc>
                <a:spcPct val="100000"/>
              </a:lnSpc>
              <a:spcBef>
                <a:spcPts val="0"/>
              </a:spcBef>
              <a:spcAft>
                <a:spcPts val="0"/>
              </a:spcAft>
            </a:pPr>
            <a:r>
              <a:rPr sz="840" kern="400000">
                <a:solidFill>
                  <a:srgbClr val="FFFFFF"/>
                </a:solidFill>
                <a:latin typeface="JetBrains Mono"/>
              </a:rPr>
              <a:t>RELEASE 0.16.2</a:t>
            </a:r>
          </a:p>
        </p:txBody>
      </p:sp>
      <p:sp>
        <p:nvSpPr>
          <p:cNvPr id="4" name="YENİ ORHUN"/>
          <p:cNvSpPr txBox="1"/>
          <p:nvPr/>
        </p:nvSpPr>
        <p:spPr>
          <a:xfrm>
            <a:off x="670560" y="6375959"/>
            <a:ext cx="633984"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FFFFFF"/>
                </a:solidFill>
                <a:latin typeface="JetBrains Mono"/>
              </a:rPr>
              <a:t>YENİ ORHUN</a:t>
            </a:r>
          </a:p>
        </p:txBody>
      </p:sp>
      <p:sp>
        <p:nvSpPr>
          <p:cNvPr id="5" name="14 / 14"/>
          <p:cNvSpPr txBox="1"/>
          <p:nvPr/>
        </p:nvSpPr>
        <p:spPr>
          <a:xfrm>
            <a:off x="11105388" y="6375959"/>
            <a:ext cx="455676" cy="148590"/>
          </a:xfrm>
          <a:prstGeom prst="rect">
            <a:avLst/>
          </a:prstGeom>
          <a:noFill/>
        </p:spPr>
        <p:txBody>
          <a:bodyPr wrap="none" tIns="0" bIns="0" lIns="0" rIns="0" anchor="t">
            <a:spAutoFit/>
          </a:bodyPr>
          <a:lstStyle/>
          <a:p>
            <a:pPr>
              <a:lnSpc>
                <a:spcPct val="100000"/>
              </a:lnSpc>
              <a:spcBef>
                <a:spcPts val="0"/>
              </a:spcBef>
              <a:spcAft>
                <a:spcPts val="0"/>
              </a:spcAft>
            </a:pPr>
            <a:r>
              <a:rPr sz="780" kern="400000">
                <a:solidFill>
                  <a:srgbClr val="FFFFFF"/>
                </a:solidFill>
                <a:latin typeface="JetBrains Mono"/>
              </a:rPr>
              <a:t>14 / 14</a:t>
            </a:r>
          </a:p>
        </p:txBody>
      </p:sp>
      <p:sp>
        <p:nvSpPr>
          <p:cNvPr id="6" name="New Orkhon"/>
          <p:cNvSpPr txBox="1"/>
          <p:nvPr/>
        </p:nvSpPr>
        <p:spPr>
          <a:xfrm>
            <a:off x="624840" y="779983"/>
            <a:ext cx="5244389" cy="1280160"/>
          </a:xfrm>
          <a:prstGeom prst="rect">
            <a:avLst/>
          </a:prstGeom>
          <a:noFill/>
        </p:spPr>
        <p:txBody>
          <a:bodyPr wrap="none" tIns="0" bIns="0" lIns="0" rIns="0" anchor="t">
            <a:spAutoFit/>
          </a:bodyPr>
          <a:lstStyle/>
          <a:p>
            <a:pPr>
              <a:lnSpc>
                <a:spcPct val="100000"/>
              </a:lnSpc>
              <a:spcBef>
                <a:spcPts val="0"/>
              </a:spcBef>
              <a:spcAft>
                <a:spcPts val="0"/>
              </a:spcAft>
            </a:pPr>
            <a:r>
              <a:rPr sz="6720" kern="400000">
                <a:solidFill>
                  <a:srgbClr val="FFFFFF"/>
                </a:solidFill>
                <a:latin typeface="Instrument Sans"/>
              </a:rPr>
              <a:t>New Orkhon</a:t>
            </a:r>
          </a:p>
        </p:txBody>
      </p:sp>
      <p:sp>
        <p:nvSpPr>
          <p:cNvPr id="7" name="Yeni Orhun"/>
          <p:cNvSpPr txBox="1"/>
          <p:nvPr/>
        </p:nvSpPr>
        <p:spPr>
          <a:xfrm>
            <a:off x="10485867" y="1408024"/>
            <a:ext cx="1114821" cy="297180"/>
          </a:xfrm>
          <a:prstGeom prst="rect">
            <a:avLst/>
          </a:prstGeom>
          <a:noFill/>
        </p:spPr>
        <p:txBody>
          <a:bodyPr wrap="none" tIns="0" bIns="0" lIns="0" rIns="0" anchor="t">
            <a:spAutoFit/>
          </a:bodyPr>
          <a:lstStyle/>
          <a:p>
            <a:pPr>
              <a:lnSpc>
                <a:spcPct val="100000"/>
              </a:lnSpc>
              <a:spcBef>
                <a:spcPts val="0"/>
              </a:spcBef>
              <a:spcAft>
                <a:spcPts val="0"/>
              </a:spcAft>
            </a:pPr>
            <a:r>
              <a:rPr sz="1560" kern="400000">
                <a:solidFill>
                  <a:srgbClr val="FFFFFF"/>
                </a:solidFill>
                <a:latin typeface="Instrument Sans"/>
              </a:rPr>
              <a:t>Yeni Orhun</a:t>
            </a:r>
          </a:p>
        </p:txBody>
      </p:sp>
      <p:sp>
        <p:nvSpPr>
          <p:cNvPr id="8" name="Rule"/>
          <p:cNvSpPr/>
          <p:nvPr/>
        </p:nvSpPr>
        <p:spPr>
          <a:xfrm>
            <a:off x="670560" y="1866900"/>
            <a:ext cx="10850880" cy="8"/>
          </a:xfrm>
          <a:custGeom>
            <a:avLst/>
            <a:gdLst/>
            <a:ahLst/>
            <a:cxnLst/>
            <a:rect l="l" t="t" r="r" b="b"/>
            <a:pathLst>
              <a:path w="1424000" h="1" stroke="1" fill="none">
                <a:moveTo>
                  <a:pt x="0" y="0"/>
                </a:moveTo>
                <a:lnTo>
                  <a:pt x="1424000" y="0"/>
                </a:lnTo>
              </a:path>
            </a:pathLst>
          </a:custGeom>
          <a:noFill/>
          <a:ln w="7620">
            <a:solidFill>
              <a:srgbClr val="FFFFFF"/>
            </a:solidFill>
          </a:ln>
        </p:spPr>
        <p:txBody>
          <a:bodyPr rtlCol="0" anchor="ctr"/>
          <a:lstStyle/>
          <a:p>
            <a:pPr algn="ctr"/>
          </a:p>
        </p:txBody>
      </p:sp>
      <p:sp>
        <p:nvSpPr>
          <p:cNvPr id="9" name="Teŋri / Kül Tigin D1"/>
          <p:cNvSpPr/>
          <p:nvPr/>
        </p:nvSpPr>
        <p:spPr>
          <a:xfrm>
            <a:off x="3597954" y="2670810"/>
            <a:ext cx="5060632" cy="2610993"/>
          </a:xfrm>
          <a:custGeom>
            <a:avLst/>
            <a:gdLst/>
            <a:ahLst/>
            <a:cxnLst/>
            <a:rect l="l" t="t" r="r" b="b"/>
            <a:pathLst>
              <a:path w="664125" h="342650" stroke="0">
                <a:moveTo>
                  <a:pt x="0" y="342650"/>
                </a:moveTo>
                <a:lnTo>
                  <a:pt x="0" y="136675"/>
                </a:lnTo>
                <a:lnTo>
                  <a:pt x="385" y="135905"/>
                </a:lnTo>
                <a:lnTo>
                  <a:pt x="385" y="132055"/>
                </a:lnTo>
                <a:lnTo>
                  <a:pt x="770" y="130900"/>
                </a:lnTo>
                <a:lnTo>
                  <a:pt x="770" y="129745"/>
                </a:lnTo>
                <a:lnTo>
                  <a:pt x="1155" y="128590"/>
                </a:lnTo>
                <a:lnTo>
                  <a:pt x="1155" y="126280"/>
                </a:lnTo>
                <a:lnTo>
                  <a:pt x="1540" y="126280"/>
                </a:lnTo>
                <a:lnTo>
                  <a:pt x="1540" y="125125"/>
                </a:lnTo>
                <a:lnTo>
                  <a:pt x="1925" y="123970"/>
                </a:lnTo>
                <a:lnTo>
                  <a:pt x="1925" y="122815"/>
                </a:lnTo>
                <a:lnTo>
                  <a:pt x="2310" y="121660"/>
                </a:lnTo>
                <a:lnTo>
                  <a:pt x="2310" y="120505"/>
                </a:lnTo>
                <a:lnTo>
                  <a:pt x="2695" y="120505"/>
                </a:lnTo>
                <a:lnTo>
                  <a:pt x="2695" y="119350"/>
                </a:lnTo>
                <a:lnTo>
                  <a:pt x="3850" y="116270"/>
                </a:lnTo>
                <a:lnTo>
                  <a:pt x="3850" y="115115"/>
                </a:lnTo>
                <a:lnTo>
                  <a:pt x="4235" y="115115"/>
                </a:lnTo>
                <a:lnTo>
                  <a:pt x="4235" y="113960"/>
                </a:lnTo>
                <a:lnTo>
                  <a:pt x="4620" y="113190"/>
                </a:lnTo>
                <a:lnTo>
                  <a:pt x="4620" y="112805"/>
                </a:lnTo>
                <a:lnTo>
                  <a:pt x="5390" y="110880"/>
                </a:lnTo>
                <a:lnTo>
                  <a:pt x="6160" y="109725"/>
                </a:lnTo>
                <a:lnTo>
                  <a:pt x="6160" y="108955"/>
                </a:lnTo>
                <a:lnTo>
                  <a:pt x="6545" y="108955"/>
                </a:lnTo>
                <a:lnTo>
                  <a:pt x="6930" y="108185"/>
                </a:lnTo>
                <a:lnTo>
                  <a:pt x="7315" y="106645"/>
                </a:lnTo>
                <a:lnTo>
                  <a:pt x="8085" y="105105"/>
                </a:lnTo>
                <a:lnTo>
                  <a:pt x="8470" y="104720"/>
                </a:lnTo>
                <a:lnTo>
                  <a:pt x="9240" y="103180"/>
                </a:lnTo>
                <a:lnTo>
                  <a:pt x="9240" y="102795"/>
                </a:lnTo>
                <a:lnTo>
                  <a:pt x="10010" y="102025"/>
                </a:lnTo>
                <a:lnTo>
                  <a:pt x="11935" y="98560"/>
                </a:lnTo>
                <a:lnTo>
                  <a:pt x="12320" y="98560"/>
                </a:lnTo>
                <a:lnTo>
                  <a:pt x="12705" y="97790"/>
                </a:lnTo>
                <a:lnTo>
                  <a:pt x="12705" y="97405"/>
                </a:lnTo>
                <a:lnTo>
                  <a:pt x="13475" y="97020"/>
                </a:lnTo>
                <a:lnTo>
                  <a:pt x="13475" y="96635"/>
                </a:lnTo>
                <a:lnTo>
                  <a:pt x="13860" y="95865"/>
                </a:lnTo>
                <a:lnTo>
                  <a:pt x="14245" y="95865"/>
                </a:lnTo>
                <a:lnTo>
                  <a:pt x="15785" y="93555"/>
                </a:lnTo>
                <a:lnTo>
                  <a:pt x="21175" y="88165"/>
                </a:lnTo>
                <a:lnTo>
                  <a:pt x="21560" y="88165"/>
                </a:lnTo>
                <a:lnTo>
                  <a:pt x="21945" y="87395"/>
                </a:lnTo>
                <a:lnTo>
                  <a:pt x="22330" y="87395"/>
                </a:lnTo>
                <a:lnTo>
                  <a:pt x="23100" y="86625"/>
                </a:lnTo>
                <a:lnTo>
                  <a:pt x="23870" y="86240"/>
                </a:lnTo>
                <a:lnTo>
                  <a:pt x="23870" y="85855"/>
                </a:lnTo>
                <a:lnTo>
                  <a:pt x="24640" y="85470"/>
                </a:lnTo>
                <a:lnTo>
                  <a:pt x="25025" y="85470"/>
                </a:lnTo>
                <a:lnTo>
                  <a:pt x="25410" y="84700"/>
                </a:lnTo>
                <a:lnTo>
                  <a:pt x="25795" y="84700"/>
                </a:lnTo>
                <a:lnTo>
                  <a:pt x="26565" y="84315"/>
                </a:lnTo>
                <a:lnTo>
                  <a:pt x="26565" y="83930"/>
                </a:lnTo>
                <a:lnTo>
                  <a:pt x="27335" y="83545"/>
                </a:lnTo>
                <a:lnTo>
                  <a:pt x="27720" y="83545"/>
                </a:lnTo>
                <a:lnTo>
                  <a:pt x="28490" y="82775"/>
                </a:lnTo>
                <a:lnTo>
                  <a:pt x="30030" y="82005"/>
                </a:lnTo>
                <a:lnTo>
                  <a:pt x="30415" y="81620"/>
                </a:lnTo>
                <a:lnTo>
                  <a:pt x="33110" y="80465"/>
                </a:lnTo>
                <a:lnTo>
                  <a:pt x="33110" y="80080"/>
                </a:lnTo>
                <a:lnTo>
                  <a:pt x="33880" y="79695"/>
                </a:lnTo>
                <a:lnTo>
                  <a:pt x="35420" y="79310"/>
                </a:lnTo>
                <a:lnTo>
                  <a:pt x="35805" y="78925"/>
                </a:lnTo>
                <a:lnTo>
                  <a:pt x="37345" y="78540"/>
                </a:lnTo>
                <a:lnTo>
                  <a:pt x="38115" y="78155"/>
                </a:lnTo>
                <a:lnTo>
                  <a:pt x="38115" y="77770"/>
                </a:lnTo>
                <a:lnTo>
                  <a:pt x="39270" y="77770"/>
                </a:lnTo>
                <a:lnTo>
                  <a:pt x="39270" y="77385"/>
                </a:lnTo>
                <a:lnTo>
                  <a:pt x="40040" y="77385"/>
                </a:lnTo>
                <a:lnTo>
                  <a:pt x="40425" y="77000"/>
                </a:lnTo>
                <a:lnTo>
                  <a:pt x="41195" y="77000"/>
                </a:lnTo>
                <a:lnTo>
                  <a:pt x="41580" y="76615"/>
                </a:lnTo>
                <a:lnTo>
                  <a:pt x="42350" y="76615"/>
                </a:lnTo>
                <a:lnTo>
                  <a:pt x="45430" y="75460"/>
                </a:lnTo>
                <a:lnTo>
                  <a:pt x="46585" y="75460"/>
                </a:lnTo>
                <a:lnTo>
                  <a:pt x="46970" y="75075"/>
                </a:lnTo>
                <a:lnTo>
                  <a:pt x="48125" y="75075"/>
                </a:lnTo>
                <a:lnTo>
                  <a:pt x="48895" y="74690"/>
                </a:lnTo>
                <a:lnTo>
                  <a:pt x="50050" y="74690"/>
                </a:lnTo>
                <a:lnTo>
                  <a:pt x="51205" y="74305"/>
                </a:lnTo>
                <a:lnTo>
                  <a:pt x="52360" y="74305"/>
                </a:lnTo>
                <a:lnTo>
                  <a:pt x="53515" y="73920"/>
                </a:lnTo>
                <a:lnTo>
                  <a:pt x="54670" y="73920"/>
                </a:lnTo>
                <a:lnTo>
                  <a:pt x="55825" y="73535"/>
                </a:lnTo>
                <a:lnTo>
                  <a:pt x="59290" y="73535"/>
                </a:lnTo>
                <a:lnTo>
                  <a:pt x="60445" y="73150"/>
                </a:lnTo>
                <a:lnTo>
                  <a:pt x="71225" y="73150"/>
                </a:lnTo>
                <a:lnTo>
                  <a:pt x="72380" y="73535"/>
                </a:lnTo>
                <a:lnTo>
                  <a:pt x="75075" y="73535"/>
                </a:lnTo>
                <a:lnTo>
                  <a:pt x="76230" y="73920"/>
                </a:lnTo>
                <a:lnTo>
                  <a:pt x="78925" y="73920"/>
                </a:lnTo>
                <a:lnTo>
                  <a:pt x="80080" y="74305"/>
                </a:lnTo>
                <a:lnTo>
                  <a:pt x="81235" y="74305"/>
                </a:lnTo>
                <a:lnTo>
                  <a:pt x="82390" y="74690"/>
                </a:lnTo>
                <a:lnTo>
                  <a:pt x="83930" y="74690"/>
                </a:lnTo>
                <a:lnTo>
                  <a:pt x="85085" y="75075"/>
                </a:lnTo>
                <a:lnTo>
                  <a:pt x="86240" y="75075"/>
                </a:lnTo>
                <a:lnTo>
                  <a:pt x="86625" y="75460"/>
                </a:lnTo>
                <a:lnTo>
                  <a:pt x="87780" y="75460"/>
                </a:lnTo>
                <a:lnTo>
                  <a:pt x="90090" y="76230"/>
                </a:lnTo>
                <a:lnTo>
                  <a:pt x="91630" y="76230"/>
                </a:lnTo>
                <a:lnTo>
                  <a:pt x="105105" y="80080"/>
                </a:lnTo>
                <a:lnTo>
                  <a:pt x="107800" y="81235"/>
                </a:lnTo>
                <a:lnTo>
                  <a:pt x="111650" y="82390"/>
                </a:lnTo>
                <a:lnTo>
                  <a:pt x="112035" y="82775"/>
                </a:lnTo>
                <a:lnTo>
                  <a:pt x="114730" y="83545"/>
                </a:lnTo>
                <a:lnTo>
                  <a:pt x="103180" y="108570"/>
                </a:lnTo>
                <a:lnTo>
                  <a:pt x="102025" y="108185"/>
                </a:lnTo>
                <a:lnTo>
                  <a:pt x="100870" y="107415"/>
                </a:lnTo>
                <a:lnTo>
                  <a:pt x="92015" y="104335"/>
                </a:lnTo>
                <a:lnTo>
                  <a:pt x="90860" y="104335"/>
                </a:lnTo>
                <a:lnTo>
                  <a:pt x="87395" y="103180"/>
                </a:lnTo>
                <a:lnTo>
                  <a:pt x="86625" y="103180"/>
                </a:lnTo>
                <a:lnTo>
                  <a:pt x="84315" y="102410"/>
                </a:lnTo>
                <a:lnTo>
                  <a:pt x="83545" y="102410"/>
                </a:lnTo>
                <a:lnTo>
                  <a:pt x="82390" y="102025"/>
                </a:lnTo>
                <a:lnTo>
                  <a:pt x="81235" y="102025"/>
                </a:lnTo>
                <a:lnTo>
                  <a:pt x="80465" y="101640"/>
                </a:lnTo>
                <a:lnTo>
                  <a:pt x="79310" y="101640"/>
                </a:lnTo>
                <a:lnTo>
                  <a:pt x="78540" y="101255"/>
                </a:lnTo>
                <a:lnTo>
                  <a:pt x="77385" y="101255"/>
                </a:lnTo>
                <a:lnTo>
                  <a:pt x="76615" y="100870"/>
                </a:lnTo>
                <a:lnTo>
                  <a:pt x="74690" y="100870"/>
                </a:lnTo>
                <a:lnTo>
                  <a:pt x="73920" y="100485"/>
                </a:lnTo>
                <a:lnTo>
                  <a:pt x="71225" y="100485"/>
                </a:lnTo>
                <a:lnTo>
                  <a:pt x="70455" y="100100"/>
                </a:lnTo>
                <a:lnTo>
                  <a:pt x="61600" y="100100"/>
                </a:lnTo>
                <a:lnTo>
                  <a:pt x="60830" y="100485"/>
                </a:lnTo>
                <a:lnTo>
                  <a:pt x="58135" y="100485"/>
                </a:lnTo>
                <a:lnTo>
                  <a:pt x="57365" y="100870"/>
                </a:lnTo>
                <a:lnTo>
                  <a:pt x="56210" y="100870"/>
                </a:lnTo>
                <a:lnTo>
                  <a:pt x="55440" y="101255"/>
                </a:lnTo>
                <a:lnTo>
                  <a:pt x="54285" y="101255"/>
                </a:lnTo>
                <a:lnTo>
                  <a:pt x="53515" y="101640"/>
                </a:lnTo>
                <a:lnTo>
                  <a:pt x="52360" y="101640"/>
                </a:lnTo>
                <a:lnTo>
                  <a:pt x="51975" y="102025"/>
                </a:lnTo>
                <a:lnTo>
                  <a:pt x="51205" y="102025"/>
                </a:lnTo>
                <a:lnTo>
                  <a:pt x="50820" y="102410"/>
                </a:lnTo>
                <a:lnTo>
                  <a:pt x="50050" y="102410"/>
                </a:lnTo>
                <a:lnTo>
                  <a:pt x="49665" y="102795"/>
                </a:lnTo>
                <a:lnTo>
                  <a:pt x="49280" y="102795"/>
                </a:lnTo>
                <a:lnTo>
                  <a:pt x="48125" y="103565"/>
                </a:lnTo>
                <a:lnTo>
                  <a:pt x="46585" y="103950"/>
                </a:lnTo>
                <a:lnTo>
                  <a:pt x="45430" y="105105"/>
                </a:lnTo>
                <a:lnTo>
                  <a:pt x="44660" y="105105"/>
                </a:lnTo>
                <a:lnTo>
                  <a:pt x="43890" y="105875"/>
                </a:lnTo>
                <a:lnTo>
                  <a:pt x="43505" y="105875"/>
                </a:lnTo>
                <a:lnTo>
                  <a:pt x="40810" y="108570"/>
                </a:lnTo>
                <a:lnTo>
                  <a:pt x="40425" y="108570"/>
                </a:lnTo>
                <a:lnTo>
                  <a:pt x="39270" y="109725"/>
                </a:lnTo>
                <a:lnTo>
                  <a:pt x="38885" y="110495"/>
                </a:lnTo>
                <a:lnTo>
                  <a:pt x="36960" y="112420"/>
                </a:lnTo>
                <a:lnTo>
                  <a:pt x="36960" y="112805"/>
                </a:lnTo>
                <a:lnTo>
                  <a:pt x="36575" y="113575"/>
                </a:lnTo>
                <a:lnTo>
                  <a:pt x="35805" y="114345"/>
                </a:lnTo>
                <a:lnTo>
                  <a:pt x="35420" y="115115"/>
                </a:lnTo>
                <a:lnTo>
                  <a:pt x="35420" y="115500"/>
                </a:lnTo>
                <a:lnTo>
                  <a:pt x="34265" y="117040"/>
                </a:lnTo>
                <a:lnTo>
                  <a:pt x="34265" y="117810"/>
                </a:lnTo>
                <a:lnTo>
                  <a:pt x="33110" y="119350"/>
                </a:lnTo>
                <a:lnTo>
                  <a:pt x="33110" y="120120"/>
                </a:lnTo>
                <a:lnTo>
                  <a:pt x="31955" y="122815"/>
                </a:lnTo>
                <a:lnTo>
                  <a:pt x="31955" y="123585"/>
                </a:lnTo>
                <a:lnTo>
                  <a:pt x="31185" y="125510"/>
                </a:lnTo>
                <a:lnTo>
                  <a:pt x="31185" y="126280"/>
                </a:lnTo>
                <a:lnTo>
                  <a:pt x="30800" y="127050"/>
                </a:lnTo>
                <a:lnTo>
                  <a:pt x="30800" y="127820"/>
                </a:lnTo>
                <a:lnTo>
                  <a:pt x="30415" y="128590"/>
                </a:lnTo>
                <a:lnTo>
                  <a:pt x="30415" y="130515"/>
                </a:lnTo>
                <a:lnTo>
                  <a:pt x="30030" y="131285"/>
                </a:lnTo>
                <a:lnTo>
                  <a:pt x="30030" y="132825"/>
                </a:lnTo>
                <a:lnTo>
                  <a:pt x="29645" y="133595"/>
                </a:lnTo>
                <a:lnTo>
                  <a:pt x="29645" y="136290"/>
                </a:lnTo>
                <a:lnTo>
                  <a:pt x="29260" y="137445"/>
                </a:lnTo>
                <a:lnTo>
                  <a:pt x="29260" y="342650"/>
                </a:lnTo>
                <a:close/>
                <a:moveTo>
                  <a:pt x="330330" y="269500"/>
                </a:moveTo>
                <a:lnTo>
                  <a:pt x="330330" y="132055"/>
                </a:lnTo>
                <a:lnTo>
                  <a:pt x="329945" y="131285"/>
                </a:lnTo>
                <a:lnTo>
                  <a:pt x="329945" y="128590"/>
                </a:lnTo>
                <a:lnTo>
                  <a:pt x="329560" y="127820"/>
                </a:lnTo>
                <a:lnTo>
                  <a:pt x="329560" y="126280"/>
                </a:lnTo>
                <a:lnTo>
                  <a:pt x="329175" y="125510"/>
                </a:lnTo>
                <a:lnTo>
                  <a:pt x="329175" y="124355"/>
                </a:lnTo>
                <a:lnTo>
                  <a:pt x="328790" y="123585"/>
                </a:lnTo>
                <a:lnTo>
                  <a:pt x="327250" y="118580"/>
                </a:lnTo>
                <a:lnTo>
                  <a:pt x="326865" y="118195"/>
                </a:lnTo>
                <a:lnTo>
                  <a:pt x="326865" y="117425"/>
                </a:lnTo>
                <a:lnTo>
                  <a:pt x="326095" y="116655"/>
                </a:lnTo>
                <a:lnTo>
                  <a:pt x="326095" y="115885"/>
                </a:lnTo>
                <a:lnTo>
                  <a:pt x="325325" y="115115"/>
                </a:lnTo>
                <a:lnTo>
                  <a:pt x="325325" y="114730"/>
                </a:lnTo>
                <a:lnTo>
                  <a:pt x="324940" y="113960"/>
                </a:lnTo>
                <a:lnTo>
                  <a:pt x="324170" y="113190"/>
                </a:lnTo>
                <a:lnTo>
                  <a:pt x="324170" y="112805"/>
                </a:lnTo>
                <a:lnTo>
                  <a:pt x="323015" y="111650"/>
                </a:lnTo>
                <a:lnTo>
                  <a:pt x="323015" y="111265"/>
                </a:lnTo>
                <a:lnTo>
                  <a:pt x="321090" y="109340"/>
                </a:lnTo>
                <a:lnTo>
                  <a:pt x="321090" y="108955"/>
                </a:lnTo>
                <a:lnTo>
                  <a:pt x="319935" y="107800"/>
                </a:lnTo>
                <a:lnTo>
                  <a:pt x="319550" y="107800"/>
                </a:lnTo>
                <a:lnTo>
                  <a:pt x="318010" y="106260"/>
                </a:lnTo>
                <a:lnTo>
                  <a:pt x="317625" y="106260"/>
                </a:lnTo>
                <a:lnTo>
                  <a:pt x="316470" y="105105"/>
                </a:lnTo>
                <a:lnTo>
                  <a:pt x="316085" y="105105"/>
                </a:lnTo>
                <a:lnTo>
                  <a:pt x="315700" y="104720"/>
                </a:lnTo>
                <a:lnTo>
                  <a:pt x="315315" y="104720"/>
                </a:lnTo>
                <a:lnTo>
                  <a:pt x="314545" y="103950"/>
                </a:lnTo>
                <a:lnTo>
                  <a:pt x="314160" y="103950"/>
                </a:lnTo>
                <a:lnTo>
                  <a:pt x="313775" y="103565"/>
                </a:lnTo>
                <a:lnTo>
                  <a:pt x="313390" y="103565"/>
                </a:lnTo>
                <a:lnTo>
                  <a:pt x="313005" y="103180"/>
                </a:lnTo>
                <a:lnTo>
                  <a:pt x="312620" y="103180"/>
                </a:lnTo>
                <a:lnTo>
                  <a:pt x="312235" y="102795"/>
                </a:lnTo>
                <a:lnTo>
                  <a:pt x="311850" y="102795"/>
                </a:lnTo>
                <a:lnTo>
                  <a:pt x="311465" y="102410"/>
                </a:lnTo>
                <a:lnTo>
                  <a:pt x="311080" y="102410"/>
                </a:lnTo>
                <a:lnTo>
                  <a:pt x="309925" y="101640"/>
                </a:lnTo>
                <a:lnTo>
                  <a:pt x="308770" y="101640"/>
                </a:lnTo>
                <a:lnTo>
                  <a:pt x="308385" y="101255"/>
                </a:lnTo>
                <a:lnTo>
                  <a:pt x="307615" y="101255"/>
                </a:lnTo>
                <a:lnTo>
                  <a:pt x="307230" y="100870"/>
                </a:lnTo>
                <a:lnTo>
                  <a:pt x="306075" y="100870"/>
                </a:lnTo>
                <a:lnTo>
                  <a:pt x="305305" y="100485"/>
                </a:lnTo>
                <a:lnTo>
                  <a:pt x="303380" y="100485"/>
                </a:lnTo>
                <a:lnTo>
                  <a:pt x="302610" y="100100"/>
                </a:lnTo>
                <a:lnTo>
                  <a:pt x="296450" y="100100"/>
                </a:lnTo>
                <a:lnTo>
                  <a:pt x="296065" y="100485"/>
                </a:lnTo>
                <a:lnTo>
                  <a:pt x="294140" y="100485"/>
                </a:lnTo>
                <a:lnTo>
                  <a:pt x="293755" y="100870"/>
                </a:lnTo>
                <a:lnTo>
                  <a:pt x="292215" y="100870"/>
                </a:lnTo>
                <a:lnTo>
                  <a:pt x="291830" y="101255"/>
                </a:lnTo>
                <a:lnTo>
                  <a:pt x="291060" y="101255"/>
                </a:lnTo>
                <a:lnTo>
                  <a:pt x="290290" y="101640"/>
                </a:lnTo>
                <a:lnTo>
                  <a:pt x="289520" y="101640"/>
                </a:lnTo>
                <a:lnTo>
                  <a:pt x="288365" y="102410"/>
                </a:lnTo>
                <a:lnTo>
                  <a:pt x="286825" y="102795"/>
                </a:lnTo>
                <a:lnTo>
                  <a:pt x="286440" y="103180"/>
                </a:lnTo>
                <a:lnTo>
                  <a:pt x="286055" y="103180"/>
                </a:lnTo>
                <a:lnTo>
                  <a:pt x="285670" y="103565"/>
                </a:lnTo>
                <a:lnTo>
                  <a:pt x="285285" y="103565"/>
                </a:lnTo>
                <a:lnTo>
                  <a:pt x="284900" y="103950"/>
                </a:lnTo>
                <a:lnTo>
                  <a:pt x="284515" y="103950"/>
                </a:lnTo>
                <a:lnTo>
                  <a:pt x="283360" y="104720"/>
                </a:lnTo>
                <a:lnTo>
                  <a:pt x="282975" y="104720"/>
                </a:lnTo>
                <a:lnTo>
                  <a:pt x="282205" y="105490"/>
                </a:lnTo>
                <a:lnTo>
                  <a:pt x="281820" y="105490"/>
                </a:lnTo>
                <a:lnTo>
                  <a:pt x="280280" y="107030"/>
                </a:lnTo>
                <a:lnTo>
                  <a:pt x="279895" y="107030"/>
                </a:lnTo>
                <a:lnTo>
                  <a:pt x="273735" y="113190"/>
                </a:lnTo>
                <a:lnTo>
                  <a:pt x="273735" y="113960"/>
                </a:lnTo>
                <a:lnTo>
                  <a:pt x="272580" y="115115"/>
                </a:lnTo>
                <a:lnTo>
                  <a:pt x="271810" y="116270"/>
                </a:lnTo>
                <a:lnTo>
                  <a:pt x="271810" y="116655"/>
                </a:lnTo>
                <a:lnTo>
                  <a:pt x="271040" y="117810"/>
                </a:lnTo>
                <a:lnTo>
                  <a:pt x="270655" y="118580"/>
                </a:lnTo>
                <a:lnTo>
                  <a:pt x="270655" y="118965"/>
                </a:lnTo>
                <a:lnTo>
                  <a:pt x="269885" y="120120"/>
                </a:lnTo>
                <a:lnTo>
                  <a:pt x="269115" y="122045"/>
                </a:lnTo>
                <a:lnTo>
                  <a:pt x="268730" y="122430"/>
                </a:lnTo>
                <a:lnTo>
                  <a:pt x="268730" y="123200"/>
                </a:lnTo>
                <a:lnTo>
                  <a:pt x="267575" y="125895"/>
                </a:lnTo>
                <a:lnTo>
                  <a:pt x="267575" y="126665"/>
                </a:lnTo>
                <a:lnTo>
                  <a:pt x="267190" y="127050"/>
                </a:lnTo>
                <a:lnTo>
                  <a:pt x="267190" y="127820"/>
                </a:lnTo>
                <a:lnTo>
                  <a:pt x="266805" y="128590"/>
                </a:lnTo>
                <a:lnTo>
                  <a:pt x="266805" y="130130"/>
                </a:lnTo>
                <a:lnTo>
                  <a:pt x="266420" y="130900"/>
                </a:lnTo>
                <a:lnTo>
                  <a:pt x="266420" y="131670"/>
                </a:lnTo>
                <a:lnTo>
                  <a:pt x="266035" y="132440"/>
                </a:lnTo>
                <a:lnTo>
                  <a:pt x="266035" y="133980"/>
                </a:lnTo>
                <a:lnTo>
                  <a:pt x="265650" y="134750"/>
                </a:lnTo>
                <a:lnTo>
                  <a:pt x="265650" y="138215"/>
                </a:lnTo>
                <a:lnTo>
                  <a:pt x="265265" y="138985"/>
                </a:lnTo>
                <a:lnTo>
                  <a:pt x="265265" y="342650"/>
                </a:lnTo>
                <a:lnTo>
                  <a:pt x="236005" y="342650"/>
                </a:lnTo>
                <a:lnTo>
                  <a:pt x="236005" y="137445"/>
                </a:lnTo>
                <a:lnTo>
                  <a:pt x="236390" y="137445"/>
                </a:lnTo>
                <a:lnTo>
                  <a:pt x="236390" y="135905"/>
                </a:lnTo>
                <a:lnTo>
                  <a:pt x="236005" y="135905"/>
                </a:lnTo>
                <a:lnTo>
                  <a:pt x="236005" y="132055"/>
                </a:lnTo>
                <a:lnTo>
                  <a:pt x="235620" y="131285"/>
                </a:lnTo>
                <a:lnTo>
                  <a:pt x="235620" y="128205"/>
                </a:lnTo>
                <a:lnTo>
                  <a:pt x="235235" y="127435"/>
                </a:lnTo>
                <a:lnTo>
                  <a:pt x="235235" y="126280"/>
                </a:lnTo>
                <a:lnTo>
                  <a:pt x="234850" y="125510"/>
                </a:lnTo>
                <a:lnTo>
                  <a:pt x="234850" y="124355"/>
                </a:lnTo>
                <a:lnTo>
                  <a:pt x="234465" y="123585"/>
                </a:lnTo>
                <a:lnTo>
                  <a:pt x="232540" y="117425"/>
                </a:lnTo>
                <a:lnTo>
                  <a:pt x="232155" y="117040"/>
                </a:lnTo>
                <a:lnTo>
                  <a:pt x="231770" y="116270"/>
                </a:lnTo>
                <a:lnTo>
                  <a:pt x="231770" y="115885"/>
                </a:lnTo>
                <a:lnTo>
                  <a:pt x="231000" y="115115"/>
                </a:lnTo>
                <a:lnTo>
                  <a:pt x="231000" y="114730"/>
                </a:lnTo>
                <a:lnTo>
                  <a:pt x="230615" y="113960"/>
                </a:lnTo>
                <a:lnTo>
                  <a:pt x="229845" y="113190"/>
                </a:lnTo>
                <a:lnTo>
                  <a:pt x="229845" y="112805"/>
                </a:lnTo>
                <a:lnTo>
                  <a:pt x="228690" y="111650"/>
                </a:lnTo>
                <a:lnTo>
                  <a:pt x="228690" y="111265"/>
                </a:lnTo>
                <a:lnTo>
                  <a:pt x="226765" y="109340"/>
                </a:lnTo>
                <a:lnTo>
                  <a:pt x="226765" y="108955"/>
                </a:lnTo>
                <a:lnTo>
                  <a:pt x="225225" y="107415"/>
                </a:lnTo>
                <a:lnTo>
                  <a:pt x="224840" y="107415"/>
                </a:lnTo>
                <a:lnTo>
                  <a:pt x="223685" y="106260"/>
                </a:lnTo>
                <a:lnTo>
                  <a:pt x="223300" y="106260"/>
                </a:lnTo>
                <a:lnTo>
                  <a:pt x="222145" y="105105"/>
                </a:lnTo>
                <a:lnTo>
                  <a:pt x="221760" y="105105"/>
                </a:lnTo>
                <a:lnTo>
                  <a:pt x="221760" y="104720"/>
                </a:lnTo>
                <a:lnTo>
                  <a:pt x="221375" y="104720"/>
                </a:lnTo>
                <a:lnTo>
                  <a:pt x="220220" y="103950"/>
                </a:lnTo>
                <a:lnTo>
                  <a:pt x="219835" y="103950"/>
                </a:lnTo>
                <a:lnTo>
                  <a:pt x="219450" y="103565"/>
                </a:lnTo>
                <a:lnTo>
                  <a:pt x="219065" y="103565"/>
                </a:lnTo>
                <a:lnTo>
                  <a:pt x="218680" y="103180"/>
                </a:lnTo>
                <a:lnTo>
                  <a:pt x="218295" y="103180"/>
                </a:lnTo>
                <a:lnTo>
                  <a:pt x="217910" y="102795"/>
                </a:lnTo>
                <a:lnTo>
                  <a:pt x="217525" y="102795"/>
                </a:lnTo>
                <a:lnTo>
                  <a:pt x="217140" y="102410"/>
                </a:lnTo>
                <a:lnTo>
                  <a:pt x="216755" y="102410"/>
                </a:lnTo>
                <a:lnTo>
                  <a:pt x="216370" y="102025"/>
                </a:lnTo>
                <a:lnTo>
                  <a:pt x="215985" y="102025"/>
                </a:lnTo>
                <a:lnTo>
                  <a:pt x="215600" y="101640"/>
                </a:lnTo>
                <a:lnTo>
                  <a:pt x="214830" y="101640"/>
                </a:lnTo>
                <a:lnTo>
                  <a:pt x="214060" y="101255"/>
                </a:lnTo>
                <a:lnTo>
                  <a:pt x="213290" y="101255"/>
                </a:lnTo>
                <a:lnTo>
                  <a:pt x="212905" y="100870"/>
                </a:lnTo>
                <a:lnTo>
                  <a:pt x="211750" y="100870"/>
                </a:lnTo>
                <a:lnTo>
                  <a:pt x="210980" y="100485"/>
                </a:lnTo>
                <a:lnTo>
                  <a:pt x="209055" y="100485"/>
                </a:lnTo>
                <a:lnTo>
                  <a:pt x="208285" y="100100"/>
                </a:lnTo>
                <a:lnTo>
                  <a:pt x="202125" y="100100"/>
                </a:lnTo>
                <a:lnTo>
                  <a:pt x="201740" y="100485"/>
                </a:lnTo>
                <a:lnTo>
                  <a:pt x="199815" y="100485"/>
                </a:lnTo>
                <a:lnTo>
                  <a:pt x="199430" y="100870"/>
                </a:lnTo>
                <a:lnTo>
                  <a:pt x="197890" y="100870"/>
                </a:lnTo>
                <a:lnTo>
                  <a:pt x="197505" y="101255"/>
                </a:lnTo>
                <a:lnTo>
                  <a:pt x="196735" y="101255"/>
                </a:lnTo>
                <a:lnTo>
                  <a:pt x="195965" y="101640"/>
                </a:lnTo>
                <a:lnTo>
                  <a:pt x="195195" y="101640"/>
                </a:lnTo>
                <a:lnTo>
                  <a:pt x="194810" y="102025"/>
                </a:lnTo>
                <a:lnTo>
                  <a:pt x="194425" y="102025"/>
                </a:lnTo>
                <a:lnTo>
                  <a:pt x="194040" y="102410"/>
                </a:lnTo>
                <a:lnTo>
                  <a:pt x="193270" y="102410"/>
                </a:lnTo>
                <a:lnTo>
                  <a:pt x="192885" y="102795"/>
                </a:lnTo>
                <a:lnTo>
                  <a:pt x="192500" y="102795"/>
                </a:lnTo>
                <a:lnTo>
                  <a:pt x="192115" y="103180"/>
                </a:lnTo>
                <a:lnTo>
                  <a:pt x="191730" y="103180"/>
                </a:lnTo>
                <a:lnTo>
                  <a:pt x="190575" y="103950"/>
                </a:lnTo>
                <a:lnTo>
                  <a:pt x="189805" y="103950"/>
                </a:lnTo>
                <a:lnTo>
                  <a:pt x="189035" y="104720"/>
                </a:lnTo>
                <a:lnTo>
                  <a:pt x="188650" y="104720"/>
                </a:lnTo>
                <a:lnTo>
                  <a:pt x="187880" y="105490"/>
                </a:lnTo>
                <a:lnTo>
                  <a:pt x="187495" y="105490"/>
                </a:lnTo>
                <a:lnTo>
                  <a:pt x="185955" y="107030"/>
                </a:lnTo>
                <a:lnTo>
                  <a:pt x="185570" y="107030"/>
                </a:lnTo>
                <a:lnTo>
                  <a:pt x="179410" y="113190"/>
                </a:lnTo>
                <a:lnTo>
                  <a:pt x="179410" y="113960"/>
                </a:lnTo>
                <a:lnTo>
                  <a:pt x="178255" y="115115"/>
                </a:lnTo>
                <a:lnTo>
                  <a:pt x="177485" y="116270"/>
                </a:lnTo>
                <a:lnTo>
                  <a:pt x="177485" y="116655"/>
                </a:lnTo>
                <a:lnTo>
                  <a:pt x="177100" y="117425"/>
                </a:lnTo>
                <a:lnTo>
                  <a:pt x="176330" y="118195"/>
                </a:lnTo>
                <a:lnTo>
                  <a:pt x="175945" y="118965"/>
                </a:lnTo>
                <a:lnTo>
                  <a:pt x="175945" y="119350"/>
                </a:lnTo>
                <a:lnTo>
                  <a:pt x="175175" y="120505"/>
                </a:lnTo>
                <a:lnTo>
                  <a:pt x="175175" y="121275"/>
                </a:lnTo>
                <a:lnTo>
                  <a:pt x="174405" y="122430"/>
                </a:lnTo>
                <a:lnTo>
                  <a:pt x="174405" y="123200"/>
                </a:lnTo>
                <a:lnTo>
                  <a:pt x="174020" y="123585"/>
                </a:lnTo>
                <a:lnTo>
                  <a:pt x="174020" y="124355"/>
                </a:lnTo>
                <a:lnTo>
                  <a:pt x="173250" y="125895"/>
                </a:lnTo>
                <a:lnTo>
                  <a:pt x="173250" y="126280"/>
                </a:lnTo>
                <a:lnTo>
                  <a:pt x="172865" y="127050"/>
                </a:lnTo>
                <a:lnTo>
                  <a:pt x="172865" y="127820"/>
                </a:lnTo>
                <a:lnTo>
                  <a:pt x="172480" y="128590"/>
                </a:lnTo>
                <a:lnTo>
                  <a:pt x="172480" y="130130"/>
                </a:lnTo>
                <a:lnTo>
                  <a:pt x="172095" y="130900"/>
                </a:lnTo>
                <a:lnTo>
                  <a:pt x="172095" y="131670"/>
                </a:lnTo>
                <a:lnTo>
                  <a:pt x="171710" y="132440"/>
                </a:lnTo>
                <a:lnTo>
                  <a:pt x="171710" y="133980"/>
                </a:lnTo>
                <a:lnTo>
                  <a:pt x="171325" y="134750"/>
                </a:lnTo>
                <a:lnTo>
                  <a:pt x="171325" y="138215"/>
                </a:lnTo>
                <a:lnTo>
                  <a:pt x="170940" y="138985"/>
                </a:lnTo>
                <a:lnTo>
                  <a:pt x="170940" y="269500"/>
                </a:lnTo>
                <a:lnTo>
                  <a:pt x="141680" y="269500"/>
                </a:lnTo>
                <a:lnTo>
                  <a:pt x="141680" y="137445"/>
                </a:lnTo>
                <a:lnTo>
                  <a:pt x="142065" y="137445"/>
                </a:lnTo>
                <a:lnTo>
                  <a:pt x="142065" y="133595"/>
                </a:lnTo>
                <a:lnTo>
                  <a:pt x="142450" y="132825"/>
                </a:lnTo>
                <a:lnTo>
                  <a:pt x="142450" y="130130"/>
                </a:lnTo>
                <a:lnTo>
                  <a:pt x="142835" y="129360"/>
                </a:lnTo>
                <a:lnTo>
                  <a:pt x="142835" y="127820"/>
                </a:lnTo>
                <a:lnTo>
                  <a:pt x="143220" y="127050"/>
                </a:lnTo>
                <a:lnTo>
                  <a:pt x="143220" y="125895"/>
                </a:lnTo>
                <a:lnTo>
                  <a:pt x="143990" y="123585"/>
                </a:lnTo>
                <a:lnTo>
                  <a:pt x="143990" y="122430"/>
                </a:lnTo>
                <a:lnTo>
                  <a:pt x="144760" y="120505"/>
                </a:lnTo>
                <a:lnTo>
                  <a:pt x="144760" y="119350"/>
                </a:lnTo>
                <a:lnTo>
                  <a:pt x="145145" y="119350"/>
                </a:lnTo>
                <a:lnTo>
                  <a:pt x="145145" y="118195"/>
                </a:lnTo>
                <a:lnTo>
                  <a:pt x="146300" y="115500"/>
                </a:lnTo>
                <a:lnTo>
                  <a:pt x="146300" y="115115"/>
                </a:lnTo>
                <a:lnTo>
                  <a:pt x="147070" y="113575"/>
                </a:lnTo>
                <a:lnTo>
                  <a:pt x="147070" y="113190"/>
                </a:lnTo>
                <a:lnTo>
                  <a:pt x="147840" y="111650"/>
                </a:lnTo>
                <a:lnTo>
                  <a:pt x="147840" y="111265"/>
                </a:lnTo>
                <a:lnTo>
                  <a:pt x="148610" y="109725"/>
                </a:lnTo>
                <a:lnTo>
                  <a:pt x="148610" y="109340"/>
                </a:lnTo>
                <a:lnTo>
                  <a:pt x="149380" y="107800"/>
                </a:lnTo>
                <a:lnTo>
                  <a:pt x="149765" y="107415"/>
                </a:lnTo>
                <a:lnTo>
                  <a:pt x="150920" y="105105"/>
                </a:lnTo>
                <a:lnTo>
                  <a:pt x="150920" y="104720"/>
                </a:lnTo>
                <a:lnTo>
                  <a:pt x="151305" y="103950"/>
                </a:lnTo>
                <a:lnTo>
                  <a:pt x="151690" y="103950"/>
                </a:lnTo>
                <a:lnTo>
                  <a:pt x="152460" y="102410"/>
                </a:lnTo>
                <a:lnTo>
                  <a:pt x="152460" y="102025"/>
                </a:lnTo>
                <a:lnTo>
                  <a:pt x="153230" y="101640"/>
                </a:lnTo>
                <a:lnTo>
                  <a:pt x="153230" y="101255"/>
                </a:lnTo>
                <a:lnTo>
                  <a:pt x="154000" y="99715"/>
                </a:lnTo>
                <a:lnTo>
                  <a:pt x="154385" y="99715"/>
                </a:lnTo>
                <a:lnTo>
                  <a:pt x="155155" y="98175"/>
                </a:lnTo>
                <a:lnTo>
                  <a:pt x="155540" y="98175"/>
                </a:lnTo>
                <a:lnTo>
                  <a:pt x="155925" y="97405"/>
                </a:lnTo>
                <a:lnTo>
                  <a:pt x="156695" y="96635"/>
                </a:lnTo>
                <a:lnTo>
                  <a:pt x="157080" y="95865"/>
                </a:lnTo>
                <a:lnTo>
                  <a:pt x="157465" y="95865"/>
                </a:lnTo>
                <a:lnTo>
                  <a:pt x="159005" y="93555"/>
                </a:lnTo>
                <a:lnTo>
                  <a:pt x="159390" y="93555"/>
                </a:lnTo>
                <a:lnTo>
                  <a:pt x="159775" y="92785"/>
                </a:lnTo>
                <a:lnTo>
                  <a:pt x="163240" y="89320"/>
                </a:lnTo>
                <a:lnTo>
                  <a:pt x="164010" y="88935"/>
                </a:lnTo>
                <a:lnTo>
                  <a:pt x="164010" y="88550"/>
                </a:lnTo>
                <a:lnTo>
                  <a:pt x="164780" y="88165"/>
                </a:lnTo>
                <a:lnTo>
                  <a:pt x="165165" y="87395"/>
                </a:lnTo>
                <a:lnTo>
                  <a:pt x="165550" y="87395"/>
                </a:lnTo>
                <a:lnTo>
                  <a:pt x="165935" y="87010"/>
                </a:lnTo>
                <a:lnTo>
                  <a:pt x="166320" y="87010"/>
                </a:lnTo>
                <a:lnTo>
                  <a:pt x="166705" y="86240"/>
                </a:lnTo>
                <a:lnTo>
                  <a:pt x="167090" y="86240"/>
                </a:lnTo>
                <a:lnTo>
                  <a:pt x="168245" y="85085"/>
                </a:lnTo>
                <a:lnTo>
                  <a:pt x="168630" y="85085"/>
                </a:lnTo>
                <a:lnTo>
                  <a:pt x="169015" y="84700"/>
                </a:lnTo>
                <a:lnTo>
                  <a:pt x="169400" y="84700"/>
                </a:lnTo>
                <a:lnTo>
                  <a:pt x="169785" y="83930"/>
                </a:lnTo>
                <a:lnTo>
                  <a:pt x="170170" y="83930"/>
                </a:lnTo>
                <a:lnTo>
                  <a:pt x="170555" y="83545"/>
                </a:lnTo>
                <a:lnTo>
                  <a:pt x="170940" y="83545"/>
                </a:lnTo>
                <a:lnTo>
                  <a:pt x="171710" y="82775"/>
                </a:lnTo>
                <a:lnTo>
                  <a:pt x="174790" y="81235"/>
                </a:lnTo>
                <a:lnTo>
                  <a:pt x="174790" y="80850"/>
                </a:lnTo>
                <a:lnTo>
                  <a:pt x="175560" y="80465"/>
                </a:lnTo>
                <a:lnTo>
                  <a:pt x="175945" y="80465"/>
                </a:lnTo>
                <a:lnTo>
                  <a:pt x="177100" y="79695"/>
                </a:lnTo>
                <a:lnTo>
                  <a:pt x="177485" y="79695"/>
                </a:lnTo>
                <a:lnTo>
                  <a:pt x="179795" y="78540"/>
                </a:lnTo>
                <a:lnTo>
                  <a:pt x="180180" y="78540"/>
                </a:lnTo>
                <a:lnTo>
                  <a:pt x="181335" y="77770"/>
                </a:lnTo>
                <a:lnTo>
                  <a:pt x="181720" y="77770"/>
                </a:lnTo>
                <a:lnTo>
                  <a:pt x="183260" y="77000"/>
                </a:lnTo>
                <a:lnTo>
                  <a:pt x="184030" y="77000"/>
                </a:lnTo>
                <a:lnTo>
                  <a:pt x="184415" y="76615"/>
                </a:lnTo>
                <a:lnTo>
                  <a:pt x="185185" y="76615"/>
                </a:lnTo>
                <a:lnTo>
                  <a:pt x="186725" y="75845"/>
                </a:lnTo>
                <a:lnTo>
                  <a:pt x="187495" y="75845"/>
                </a:lnTo>
                <a:lnTo>
                  <a:pt x="187880" y="75460"/>
                </a:lnTo>
                <a:lnTo>
                  <a:pt x="188650" y="75460"/>
                </a:lnTo>
                <a:lnTo>
                  <a:pt x="189420" y="75075"/>
                </a:lnTo>
                <a:lnTo>
                  <a:pt x="190575" y="75075"/>
                </a:lnTo>
                <a:lnTo>
                  <a:pt x="191345" y="74690"/>
                </a:lnTo>
                <a:lnTo>
                  <a:pt x="192115" y="74690"/>
                </a:lnTo>
                <a:lnTo>
                  <a:pt x="192500" y="74305"/>
                </a:lnTo>
                <a:lnTo>
                  <a:pt x="194040" y="74305"/>
                </a:lnTo>
                <a:lnTo>
                  <a:pt x="194810" y="73920"/>
                </a:lnTo>
                <a:lnTo>
                  <a:pt x="196735" y="73920"/>
                </a:lnTo>
                <a:lnTo>
                  <a:pt x="197120" y="73535"/>
                </a:lnTo>
                <a:lnTo>
                  <a:pt x="200585" y="73535"/>
                </a:lnTo>
                <a:lnTo>
                  <a:pt x="200585" y="73150"/>
                </a:lnTo>
                <a:lnTo>
                  <a:pt x="209825" y="73150"/>
                </a:lnTo>
                <a:lnTo>
                  <a:pt x="210595" y="73535"/>
                </a:lnTo>
                <a:lnTo>
                  <a:pt x="213675" y="73535"/>
                </a:lnTo>
                <a:lnTo>
                  <a:pt x="214060" y="73920"/>
                </a:lnTo>
                <a:lnTo>
                  <a:pt x="216370" y="73920"/>
                </a:lnTo>
                <a:lnTo>
                  <a:pt x="216755" y="74305"/>
                </a:lnTo>
                <a:lnTo>
                  <a:pt x="217910" y="74305"/>
                </a:lnTo>
                <a:lnTo>
                  <a:pt x="218680" y="74690"/>
                </a:lnTo>
                <a:lnTo>
                  <a:pt x="219835" y="74690"/>
                </a:lnTo>
                <a:lnTo>
                  <a:pt x="220605" y="75075"/>
                </a:lnTo>
                <a:lnTo>
                  <a:pt x="221375" y="75075"/>
                </a:lnTo>
                <a:lnTo>
                  <a:pt x="221760" y="75460"/>
                </a:lnTo>
                <a:lnTo>
                  <a:pt x="222530" y="75460"/>
                </a:lnTo>
                <a:lnTo>
                  <a:pt x="223300" y="75845"/>
                </a:lnTo>
                <a:lnTo>
                  <a:pt x="224070" y="75845"/>
                </a:lnTo>
                <a:lnTo>
                  <a:pt x="224455" y="76230"/>
                </a:lnTo>
                <a:lnTo>
                  <a:pt x="225225" y="76230"/>
                </a:lnTo>
                <a:lnTo>
                  <a:pt x="227535" y="77385"/>
                </a:lnTo>
                <a:lnTo>
                  <a:pt x="228305" y="77385"/>
                </a:lnTo>
                <a:lnTo>
                  <a:pt x="229460" y="78155"/>
                </a:lnTo>
                <a:lnTo>
                  <a:pt x="230230" y="78155"/>
                </a:lnTo>
                <a:lnTo>
                  <a:pt x="230230" y="78540"/>
                </a:lnTo>
                <a:lnTo>
                  <a:pt x="231000" y="78540"/>
                </a:lnTo>
                <a:lnTo>
                  <a:pt x="231000" y="78925"/>
                </a:lnTo>
                <a:lnTo>
                  <a:pt x="231770" y="78925"/>
                </a:lnTo>
                <a:lnTo>
                  <a:pt x="232155" y="79310"/>
                </a:lnTo>
                <a:lnTo>
                  <a:pt x="232540" y="79310"/>
                </a:lnTo>
                <a:lnTo>
                  <a:pt x="232925" y="79695"/>
                </a:lnTo>
                <a:lnTo>
                  <a:pt x="233310" y="79695"/>
                </a:lnTo>
                <a:lnTo>
                  <a:pt x="234080" y="80465"/>
                </a:lnTo>
                <a:lnTo>
                  <a:pt x="234465" y="80465"/>
                </a:lnTo>
                <a:lnTo>
                  <a:pt x="237545" y="82005"/>
                </a:lnTo>
                <a:lnTo>
                  <a:pt x="237545" y="82390"/>
                </a:lnTo>
                <a:lnTo>
                  <a:pt x="239855" y="83545"/>
                </a:lnTo>
                <a:lnTo>
                  <a:pt x="239855" y="83930"/>
                </a:lnTo>
                <a:lnTo>
                  <a:pt x="241395" y="84700"/>
                </a:lnTo>
                <a:lnTo>
                  <a:pt x="241395" y="85085"/>
                </a:lnTo>
                <a:lnTo>
                  <a:pt x="242935" y="85855"/>
                </a:lnTo>
                <a:lnTo>
                  <a:pt x="242935" y="86240"/>
                </a:lnTo>
                <a:lnTo>
                  <a:pt x="243705" y="86625"/>
                </a:lnTo>
                <a:lnTo>
                  <a:pt x="244860" y="87780"/>
                </a:lnTo>
                <a:lnTo>
                  <a:pt x="245245" y="87780"/>
                </a:lnTo>
                <a:lnTo>
                  <a:pt x="249865" y="92400"/>
                </a:lnTo>
                <a:lnTo>
                  <a:pt x="250250" y="93170"/>
                </a:lnTo>
                <a:lnTo>
                  <a:pt x="250635" y="93170"/>
                </a:lnTo>
                <a:lnTo>
                  <a:pt x="251020" y="93940"/>
                </a:lnTo>
                <a:lnTo>
                  <a:pt x="252175" y="95095"/>
                </a:lnTo>
                <a:lnTo>
                  <a:pt x="252560" y="94325"/>
                </a:lnTo>
                <a:lnTo>
                  <a:pt x="252945" y="94325"/>
                </a:lnTo>
                <a:lnTo>
                  <a:pt x="253330" y="93555"/>
                </a:lnTo>
                <a:lnTo>
                  <a:pt x="253715" y="93555"/>
                </a:lnTo>
                <a:lnTo>
                  <a:pt x="254100" y="92785"/>
                </a:lnTo>
                <a:lnTo>
                  <a:pt x="254870" y="92400"/>
                </a:lnTo>
                <a:lnTo>
                  <a:pt x="254870" y="92015"/>
                </a:lnTo>
                <a:lnTo>
                  <a:pt x="256025" y="90860"/>
                </a:lnTo>
                <a:lnTo>
                  <a:pt x="256410" y="90860"/>
                </a:lnTo>
                <a:lnTo>
                  <a:pt x="256795" y="90090"/>
                </a:lnTo>
                <a:lnTo>
                  <a:pt x="257565" y="89705"/>
                </a:lnTo>
                <a:lnTo>
                  <a:pt x="257565" y="89320"/>
                </a:lnTo>
                <a:lnTo>
                  <a:pt x="258335" y="88935"/>
                </a:lnTo>
                <a:lnTo>
                  <a:pt x="258335" y="88550"/>
                </a:lnTo>
                <a:lnTo>
                  <a:pt x="259105" y="88165"/>
                </a:lnTo>
                <a:lnTo>
                  <a:pt x="260260" y="87010"/>
                </a:lnTo>
                <a:lnTo>
                  <a:pt x="260645" y="87010"/>
                </a:lnTo>
                <a:lnTo>
                  <a:pt x="261030" y="86240"/>
                </a:lnTo>
                <a:lnTo>
                  <a:pt x="261415" y="86240"/>
                </a:lnTo>
                <a:lnTo>
                  <a:pt x="261800" y="85855"/>
                </a:lnTo>
                <a:lnTo>
                  <a:pt x="262185" y="85855"/>
                </a:lnTo>
                <a:lnTo>
                  <a:pt x="262570" y="85085"/>
                </a:lnTo>
                <a:lnTo>
                  <a:pt x="262955" y="85085"/>
                </a:lnTo>
                <a:lnTo>
                  <a:pt x="263340" y="84700"/>
                </a:lnTo>
                <a:lnTo>
                  <a:pt x="263725" y="84700"/>
                </a:lnTo>
                <a:lnTo>
                  <a:pt x="264880" y="83545"/>
                </a:lnTo>
                <a:lnTo>
                  <a:pt x="265265" y="83545"/>
                </a:lnTo>
                <a:lnTo>
                  <a:pt x="266420" y="82390"/>
                </a:lnTo>
                <a:lnTo>
                  <a:pt x="266805" y="82390"/>
                </a:lnTo>
                <a:lnTo>
                  <a:pt x="269115" y="81235"/>
                </a:lnTo>
                <a:lnTo>
                  <a:pt x="269115" y="80850"/>
                </a:lnTo>
                <a:lnTo>
                  <a:pt x="269885" y="80850"/>
                </a:lnTo>
                <a:lnTo>
                  <a:pt x="270655" y="80080"/>
                </a:lnTo>
                <a:lnTo>
                  <a:pt x="271040" y="80080"/>
                </a:lnTo>
                <a:lnTo>
                  <a:pt x="271425" y="79695"/>
                </a:lnTo>
                <a:lnTo>
                  <a:pt x="271810" y="79695"/>
                </a:lnTo>
                <a:lnTo>
                  <a:pt x="274890" y="78155"/>
                </a:lnTo>
                <a:lnTo>
                  <a:pt x="275275" y="78155"/>
                </a:lnTo>
                <a:lnTo>
                  <a:pt x="275660" y="77770"/>
                </a:lnTo>
                <a:lnTo>
                  <a:pt x="276045" y="77770"/>
                </a:lnTo>
                <a:lnTo>
                  <a:pt x="277585" y="77000"/>
                </a:lnTo>
                <a:lnTo>
                  <a:pt x="278355" y="77000"/>
                </a:lnTo>
                <a:lnTo>
                  <a:pt x="278740" y="76615"/>
                </a:lnTo>
                <a:lnTo>
                  <a:pt x="279510" y="76615"/>
                </a:lnTo>
                <a:lnTo>
                  <a:pt x="281050" y="75845"/>
                </a:lnTo>
                <a:lnTo>
                  <a:pt x="281820" y="75845"/>
                </a:lnTo>
                <a:lnTo>
                  <a:pt x="282205" y="75460"/>
                </a:lnTo>
                <a:lnTo>
                  <a:pt x="282975" y="75460"/>
                </a:lnTo>
                <a:lnTo>
                  <a:pt x="283745" y="75075"/>
                </a:lnTo>
                <a:lnTo>
                  <a:pt x="284900" y="75075"/>
                </a:lnTo>
                <a:lnTo>
                  <a:pt x="285670" y="74690"/>
                </a:lnTo>
                <a:lnTo>
                  <a:pt x="286825" y="74690"/>
                </a:lnTo>
                <a:lnTo>
                  <a:pt x="287595" y="74305"/>
                </a:lnTo>
                <a:lnTo>
                  <a:pt x="288365" y="74305"/>
                </a:lnTo>
                <a:lnTo>
                  <a:pt x="289135" y="73920"/>
                </a:lnTo>
                <a:lnTo>
                  <a:pt x="291060" y="73920"/>
                </a:lnTo>
                <a:lnTo>
                  <a:pt x="291445" y="73535"/>
                </a:lnTo>
                <a:lnTo>
                  <a:pt x="294910" y="73535"/>
                </a:lnTo>
                <a:lnTo>
                  <a:pt x="294910" y="73150"/>
                </a:lnTo>
                <a:lnTo>
                  <a:pt x="304150" y="73150"/>
                </a:lnTo>
                <a:lnTo>
                  <a:pt x="304920" y="73535"/>
                </a:lnTo>
                <a:lnTo>
                  <a:pt x="308000" y="73535"/>
                </a:lnTo>
                <a:lnTo>
                  <a:pt x="308385" y="73920"/>
                </a:lnTo>
                <a:lnTo>
                  <a:pt x="310695" y="73920"/>
                </a:lnTo>
                <a:lnTo>
                  <a:pt x="311080" y="74305"/>
                </a:lnTo>
                <a:lnTo>
                  <a:pt x="312235" y="74305"/>
                </a:lnTo>
                <a:lnTo>
                  <a:pt x="313005" y="74690"/>
                </a:lnTo>
                <a:lnTo>
                  <a:pt x="314160" y="74690"/>
                </a:lnTo>
                <a:lnTo>
                  <a:pt x="314930" y="75075"/>
                </a:lnTo>
                <a:lnTo>
                  <a:pt x="315700" y="75075"/>
                </a:lnTo>
                <a:lnTo>
                  <a:pt x="316085" y="75460"/>
                </a:lnTo>
                <a:lnTo>
                  <a:pt x="316855" y="75460"/>
                </a:lnTo>
                <a:lnTo>
                  <a:pt x="317625" y="75845"/>
                </a:lnTo>
                <a:lnTo>
                  <a:pt x="318395" y="75845"/>
                </a:lnTo>
                <a:lnTo>
                  <a:pt x="318780" y="76230"/>
                </a:lnTo>
                <a:lnTo>
                  <a:pt x="319550" y="76230"/>
                </a:lnTo>
                <a:lnTo>
                  <a:pt x="321860" y="77385"/>
                </a:lnTo>
                <a:lnTo>
                  <a:pt x="322630" y="77385"/>
                </a:lnTo>
                <a:lnTo>
                  <a:pt x="323015" y="77770"/>
                </a:lnTo>
                <a:lnTo>
                  <a:pt x="323785" y="77770"/>
                </a:lnTo>
                <a:lnTo>
                  <a:pt x="323785" y="78155"/>
                </a:lnTo>
                <a:lnTo>
                  <a:pt x="324555" y="78155"/>
                </a:lnTo>
                <a:lnTo>
                  <a:pt x="324555" y="78540"/>
                </a:lnTo>
                <a:lnTo>
                  <a:pt x="325325" y="78540"/>
                </a:lnTo>
                <a:lnTo>
                  <a:pt x="325325" y="78925"/>
                </a:lnTo>
                <a:lnTo>
                  <a:pt x="326095" y="78925"/>
                </a:lnTo>
                <a:lnTo>
                  <a:pt x="326480" y="79310"/>
                </a:lnTo>
                <a:lnTo>
                  <a:pt x="326865" y="79310"/>
                </a:lnTo>
                <a:lnTo>
                  <a:pt x="327250" y="79695"/>
                </a:lnTo>
                <a:lnTo>
                  <a:pt x="327635" y="79695"/>
                </a:lnTo>
                <a:lnTo>
                  <a:pt x="328020" y="80080"/>
                </a:lnTo>
                <a:lnTo>
                  <a:pt x="330330" y="81235"/>
                </a:lnTo>
                <a:lnTo>
                  <a:pt x="330330" y="73150"/>
                </a:lnTo>
                <a:lnTo>
                  <a:pt x="359590" y="73150"/>
                </a:lnTo>
                <a:lnTo>
                  <a:pt x="359590" y="269500"/>
                </a:lnTo>
                <a:close/>
                <a:moveTo>
                  <a:pt x="447370" y="177100"/>
                </a:moveTo>
                <a:lnTo>
                  <a:pt x="443135" y="175945"/>
                </a:lnTo>
                <a:lnTo>
                  <a:pt x="443135" y="175560"/>
                </a:lnTo>
                <a:lnTo>
                  <a:pt x="440440" y="174790"/>
                </a:lnTo>
                <a:lnTo>
                  <a:pt x="439285" y="174020"/>
                </a:lnTo>
                <a:lnTo>
                  <a:pt x="437745" y="173635"/>
                </a:lnTo>
                <a:lnTo>
                  <a:pt x="436590" y="172865"/>
                </a:lnTo>
                <a:lnTo>
                  <a:pt x="435435" y="172480"/>
                </a:lnTo>
                <a:lnTo>
                  <a:pt x="434280" y="171710"/>
                </a:lnTo>
                <a:lnTo>
                  <a:pt x="433125" y="171325"/>
                </a:lnTo>
                <a:lnTo>
                  <a:pt x="431970" y="170555"/>
                </a:lnTo>
                <a:lnTo>
                  <a:pt x="430815" y="170170"/>
                </a:lnTo>
                <a:lnTo>
                  <a:pt x="430815" y="169785"/>
                </a:lnTo>
                <a:lnTo>
                  <a:pt x="429660" y="169400"/>
                </a:lnTo>
                <a:lnTo>
                  <a:pt x="428505" y="168630"/>
                </a:lnTo>
                <a:lnTo>
                  <a:pt x="427350" y="168245"/>
                </a:lnTo>
                <a:lnTo>
                  <a:pt x="426195" y="167475"/>
                </a:lnTo>
                <a:lnTo>
                  <a:pt x="425425" y="166705"/>
                </a:lnTo>
                <a:lnTo>
                  <a:pt x="425040" y="166705"/>
                </a:lnTo>
                <a:lnTo>
                  <a:pt x="424270" y="166320"/>
                </a:lnTo>
                <a:lnTo>
                  <a:pt x="423115" y="165550"/>
                </a:lnTo>
                <a:lnTo>
                  <a:pt x="422345" y="164780"/>
                </a:lnTo>
                <a:lnTo>
                  <a:pt x="421960" y="164780"/>
                </a:lnTo>
                <a:lnTo>
                  <a:pt x="421190" y="164395"/>
                </a:lnTo>
                <a:lnTo>
                  <a:pt x="420035" y="163625"/>
                </a:lnTo>
                <a:lnTo>
                  <a:pt x="419265" y="162855"/>
                </a:lnTo>
                <a:lnTo>
                  <a:pt x="418110" y="162470"/>
                </a:lnTo>
                <a:lnTo>
                  <a:pt x="417340" y="161700"/>
                </a:lnTo>
                <a:lnTo>
                  <a:pt x="415415" y="160545"/>
                </a:lnTo>
                <a:lnTo>
                  <a:pt x="414645" y="159775"/>
                </a:lnTo>
                <a:lnTo>
                  <a:pt x="414260" y="159775"/>
                </a:lnTo>
                <a:lnTo>
                  <a:pt x="411950" y="157850"/>
                </a:lnTo>
                <a:lnTo>
                  <a:pt x="410795" y="157465"/>
                </a:lnTo>
                <a:lnTo>
                  <a:pt x="409255" y="155925"/>
                </a:lnTo>
                <a:lnTo>
                  <a:pt x="408485" y="155540"/>
                </a:lnTo>
                <a:lnTo>
                  <a:pt x="407715" y="154770"/>
                </a:lnTo>
                <a:lnTo>
                  <a:pt x="406560" y="154385"/>
                </a:lnTo>
                <a:lnTo>
                  <a:pt x="405790" y="153615"/>
                </a:lnTo>
                <a:lnTo>
                  <a:pt x="404250" y="152845"/>
                </a:lnTo>
                <a:lnTo>
                  <a:pt x="401940" y="150920"/>
                </a:lnTo>
                <a:lnTo>
                  <a:pt x="399630" y="149765"/>
                </a:lnTo>
                <a:lnTo>
                  <a:pt x="398860" y="148995"/>
                </a:lnTo>
                <a:lnTo>
                  <a:pt x="397705" y="148225"/>
                </a:lnTo>
                <a:lnTo>
                  <a:pt x="393855" y="146300"/>
                </a:lnTo>
                <a:lnTo>
                  <a:pt x="393470" y="145915"/>
                </a:lnTo>
                <a:lnTo>
                  <a:pt x="391160" y="144760"/>
                </a:lnTo>
                <a:lnTo>
                  <a:pt x="390775" y="144375"/>
                </a:lnTo>
                <a:lnTo>
                  <a:pt x="390005" y="144375"/>
                </a:lnTo>
                <a:lnTo>
                  <a:pt x="388850" y="143605"/>
                </a:lnTo>
                <a:lnTo>
                  <a:pt x="388080" y="143220"/>
                </a:lnTo>
                <a:lnTo>
                  <a:pt x="387310" y="143220"/>
                </a:lnTo>
                <a:lnTo>
                  <a:pt x="386925" y="142835"/>
                </a:lnTo>
                <a:lnTo>
                  <a:pt x="386155" y="142835"/>
                </a:lnTo>
                <a:lnTo>
                  <a:pt x="384230" y="142065"/>
                </a:lnTo>
                <a:lnTo>
                  <a:pt x="383460" y="142065"/>
                </a:lnTo>
                <a:lnTo>
                  <a:pt x="390775" y="115885"/>
                </a:lnTo>
                <a:lnTo>
                  <a:pt x="392315" y="116270"/>
                </a:lnTo>
                <a:lnTo>
                  <a:pt x="393085" y="116655"/>
                </a:lnTo>
                <a:lnTo>
                  <a:pt x="394240" y="116655"/>
                </a:lnTo>
                <a:lnTo>
                  <a:pt x="394625" y="117040"/>
                </a:lnTo>
                <a:lnTo>
                  <a:pt x="395395" y="117040"/>
                </a:lnTo>
                <a:lnTo>
                  <a:pt x="395780" y="117425"/>
                </a:lnTo>
                <a:lnTo>
                  <a:pt x="396550" y="117425"/>
                </a:lnTo>
                <a:lnTo>
                  <a:pt x="396935" y="117810"/>
                </a:lnTo>
                <a:lnTo>
                  <a:pt x="397705" y="117810"/>
                </a:lnTo>
                <a:lnTo>
                  <a:pt x="398860" y="118580"/>
                </a:lnTo>
                <a:lnTo>
                  <a:pt x="402710" y="119735"/>
                </a:lnTo>
                <a:lnTo>
                  <a:pt x="403865" y="120505"/>
                </a:lnTo>
                <a:lnTo>
                  <a:pt x="405790" y="121275"/>
                </a:lnTo>
                <a:lnTo>
                  <a:pt x="407715" y="122430"/>
                </a:lnTo>
                <a:lnTo>
                  <a:pt x="408100" y="122430"/>
                </a:lnTo>
                <a:lnTo>
                  <a:pt x="408870" y="122815"/>
                </a:lnTo>
                <a:lnTo>
                  <a:pt x="409640" y="123585"/>
                </a:lnTo>
                <a:lnTo>
                  <a:pt x="410025" y="123585"/>
                </a:lnTo>
                <a:lnTo>
                  <a:pt x="410795" y="123970"/>
                </a:lnTo>
                <a:lnTo>
                  <a:pt x="411565" y="124740"/>
                </a:lnTo>
                <a:lnTo>
                  <a:pt x="411950" y="124740"/>
                </a:lnTo>
                <a:lnTo>
                  <a:pt x="412720" y="125125"/>
                </a:lnTo>
                <a:lnTo>
                  <a:pt x="413490" y="125895"/>
                </a:lnTo>
                <a:lnTo>
                  <a:pt x="413875" y="125895"/>
                </a:lnTo>
                <a:lnTo>
                  <a:pt x="414645" y="126280"/>
                </a:lnTo>
                <a:lnTo>
                  <a:pt x="415415" y="127050"/>
                </a:lnTo>
                <a:lnTo>
                  <a:pt x="415800" y="127050"/>
                </a:lnTo>
                <a:lnTo>
                  <a:pt x="416570" y="127435"/>
                </a:lnTo>
                <a:lnTo>
                  <a:pt x="417340" y="128205"/>
                </a:lnTo>
                <a:lnTo>
                  <a:pt x="418110" y="128590"/>
                </a:lnTo>
                <a:lnTo>
                  <a:pt x="418495" y="128590"/>
                </a:lnTo>
                <a:lnTo>
                  <a:pt x="420805" y="130515"/>
                </a:lnTo>
                <a:lnTo>
                  <a:pt x="421190" y="130515"/>
                </a:lnTo>
                <a:lnTo>
                  <a:pt x="421960" y="130900"/>
                </a:lnTo>
                <a:lnTo>
                  <a:pt x="421960" y="131285"/>
                </a:lnTo>
                <a:lnTo>
                  <a:pt x="422730" y="131670"/>
                </a:lnTo>
                <a:lnTo>
                  <a:pt x="423500" y="132440"/>
                </a:lnTo>
                <a:lnTo>
                  <a:pt x="424270" y="132825"/>
                </a:lnTo>
                <a:lnTo>
                  <a:pt x="424655" y="132825"/>
                </a:lnTo>
                <a:lnTo>
                  <a:pt x="425425" y="133595"/>
                </a:lnTo>
                <a:lnTo>
                  <a:pt x="428890" y="135905"/>
                </a:lnTo>
                <a:lnTo>
                  <a:pt x="429660" y="136675"/>
                </a:lnTo>
                <a:lnTo>
                  <a:pt x="430430" y="137060"/>
                </a:lnTo>
                <a:lnTo>
                  <a:pt x="432740" y="138985"/>
                </a:lnTo>
                <a:lnTo>
                  <a:pt x="433895" y="139370"/>
                </a:lnTo>
                <a:lnTo>
                  <a:pt x="434665" y="140140"/>
                </a:lnTo>
                <a:lnTo>
                  <a:pt x="436205" y="140910"/>
                </a:lnTo>
                <a:lnTo>
                  <a:pt x="436975" y="141680"/>
                </a:lnTo>
                <a:lnTo>
                  <a:pt x="440440" y="143605"/>
                </a:lnTo>
                <a:lnTo>
                  <a:pt x="441210" y="144375"/>
                </a:lnTo>
                <a:lnTo>
                  <a:pt x="443135" y="145145"/>
                </a:lnTo>
                <a:lnTo>
                  <a:pt x="443905" y="145915"/>
                </a:lnTo>
                <a:lnTo>
                  <a:pt x="446600" y="147070"/>
                </a:lnTo>
                <a:lnTo>
                  <a:pt x="447370" y="147840"/>
                </a:lnTo>
                <a:lnTo>
                  <a:pt x="447755" y="147840"/>
                </a:lnTo>
                <a:lnTo>
                  <a:pt x="447755" y="0"/>
                </a:lnTo>
                <a:lnTo>
                  <a:pt x="477015" y="0"/>
                </a:lnTo>
                <a:lnTo>
                  <a:pt x="477015" y="269500"/>
                </a:lnTo>
                <a:lnTo>
                  <a:pt x="447755" y="269500"/>
                </a:lnTo>
                <a:lnTo>
                  <a:pt x="447755" y="177485"/>
                </a:lnTo>
                <a:close/>
                <a:moveTo>
                  <a:pt x="541695" y="117040"/>
                </a:moveTo>
                <a:lnTo>
                  <a:pt x="549010" y="113190"/>
                </a:lnTo>
                <a:lnTo>
                  <a:pt x="549780" y="112420"/>
                </a:lnTo>
                <a:lnTo>
                  <a:pt x="551320" y="111650"/>
                </a:lnTo>
                <a:lnTo>
                  <a:pt x="552090" y="110880"/>
                </a:lnTo>
                <a:lnTo>
                  <a:pt x="552860" y="110495"/>
                </a:lnTo>
                <a:lnTo>
                  <a:pt x="553630" y="109725"/>
                </a:lnTo>
                <a:lnTo>
                  <a:pt x="554400" y="109340"/>
                </a:lnTo>
                <a:lnTo>
                  <a:pt x="555170" y="108570"/>
                </a:lnTo>
                <a:lnTo>
                  <a:pt x="555940" y="108185"/>
                </a:lnTo>
                <a:lnTo>
                  <a:pt x="556710" y="107415"/>
                </a:lnTo>
                <a:lnTo>
                  <a:pt x="559020" y="105875"/>
                </a:lnTo>
                <a:lnTo>
                  <a:pt x="560560" y="104335"/>
                </a:lnTo>
                <a:lnTo>
                  <a:pt x="561330" y="103950"/>
                </a:lnTo>
                <a:lnTo>
                  <a:pt x="563640" y="101640"/>
                </a:lnTo>
                <a:lnTo>
                  <a:pt x="564410" y="101255"/>
                </a:lnTo>
                <a:lnTo>
                  <a:pt x="568260" y="97405"/>
                </a:lnTo>
                <a:lnTo>
                  <a:pt x="569030" y="97020"/>
                </a:lnTo>
                <a:lnTo>
                  <a:pt x="576730" y="89320"/>
                </a:lnTo>
                <a:lnTo>
                  <a:pt x="577500" y="88935"/>
                </a:lnTo>
                <a:lnTo>
                  <a:pt x="578270" y="88165"/>
                </a:lnTo>
                <a:lnTo>
                  <a:pt x="579425" y="87395"/>
                </a:lnTo>
                <a:lnTo>
                  <a:pt x="588665" y="78155"/>
                </a:lnTo>
                <a:lnTo>
                  <a:pt x="589435" y="77770"/>
                </a:lnTo>
                <a:lnTo>
                  <a:pt x="589435" y="77385"/>
                </a:lnTo>
                <a:lnTo>
                  <a:pt x="590205" y="77000"/>
                </a:lnTo>
                <a:lnTo>
                  <a:pt x="590590" y="77000"/>
                </a:lnTo>
                <a:lnTo>
                  <a:pt x="594440" y="73150"/>
                </a:lnTo>
                <a:lnTo>
                  <a:pt x="595210" y="72765"/>
                </a:lnTo>
                <a:lnTo>
                  <a:pt x="595210" y="72380"/>
                </a:lnTo>
                <a:lnTo>
                  <a:pt x="595980" y="71995"/>
                </a:lnTo>
                <a:lnTo>
                  <a:pt x="596365" y="71995"/>
                </a:lnTo>
                <a:lnTo>
                  <a:pt x="598675" y="69685"/>
                </a:lnTo>
                <a:lnTo>
                  <a:pt x="602140" y="67375"/>
                </a:lnTo>
                <a:lnTo>
                  <a:pt x="602140" y="66990"/>
                </a:lnTo>
                <a:lnTo>
                  <a:pt x="602910" y="66605"/>
                </a:lnTo>
                <a:lnTo>
                  <a:pt x="603680" y="65835"/>
                </a:lnTo>
                <a:lnTo>
                  <a:pt x="604065" y="65835"/>
                </a:lnTo>
                <a:lnTo>
                  <a:pt x="604835" y="65450"/>
                </a:lnTo>
                <a:lnTo>
                  <a:pt x="605605" y="64680"/>
                </a:lnTo>
                <a:lnTo>
                  <a:pt x="610225" y="61985"/>
                </a:lnTo>
                <a:lnTo>
                  <a:pt x="610610" y="61600"/>
                </a:lnTo>
                <a:lnTo>
                  <a:pt x="613305" y="60445"/>
                </a:lnTo>
                <a:lnTo>
                  <a:pt x="613305" y="60060"/>
                </a:lnTo>
                <a:lnTo>
                  <a:pt x="614075" y="59675"/>
                </a:lnTo>
                <a:lnTo>
                  <a:pt x="615615" y="59290"/>
                </a:lnTo>
                <a:lnTo>
                  <a:pt x="617155" y="58520"/>
                </a:lnTo>
                <a:lnTo>
                  <a:pt x="617540" y="58135"/>
                </a:lnTo>
                <a:lnTo>
                  <a:pt x="618310" y="58135"/>
                </a:lnTo>
                <a:lnTo>
                  <a:pt x="618695" y="57750"/>
                </a:lnTo>
                <a:lnTo>
                  <a:pt x="619465" y="57750"/>
                </a:lnTo>
                <a:lnTo>
                  <a:pt x="619850" y="57365"/>
                </a:lnTo>
                <a:lnTo>
                  <a:pt x="620620" y="57365"/>
                </a:lnTo>
                <a:lnTo>
                  <a:pt x="621005" y="56980"/>
                </a:lnTo>
                <a:lnTo>
                  <a:pt x="621775" y="56980"/>
                </a:lnTo>
                <a:lnTo>
                  <a:pt x="622160" y="56595"/>
                </a:lnTo>
                <a:lnTo>
                  <a:pt x="622930" y="56595"/>
                </a:lnTo>
                <a:lnTo>
                  <a:pt x="623315" y="56210"/>
                </a:lnTo>
                <a:lnTo>
                  <a:pt x="624470" y="56210"/>
                </a:lnTo>
                <a:lnTo>
                  <a:pt x="626395" y="55440"/>
                </a:lnTo>
                <a:lnTo>
                  <a:pt x="627935" y="55440"/>
                </a:lnTo>
                <a:lnTo>
                  <a:pt x="628705" y="55055"/>
                </a:lnTo>
                <a:lnTo>
                  <a:pt x="631015" y="55055"/>
                </a:lnTo>
                <a:lnTo>
                  <a:pt x="631785" y="54670"/>
                </a:lnTo>
                <a:lnTo>
                  <a:pt x="637175" y="54670"/>
                </a:lnTo>
                <a:lnTo>
                  <a:pt x="639100" y="55055"/>
                </a:lnTo>
                <a:lnTo>
                  <a:pt x="643335" y="56595"/>
                </a:lnTo>
                <a:lnTo>
                  <a:pt x="646415" y="58905"/>
                </a:lnTo>
                <a:lnTo>
                  <a:pt x="647955" y="60445"/>
                </a:lnTo>
                <a:lnTo>
                  <a:pt x="650265" y="63525"/>
                </a:lnTo>
                <a:lnTo>
                  <a:pt x="651035" y="65450"/>
                </a:lnTo>
                <a:lnTo>
                  <a:pt x="651420" y="67375"/>
                </a:lnTo>
                <a:lnTo>
                  <a:pt x="651420" y="71225"/>
                </a:lnTo>
                <a:lnTo>
                  <a:pt x="651035" y="73150"/>
                </a:lnTo>
                <a:lnTo>
                  <a:pt x="650265" y="75075"/>
                </a:lnTo>
                <a:lnTo>
                  <a:pt x="645645" y="85470"/>
                </a:lnTo>
                <a:lnTo>
                  <a:pt x="645260" y="86625"/>
                </a:lnTo>
                <a:lnTo>
                  <a:pt x="645260" y="87395"/>
                </a:lnTo>
                <a:lnTo>
                  <a:pt x="644105" y="90090"/>
                </a:lnTo>
                <a:lnTo>
                  <a:pt x="643720" y="91245"/>
                </a:lnTo>
                <a:lnTo>
                  <a:pt x="643720" y="92015"/>
                </a:lnTo>
                <a:lnTo>
                  <a:pt x="642565" y="95095"/>
                </a:lnTo>
                <a:lnTo>
                  <a:pt x="642565" y="95865"/>
                </a:lnTo>
                <a:lnTo>
                  <a:pt x="641795" y="97790"/>
                </a:lnTo>
                <a:lnTo>
                  <a:pt x="641795" y="98945"/>
                </a:lnTo>
                <a:lnTo>
                  <a:pt x="641025" y="100870"/>
                </a:lnTo>
                <a:lnTo>
                  <a:pt x="641025" y="102025"/>
                </a:lnTo>
                <a:lnTo>
                  <a:pt x="640255" y="103950"/>
                </a:lnTo>
                <a:lnTo>
                  <a:pt x="640255" y="104720"/>
                </a:lnTo>
                <a:lnTo>
                  <a:pt x="639870" y="105875"/>
                </a:lnTo>
                <a:lnTo>
                  <a:pt x="639870" y="107030"/>
                </a:lnTo>
                <a:lnTo>
                  <a:pt x="639485" y="107800"/>
                </a:lnTo>
                <a:lnTo>
                  <a:pt x="639485" y="108955"/>
                </a:lnTo>
                <a:lnTo>
                  <a:pt x="639100" y="110110"/>
                </a:lnTo>
                <a:lnTo>
                  <a:pt x="639100" y="110880"/>
                </a:lnTo>
                <a:lnTo>
                  <a:pt x="638715" y="112035"/>
                </a:lnTo>
                <a:lnTo>
                  <a:pt x="638715" y="113190"/>
                </a:lnTo>
                <a:lnTo>
                  <a:pt x="638330" y="113960"/>
                </a:lnTo>
                <a:lnTo>
                  <a:pt x="638330" y="115115"/>
                </a:lnTo>
                <a:lnTo>
                  <a:pt x="637945" y="116270"/>
                </a:lnTo>
                <a:lnTo>
                  <a:pt x="637945" y="118195"/>
                </a:lnTo>
                <a:lnTo>
                  <a:pt x="637560" y="119350"/>
                </a:lnTo>
                <a:lnTo>
                  <a:pt x="637560" y="121660"/>
                </a:lnTo>
                <a:lnTo>
                  <a:pt x="637175" y="122430"/>
                </a:lnTo>
                <a:lnTo>
                  <a:pt x="637175" y="124740"/>
                </a:lnTo>
                <a:lnTo>
                  <a:pt x="636790" y="125895"/>
                </a:lnTo>
                <a:lnTo>
                  <a:pt x="636790" y="127820"/>
                </a:lnTo>
                <a:lnTo>
                  <a:pt x="636405" y="128975"/>
                </a:lnTo>
                <a:lnTo>
                  <a:pt x="636405" y="133210"/>
                </a:lnTo>
                <a:lnTo>
                  <a:pt x="636020" y="134365"/>
                </a:lnTo>
                <a:lnTo>
                  <a:pt x="636020" y="142065"/>
                </a:lnTo>
                <a:lnTo>
                  <a:pt x="635635" y="143220"/>
                </a:lnTo>
                <a:lnTo>
                  <a:pt x="635635" y="152075"/>
                </a:lnTo>
                <a:lnTo>
                  <a:pt x="636020" y="153230"/>
                </a:lnTo>
                <a:lnTo>
                  <a:pt x="636020" y="161700"/>
                </a:lnTo>
                <a:lnTo>
                  <a:pt x="636405" y="162855"/>
                </a:lnTo>
                <a:lnTo>
                  <a:pt x="636405" y="167475"/>
                </a:lnTo>
                <a:lnTo>
                  <a:pt x="636790" y="168630"/>
                </a:lnTo>
                <a:lnTo>
                  <a:pt x="636790" y="170555"/>
                </a:lnTo>
                <a:lnTo>
                  <a:pt x="637175" y="171710"/>
                </a:lnTo>
                <a:lnTo>
                  <a:pt x="637175" y="175175"/>
                </a:lnTo>
                <a:lnTo>
                  <a:pt x="637560" y="175945"/>
                </a:lnTo>
                <a:lnTo>
                  <a:pt x="637560" y="177100"/>
                </a:lnTo>
                <a:lnTo>
                  <a:pt x="637945" y="178255"/>
                </a:lnTo>
                <a:lnTo>
                  <a:pt x="637945" y="180565"/>
                </a:lnTo>
                <a:lnTo>
                  <a:pt x="638715" y="183645"/>
                </a:lnTo>
                <a:lnTo>
                  <a:pt x="638715" y="185955"/>
                </a:lnTo>
                <a:lnTo>
                  <a:pt x="639100" y="186725"/>
                </a:lnTo>
                <a:lnTo>
                  <a:pt x="639100" y="187880"/>
                </a:lnTo>
                <a:lnTo>
                  <a:pt x="639485" y="189035"/>
                </a:lnTo>
                <a:lnTo>
                  <a:pt x="639485" y="190190"/>
                </a:lnTo>
                <a:lnTo>
                  <a:pt x="639870" y="190960"/>
                </a:lnTo>
                <a:lnTo>
                  <a:pt x="639870" y="192115"/>
                </a:lnTo>
                <a:lnTo>
                  <a:pt x="640640" y="194425"/>
                </a:lnTo>
                <a:lnTo>
                  <a:pt x="640640" y="195195"/>
                </a:lnTo>
                <a:lnTo>
                  <a:pt x="641025" y="196350"/>
                </a:lnTo>
                <a:lnTo>
                  <a:pt x="641025" y="197505"/>
                </a:lnTo>
                <a:lnTo>
                  <a:pt x="641795" y="199430"/>
                </a:lnTo>
                <a:lnTo>
                  <a:pt x="641795" y="200585"/>
                </a:lnTo>
                <a:lnTo>
                  <a:pt x="642180" y="201740"/>
                </a:lnTo>
                <a:lnTo>
                  <a:pt x="642180" y="202510"/>
                </a:lnTo>
                <a:lnTo>
                  <a:pt x="642950" y="204820"/>
                </a:lnTo>
                <a:lnTo>
                  <a:pt x="642950" y="205590"/>
                </a:lnTo>
                <a:lnTo>
                  <a:pt x="644105" y="208670"/>
                </a:lnTo>
                <a:lnTo>
                  <a:pt x="644105" y="209825"/>
                </a:lnTo>
                <a:lnTo>
                  <a:pt x="645260" y="212520"/>
                </a:lnTo>
                <a:lnTo>
                  <a:pt x="645260" y="213675"/>
                </a:lnTo>
                <a:lnTo>
                  <a:pt x="646415" y="216370"/>
                </a:lnTo>
                <a:lnTo>
                  <a:pt x="647185" y="219450"/>
                </a:lnTo>
                <a:lnTo>
                  <a:pt x="649495" y="224840"/>
                </a:lnTo>
                <a:lnTo>
                  <a:pt x="649495" y="225995"/>
                </a:lnTo>
                <a:lnTo>
                  <a:pt x="655270" y="239085"/>
                </a:lnTo>
                <a:lnTo>
                  <a:pt x="656040" y="239855"/>
                </a:lnTo>
                <a:lnTo>
                  <a:pt x="659120" y="246015"/>
                </a:lnTo>
                <a:lnTo>
                  <a:pt x="659890" y="246785"/>
                </a:lnTo>
                <a:lnTo>
                  <a:pt x="661045" y="249095"/>
                </a:lnTo>
                <a:lnTo>
                  <a:pt x="661815" y="250250"/>
                </a:lnTo>
                <a:lnTo>
                  <a:pt x="662585" y="251020"/>
                </a:lnTo>
                <a:lnTo>
                  <a:pt x="664125" y="253715"/>
                </a:lnTo>
                <a:lnTo>
                  <a:pt x="637175" y="269500"/>
                </a:lnTo>
                <a:lnTo>
                  <a:pt x="636405" y="268730"/>
                </a:lnTo>
                <a:lnTo>
                  <a:pt x="635250" y="266805"/>
                </a:lnTo>
                <a:lnTo>
                  <a:pt x="633325" y="264495"/>
                </a:lnTo>
                <a:lnTo>
                  <a:pt x="633325" y="264110"/>
                </a:lnTo>
                <a:lnTo>
                  <a:pt x="632555" y="262570"/>
                </a:lnTo>
                <a:lnTo>
                  <a:pt x="632170" y="262570"/>
                </a:lnTo>
                <a:lnTo>
                  <a:pt x="631400" y="260645"/>
                </a:lnTo>
                <a:lnTo>
                  <a:pt x="631015" y="260645"/>
                </a:lnTo>
                <a:lnTo>
                  <a:pt x="630245" y="258720"/>
                </a:lnTo>
                <a:lnTo>
                  <a:pt x="629475" y="257950"/>
                </a:lnTo>
                <a:lnTo>
                  <a:pt x="629475" y="257565"/>
                </a:lnTo>
                <a:lnTo>
                  <a:pt x="627935" y="254870"/>
                </a:lnTo>
                <a:lnTo>
                  <a:pt x="627165" y="252945"/>
                </a:lnTo>
                <a:lnTo>
                  <a:pt x="626395" y="252175"/>
                </a:lnTo>
                <a:lnTo>
                  <a:pt x="626395" y="251790"/>
                </a:lnTo>
                <a:lnTo>
                  <a:pt x="625625" y="250250"/>
                </a:lnTo>
                <a:lnTo>
                  <a:pt x="625625" y="249865"/>
                </a:lnTo>
                <a:lnTo>
                  <a:pt x="624855" y="249095"/>
                </a:lnTo>
                <a:lnTo>
                  <a:pt x="623700" y="246015"/>
                </a:lnTo>
                <a:lnTo>
                  <a:pt x="622545" y="244090"/>
                </a:lnTo>
                <a:lnTo>
                  <a:pt x="620620" y="238700"/>
                </a:lnTo>
                <a:lnTo>
                  <a:pt x="619850" y="237930"/>
                </a:lnTo>
                <a:lnTo>
                  <a:pt x="619850" y="237545"/>
                </a:lnTo>
                <a:lnTo>
                  <a:pt x="618310" y="233695"/>
                </a:lnTo>
                <a:lnTo>
                  <a:pt x="618310" y="233310"/>
                </a:lnTo>
                <a:lnTo>
                  <a:pt x="616385" y="228305"/>
                </a:lnTo>
                <a:lnTo>
                  <a:pt x="616385" y="227920"/>
                </a:lnTo>
                <a:lnTo>
                  <a:pt x="614075" y="221375"/>
                </a:lnTo>
                <a:lnTo>
                  <a:pt x="614075" y="220220"/>
                </a:lnTo>
                <a:lnTo>
                  <a:pt x="612150" y="214830"/>
                </a:lnTo>
                <a:lnTo>
                  <a:pt x="612150" y="213675"/>
                </a:lnTo>
                <a:lnTo>
                  <a:pt x="610610" y="209055"/>
                </a:lnTo>
                <a:lnTo>
                  <a:pt x="610610" y="207900"/>
                </a:lnTo>
                <a:lnTo>
                  <a:pt x="609840" y="205590"/>
                </a:lnTo>
                <a:lnTo>
                  <a:pt x="609840" y="204435"/>
                </a:lnTo>
                <a:lnTo>
                  <a:pt x="609070" y="202125"/>
                </a:lnTo>
                <a:lnTo>
                  <a:pt x="609070" y="200970"/>
                </a:lnTo>
                <a:lnTo>
                  <a:pt x="608300" y="198660"/>
                </a:lnTo>
                <a:lnTo>
                  <a:pt x="608300" y="197120"/>
                </a:lnTo>
                <a:lnTo>
                  <a:pt x="607915" y="195965"/>
                </a:lnTo>
                <a:lnTo>
                  <a:pt x="607915" y="194810"/>
                </a:lnTo>
                <a:lnTo>
                  <a:pt x="607145" y="192500"/>
                </a:lnTo>
                <a:lnTo>
                  <a:pt x="607145" y="191345"/>
                </a:lnTo>
                <a:lnTo>
                  <a:pt x="606760" y="190190"/>
                </a:lnTo>
                <a:lnTo>
                  <a:pt x="606760" y="189035"/>
                </a:lnTo>
                <a:lnTo>
                  <a:pt x="606375" y="187880"/>
                </a:lnTo>
                <a:lnTo>
                  <a:pt x="606375" y="186725"/>
                </a:lnTo>
                <a:lnTo>
                  <a:pt x="605990" y="185570"/>
                </a:lnTo>
                <a:lnTo>
                  <a:pt x="605990" y="182875"/>
                </a:lnTo>
                <a:lnTo>
                  <a:pt x="605605" y="181720"/>
                </a:lnTo>
                <a:lnTo>
                  <a:pt x="605605" y="180565"/>
                </a:lnTo>
                <a:lnTo>
                  <a:pt x="605220" y="179410"/>
                </a:lnTo>
                <a:lnTo>
                  <a:pt x="605220" y="176715"/>
                </a:lnTo>
                <a:lnTo>
                  <a:pt x="604835" y="175560"/>
                </a:lnTo>
                <a:lnTo>
                  <a:pt x="604835" y="173250"/>
                </a:lnTo>
                <a:lnTo>
                  <a:pt x="604450" y="172095"/>
                </a:lnTo>
                <a:lnTo>
                  <a:pt x="604450" y="169400"/>
                </a:lnTo>
                <a:lnTo>
                  <a:pt x="604065" y="168245"/>
                </a:lnTo>
                <a:lnTo>
                  <a:pt x="604065" y="163625"/>
                </a:lnTo>
                <a:lnTo>
                  <a:pt x="603680" y="162470"/>
                </a:lnTo>
                <a:lnTo>
                  <a:pt x="603680" y="153615"/>
                </a:lnTo>
                <a:lnTo>
                  <a:pt x="603295" y="152460"/>
                </a:lnTo>
                <a:lnTo>
                  <a:pt x="603295" y="143605"/>
                </a:lnTo>
                <a:lnTo>
                  <a:pt x="603680" y="142450"/>
                </a:lnTo>
                <a:lnTo>
                  <a:pt x="603680" y="133980"/>
                </a:lnTo>
                <a:lnTo>
                  <a:pt x="604065" y="132825"/>
                </a:lnTo>
                <a:lnTo>
                  <a:pt x="604065" y="127820"/>
                </a:lnTo>
                <a:lnTo>
                  <a:pt x="604450" y="126665"/>
                </a:lnTo>
                <a:lnTo>
                  <a:pt x="604450" y="124355"/>
                </a:lnTo>
                <a:lnTo>
                  <a:pt x="604835" y="123200"/>
                </a:lnTo>
                <a:lnTo>
                  <a:pt x="604835" y="120505"/>
                </a:lnTo>
                <a:lnTo>
                  <a:pt x="605220" y="119350"/>
                </a:lnTo>
                <a:lnTo>
                  <a:pt x="605220" y="117040"/>
                </a:lnTo>
                <a:lnTo>
                  <a:pt x="605605" y="115885"/>
                </a:lnTo>
                <a:lnTo>
                  <a:pt x="605605" y="114730"/>
                </a:lnTo>
                <a:lnTo>
                  <a:pt x="605990" y="113575"/>
                </a:lnTo>
                <a:lnTo>
                  <a:pt x="605990" y="112035"/>
                </a:lnTo>
                <a:lnTo>
                  <a:pt x="606375" y="110880"/>
                </a:lnTo>
                <a:lnTo>
                  <a:pt x="606375" y="109725"/>
                </a:lnTo>
                <a:lnTo>
                  <a:pt x="606760" y="108570"/>
                </a:lnTo>
                <a:lnTo>
                  <a:pt x="606760" y="107415"/>
                </a:lnTo>
                <a:lnTo>
                  <a:pt x="607145" y="106260"/>
                </a:lnTo>
                <a:lnTo>
                  <a:pt x="607145" y="105105"/>
                </a:lnTo>
                <a:lnTo>
                  <a:pt x="607915" y="102795"/>
                </a:lnTo>
                <a:lnTo>
                  <a:pt x="606375" y="103565"/>
                </a:lnTo>
                <a:lnTo>
                  <a:pt x="605605" y="104335"/>
                </a:lnTo>
                <a:lnTo>
                  <a:pt x="605220" y="105105"/>
                </a:lnTo>
                <a:lnTo>
                  <a:pt x="603680" y="106645"/>
                </a:lnTo>
                <a:lnTo>
                  <a:pt x="602525" y="107415"/>
                </a:lnTo>
                <a:lnTo>
                  <a:pt x="594825" y="115115"/>
                </a:lnTo>
                <a:lnTo>
                  <a:pt x="593670" y="115885"/>
                </a:lnTo>
                <a:lnTo>
                  <a:pt x="590590" y="118965"/>
                </a:lnTo>
                <a:lnTo>
                  <a:pt x="589435" y="119735"/>
                </a:lnTo>
                <a:lnTo>
                  <a:pt x="587125" y="122045"/>
                </a:lnTo>
                <a:lnTo>
                  <a:pt x="585970" y="122815"/>
                </a:lnTo>
                <a:lnTo>
                  <a:pt x="581735" y="126665"/>
                </a:lnTo>
                <a:lnTo>
                  <a:pt x="581350" y="126665"/>
                </a:lnTo>
                <a:lnTo>
                  <a:pt x="579810" y="128205"/>
                </a:lnTo>
                <a:lnTo>
                  <a:pt x="578655" y="128975"/>
                </a:lnTo>
                <a:lnTo>
                  <a:pt x="575960" y="131285"/>
                </a:lnTo>
                <a:lnTo>
                  <a:pt x="574035" y="132440"/>
                </a:lnTo>
                <a:lnTo>
                  <a:pt x="574035" y="132825"/>
                </a:lnTo>
                <a:lnTo>
                  <a:pt x="572880" y="133210"/>
                </a:lnTo>
                <a:lnTo>
                  <a:pt x="572110" y="133980"/>
                </a:lnTo>
                <a:lnTo>
                  <a:pt x="571725" y="133980"/>
                </a:lnTo>
                <a:lnTo>
                  <a:pt x="570955" y="134750"/>
                </a:lnTo>
                <a:lnTo>
                  <a:pt x="566720" y="137445"/>
                </a:lnTo>
                <a:lnTo>
                  <a:pt x="565950" y="138215"/>
                </a:lnTo>
                <a:lnTo>
                  <a:pt x="565565" y="138215"/>
                </a:lnTo>
                <a:lnTo>
                  <a:pt x="564795" y="138600"/>
                </a:lnTo>
                <a:lnTo>
                  <a:pt x="562485" y="140140"/>
                </a:lnTo>
                <a:lnTo>
                  <a:pt x="561330" y="140525"/>
                </a:lnTo>
                <a:lnTo>
                  <a:pt x="561330" y="140910"/>
                </a:lnTo>
                <a:lnTo>
                  <a:pt x="560560" y="141295"/>
                </a:lnTo>
                <a:lnTo>
                  <a:pt x="560175" y="141295"/>
                </a:lnTo>
                <a:lnTo>
                  <a:pt x="559020" y="142065"/>
                </a:lnTo>
                <a:lnTo>
                  <a:pt x="558250" y="142450"/>
                </a:lnTo>
                <a:lnTo>
                  <a:pt x="557865" y="142450"/>
                </a:lnTo>
                <a:lnTo>
                  <a:pt x="555940" y="143605"/>
                </a:lnTo>
                <a:lnTo>
                  <a:pt x="554400" y="143990"/>
                </a:lnTo>
                <a:lnTo>
                  <a:pt x="552475" y="145145"/>
                </a:lnTo>
                <a:lnTo>
                  <a:pt x="548625" y="146300"/>
                </a:lnTo>
                <a:lnTo>
                  <a:pt x="548240" y="146685"/>
                </a:lnTo>
                <a:lnTo>
                  <a:pt x="547470" y="146685"/>
                </a:lnTo>
                <a:lnTo>
                  <a:pt x="546315" y="147455"/>
                </a:lnTo>
                <a:lnTo>
                  <a:pt x="544390" y="147840"/>
                </a:lnTo>
                <a:lnTo>
                  <a:pt x="543620" y="148225"/>
                </a:lnTo>
                <a:lnTo>
                  <a:pt x="542080" y="148225"/>
                </a:lnTo>
                <a:lnTo>
                  <a:pt x="542080" y="148610"/>
                </a:lnTo>
                <a:lnTo>
                  <a:pt x="541695" y="148610"/>
                </a:lnTo>
                <a:lnTo>
                  <a:pt x="541695" y="269500"/>
                </a:lnTo>
                <a:lnTo>
                  <a:pt x="509355" y="269500"/>
                </a:lnTo>
                <a:lnTo>
                  <a:pt x="509355" y="0"/>
                </a:lnTo>
                <a:lnTo>
                  <a:pt x="541695" y="0"/>
                </a:lnTo>
                <a:close/>
              </a:path>
            </a:pathLst>
          </a:custGeom>
          <a:solidFill>
            <a:srgbClr val="FFFFFF"/>
          </a:solidFill>
          <a:ln>
            <a:noFill/>
          </a:ln>
        </p:spPr>
        <p:txBody>
          <a:bodyPr rtlCol="0" anchor="ctr"/>
          <a:lstStyle/>
          <a:p>
            <a:pPr algn="ctr"/>
          </a:p>
        </p:txBody>
      </p:sp>
      <p:sp>
        <p:nvSpPr>
          <p:cNvPr id="10" name="Rule"/>
          <p:cNvSpPr/>
          <p:nvPr/>
        </p:nvSpPr>
        <p:spPr>
          <a:xfrm>
            <a:off x="670560" y="5760720"/>
            <a:ext cx="10850880" cy="8"/>
          </a:xfrm>
          <a:custGeom>
            <a:avLst/>
            <a:gdLst/>
            <a:ahLst/>
            <a:cxnLst/>
            <a:rect l="l" t="t" r="r" b="b"/>
            <a:pathLst>
              <a:path w="1424000" h="1" stroke="1" fill="none">
                <a:moveTo>
                  <a:pt x="0" y="0"/>
                </a:moveTo>
                <a:lnTo>
                  <a:pt x="1424000" y="0"/>
                </a:lnTo>
              </a:path>
            </a:pathLst>
          </a:custGeom>
          <a:noFill/>
          <a:ln w="7620">
            <a:solidFill>
              <a:srgbClr val="FFFFFF"/>
            </a:solidFill>
          </a:ln>
        </p:spPr>
        <p:txBody>
          <a:bodyPr rtlCol="0" anchor="ctr"/>
          <a:lstStyle/>
          <a:p>
            <a:pPr algn="ctr"/>
          </a:p>
        </p:txBody>
      </p:sp>
      <p:sp>
        <p:nvSpPr>
          <p:cNvPr id="11" name="SERIF / SANS"/>
          <p:cNvSpPr txBox="1"/>
          <p:nvPr/>
        </p:nvSpPr>
        <p:spPr>
          <a:xfrm>
            <a:off x="670560" y="6002122"/>
            <a:ext cx="926592"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FFFFFF"/>
                </a:solidFill>
                <a:latin typeface="JetBrains Mono"/>
              </a:rPr>
              <a:t>SERIF / SANS</a:t>
            </a:r>
          </a:p>
        </p:txBody>
      </p:sp>
      <p:sp>
        <p:nvSpPr>
          <p:cNvPr id="12" name="42 SIGNS / TWO CASES"/>
          <p:cNvSpPr txBox="1"/>
          <p:nvPr/>
        </p:nvSpPr>
        <p:spPr>
          <a:xfrm>
            <a:off x="4686300" y="6002122"/>
            <a:ext cx="1511808"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FFFFFF"/>
                </a:solidFill>
                <a:latin typeface="JetBrains Mono"/>
              </a:rPr>
              <a:t>42 SIGNS / TWO CASES</a:t>
            </a:r>
          </a:p>
        </p:txBody>
      </p:sp>
      <p:sp>
        <p:nvSpPr>
          <p:cNvPr id="13" name="RTL / OPENTYPE / OFL"/>
          <p:cNvSpPr txBox="1"/>
          <p:nvPr/>
        </p:nvSpPr>
        <p:spPr>
          <a:xfrm>
            <a:off x="8534400" y="6002122"/>
            <a:ext cx="1511808" cy="182880"/>
          </a:xfrm>
          <a:prstGeom prst="rect">
            <a:avLst/>
          </a:prstGeom>
          <a:noFill/>
        </p:spPr>
        <p:txBody>
          <a:bodyPr wrap="none" tIns="0" bIns="0" lIns="0" rIns="0" anchor="t">
            <a:spAutoFit/>
          </a:bodyPr>
          <a:lstStyle/>
          <a:p>
            <a:pPr>
              <a:lnSpc>
                <a:spcPct val="100000"/>
              </a:lnSpc>
              <a:spcBef>
                <a:spcPts val="0"/>
              </a:spcBef>
              <a:spcAft>
                <a:spcPts val="0"/>
              </a:spcAft>
            </a:pPr>
            <a:r>
              <a:rPr sz="960" kern="400000">
                <a:solidFill>
                  <a:srgbClr val="FFFFFF"/>
                </a:solidFill>
                <a:latin typeface="JetBrains Mono"/>
              </a:rPr>
              <a:t>RTL / OPENTYPE / OFL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Orkhon — Typeface Presentation</dc:title>
  <dc:subject>Experimental Old Turkic serif, release 0.16.2</dc:subject>
  <dc:creator>New Orkhon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